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5143500" cx="9144000"/>
  <p:notesSz cx="6858000" cy="9144000"/>
  <p:embeddedFontLst>
    <p:embeddedFont>
      <p:font typeface="Catamaran"/>
      <p:regular r:id="rId29"/>
      <p:bold r:id="rId30"/>
    </p:embeddedFont>
    <p:embeddedFont>
      <p:font typeface="Libre Franklin"/>
      <p:regular r:id="rId31"/>
      <p:bold r:id="rId32"/>
      <p:italic r:id="rId33"/>
      <p:boldItalic r:id="rId34"/>
    </p:embeddedFont>
    <p:embeddedFont>
      <p:font typeface="Libre Franklin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Catamaran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LibreFranklin-regular.fntdata"/><Relationship Id="rId30" Type="http://schemas.openxmlformats.org/officeDocument/2006/relationships/font" Target="fonts/Catamaran-bold.fntdata"/><Relationship Id="rId11" Type="http://schemas.openxmlformats.org/officeDocument/2006/relationships/slide" Target="slides/slide7.xml"/><Relationship Id="rId33" Type="http://schemas.openxmlformats.org/officeDocument/2006/relationships/font" Target="fonts/LibreFranklin-italic.fntdata"/><Relationship Id="rId10" Type="http://schemas.openxmlformats.org/officeDocument/2006/relationships/slide" Target="slides/slide6.xml"/><Relationship Id="rId32" Type="http://schemas.openxmlformats.org/officeDocument/2006/relationships/font" Target="fonts/LibreFranklin-bold.fntdata"/><Relationship Id="rId13" Type="http://schemas.openxmlformats.org/officeDocument/2006/relationships/slide" Target="slides/slide9.xml"/><Relationship Id="rId35" Type="http://schemas.openxmlformats.org/officeDocument/2006/relationships/font" Target="fonts/LibreFranklinMedium-regular.fntdata"/><Relationship Id="rId12" Type="http://schemas.openxmlformats.org/officeDocument/2006/relationships/slide" Target="slides/slide8.xml"/><Relationship Id="rId34" Type="http://schemas.openxmlformats.org/officeDocument/2006/relationships/font" Target="fonts/LibreFranklin-boldItalic.fntdata"/><Relationship Id="rId15" Type="http://schemas.openxmlformats.org/officeDocument/2006/relationships/slide" Target="slides/slide11.xml"/><Relationship Id="rId37" Type="http://schemas.openxmlformats.org/officeDocument/2006/relationships/font" Target="fonts/LibreFranklinMedium-italic.fntdata"/><Relationship Id="rId14" Type="http://schemas.openxmlformats.org/officeDocument/2006/relationships/slide" Target="slides/slide10.xml"/><Relationship Id="rId36" Type="http://schemas.openxmlformats.org/officeDocument/2006/relationships/font" Target="fonts/LibreFranklinMedium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schemas.openxmlformats.org/officeDocument/2006/relationships/font" Target="fonts/LibreFranklinMedium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9a0f900027_1_8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9a0f900027_1_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5fd4b45418938cd5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5fd4b45418938cd5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9a0f900027_1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9a0f900027_1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93969108f1_2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93969108f1_2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ee3e4b7e71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3ee3e4b7e71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3ee3e4b7e71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2" name="Google Shape;1102;g3ee3e4b7e71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3ee3e4b7e71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3ee3e4b7e71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g3ee3e4b7e71_0_6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6" name="Google Shape;1386;g3ee3e4b7e71_0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g3ee3e4b7e71_0_6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2" name="Google Shape;1392;g3ee3e4b7e71_0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g3ee3e4b7e71_0_9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9" name="Google Shape;1669;g3ee3e4b7e71_0_9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g3ee3e4b7e71_0_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6" name="Google Shape;1676;g3ee3e4b7e71_0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g3ee3e4b7e71_0_9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g3ee3e4b7e71_0_9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3ee3e4b7e71_0_9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9" name="Google Shape;1689;g3ee3e4b7e71_0_9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4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g3ee3e4b7e71_0_1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6" name="Google Shape;1966;g3ee3e4b7e71_0_1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0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3ee3e4b7e71_0_1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3ee3e4b7e71_0_1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6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g3ee3e4b7e71_0_1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8" name="Google Shape;1978;g3ee3e4b7e71_0_1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3" name="Shape 2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" name="Google Shape;2254;g3ee3e4b7e71_0_1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5" name="Google Shape;2255;g3ee3e4b7e71_0_1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0" name="Shape 2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1" name="Google Shape;2531;g3ee3e4b7e71_0_18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2" name="Google Shape;2532;g3ee3e4b7e71_0_18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6" name="Shape 2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7" name="Google Shape;2537;g3ee3e4b7e71_0_18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8" name="Google Shape;2538;g3ee3e4b7e71_0_1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3" name="Shape 2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4" name="Google Shape;2814;g3ee3e4b7e71_0_2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5" name="Google Shape;2815;g3ee3e4b7e71_0_2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0" name="Shape 3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1" name="Google Shape;3091;g3ee3e4b7e71_0_2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2" name="Google Shape;3092;g3ee3e4b7e71_0_2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6" name="Shape 3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7" name="Google Shape;3097;g3ee3e4b7e71_0_2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8" name="Google Shape;3098;g3ee3e4b7e71_0_2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3" name="Shape 3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4" name="Google Shape;3374;g3ee3e4b7e71_0_2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5" name="Google Shape;3375;g3ee3e4b7e71_0_2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0" name="Shape 3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1" name="Google Shape;3381;g3ee3e4b7e71_0_2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2" name="Google Shape;3382;g3ee3e4b7e71_0_2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s://stories.freepik.com/?utm_source=slidesgo_template&amp;utm_medium=referral-link&amp;utm_campaign=slidesgo_contents_of_this_template&amp;utm_term=stories_by_freepik&amp;utm_content=stories" TargetMode="Externa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 rot="10800000">
            <a:off x="0" y="-75"/>
            <a:ext cx="6420300" cy="36753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 rot="10800000">
            <a:off x="6420400" y="0"/>
            <a:ext cx="2732700" cy="1564200"/>
          </a:xfrm>
          <a:prstGeom prst="rtTriangl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16200" y="3913200"/>
            <a:ext cx="2122200" cy="64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590600" y="491400"/>
            <a:ext cx="3666900" cy="30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1886216" y="4155000"/>
            <a:ext cx="1726800" cy="988500"/>
          </a:xfrm>
          <a:prstGeom prst="rtTriangl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 rot="5400000">
            <a:off x="-1833000" y="1832850"/>
            <a:ext cx="8573400" cy="4907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 flipH="1">
            <a:off x="616300" y="720000"/>
            <a:ext cx="2895600" cy="18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100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2" type="title"/>
          </p:nvPr>
        </p:nvSpPr>
        <p:spPr>
          <a:xfrm flipH="1">
            <a:off x="616300" y="3795175"/>
            <a:ext cx="1635300" cy="9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5000"/>
              <a:buNone/>
              <a:defRPr sz="7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 flipH="1">
            <a:off x="5312925" y="3960725"/>
            <a:ext cx="3093600" cy="67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 rot="10800000">
            <a:off x="2334300" y="-8250"/>
            <a:ext cx="6809700" cy="38979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 flipH="1">
            <a:off x="6953400" y="3889650"/>
            <a:ext cx="2190600" cy="1254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622000" y="1357200"/>
            <a:ext cx="7784700" cy="3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100"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>
            <a:off x="4362600" y="-8325"/>
            <a:ext cx="4781400" cy="27369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3933000"/>
            <a:ext cx="2115000" cy="1210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543480" y="1998800"/>
            <a:ext cx="18666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Be Vietnam"/>
                <a:ea typeface="Be Vietnam"/>
                <a:cs typeface="Be Vietnam"/>
                <a:sym typeface="Be Vietnam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2" type="subTitle"/>
          </p:nvPr>
        </p:nvSpPr>
        <p:spPr>
          <a:xfrm>
            <a:off x="1543467" y="2959350"/>
            <a:ext cx="2439300" cy="9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" name="Google Shape;30;p5"/>
          <p:cNvSpPr txBox="1"/>
          <p:nvPr>
            <p:ph idx="3" type="subTitle"/>
          </p:nvPr>
        </p:nvSpPr>
        <p:spPr>
          <a:xfrm>
            <a:off x="5694620" y="1998800"/>
            <a:ext cx="18666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4" type="subTitle"/>
          </p:nvPr>
        </p:nvSpPr>
        <p:spPr>
          <a:xfrm>
            <a:off x="5694633" y="2959350"/>
            <a:ext cx="2439300" cy="9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 flipH="1" rot="10800000">
            <a:off x="0" y="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35" name="Google Shape;35;p6"/>
          <p:cNvSpPr/>
          <p:nvPr/>
        </p:nvSpPr>
        <p:spPr>
          <a:xfrm rot="10800000">
            <a:off x="6953700" y="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/>
          <p:nvPr/>
        </p:nvSpPr>
        <p:spPr>
          <a:xfrm rot="10800000">
            <a:off x="6953700" y="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 flipH="1" rot="10800000">
            <a:off x="0" y="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/>
          <p:nvPr/>
        </p:nvSpPr>
        <p:spPr>
          <a:xfrm>
            <a:off x="0" y="388980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616200" y="1973475"/>
            <a:ext cx="3264000" cy="19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616200" y="491400"/>
            <a:ext cx="2926500" cy="28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 flipH="1">
            <a:off x="5530834" y="4155000"/>
            <a:ext cx="1726800" cy="988500"/>
          </a:xfrm>
          <a:prstGeom prst="rtTriangl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/>
          <p:nvPr/>
        </p:nvSpPr>
        <p:spPr>
          <a:xfrm flipH="1" rot="-5400000">
            <a:off x="2403450" y="1832850"/>
            <a:ext cx="8573400" cy="4907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5374475" y="720000"/>
            <a:ext cx="3153300" cy="18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1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hasCustomPrompt="1" idx="2" type="title"/>
          </p:nvPr>
        </p:nvSpPr>
        <p:spPr>
          <a:xfrm>
            <a:off x="6907825" y="3795175"/>
            <a:ext cx="1653900" cy="9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000"/>
              <a:buNone/>
              <a:defRPr sz="7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720000" y="3960725"/>
            <a:ext cx="2991900" cy="67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 rot="5400000">
            <a:off x="-468300" y="46830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/>
          <p:nvPr/>
        </p:nvSpPr>
        <p:spPr>
          <a:xfrm rot="-5400000">
            <a:off x="6596700" y="2597700"/>
            <a:ext cx="38409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0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/>
          <p:nvPr/>
        </p:nvSpPr>
        <p:spPr>
          <a:xfrm rot="9395685">
            <a:off x="5208650" y="2137922"/>
            <a:ext cx="1255941" cy="690506"/>
          </a:xfrm>
          <a:prstGeom prst="triangle">
            <a:avLst>
              <a:gd fmla="val 6724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1"/>
          <p:cNvSpPr/>
          <p:nvPr/>
        </p:nvSpPr>
        <p:spPr>
          <a:xfrm flipH="1" rot="7057689">
            <a:off x="4749232" y="3482137"/>
            <a:ext cx="976212" cy="462278"/>
          </a:xfrm>
          <a:prstGeom prst="triangle">
            <a:avLst>
              <a:gd fmla="val 6724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/>
          <p:nvPr/>
        </p:nvSpPr>
        <p:spPr>
          <a:xfrm flipH="1" rot="593356">
            <a:off x="4530915" y="1856236"/>
            <a:ext cx="2415795" cy="1849932"/>
          </a:xfrm>
          <a:prstGeom prst="triangle">
            <a:avLst>
              <a:gd fmla="val 6786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/>
          <p:nvPr/>
        </p:nvSpPr>
        <p:spPr>
          <a:xfrm rot="-1404315">
            <a:off x="2679409" y="3087050"/>
            <a:ext cx="1255941" cy="690506"/>
          </a:xfrm>
          <a:prstGeom prst="triangle">
            <a:avLst>
              <a:gd fmla="val 6724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/>
          <p:nvPr/>
        </p:nvSpPr>
        <p:spPr>
          <a:xfrm flipH="1" rot="-3742311">
            <a:off x="3418556" y="1971064"/>
            <a:ext cx="976212" cy="462278"/>
          </a:xfrm>
          <a:prstGeom prst="triangle">
            <a:avLst>
              <a:gd fmla="val 6724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1"/>
          <p:cNvSpPr/>
          <p:nvPr/>
        </p:nvSpPr>
        <p:spPr>
          <a:xfrm flipH="1" rot="-10206644">
            <a:off x="2197290" y="2209309"/>
            <a:ext cx="2415795" cy="1849932"/>
          </a:xfrm>
          <a:prstGeom prst="triangle">
            <a:avLst>
              <a:gd fmla="val 6786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1"/>
          <p:cNvSpPr/>
          <p:nvPr/>
        </p:nvSpPr>
        <p:spPr>
          <a:xfrm rot="10800000">
            <a:off x="6953700" y="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2799913" y="2161475"/>
            <a:ext cx="1834500" cy="14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7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subTitle"/>
          </p:nvPr>
        </p:nvSpPr>
        <p:spPr>
          <a:xfrm>
            <a:off x="616200" y="1887275"/>
            <a:ext cx="1834500" cy="93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2" type="subTitle"/>
          </p:nvPr>
        </p:nvSpPr>
        <p:spPr>
          <a:xfrm>
            <a:off x="6793250" y="1887275"/>
            <a:ext cx="1834500" cy="93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3"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4" type="subTitle"/>
          </p:nvPr>
        </p:nvSpPr>
        <p:spPr>
          <a:xfrm>
            <a:off x="616200" y="2734800"/>
            <a:ext cx="1884300" cy="9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7" name="Google Shape;67;p11"/>
          <p:cNvSpPr txBox="1"/>
          <p:nvPr>
            <p:ph idx="5" type="subTitle"/>
          </p:nvPr>
        </p:nvSpPr>
        <p:spPr>
          <a:xfrm>
            <a:off x="6793252" y="2734800"/>
            <a:ext cx="1884300" cy="9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11"/>
          <p:cNvSpPr txBox="1"/>
          <p:nvPr>
            <p:ph hasCustomPrompt="1" idx="6" type="title"/>
          </p:nvPr>
        </p:nvSpPr>
        <p:spPr>
          <a:xfrm>
            <a:off x="4515713" y="2282900"/>
            <a:ext cx="1834500" cy="14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7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">
  <p:cSld name="CUSTOM_17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72" name="Google Shape;72;p13"/>
          <p:cNvSpPr/>
          <p:nvPr/>
        </p:nvSpPr>
        <p:spPr>
          <a:xfrm rot="-5400000">
            <a:off x="7422000" y="342150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7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-5400454">
            <a:off x="6015293" y="166500"/>
            <a:ext cx="4545900" cy="1710900"/>
          </a:xfrm>
          <a:prstGeom prst="triangle">
            <a:avLst>
              <a:gd fmla="val 5228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 rot="5400000">
            <a:off x="-468300" y="46830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7_1_1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/>
          <p:nvPr/>
        </p:nvSpPr>
        <p:spPr>
          <a:xfrm flipH="1" rot="5400454">
            <a:off x="-1417132" y="166500"/>
            <a:ext cx="4545900" cy="1710900"/>
          </a:xfrm>
          <a:prstGeom prst="triangle">
            <a:avLst>
              <a:gd fmla="val 5228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 flipH="1" rot="-5400000">
            <a:off x="7422000" y="46830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7_1_1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/>
          <p:nvPr/>
        </p:nvSpPr>
        <p:spPr>
          <a:xfrm rot="-5400454">
            <a:off x="6015293" y="166500"/>
            <a:ext cx="4545900" cy="1710900"/>
          </a:xfrm>
          <a:prstGeom prst="triangle">
            <a:avLst>
              <a:gd fmla="val 5228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17_1_1_1_1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/>
          <p:nvPr/>
        </p:nvSpPr>
        <p:spPr>
          <a:xfrm>
            <a:off x="0" y="4410000"/>
            <a:ext cx="1299900" cy="744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 rot="-5400454">
            <a:off x="6015293" y="166500"/>
            <a:ext cx="4545900" cy="1710900"/>
          </a:xfrm>
          <a:prstGeom prst="triangle">
            <a:avLst>
              <a:gd fmla="val 5228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CUSTOM_17_1_1_1_1_1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/>
          <p:nvPr/>
        </p:nvSpPr>
        <p:spPr>
          <a:xfrm flipH="1" rot="10800000">
            <a:off x="0" y="0"/>
            <a:ext cx="39564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/>
          <p:nvPr/>
        </p:nvSpPr>
        <p:spPr>
          <a:xfrm rot="-5400000">
            <a:off x="7422000" y="342300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CUSTOM_17_1_1_1_1_1_1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/>
          <p:nvPr/>
        </p:nvSpPr>
        <p:spPr>
          <a:xfrm flipH="1" rot="10800000">
            <a:off x="0" y="0"/>
            <a:ext cx="39564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/>
          <p:nvPr/>
        </p:nvSpPr>
        <p:spPr>
          <a:xfrm rot="-5400000">
            <a:off x="7422000" y="342300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/>
          <p:nvPr/>
        </p:nvSpPr>
        <p:spPr>
          <a:xfrm rot="5400000">
            <a:off x="288601" y="2755547"/>
            <a:ext cx="862800" cy="360000"/>
          </a:xfrm>
          <a:prstGeom prst="triangle">
            <a:avLst>
              <a:gd fmla="val 6348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CUSTOM_17_1_1_1_1_1_1_1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/>
          <p:nvPr/>
        </p:nvSpPr>
        <p:spPr>
          <a:xfrm rot="10800000">
            <a:off x="5187600" y="0"/>
            <a:ext cx="39564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0"/>
          <p:cNvSpPr/>
          <p:nvPr/>
        </p:nvSpPr>
        <p:spPr>
          <a:xfrm flipH="1" rot="5400000">
            <a:off x="-468300" y="342300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0"/>
          <p:cNvSpPr/>
          <p:nvPr/>
        </p:nvSpPr>
        <p:spPr>
          <a:xfrm flipH="1" rot="-5400000">
            <a:off x="8028601" y="2755547"/>
            <a:ext cx="862800" cy="360000"/>
          </a:xfrm>
          <a:prstGeom prst="triangle">
            <a:avLst>
              <a:gd fmla="val 6348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CUSTOM_18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/>
          <p:nvPr/>
        </p:nvSpPr>
        <p:spPr>
          <a:xfrm flipH="1" rot="10800000">
            <a:off x="0" y="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1"/>
          <p:cNvSpPr/>
          <p:nvPr/>
        </p:nvSpPr>
        <p:spPr>
          <a:xfrm flipH="1" rot="-5400000">
            <a:off x="6596700" y="1293600"/>
            <a:ext cx="38409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1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" type="subTitle"/>
          </p:nvPr>
        </p:nvSpPr>
        <p:spPr>
          <a:xfrm>
            <a:off x="6336385" y="2307650"/>
            <a:ext cx="14400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Be Vietnam"/>
                <a:ea typeface="Be Vietnam"/>
                <a:cs typeface="Be Vietnam"/>
                <a:sym typeface="Be Vietnam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2" type="subTitle"/>
          </p:nvPr>
        </p:nvSpPr>
        <p:spPr>
          <a:xfrm>
            <a:off x="6337577" y="2750075"/>
            <a:ext cx="1882800" cy="9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/>
          <p:nvPr/>
        </p:nvSpPr>
        <p:spPr>
          <a:xfrm flipH="1" rot="-5400000">
            <a:off x="7422000" y="46830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2"/>
          <p:cNvSpPr txBox="1"/>
          <p:nvPr>
            <p:ph idx="1" type="subTitle"/>
          </p:nvPr>
        </p:nvSpPr>
        <p:spPr>
          <a:xfrm>
            <a:off x="620700" y="3794775"/>
            <a:ext cx="25956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22"/>
          <p:cNvSpPr txBox="1"/>
          <p:nvPr>
            <p:ph idx="2" type="subTitle"/>
          </p:nvPr>
        </p:nvSpPr>
        <p:spPr>
          <a:xfrm>
            <a:off x="620700" y="2215425"/>
            <a:ext cx="25956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22"/>
          <p:cNvSpPr txBox="1"/>
          <p:nvPr>
            <p:ph idx="3" type="subTitle"/>
          </p:nvPr>
        </p:nvSpPr>
        <p:spPr>
          <a:xfrm>
            <a:off x="620700" y="1851575"/>
            <a:ext cx="2159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22"/>
          <p:cNvSpPr txBox="1"/>
          <p:nvPr>
            <p:ph idx="4" type="subTitle"/>
          </p:nvPr>
        </p:nvSpPr>
        <p:spPr>
          <a:xfrm>
            <a:off x="3342325" y="1851575"/>
            <a:ext cx="2159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22"/>
          <p:cNvSpPr txBox="1"/>
          <p:nvPr>
            <p:ph idx="5" type="subTitle"/>
          </p:nvPr>
        </p:nvSpPr>
        <p:spPr>
          <a:xfrm>
            <a:off x="6063950" y="1851575"/>
            <a:ext cx="2159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" name="Google Shape;115;p22"/>
          <p:cNvSpPr txBox="1"/>
          <p:nvPr>
            <p:ph idx="6" type="subTitle"/>
          </p:nvPr>
        </p:nvSpPr>
        <p:spPr>
          <a:xfrm>
            <a:off x="620700" y="3428625"/>
            <a:ext cx="21393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22"/>
          <p:cNvSpPr txBox="1"/>
          <p:nvPr>
            <p:ph idx="7" type="subTitle"/>
          </p:nvPr>
        </p:nvSpPr>
        <p:spPr>
          <a:xfrm>
            <a:off x="3342325" y="3428625"/>
            <a:ext cx="2159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22"/>
          <p:cNvSpPr txBox="1"/>
          <p:nvPr>
            <p:ph idx="8" type="subTitle"/>
          </p:nvPr>
        </p:nvSpPr>
        <p:spPr>
          <a:xfrm>
            <a:off x="6063950" y="3428625"/>
            <a:ext cx="2159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22"/>
          <p:cNvSpPr txBox="1"/>
          <p:nvPr>
            <p:ph hasCustomPrompt="1" type="title"/>
          </p:nvPr>
        </p:nvSpPr>
        <p:spPr>
          <a:xfrm flipH="1">
            <a:off x="620700" y="1491575"/>
            <a:ext cx="1080000" cy="36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9" name="Google Shape;119;p22"/>
          <p:cNvSpPr txBox="1"/>
          <p:nvPr>
            <p:ph hasCustomPrompt="1" idx="9" type="title"/>
          </p:nvPr>
        </p:nvSpPr>
        <p:spPr>
          <a:xfrm>
            <a:off x="3342325" y="1491575"/>
            <a:ext cx="1080000" cy="36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22"/>
          <p:cNvSpPr txBox="1"/>
          <p:nvPr>
            <p:ph hasCustomPrompt="1" idx="13" type="title"/>
          </p:nvPr>
        </p:nvSpPr>
        <p:spPr>
          <a:xfrm>
            <a:off x="6063950" y="1491575"/>
            <a:ext cx="1080000" cy="36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1" name="Google Shape;121;p22"/>
          <p:cNvSpPr txBox="1"/>
          <p:nvPr>
            <p:ph hasCustomPrompt="1" idx="14" type="title"/>
          </p:nvPr>
        </p:nvSpPr>
        <p:spPr>
          <a:xfrm flipH="1">
            <a:off x="620700" y="3068625"/>
            <a:ext cx="1080000" cy="36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2" name="Google Shape;122;p22"/>
          <p:cNvSpPr txBox="1"/>
          <p:nvPr>
            <p:ph hasCustomPrompt="1" idx="15" type="title"/>
          </p:nvPr>
        </p:nvSpPr>
        <p:spPr>
          <a:xfrm>
            <a:off x="3342325" y="3068625"/>
            <a:ext cx="1080000" cy="36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3" name="Google Shape;123;p22"/>
          <p:cNvSpPr txBox="1"/>
          <p:nvPr>
            <p:ph hasCustomPrompt="1" idx="16" type="title"/>
          </p:nvPr>
        </p:nvSpPr>
        <p:spPr>
          <a:xfrm>
            <a:off x="6063950" y="3068625"/>
            <a:ext cx="1080000" cy="36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" name="Google Shape;124;p22"/>
          <p:cNvSpPr txBox="1"/>
          <p:nvPr>
            <p:ph idx="17"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22"/>
          <p:cNvSpPr txBox="1"/>
          <p:nvPr>
            <p:ph idx="18" type="subTitle"/>
          </p:nvPr>
        </p:nvSpPr>
        <p:spPr>
          <a:xfrm>
            <a:off x="3342325" y="2215425"/>
            <a:ext cx="25956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22"/>
          <p:cNvSpPr txBox="1"/>
          <p:nvPr>
            <p:ph idx="19" type="subTitle"/>
          </p:nvPr>
        </p:nvSpPr>
        <p:spPr>
          <a:xfrm>
            <a:off x="6063950" y="2215425"/>
            <a:ext cx="25956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7" name="Google Shape;127;p22"/>
          <p:cNvSpPr txBox="1"/>
          <p:nvPr>
            <p:ph idx="20" type="subTitle"/>
          </p:nvPr>
        </p:nvSpPr>
        <p:spPr>
          <a:xfrm>
            <a:off x="3342325" y="3794775"/>
            <a:ext cx="25956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22"/>
          <p:cNvSpPr txBox="1"/>
          <p:nvPr>
            <p:ph idx="21" type="subTitle"/>
          </p:nvPr>
        </p:nvSpPr>
        <p:spPr>
          <a:xfrm>
            <a:off x="6063950" y="3794775"/>
            <a:ext cx="25956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/>
          <p:nvPr/>
        </p:nvSpPr>
        <p:spPr>
          <a:xfrm flipH="1" rot="10800000">
            <a:off x="0" y="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3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132" name="Google Shape;132;p23"/>
          <p:cNvSpPr txBox="1"/>
          <p:nvPr>
            <p:ph idx="1" type="subTitle"/>
          </p:nvPr>
        </p:nvSpPr>
        <p:spPr>
          <a:xfrm>
            <a:off x="821150" y="3850150"/>
            <a:ext cx="197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3"/>
          <p:cNvSpPr txBox="1"/>
          <p:nvPr>
            <p:ph idx="2" type="subTitle"/>
          </p:nvPr>
        </p:nvSpPr>
        <p:spPr>
          <a:xfrm>
            <a:off x="6719376" y="3850150"/>
            <a:ext cx="197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3"/>
          <p:cNvSpPr txBox="1"/>
          <p:nvPr>
            <p:ph idx="3" type="subTitle"/>
          </p:nvPr>
        </p:nvSpPr>
        <p:spPr>
          <a:xfrm>
            <a:off x="6719376" y="2161650"/>
            <a:ext cx="197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3"/>
          <p:cNvSpPr txBox="1"/>
          <p:nvPr>
            <p:ph idx="4" type="subTitle"/>
          </p:nvPr>
        </p:nvSpPr>
        <p:spPr>
          <a:xfrm>
            <a:off x="821150" y="2161650"/>
            <a:ext cx="197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5" type="subTitle"/>
          </p:nvPr>
        </p:nvSpPr>
        <p:spPr>
          <a:xfrm>
            <a:off x="821138" y="1826925"/>
            <a:ext cx="1603500" cy="30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 Vietnam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idx="6" type="subTitle"/>
          </p:nvPr>
        </p:nvSpPr>
        <p:spPr>
          <a:xfrm>
            <a:off x="821138" y="3520300"/>
            <a:ext cx="1603500" cy="30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 Vietnam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7" type="subTitle"/>
          </p:nvPr>
        </p:nvSpPr>
        <p:spPr>
          <a:xfrm>
            <a:off x="6719363" y="3520300"/>
            <a:ext cx="1603500" cy="30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 Vietnam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3"/>
          <p:cNvSpPr txBox="1"/>
          <p:nvPr>
            <p:ph idx="8" type="subTitle"/>
          </p:nvPr>
        </p:nvSpPr>
        <p:spPr>
          <a:xfrm>
            <a:off x="6719363" y="1826925"/>
            <a:ext cx="1603500" cy="30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 Vietnam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9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/>
          <p:nvPr/>
        </p:nvSpPr>
        <p:spPr>
          <a:xfrm rot="-5400545">
            <a:off x="-414952" y="1101875"/>
            <a:ext cx="15125400" cy="4392600"/>
          </a:xfrm>
          <a:prstGeom prst="triangle">
            <a:avLst>
              <a:gd fmla="val 7586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4"/>
          <p:cNvSpPr/>
          <p:nvPr/>
        </p:nvSpPr>
        <p:spPr>
          <a:xfrm flipH="1" rot="5400501">
            <a:off x="-2566725" y="1315675"/>
            <a:ext cx="8231700" cy="3098100"/>
          </a:xfrm>
          <a:prstGeom prst="triangle">
            <a:avLst>
              <a:gd fmla="val 3337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/>
          <p:nvPr/>
        </p:nvSpPr>
        <p:spPr>
          <a:xfrm flipH="1">
            <a:off x="1529425" y="1821047"/>
            <a:ext cx="568200" cy="303900"/>
          </a:xfrm>
          <a:prstGeom prst="triangle">
            <a:avLst>
              <a:gd fmla="val 7907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4"/>
          <p:cNvSpPr/>
          <p:nvPr/>
        </p:nvSpPr>
        <p:spPr>
          <a:xfrm flipH="1" rot="1735613">
            <a:off x="2922573" y="374063"/>
            <a:ext cx="862737" cy="359862"/>
          </a:xfrm>
          <a:prstGeom prst="triangle">
            <a:avLst>
              <a:gd fmla="val 4077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4"/>
          <p:cNvSpPr/>
          <p:nvPr/>
        </p:nvSpPr>
        <p:spPr>
          <a:xfrm flipH="1">
            <a:off x="6486290" y="455813"/>
            <a:ext cx="862800" cy="360000"/>
          </a:xfrm>
          <a:prstGeom prst="triangle">
            <a:avLst>
              <a:gd fmla="val 7907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4"/>
          <p:cNvSpPr/>
          <p:nvPr/>
        </p:nvSpPr>
        <p:spPr>
          <a:xfrm flipH="1" rot="-2872435">
            <a:off x="6482459" y="4144893"/>
            <a:ext cx="579637" cy="241921"/>
          </a:xfrm>
          <a:prstGeom prst="triangle">
            <a:avLst>
              <a:gd fmla="val 4077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4"/>
          <p:cNvSpPr/>
          <p:nvPr/>
        </p:nvSpPr>
        <p:spPr>
          <a:xfrm flipH="1" rot="10423910">
            <a:off x="4282111" y="3798039"/>
            <a:ext cx="579766" cy="242044"/>
          </a:xfrm>
          <a:prstGeom prst="triangle">
            <a:avLst>
              <a:gd fmla="val 4077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4"/>
          <p:cNvSpPr/>
          <p:nvPr/>
        </p:nvSpPr>
        <p:spPr>
          <a:xfrm rot="9168373">
            <a:off x="8331016" y="3196130"/>
            <a:ext cx="489058" cy="204076"/>
          </a:xfrm>
          <a:prstGeom prst="triangle">
            <a:avLst>
              <a:gd fmla="val 488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4"/>
          <p:cNvSpPr/>
          <p:nvPr/>
        </p:nvSpPr>
        <p:spPr>
          <a:xfrm flipH="1" rot="10800000">
            <a:off x="1418050" y="4633849"/>
            <a:ext cx="321600" cy="171900"/>
          </a:xfrm>
          <a:prstGeom prst="triangle">
            <a:avLst>
              <a:gd fmla="val 4409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4"/>
          <p:cNvSpPr txBox="1"/>
          <p:nvPr>
            <p:ph type="title"/>
          </p:nvPr>
        </p:nvSpPr>
        <p:spPr>
          <a:xfrm>
            <a:off x="3264900" y="1730575"/>
            <a:ext cx="247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1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subTitle"/>
          </p:nvPr>
        </p:nvSpPr>
        <p:spPr>
          <a:xfrm>
            <a:off x="616200" y="3310875"/>
            <a:ext cx="2051700" cy="7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2" name="Google Shape;152;p24"/>
          <p:cNvSpPr txBox="1"/>
          <p:nvPr>
            <p:ph idx="2" type="subTitle"/>
          </p:nvPr>
        </p:nvSpPr>
        <p:spPr>
          <a:xfrm>
            <a:off x="3264900" y="2349588"/>
            <a:ext cx="2051700" cy="7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3" name="Google Shape;153;p24"/>
          <p:cNvSpPr txBox="1"/>
          <p:nvPr>
            <p:ph idx="3" type="subTitle"/>
          </p:nvPr>
        </p:nvSpPr>
        <p:spPr>
          <a:xfrm>
            <a:off x="6257690" y="1433325"/>
            <a:ext cx="2051700" cy="7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4" name="Google Shape;154;p24"/>
          <p:cNvSpPr txBox="1"/>
          <p:nvPr>
            <p:ph idx="4" type="title"/>
          </p:nvPr>
        </p:nvSpPr>
        <p:spPr>
          <a:xfrm>
            <a:off x="6257700" y="815825"/>
            <a:ext cx="247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1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155" name="Google Shape;155;p24"/>
          <p:cNvSpPr txBox="1"/>
          <p:nvPr>
            <p:ph idx="5" type="title"/>
          </p:nvPr>
        </p:nvSpPr>
        <p:spPr>
          <a:xfrm>
            <a:off x="616200" y="2695775"/>
            <a:ext cx="247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1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CUSTOM_16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4554000" y="491400"/>
            <a:ext cx="3965700" cy="25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158" name="Google Shape;158;p25"/>
          <p:cNvSpPr txBox="1"/>
          <p:nvPr>
            <p:ph idx="1" type="subTitle"/>
          </p:nvPr>
        </p:nvSpPr>
        <p:spPr>
          <a:xfrm>
            <a:off x="4946704" y="3425100"/>
            <a:ext cx="3573000" cy="9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Six Column 3">
  <p:cSld name="CUSTOM_1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/>
          <p:nvPr/>
        </p:nvSpPr>
        <p:spPr>
          <a:xfrm flipH="1" rot="10800000">
            <a:off x="0" y="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6"/>
          <p:cNvSpPr/>
          <p:nvPr/>
        </p:nvSpPr>
        <p:spPr>
          <a:xfrm flipH="1" rot="-5400000">
            <a:off x="6596700" y="1293600"/>
            <a:ext cx="38409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6"/>
          <p:cNvSpPr txBox="1"/>
          <p:nvPr>
            <p:ph idx="1" type="subTitle"/>
          </p:nvPr>
        </p:nvSpPr>
        <p:spPr>
          <a:xfrm>
            <a:off x="2262975" y="1477125"/>
            <a:ext cx="45906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6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164" name="Google Shape;164;p26"/>
          <p:cNvSpPr txBox="1"/>
          <p:nvPr>
            <p:ph idx="2" type="subTitle"/>
          </p:nvPr>
        </p:nvSpPr>
        <p:spPr>
          <a:xfrm>
            <a:off x="1301249" y="3125975"/>
            <a:ext cx="1573500" cy="38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6"/>
          <p:cNvSpPr txBox="1"/>
          <p:nvPr>
            <p:ph idx="3" type="subTitle"/>
          </p:nvPr>
        </p:nvSpPr>
        <p:spPr>
          <a:xfrm>
            <a:off x="4125473" y="3125975"/>
            <a:ext cx="1573500" cy="38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6"/>
          <p:cNvSpPr txBox="1"/>
          <p:nvPr>
            <p:ph idx="4" type="subTitle"/>
          </p:nvPr>
        </p:nvSpPr>
        <p:spPr>
          <a:xfrm>
            <a:off x="6838451" y="3125975"/>
            <a:ext cx="1573500" cy="38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5" type="subTitle"/>
          </p:nvPr>
        </p:nvSpPr>
        <p:spPr>
          <a:xfrm>
            <a:off x="1301249" y="4104300"/>
            <a:ext cx="1573500" cy="38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idx="6" type="subTitle"/>
          </p:nvPr>
        </p:nvSpPr>
        <p:spPr>
          <a:xfrm>
            <a:off x="4125473" y="4104300"/>
            <a:ext cx="1573500" cy="38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6"/>
          <p:cNvSpPr txBox="1"/>
          <p:nvPr>
            <p:ph idx="7" type="subTitle"/>
          </p:nvPr>
        </p:nvSpPr>
        <p:spPr>
          <a:xfrm>
            <a:off x="6838451" y="4104300"/>
            <a:ext cx="1573500" cy="38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">
  <p:cSld name="CUSTOM_10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/>
          <p:nvPr/>
        </p:nvSpPr>
        <p:spPr>
          <a:xfrm>
            <a:off x="-7075" y="3399049"/>
            <a:ext cx="3084600" cy="1765800"/>
          </a:xfrm>
          <a:prstGeom prst="rtTriangl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7"/>
          <p:cNvSpPr/>
          <p:nvPr/>
        </p:nvSpPr>
        <p:spPr>
          <a:xfrm flipH="1">
            <a:off x="1371600" y="715319"/>
            <a:ext cx="7772400" cy="4449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7"/>
          <p:cNvSpPr txBox="1"/>
          <p:nvPr>
            <p:ph type="title"/>
          </p:nvPr>
        </p:nvSpPr>
        <p:spPr>
          <a:xfrm>
            <a:off x="616200" y="720000"/>
            <a:ext cx="5261700" cy="249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1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9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/>
          <p:nvPr/>
        </p:nvSpPr>
        <p:spPr>
          <a:xfrm rot="5399455">
            <a:off x="-5456102" y="1101875"/>
            <a:ext cx="15125400" cy="4392600"/>
          </a:xfrm>
          <a:prstGeom prst="triangle">
            <a:avLst>
              <a:gd fmla="val 7586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8"/>
          <p:cNvSpPr/>
          <p:nvPr/>
        </p:nvSpPr>
        <p:spPr>
          <a:xfrm flipH="1" rot="7927565">
            <a:off x="2252299" y="2285486"/>
            <a:ext cx="579637" cy="241921"/>
          </a:xfrm>
          <a:prstGeom prst="triangle">
            <a:avLst>
              <a:gd fmla="val 4077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8"/>
          <p:cNvSpPr/>
          <p:nvPr/>
        </p:nvSpPr>
        <p:spPr>
          <a:xfrm rot="-1631627">
            <a:off x="295472" y="931618"/>
            <a:ext cx="489058" cy="204076"/>
          </a:xfrm>
          <a:prstGeom prst="triangle">
            <a:avLst>
              <a:gd fmla="val 488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8"/>
          <p:cNvSpPr/>
          <p:nvPr/>
        </p:nvSpPr>
        <p:spPr>
          <a:xfrm flipH="1" rot="-5399499">
            <a:off x="3783294" y="1696675"/>
            <a:ext cx="8231700" cy="3098100"/>
          </a:xfrm>
          <a:prstGeom prst="triangle">
            <a:avLst>
              <a:gd fmla="val 3337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8"/>
          <p:cNvSpPr/>
          <p:nvPr/>
        </p:nvSpPr>
        <p:spPr>
          <a:xfrm flipH="1" rot="10800000">
            <a:off x="7043794" y="3484328"/>
            <a:ext cx="568200" cy="303900"/>
          </a:xfrm>
          <a:prstGeom prst="triangle">
            <a:avLst>
              <a:gd fmla="val 7907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8"/>
          <p:cNvSpPr/>
          <p:nvPr/>
        </p:nvSpPr>
        <p:spPr>
          <a:xfrm flipH="1" rot="-9064387">
            <a:off x="5647909" y="4453399"/>
            <a:ext cx="862737" cy="359862"/>
          </a:xfrm>
          <a:prstGeom prst="triangle">
            <a:avLst>
              <a:gd fmla="val 4077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8"/>
          <p:cNvSpPr/>
          <p:nvPr/>
        </p:nvSpPr>
        <p:spPr>
          <a:xfrm flipH="1">
            <a:off x="7708619" y="1304701"/>
            <a:ext cx="321600" cy="171900"/>
          </a:xfrm>
          <a:prstGeom prst="triangle">
            <a:avLst>
              <a:gd fmla="val 4409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8"/>
          <p:cNvSpPr/>
          <p:nvPr/>
        </p:nvSpPr>
        <p:spPr>
          <a:xfrm flipH="1" rot="-376090">
            <a:off x="4281592" y="1689367"/>
            <a:ext cx="579766" cy="242044"/>
          </a:xfrm>
          <a:prstGeom prst="triangle">
            <a:avLst>
              <a:gd fmla="val 4077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8"/>
          <p:cNvSpPr txBox="1"/>
          <p:nvPr>
            <p:ph type="title"/>
          </p:nvPr>
        </p:nvSpPr>
        <p:spPr>
          <a:xfrm>
            <a:off x="540000" y="491400"/>
            <a:ext cx="8100000" cy="9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184" name="Google Shape;184;p28"/>
          <p:cNvSpPr txBox="1"/>
          <p:nvPr>
            <p:ph idx="1" type="subTitle"/>
          </p:nvPr>
        </p:nvSpPr>
        <p:spPr>
          <a:xfrm>
            <a:off x="844800" y="3352200"/>
            <a:ext cx="1914000" cy="10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+ Design 2">
  <p:cSld name="CUSTOM_9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/>
          <p:nvPr/>
        </p:nvSpPr>
        <p:spPr>
          <a:xfrm rot="3599646">
            <a:off x="-1179039" y="2803579"/>
            <a:ext cx="6183096" cy="2327088"/>
          </a:xfrm>
          <a:prstGeom prst="triangle">
            <a:avLst>
              <a:gd fmla="val 5228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9"/>
          <p:cNvSpPr/>
          <p:nvPr/>
        </p:nvSpPr>
        <p:spPr>
          <a:xfrm flipH="1" rot="-10799393">
            <a:off x="1464075" y="-3417"/>
            <a:ext cx="8496300" cy="1998000"/>
          </a:xfrm>
          <a:prstGeom prst="triangle">
            <a:avLst>
              <a:gd fmla="val 7586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9"/>
          <p:cNvSpPr/>
          <p:nvPr/>
        </p:nvSpPr>
        <p:spPr>
          <a:xfrm rot="8271839">
            <a:off x="8029111" y="2669652"/>
            <a:ext cx="386351" cy="161422"/>
          </a:xfrm>
          <a:prstGeom prst="triangle">
            <a:avLst>
              <a:gd fmla="val 4077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9"/>
          <p:cNvSpPr/>
          <p:nvPr/>
        </p:nvSpPr>
        <p:spPr>
          <a:xfrm rot="5400000">
            <a:off x="451794" y="894324"/>
            <a:ext cx="378900" cy="202500"/>
          </a:xfrm>
          <a:prstGeom prst="triangle">
            <a:avLst>
              <a:gd fmla="val 7907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9"/>
          <p:cNvSpPr/>
          <p:nvPr/>
        </p:nvSpPr>
        <p:spPr>
          <a:xfrm rot="3664910">
            <a:off x="2227189" y="1655151"/>
            <a:ext cx="575110" cy="239957"/>
          </a:xfrm>
          <a:prstGeom prst="triangle">
            <a:avLst>
              <a:gd fmla="val 4077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9"/>
          <p:cNvSpPr/>
          <p:nvPr/>
        </p:nvSpPr>
        <p:spPr>
          <a:xfrm rot="-5400000">
            <a:off x="6737501" y="4245443"/>
            <a:ext cx="214500" cy="114600"/>
          </a:xfrm>
          <a:prstGeom prst="triangle">
            <a:avLst>
              <a:gd fmla="val 4409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9"/>
          <p:cNvSpPr/>
          <p:nvPr/>
        </p:nvSpPr>
        <p:spPr>
          <a:xfrm flipH="1" rot="-3767358">
            <a:off x="7404303" y="1083032"/>
            <a:ext cx="726276" cy="302833"/>
          </a:xfrm>
          <a:prstGeom prst="triangle">
            <a:avLst>
              <a:gd fmla="val 488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9"/>
          <p:cNvSpPr txBox="1"/>
          <p:nvPr>
            <p:ph type="title"/>
          </p:nvPr>
        </p:nvSpPr>
        <p:spPr>
          <a:xfrm>
            <a:off x="540000" y="491400"/>
            <a:ext cx="8100000" cy="9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194" name="Google Shape;194;p29"/>
          <p:cNvSpPr txBox="1"/>
          <p:nvPr>
            <p:ph idx="1" type="subTitle"/>
          </p:nvPr>
        </p:nvSpPr>
        <p:spPr>
          <a:xfrm>
            <a:off x="844800" y="3352200"/>
            <a:ext cx="1914000" cy="10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3">
  <p:cSld name="CUSTOM_9_1_1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/>
          <p:nvPr/>
        </p:nvSpPr>
        <p:spPr>
          <a:xfrm rot="-1800354">
            <a:off x="-498589" y="-922996"/>
            <a:ext cx="6183096" cy="2327088"/>
          </a:xfrm>
          <a:prstGeom prst="triangle">
            <a:avLst>
              <a:gd fmla="val 5228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0"/>
          <p:cNvSpPr/>
          <p:nvPr/>
        </p:nvSpPr>
        <p:spPr>
          <a:xfrm>
            <a:off x="7381360" y="719988"/>
            <a:ext cx="378900" cy="202500"/>
          </a:xfrm>
          <a:prstGeom prst="triangle">
            <a:avLst>
              <a:gd fmla="val 7907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0"/>
          <p:cNvSpPr/>
          <p:nvPr/>
        </p:nvSpPr>
        <p:spPr>
          <a:xfrm rot="-545">
            <a:off x="-3428352" y="2572950"/>
            <a:ext cx="15125400" cy="4392600"/>
          </a:xfrm>
          <a:prstGeom prst="triangle">
            <a:avLst>
              <a:gd fmla="val 7586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0"/>
          <p:cNvSpPr/>
          <p:nvPr/>
        </p:nvSpPr>
        <p:spPr>
          <a:xfrm flipH="1" rot="2527565">
            <a:off x="7280976" y="2523020"/>
            <a:ext cx="579637" cy="241921"/>
          </a:xfrm>
          <a:prstGeom prst="triangle">
            <a:avLst>
              <a:gd fmla="val 4077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0"/>
          <p:cNvSpPr/>
          <p:nvPr/>
        </p:nvSpPr>
        <p:spPr>
          <a:xfrm rot="-7031627">
            <a:off x="4907401" y="4395684"/>
            <a:ext cx="489058" cy="204076"/>
          </a:xfrm>
          <a:prstGeom prst="triangle">
            <a:avLst>
              <a:gd fmla="val 488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0"/>
          <p:cNvSpPr txBox="1"/>
          <p:nvPr>
            <p:ph type="title"/>
          </p:nvPr>
        </p:nvSpPr>
        <p:spPr>
          <a:xfrm>
            <a:off x="540000" y="491400"/>
            <a:ext cx="8100000" cy="9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202" name="Google Shape;202;p30"/>
          <p:cNvSpPr txBox="1"/>
          <p:nvPr>
            <p:ph idx="1" type="subTitle"/>
          </p:nvPr>
        </p:nvSpPr>
        <p:spPr>
          <a:xfrm>
            <a:off x="6613800" y="3352200"/>
            <a:ext cx="1914000" cy="10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4">
  <p:cSld name="CUSTOM_8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/>
          <p:nvPr/>
        </p:nvSpPr>
        <p:spPr>
          <a:xfrm rot="-5400000">
            <a:off x="5379100" y="1380000"/>
            <a:ext cx="5149500" cy="2380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1"/>
          <p:cNvSpPr/>
          <p:nvPr/>
        </p:nvSpPr>
        <p:spPr>
          <a:xfrm flipH="1" rot="5400454">
            <a:off x="-1715103" y="2314500"/>
            <a:ext cx="4545900" cy="1115100"/>
          </a:xfrm>
          <a:prstGeom prst="triangle">
            <a:avLst>
              <a:gd fmla="val 2094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1"/>
          <p:cNvSpPr txBox="1"/>
          <p:nvPr>
            <p:ph idx="1" type="subTitle"/>
          </p:nvPr>
        </p:nvSpPr>
        <p:spPr>
          <a:xfrm>
            <a:off x="1054050" y="1544250"/>
            <a:ext cx="2967900" cy="9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07" name="Google Shape;207;p31"/>
          <p:cNvSpPr txBox="1"/>
          <p:nvPr>
            <p:ph type="title"/>
          </p:nvPr>
        </p:nvSpPr>
        <p:spPr>
          <a:xfrm>
            <a:off x="823550" y="491400"/>
            <a:ext cx="753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5">
  <p:cSld name="CUSTOM_8_1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/>
          <p:nvPr/>
        </p:nvSpPr>
        <p:spPr>
          <a:xfrm rot="-5400454">
            <a:off x="6313047" y="2314500"/>
            <a:ext cx="4545900" cy="1115100"/>
          </a:xfrm>
          <a:prstGeom prst="triangle">
            <a:avLst>
              <a:gd fmla="val 2094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2"/>
          <p:cNvSpPr/>
          <p:nvPr/>
        </p:nvSpPr>
        <p:spPr>
          <a:xfrm flipH="1" rot="5400000">
            <a:off x="-1384500" y="1380000"/>
            <a:ext cx="5149500" cy="2380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2"/>
          <p:cNvSpPr txBox="1"/>
          <p:nvPr>
            <p:ph idx="1" type="subTitle"/>
          </p:nvPr>
        </p:nvSpPr>
        <p:spPr>
          <a:xfrm>
            <a:off x="5122050" y="1544250"/>
            <a:ext cx="2967900" cy="9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12" name="Google Shape;212;p32"/>
          <p:cNvSpPr txBox="1"/>
          <p:nvPr>
            <p:ph type="title"/>
          </p:nvPr>
        </p:nvSpPr>
        <p:spPr>
          <a:xfrm>
            <a:off x="823450" y="491400"/>
            <a:ext cx="753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5"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/>
          <p:nvPr/>
        </p:nvSpPr>
        <p:spPr>
          <a:xfrm flipH="1">
            <a:off x="2732800" y="1468200"/>
            <a:ext cx="6420300" cy="36753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3"/>
          <p:cNvSpPr/>
          <p:nvPr/>
        </p:nvSpPr>
        <p:spPr>
          <a:xfrm rot="5400000">
            <a:off x="-584250" y="584250"/>
            <a:ext cx="2732700" cy="1564200"/>
          </a:xfrm>
          <a:prstGeom prst="rtTriangl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3"/>
          <p:cNvSpPr txBox="1"/>
          <p:nvPr>
            <p:ph idx="1" type="subTitle"/>
          </p:nvPr>
        </p:nvSpPr>
        <p:spPr>
          <a:xfrm>
            <a:off x="616200" y="1626750"/>
            <a:ext cx="3369600" cy="15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3"/>
          <p:cNvSpPr txBox="1"/>
          <p:nvPr>
            <p:ph type="title"/>
          </p:nvPr>
        </p:nvSpPr>
        <p:spPr>
          <a:xfrm>
            <a:off x="616200" y="491400"/>
            <a:ext cx="4032000" cy="9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1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218" name="Google Shape;218;p33"/>
          <p:cNvSpPr txBox="1"/>
          <p:nvPr/>
        </p:nvSpPr>
        <p:spPr>
          <a:xfrm>
            <a:off x="616200" y="3832375"/>
            <a:ext cx="35793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CREDITS: This presentation template was created by </a:t>
            </a:r>
            <a:r>
              <a:rPr b="1" lang="en-GB" sz="1200">
                <a:solidFill>
                  <a:schemeClr val="dk1"/>
                </a:solidFill>
                <a:uFill>
                  <a:noFill/>
                </a:uFill>
                <a:latin typeface="Libre Franklin"/>
                <a:ea typeface="Libre Franklin"/>
                <a:cs typeface="Libre Franklin"/>
                <a:sym typeface="Libre Franklin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-GB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including icons by </a:t>
            </a:r>
            <a:r>
              <a:rPr b="1" lang="en-GB" sz="1200">
                <a:solidFill>
                  <a:schemeClr val="dk1"/>
                </a:solidFill>
                <a:uFill>
                  <a:noFill/>
                </a:uFill>
                <a:latin typeface="Libre Franklin"/>
                <a:ea typeface="Libre Franklin"/>
                <a:cs typeface="Libre Franklin"/>
                <a:sym typeface="Libre Frankli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-GB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infographics &amp; images by </a:t>
            </a:r>
            <a:r>
              <a:rPr b="1" lang="en-GB" sz="1200">
                <a:solidFill>
                  <a:schemeClr val="dk1"/>
                </a:solidFill>
                <a:uFill>
                  <a:noFill/>
                </a:uFill>
                <a:latin typeface="Libre Franklin"/>
                <a:ea typeface="Libre Franklin"/>
                <a:cs typeface="Libre Franklin"/>
                <a:sym typeface="Libre Frankli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 </a:t>
            </a:r>
            <a:r>
              <a:rPr lang="en-GB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and illustrations by </a:t>
            </a:r>
            <a:r>
              <a:rPr b="1" lang="en-GB" sz="1200">
                <a:solidFill>
                  <a:schemeClr val="dk1"/>
                </a:solidFill>
                <a:uFill>
                  <a:noFill/>
                </a:uFill>
                <a:latin typeface="Libre Franklin"/>
                <a:ea typeface="Libre Franklin"/>
                <a:cs typeface="Libre Franklin"/>
                <a:sym typeface="Libre Frankli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 b="1" sz="1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CUSTOM_7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/>
          <p:nvPr/>
        </p:nvSpPr>
        <p:spPr>
          <a:xfrm flipH="1" rot="-10799546">
            <a:off x="-2" y="300"/>
            <a:ext cx="4545900" cy="1131600"/>
          </a:xfrm>
          <a:prstGeom prst="triangle">
            <a:avLst>
              <a:gd fmla="val 29443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4"/>
          <p:cNvSpPr txBox="1"/>
          <p:nvPr>
            <p:ph idx="1" type="body"/>
          </p:nvPr>
        </p:nvSpPr>
        <p:spPr>
          <a:xfrm>
            <a:off x="4572000" y="1544250"/>
            <a:ext cx="3761700" cy="28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2" name="Google Shape;222;p34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223" name="Google Shape;223;p34"/>
          <p:cNvSpPr txBox="1"/>
          <p:nvPr>
            <p:ph idx="2" type="body"/>
          </p:nvPr>
        </p:nvSpPr>
        <p:spPr>
          <a:xfrm>
            <a:off x="540000" y="1544250"/>
            <a:ext cx="4032000" cy="28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4" name="Google Shape;224;p34"/>
          <p:cNvSpPr/>
          <p:nvPr/>
        </p:nvSpPr>
        <p:spPr>
          <a:xfrm rot="-5400000">
            <a:off x="7422000" y="342150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_7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/>
          <p:nvPr/>
        </p:nvSpPr>
        <p:spPr>
          <a:xfrm>
            <a:off x="0" y="3674700"/>
            <a:ext cx="2568600" cy="1470600"/>
          </a:xfrm>
          <a:prstGeom prst="rtTriangl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5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228" name="Google Shape;228;p35"/>
          <p:cNvSpPr txBox="1"/>
          <p:nvPr>
            <p:ph idx="1" type="body"/>
          </p:nvPr>
        </p:nvSpPr>
        <p:spPr>
          <a:xfrm>
            <a:off x="4516250" y="1544250"/>
            <a:ext cx="4123800" cy="28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⃤"/>
              <a:defRPr sz="1600"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9" name="Google Shape;229;p35"/>
          <p:cNvSpPr txBox="1"/>
          <p:nvPr>
            <p:ph idx="2" type="subTitle"/>
          </p:nvPr>
        </p:nvSpPr>
        <p:spPr>
          <a:xfrm>
            <a:off x="616225" y="1544250"/>
            <a:ext cx="2967900" cy="9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5"/>
          <p:cNvSpPr txBox="1"/>
          <p:nvPr>
            <p:ph idx="3" type="subTitle"/>
          </p:nvPr>
        </p:nvSpPr>
        <p:spPr>
          <a:xfrm>
            <a:off x="616225" y="2456000"/>
            <a:ext cx="18666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5"/>
          <p:cNvSpPr/>
          <p:nvPr/>
        </p:nvSpPr>
        <p:spPr>
          <a:xfrm rot="10800000">
            <a:off x="6953700" y="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CUSTOM_19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6"/>
          <p:cNvSpPr/>
          <p:nvPr/>
        </p:nvSpPr>
        <p:spPr>
          <a:xfrm flipH="1" rot="10800000">
            <a:off x="0" y="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6"/>
          <p:cNvSpPr/>
          <p:nvPr/>
        </p:nvSpPr>
        <p:spPr>
          <a:xfrm rot="10800000">
            <a:off x="6953700" y="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6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/>
        </p:txBody>
      </p:sp>
      <p:sp>
        <p:nvSpPr>
          <p:cNvPr id="236" name="Google Shape;236;p36"/>
          <p:cNvSpPr txBox="1"/>
          <p:nvPr>
            <p:ph idx="1" type="body"/>
          </p:nvPr>
        </p:nvSpPr>
        <p:spPr>
          <a:xfrm>
            <a:off x="616200" y="1391850"/>
            <a:ext cx="7952400" cy="4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2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540000" y="1544250"/>
            <a:ext cx="8100000" cy="28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ibre Franklin"/>
              <a:buChar char="●"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○"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■"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●"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○"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■"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●"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○"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Libre Franklin"/>
              <a:buChar char="■"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7"/>
          <p:cNvSpPr txBox="1"/>
          <p:nvPr>
            <p:ph type="ctrTitle"/>
          </p:nvPr>
        </p:nvSpPr>
        <p:spPr>
          <a:xfrm>
            <a:off x="590600" y="491400"/>
            <a:ext cx="3666900" cy="30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Iven</a:t>
            </a:r>
            <a:endParaRPr/>
          </a:p>
        </p:txBody>
      </p:sp>
      <p:sp>
        <p:nvSpPr>
          <p:cNvPr id="242" name="Google Shape;242;p37"/>
          <p:cNvSpPr txBox="1"/>
          <p:nvPr>
            <p:ph idx="1" type="subTitle"/>
          </p:nvPr>
        </p:nvSpPr>
        <p:spPr>
          <a:xfrm>
            <a:off x="616200" y="3913200"/>
            <a:ext cx="2945700" cy="64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By : Mehdi Ziad El Amrani</a:t>
            </a:r>
            <a:endParaRPr/>
          </a:p>
        </p:txBody>
      </p:sp>
      <p:grpSp>
        <p:nvGrpSpPr>
          <p:cNvPr id="243" name="Google Shape;243;p37"/>
          <p:cNvGrpSpPr/>
          <p:nvPr/>
        </p:nvGrpSpPr>
        <p:grpSpPr>
          <a:xfrm>
            <a:off x="4538058" y="736315"/>
            <a:ext cx="3881893" cy="3866200"/>
            <a:chOff x="1380325" y="456475"/>
            <a:chExt cx="4827625" cy="4811100"/>
          </a:xfrm>
        </p:grpSpPr>
        <p:sp>
          <p:nvSpPr>
            <p:cNvPr id="244" name="Google Shape;244;p37"/>
            <p:cNvSpPr/>
            <p:nvPr/>
          </p:nvSpPr>
          <p:spPr>
            <a:xfrm>
              <a:off x="1380325" y="2480550"/>
              <a:ext cx="4827625" cy="2787025"/>
            </a:xfrm>
            <a:custGeom>
              <a:rect b="b" l="l" r="r" t="t"/>
              <a:pathLst>
                <a:path extrusionOk="0" h="111481" w="193105">
                  <a:moveTo>
                    <a:pt x="96569" y="1"/>
                  </a:moveTo>
                  <a:cubicBezTo>
                    <a:pt x="43231" y="1"/>
                    <a:pt x="0" y="24985"/>
                    <a:pt x="0" y="55740"/>
                  </a:cubicBezTo>
                  <a:cubicBezTo>
                    <a:pt x="0" y="86529"/>
                    <a:pt x="43231" y="111480"/>
                    <a:pt x="96569" y="111480"/>
                  </a:cubicBezTo>
                  <a:cubicBezTo>
                    <a:pt x="149874" y="111480"/>
                    <a:pt x="193105" y="86529"/>
                    <a:pt x="193105" y="55740"/>
                  </a:cubicBezTo>
                  <a:cubicBezTo>
                    <a:pt x="193105" y="24985"/>
                    <a:pt x="149874" y="1"/>
                    <a:pt x="96569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7"/>
            <p:cNvSpPr/>
            <p:nvPr/>
          </p:nvSpPr>
          <p:spPr>
            <a:xfrm>
              <a:off x="2849700" y="4121425"/>
              <a:ext cx="1717100" cy="880950"/>
            </a:xfrm>
            <a:custGeom>
              <a:rect b="b" l="l" r="r" t="t"/>
              <a:pathLst>
                <a:path extrusionOk="0" h="35238" w="68684">
                  <a:moveTo>
                    <a:pt x="21349" y="13455"/>
                  </a:moveTo>
                  <a:cubicBezTo>
                    <a:pt x="26353" y="13455"/>
                    <a:pt x="31023" y="14556"/>
                    <a:pt x="34492" y="16558"/>
                  </a:cubicBezTo>
                  <a:cubicBezTo>
                    <a:pt x="37461" y="18292"/>
                    <a:pt x="39095" y="20394"/>
                    <a:pt x="39095" y="22529"/>
                  </a:cubicBezTo>
                  <a:cubicBezTo>
                    <a:pt x="39095" y="24630"/>
                    <a:pt x="37461" y="26765"/>
                    <a:pt x="34459" y="28466"/>
                  </a:cubicBezTo>
                  <a:lnTo>
                    <a:pt x="34492" y="28466"/>
                  </a:lnTo>
                  <a:cubicBezTo>
                    <a:pt x="31023" y="30468"/>
                    <a:pt x="26353" y="31568"/>
                    <a:pt x="21349" y="31568"/>
                  </a:cubicBezTo>
                  <a:cubicBezTo>
                    <a:pt x="16346" y="31568"/>
                    <a:pt x="11676" y="30468"/>
                    <a:pt x="8207" y="28466"/>
                  </a:cubicBezTo>
                  <a:cubicBezTo>
                    <a:pt x="5238" y="26765"/>
                    <a:pt x="3603" y="24630"/>
                    <a:pt x="3603" y="22529"/>
                  </a:cubicBezTo>
                  <a:cubicBezTo>
                    <a:pt x="3603" y="20394"/>
                    <a:pt x="5238" y="18292"/>
                    <a:pt x="8207" y="16558"/>
                  </a:cubicBezTo>
                  <a:cubicBezTo>
                    <a:pt x="11676" y="14556"/>
                    <a:pt x="16346" y="13455"/>
                    <a:pt x="21349" y="13455"/>
                  </a:cubicBezTo>
                  <a:close/>
                  <a:moveTo>
                    <a:pt x="65188" y="1"/>
                  </a:moveTo>
                  <a:cubicBezTo>
                    <a:pt x="64976" y="1"/>
                    <a:pt x="64759" y="44"/>
                    <a:pt x="64580" y="146"/>
                  </a:cubicBezTo>
                  <a:cubicBezTo>
                    <a:pt x="62379" y="1247"/>
                    <a:pt x="49670" y="9353"/>
                    <a:pt x="43799" y="12988"/>
                  </a:cubicBezTo>
                  <a:lnTo>
                    <a:pt x="40897" y="14756"/>
                  </a:lnTo>
                  <a:cubicBezTo>
                    <a:pt x="40830" y="14790"/>
                    <a:pt x="40763" y="14856"/>
                    <a:pt x="40696" y="14957"/>
                  </a:cubicBezTo>
                  <a:cubicBezTo>
                    <a:pt x="40696" y="14957"/>
                    <a:pt x="40696" y="14957"/>
                    <a:pt x="40663" y="14990"/>
                  </a:cubicBezTo>
                  <a:cubicBezTo>
                    <a:pt x="40663" y="15023"/>
                    <a:pt x="40630" y="15057"/>
                    <a:pt x="40596" y="15090"/>
                  </a:cubicBezTo>
                  <a:cubicBezTo>
                    <a:pt x="40596" y="15123"/>
                    <a:pt x="40596" y="15157"/>
                    <a:pt x="40563" y="15190"/>
                  </a:cubicBezTo>
                  <a:cubicBezTo>
                    <a:pt x="40563" y="15223"/>
                    <a:pt x="40563" y="15257"/>
                    <a:pt x="40530" y="15290"/>
                  </a:cubicBezTo>
                  <a:lnTo>
                    <a:pt x="40530" y="15390"/>
                  </a:lnTo>
                  <a:lnTo>
                    <a:pt x="40063" y="15657"/>
                  </a:lnTo>
                  <a:lnTo>
                    <a:pt x="39662" y="15891"/>
                  </a:lnTo>
                  <a:cubicBezTo>
                    <a:pt x="38662" y="14923"/>
                    <a:pt x="37561" y="14089"/>
                    <a:pt x="36360" y="13422"/>
                  </a:cubicBezTo>
                  <a:cubicBezTo>
                    <a:pt x="32324" y="11120"/>
                    <a:pt x="27020" y="9820"/>
                    <a:pt x="21383" y="9820"/>
                  </a:cubicBezTo>
                  <a:cubicBezTo>
                    <a:pt x="15745" y="9820"/>
                    <a:pt x="10442" y="11120"/>
                    <a:pt x="6439" y="13422"/>
                  </a:cubicBezTo>
                  <a:cubicBezTo>
                    <a:pt x="2269" y="15824"/>
                    <a:pt x="1" y="19060"/>
                    <a:pt x="1" y="22529"/>
                  </a:cubicBezTo>
                  <a:cubicBezTo>
                    <a:pt x="1" y="26031"/>
                    <a:pt x="2269" y="29267"/>
                    <a:pt x="6439" y="31669"/>
                  </a:cubicBezTo>
                  <a:cubicBezTo>
                    <a:pt x="10442" y="33970"/>
                    <a:pt x="15745" y="35238"/>
                    <a:pt x="21383" y="35238"/>
                  </a:cubicBezTo>
                  <a:cubicBezTo>
                    <a:pt x="27020" y="35238"/>
                    <a:pt x="32324" y="33970"/>
                    <a:pt x="36360" y="31669"/>
                  </a:cubicBezTo>
                  <a:cubicBezTo>
                    <a:pt x="40530" y="29267"/>
                    <a:pt x="42798" y="26031"/>
                    <a:pt x="42798" y="22529"/>
                  </a:cubicBezTo>
                  <a:cubicBezTo>
                    <a:pt x="42765" y="20928"/>
                    <a:pt x="42298" y="19360"/>
                    <a:pt x="41430" y="18025"/>
                  </a:cubicBezTo>
                  <a:lnTo>
                    <a:pt x="41797" y="17825"/>
                  </a:lnTo>
                  <a:cubicBezTo>
                    <a:pt x="41964" y="17930"/>
                    <a:pt x="42144" y="17982"/>
                    <a:pt x="42320" y="17982"/>
                  </a:cubicBezTo>
                  <a:cubicBezTo>
                    <a:pt x="42426" y="17982"/>
                    <a:pt x="42531" y="17963"/>
                    <a:pt x="42631" y="17925"/>
                  </a:cubicBezTo>
                  <a:cubicBezTo>
                    <a:pt x="44633" y="16825"/>
                    <a:pt x="63980" y="8585"/>
                    <a:pt x="67916" y="6450"/>
                  </a:cubicBezTo>
                  <a:cubicBezTo>
                    <a:pt x="68350" y="6184"/>
                    <a:pt x="68650" y="5617"/>
                    <a:pt x="68683" y="4816"/>
                  </a:cubicBezTo>
                  <a:cubicBezTo>
                    <a:pt x="68683" y="3849"/>
                    <a:pt x="68416" y="2915"/>
                    <a:pt x="67916" y="2114"/>
                  </a:cubicBezTo>
                  <a:cubicBezTo>
                    <a:pt x="67782" y="1914"/>
                    <a:pt x="67682" y="1747"/>
                    <a:pt x="67582" y="1614"/>
                  </a:cubicBezTo>
                  <a:lnTo>
                    <a:pt x="67549" y="1580"/>
                  </a:lnTo>
                  <a:cubicBezTo>
                    <a:pt x="67449" y="1414"/>
                    <a:pt x="67315" y="1280"/>
                    <a:pt x="67182" y="1147"/>
                  </a:cubicBezTo>
                  <a:lnTo>
                    <a:pt x="67149" y="1080"/>
                  </a:lnTo>
                  <a:cubicBezTo>
                    <a:pt x="67049" y="947"/>
                    <a:pt x="66915" y="846"/>
                    <a:pt x="66782" y="713"/>
                  </a:cubicBezTo>
                  <a:lnTo>
                    <a:pt x="66715" y="680"/>
                  </a:lnTo>
                  <a:cubicBezTo>
                    <a:pt x="66615" y="580"/>
                    <a:pt x="66448" y="446"/>
                    <a:pt x="66315" y="379"/>
                  </a:cubicBezTo>
                  <a:lnTo>
                    <a:pt x="66048" y="246"/>
                  </a:lnTo>
                  <a:lnTo>
                    <a:pt x="65948" y="179"/>
                  </a:lnTo>
                  <a:lnTo>
                    <a:pt x="65814" y="113"/>
                  </a:lnTo>
                  <a:cubicBezTo>
                    <a:pt x="65748" y="113"/>
                    <a:pt x="65714" y="79"/>
                    <a:pt x="65648" y="79"/>
                  </a:cubicBezTo>
                  <a:lnTo>
                    <a:pt x="65581" y="79"/>
                  </a:lnTo>
                  <a:cubicBezTo>
                    <a:pt x="65514" y="46"/>
                    <a:pt x="65447" y="13"/>
                    <a:pt x="65381" y="13"/>
                  </a:cubicBezTo>
                  <a:cubicBezTo>
                    <a:pt x="65318" y="5"/>
                    <a:pt x="65253" y="1"/>
                    <a:pt x="6518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7"/>
            <p:cNvSpPr/>
            <p:nvPr/>
          </p:nvSpPr>
          <p:spPr>
            <a:xfrm>
              <a:off x="1542100" y="2722600"/>
              <a:ext cx="3123100" cy="1795900"/>
            </a:xfrm>
            <a:custGeom>
              <a:rect b="b" l="l" r="r" t="t"/>
              <a:pathLst>
                <a:path extrusionOk="0" h="71836" w="124924">
                  <a:moveTo>
                    <a:pt x="102507" y="0"/>
                  </a:moveTo>
                  <a:cubicBezTo>
                    <a:pt x="101890" y="0"/>
                    <a:pt x="101273" y="142"/>
                    <a:pt x="100706" y="426"/>
                  </a:cubicBezTo>
                  <a:lnTo>
                    <a:pt x="1001" y="57967"/>
                  </a:lnTo>
                  <a:cubicBezTo>
                    <a:pt x="1" y="58534"/>
                    <a:pt x="1" y="59468"/>
                    <a:pt x="1001" y="60068"/>
                  </a:cubicBezTo>
                  <a:lnTo>
                    <a:pt x="20649" y="71410"/>
                  </a:lnTo>
                  <a:cubicBezTo>
                    <a:pt x="21216" y="71693"/>
                    <a:pt x="21833" y="71835"/>
                    <a:pt x="22450" y="71835"/>
                  </a:cubicBezTo>
                  <a:cubicBezTo>
                    <a:pt x="23067" y="71835"/>
                    <a:pt x="23684" y="71693"/>
                    <a:pt x="24251" y="71410"/>
                  </a:cubicBezTo>
                  <a:lnTo>
                    <a:pt x="61611" y="49828"/>
                  </a:lnTo>
                  <a:lnTo>
                    <a:pt x="67349" y="53164"/>
                  </a:lnTo>
                  <a:cubicBezTo>
                    <a:pt x="68867" y="54048"/>
                    <a:pt x="70860" y="54489"/>
                    <a:pt x="72853" y="54489"/>
                  </a:cubicBezTo>
                  <a:cubicBezTo>
                    <a:pt x="74846" y="54489"/>
                    <a:pt x="76839" y="54048"/>
                    <a:pt x="78357" y="53164"/>
                  </a:cubicBezTo>
                  <a:lnTo>
                    <a:pt x="95469" y="43357"/>
                  </a:lnTo>
                  <a:cubicBezTo>
                    <a:pt x="98538" y="41622"/>
                    <a:pt x="98538" y="38787"/>
                    <a:pt x="95469" y="37019"/>
                  </a:cubicBezTo>
                  <a:lnTo>
                    <a:pt x="89731" y="33683"/>
                  </a:lnTo>
                  <a:lnTo>
                    <a:pt x="123923" y="13835"/>
                  </a:lnTo>
                  <a:cubicBezTo>
                    <a:pt x="124923" y="13302"/>
                    <a:pt x="124923" y="12368"/>
                    <a:pt x="123956" y="11801"/>
                  </a:cubicBezTo>
                  <a:lnTo>
                    <a:pt x="104309" y="426"/>
                  </a:lnTo>
                  <a:cubicBezTo>
                    <a:pt x="103741" y="142"/>
                    <a:pt x="103124" y="0"/>
                    <a:pt x="10250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7"/>
            <p:cNvSpPr/>
            <p:nvPr/>
          </p:nvSpPr>
          <p:spPr>
            <a:xfrm>
              <a:off x="4982050" y="3805675"/>
              <a:ext cx="962400" cy="555425"/>
            </a:xfrm>
            <a:custGeom>
              <a:rect b="b" l="l" r="r" t="t"/>
              <a:pathLst>
                <a:path extrusionOk="0" h="22217" w="38496">
                  <a:moveTo>
                    <a:pt x="19248" y="0"/>
                  </a:moveTo>
                  <a:cubicBezTo>
                    <a:pt x="8640" y="0"/>
                    <a:pt x="1" y="4970"/>
                    <a:pt x="1" y="11108"/>
                  </a:cubicBezTo>
                  <a:cubicBezTo>
                    <a:pt x="1" y="17246"/>
                    <a:pt x="8640" y="22216"/>
                    <a:pt x="19248" y="22216"/>
                  </a:cubicBezTo>
                  <a:cubicBezTo>
                    <a:pt x="29889" y="22216"/>
                    <a:pt x="38495" y="17246"/>
                    <a:pt x="38495" y="11108"/>
                  </a:cubicBezTo>
                  <a:cubicBezTo>
                    <a:pt x="38495" y="4970"/>
                    <a:pt x="29889" y="0"/>
                    <a:pt x="1924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7"/>
            <p:cNvSpPr/>
            <p:nvPr/>
          </p:nvSpPr>
          <p:spPr>
            <a:xfrm>
              <a:off x="5724250" y="3318150"/>
              <a:ext cx="299425" cy="574275"/>
            </a:xfrm>
            <a:custGeom>
              <a:rect b="b" l="l" r="r" t="t"/>
              <a:pathLst>
                <a:path extrusionOk="0" h="22971" w="11977">
                  <a:moveTo>
                    <a:pt x="8923" y="1"/>
                  </a:moveTo>
                  <a:cubicBezTo>
                    <a:pt x="6388" y="1"/>
                    <a:pt x="3699" y="3034"/>
                    <a:pt x="2169" y="6158"/>
                  </a:cubicBezTo>
                  <a:cubicBezTo>
                    <a:pt x="1" y="10661"/>
                    <a:pt x="501" y="15465"/>
                    <a:pt x="501" y="18067"/>
                  </a:cubicBezTo>
                  <a:lnTo>
                    <a:pt x="1869" y="22970"/>
                  </a:lnTo>
                  <a:lnTo>
                    <a:pt x="3570" y="18701"/>
                  </a:lnTo>
                  <a:cubicBezTo>
                    <a:pt x="4237" y="12930"/>
                    <a:pt x="7239" y="9327"/>
                    <a:pt x="9608" y="6725"/>
                  </a:cubicBezTo>
                  <a:cubicBezTo>
                    <a:pt x="11976" y="4123"/>
                    <a:pt x="11776" y="321"/>
                    <a:pt x="9274" y="21"/>
                  </a:cubicBezTo>
                  <a:cubicBezTo>
                    <a:pt x="9158" y="7"/>
                    <a:pt x="9041" y="1"/>
                    <a:pt x="892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37"/>
            <p:cNvSpPr/>
            <p:nvPr/>
          </p:nvSpPr>
          <p:spPr>
            <a:xfrm>
              <a:off x="5724250" y="3318150"/>
              <a:ext cx="299425" cy="574275"/>
            </a:xfrm>
            <a:custGeom>
              <a:rect b="b" l="l" r="r" t="t"/>
              <a:pathLst>
                <a:path extrusionOk="0" h="22971" w="11977">
                  <a:moveTo>
                    <a:pt x="8923" y="1"/>
                  </a:moveTo>
                  <a:cubicBezTo>
                    <a:pt x="6388" y="1"/>
                    <a:pt x="3699" y="3034"/>
                    <a:pt x="2169" y="6158"/>
                  </a:cubicBezTo>
                  <a:cubicBezTo>
                    <a:pt x="1" y="10661"/>
                    <a:pt x="501" y="15465"/>
                    <a:pt x="501" y="18067"/>
                  </a:cubicBezTo>
                  <a:lnTo>
                    <a:pt x="1869" y="22970"/>
                  </a:lnTo>
                  <a:lnTo>
                    <a:pt x="3570" y="18701"/>
                  </a:lnTo>
                  <a:cubicBezTo>
                    <a:pt x="4237" y="12930"/>
                    <a:pt x="7239" y="9327"/>
                    <a:pt x="9608" y="6725"/>
                  </a:cubicBezTo>
                  <a:cubicBezTo>
                    <a:pt x="11976" y="4123"/>
                    <a:pt x="11776" y="321"/>
                    <a:pt x="9274" y="21"/>
                  </a:cubicBezTo>
                  <a:cubicBezTo>
                    <a:pt x="9158" y="7"/>
                    <a:pt x="9041" y="1"/>
                    <a:pt x="892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37"/>
            <p:cNvSpPr/>
            <p:nvPr/>
          </p:nvSpPr>
          <p:spPr>
            <a:xfrm>
              <a:off x="5745950" y="3358200"/>
              <a:ext cx="194225" cy="457500"/>
            </a:xfrm>
            <a:custGeom>
              <a:rect b="b" l="l" r="r" t="t"/>
              <a:pathLst>
                <a:path extrusionOk="0" h="18300" w="7769">
                  <a:moveTo>
                    <a:pt x="7522" y="0"/>
                  </a:moveTo>
                  <a:cubicBezTo>
                    <a:pt x="7483" y="0"/>
                    <a:pt x="7443" y="16"/>
                    <a:pt x="7405" y="53"/>
                  </a:cubicBezTo>
                  <a:cubicBezTo>
                    <a:pt x="2469" y="4356"/>
                    <a:pt x="0" y="10594"/>
                    <a:pt x="300" y="18099"/>
                  </a:cubicBezTo>
                  <a:cubicBezTo>
                    <a:pt x="334" y="18199"/>
                    <a:pt x="400" y="18299"/>
                    <a:pt x="500" y="18299"/>
                  </a:cubicBezTo>
                  <a:lnTo>
                    <a:pt x="534" y="18299"/>
                  </a:lnTo>
                  <a:cubicBezTo>
                    <a:pt x="601" y="18266"/>
                    <a:pt x="667" y="18199"/>
                    <a:pt x="667" y="18099"/>
                  </a:cubicBezTo>
                  <a:cubicBezTo>
                    <a:pt x="367" y="10694"/>
                    <a:pt x="2769" y="4556"/>
                    <a:pt x="7639" y="320"/>
                  </a:cubicBezTo>
                  <a:cubicBezTo>
                    <a:pt x="7769" y="190"/>
                    <a:pt x="7656" y="0"/>
                    <a:pt x="75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7"/>
            <p:cNvSpPr/>
            <p:nvPr/>
          </p:nvSpPr>
          <p:spPr>
            <a:xfrm>
              <a:off x="5659200" y="3669025"/>
              <a:ext cx="404500" cy="365225"/>
            </a:xfrm>
            <a:custGeom>
              <a:rect b="b" l="l" r="r" t="t"/>
              <a:pathLst>
                <a:path extrusionOk="0" h="14609" w="16180">
                  <a:moveTo>
                    <a:pt x="13652" y="0"/>
                  </a:moveTo>
                  <a:cubicBezTo>
                    <a:pt x="12007" y="0"/>
                    <a:pt x="8949" y="335"/>
                    <a:pt x="8407" y="963"/>
                  </a:cubicBezTo>
                  <a:cubicBezTo>
                    <a:pt x="7740" y="1730"/>
                    <a:pt x="7673" y="3998"/>
                    <a:pt x="7673" y="3998"/>
                  </a:cubicBezTo>
                  <a:cubicBezTo>
                    <a:pt x="7673" y="3998"/>
                    <a:pt x="6806" y="2831"/>
                    <a:pt x="6806" y="1697"/>
                  </a:cubicBezTo>
                  <a:cubicBezTo>
                    <a:pt x="6589" y="1663"/>
                    <a:pt x="6372" y="1647"/>
                    <a:pt x="6157" y="1647"/>
                  </a:cubicBezTo>
                  <a:cubicBezTo>
                    <a:pt x="5511" y="1647"/>
                    <a:pt x="4879" y="1797"/>
                    <a:pt x="4304" y="2097"/>
                  </a:cubicBezTo>
                  <a:cubicBezTo>
                    <a:pt x="3070" y="2731"/>
                    <a:pt x="2636" y="3265"/>
                    <a:pt x="2569" y="4232"/>
                  </a:cubicBezTo>
                  <a:cubicBezTo>
                    <a:pt x="2503" y="5199"/>
                    <a:pt x="2436" y="6667"/>
                    <a:pt x="2803" y="7801"/>
                  </a:cubicBezTo>
                  <a:cubicBezTo>
                    <a:pt x="2803" y="7801"/>
                    <a:pt x="1669" y="5933"/>
                    <a:pt x="1736" y="4299"/>
                  </a:cubicBezTo>
                  <a:lnTo>
                    <a:pt x="1736" y="4299"/>
                  </a:lnTo>
                  <a:cubicBezTo>
                    <a:pt x="1269" y="5099"/>
                    <a:pt x="868" y="5900"/>
                    <a:pt x="535" y="6734"/>
                  </a:cubicBezTo>
                  <a:cubicBezTo>
                    <a:pt x="1" y="8168"/>
                    <a:pt x="635" y="11604"/>
                    <a:pt x="2636" y="13338"/>
                  </a:cubicBezTo>
                  <a:cubicBezTo>
                    <a:pt x="4004" y="14139"/>
                    <a:pt x="5605" y="14606"/>
                    <a:pt x="7206" y="14606"/>
                  </a:cubicBezTo>
                  <a:cubicBezTo>
                    <a:pt x="7268" y="14608"/>
                    <a:pt x="7330" y="14608"/>
                    <a:pt x="7390" y="14608"/>
                  </a:cubicBezTo>
                  <a:cubicBezTo>
                    <a:pt x="10054" y="14608"/>
                    <a:pt x="11042" y="13205"/>
                    <a:pt x="11042" y="13205"/>
                  </a:cubicBezTo>
                  <a:cubicBezTo>
                    <a:pt x="11042" y="13205"/>
                    <a:pt x="9608" y="10803"/>
                    <a:pt x="7973" y="10303"/>
                  </a:cubicBezTo>
                  <a:lnTo>
                    <a:pt x="7973" y="10303"/>
                  </a:lnTo>
                  <a:cubicBezTo>
                    <a:pt x="9675" y="10436"/>
                    <a:pt x="11376" y="10870"/>
                    <a:pt x="12977" y="11604"/>
                  </a:cubicBezTo>
                  <a:cubicBezTo>
                    <a:pt x="12977" y="11604"/>
                    <a:pt x="14645" y="11404"/>
                    <a:pt x="14945" y="8769"/>
                  </a:cubicBezTo>
                  <a:cubicBezTo>
                    <a:pt x="14945" y="8769"/>
                    <a:pt x="13778" y="7368"/>
                    <a:pt x="10342" y="6967"/>
                  </a:cubicBezTo>
                  <a:cubicBezTo>
                    <a:pt x="11433" y="6626"/>
                    <a:pt x="12572" y="6456"/>
                    <a:pt x="13703" y="6456"/>
                  </a:cubicBezTo>
                  <a:cubicBezTo>
                    <a:pt x="14232" y="6456"/>
                    <a:pt x="14759" y="6493"/>
                    <a:pt x="15279" y="6567"/>
                  </a:cubicBezTo>
                  <a:cubicBezTo>
                    <a:pt x="15281" y="6568"/>
                    <a:pt x="15283" y="6568"/>
                    <a:pt x="15285" y="6568"/>
                  </a:cubicBezTo>
                  <a:cubicBezTo>
                    <a:pt x="15522" y="6568"/>
                    <a:pt x="16013" y="3216"/>
                    <a:pt x="16079" y="1663"/>
                  </a:cubicBezTo>
                  <a:cubicBezTo>
                    <a:pt x="16179" y="62"/>
                    <a:pt x="15545" y="196"/>
                    <a:pt x="14345" y="29"/>
                  </a:cubicBezTo>
                  <a:cubicBezTo>
                    <a:pt x="14166" y="10"/>
                    <a:pt x="13929" y="0"/>
                    <a:pt x="1365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7"/>
            <p:cNvSpPr/>
            <p:nvPr/>
          </p:nvSpPr>
          <p:spPr>
            <a:xfrm>
              <a:off x="5720100" y="3689075"/>
              <a:ext cx="310225" cy="317600"/>
            </a:xfrm>
            <a:custGeom>
              <a:rect b="b" l="l" r="r" t="t"/>
              <a:pathLst>
                <a:path extrusionOk="0" h="12704" w="12409">
                  <a:moveTo>
                    <a:pt x="12224" y="1"/>
                  </a:moveTo>
                  <a:cubicBezTo>
                    <a:pt x="12198" y="1"/>
                    <a:pt x="12170" y="9"/>
                    <a:pt x="12142" y="28"/>
                  </a:cubicBezTo>
                  <a:cubicBezTo>
                    <a:pt x="9240" y="995"/>
                    <a:pt x="1635" y="7533"/>
                    <a:pt x="33" y="12470"/>
                  </a:cubicBezTo>
                  <a:cubicBezTo>
                    <a:pt x="0" y="12570"/>
                    <a:pt x="33" y="12670"/>
                    <a:pt x="133" y="12703"/>
                  </a:cubicBezTo>
                  <a:lnTo>
                    <a:pt x="234" y="12703"/>
                  </a:lnTo>
                  <a:cubicBezTo>
                    <a:pt x="300" y="12703"/>
                    <a:pt x="334" y="12637"/>
                    <a:pt x="367" y="12603"/>
                  </a:cubicBezTo>
                  <a:cubicBezTo>
                    <a:pt x="1968" y="7733"/>
                    <a:pt x="9407" y="1328"/>
                    <a:pt x="12276" y="361"/>
                  </a:cubicBezTo>
                  <a:cubicBezTo>
                    <a:pt x="12376" y="328"/>
                    <a:pt x="12409" y="228"/>
                    <a:pt x="12376" y="128"/>
                  </a:cubicBezTo>
                  <a:cubicBezTo>
                    <a:pt x="12352" y="55"/>
                    <a:pt x="12293" y="1"/>
                    <a:pt x="122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7"/>
            <p:cNvSpPr/>
            <p:nvPr/>
          </p:nvSpPr>
          <p:spPr>
            <a:xfrm>
              <a:off x="2899750" y="2951725"/>
              <a:ext cx="1027425" cy="1092475"/>
            </a:xfrm>
            <a:custGeom>
              <a:rect b="b" l="l" r="r" t="t"/>
              <a:pathLst>
                <a:path extrusionOk="0" h="43699" w="41097">
                  <a:moveTo>
                    <a:pt x="25719" y="0"/>
                  </a:moveTo>
                  <a:lnTo>
                    <a:pt x="0" y="14911"/>
                  </a:lnTo>
                  <a:lnTo>
                    <a:pt x="0" y="33091"/>
                  </a:lnTo>
                  <a:cubicBezTo>
                    <a:pt x="67" y="34125"/>
                    <a:pt x="601" y="35059"/>
                    <a:pt x="1468" y="35626"/>
                  </a:cubicBezTo>
                  <a:lnTo>
                    <a:pt x="13043" y="42397"/>
                  </a:lnTo>
                  <a:cubicBezTo>
                    <a:pt x="14561" y="43265"/>
                    <a:pt x="16554" y="43698"/>
                    <a:pt x="18547" y="43698"/>
                  </a:cubicBezTo>
                  <a:cubicBezTo>
                    <a:pt x="20540" y="43698"/>
                    <a:pt x="22533" y="43265"/>
                    <a:pt x="24051" y="42397"/>
                  </a:cubicBezTo>
                  <a:lnTo>
                    <a:pt x="38795" y="33858"/>
                  </a:lnTo>
                  <a:cubicBezTo>
                    <a:pt x="40329" y="32991"/>
                    <a:pt x="41096" y="31857"/>
                    <a:pt x="41096" y="30689"/>
                  </a:cubicBezTo>
                  <a:lnTo>
                    <a:pt x="41096" y="28654"/>
                  </a:lnTo>
                  <a:lnTo>
                    <a:pt x="27186" y="20749"/>
                  </a:lnTo>
                  <a:cubicBezTo>
                    <a:pt x="26319" y="20181"/>
                    <a:pt x="25785" y="19247"/>
                    <a:pt x="25719" y="18213"/>
                  </a:cubicBezTo>
                  <a:lnTo>
                    <a:pt x="25719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7"/>
            <p:cNvSpPr/>
            <p:nvPr/>
          </p:nvSpPr>
          <p:spPr>
            <a:xfrm>
              <a:off x="2898900" y="3253600"/>
              <a:ext cx="155150" cy="657175"/>
            </a:xfrm>
            <a:custGeom>
              <a:rect b="b" l="l" r="r" t="t"/>
              <a:pathLst>
                <a:path extrusionOk="0" h="26287" w="6206">
                  <a:moveTo>
                    <a:pt x="4904" y="1"/>
                  </a:moveTo>
                  <a:lnTo>
                    <a:pt x="1" y="2836"/>
                  </a:lnTo>
                  <a:lnTo>
                    <a:pt x="1" y="21016"/>
                  </a:lnTo>
                  <a:cubicBezTo>
                    <a:pt x="68" y="22050"/>
                    <a:pt x="601" y="22984"/>
                    <a:pt x="1469" y="23551"/>
                  </a:cubicBezTo>
                  <a:lnTo>
                    <a:pt x="6205" y="26286"/>
                  </a:lnTo>
                  <a:lnTo>
                    <a:pt x="6205" y="24218"/>
                  </a:lnTo>
                  <a:lnTo>
                    <a:pt x="3270" y="22517"/>
                  </a:lnTo>
                  <a:cubicBezTo>
                    <a:pt x="2403" y="21950"/>
                    <a:pt x="1835" y="21016"/>
                    <a:pt x="1802" y="19982"/>
                  </a:cubicBezTo>
                  <a:lnTo>
                    <a:pt x="1802" y="5771"/>
                  </a:lnTo>
                  <a:lnTo>
                    <a:pt x="5238" y="3770"/>
                  </a:lnTo>
                  <a:cubicBezTo>
                    <a:pt x="5138" y="2536"/>
                    <a:pt x="5004" y="1235"/>
                    <a:pt x="490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7"/>
            <p:cNvSpPr/>
            <p:nvPr/>
          </p:nvSpPr>
          <p:spPr>
            <a:xfrm>
              <a:off x="2943950" y="3025950"/>
              <a:ext cx="1002400" cy="966550"/>
            </a:xfrm>
            <a:custGeom>
              <a:rect b="b" l="l" r="r" t="t"/>
              <a:pathLst>
                <a:path extrusionOk="0" h="38662" w="40096">
                  <a:moveTo>
                    <a:pt x="25752" y="0"/>
                  </a:moveTo>
                  <a:lnTo>
                    <a:pt x="0" y="14877"/>
                  </a:lnTo>
                  <a:lnTo>
                    <a:pt x="0" y="29088"/>
                  </a:lnTo>
                  <a:cubicBezTo>
                    <a:pt x="33" y="30122"/>
                    <a:pt x="601" y="31056"/>
                    <a:pt x="1468" y="31623"/>
                  </a:cubicBezTo>
                  <a:lnTo>
                    <a:pt x="11275" y="37360"/>
                  </a:lnTo>
                  <a:cubicBezTo>
                    <a:pt x="12793" y="38228"/>
                    <a:pt x="14786" y="38661"/>
                    <a:pt x="16779" y="38661"/>
                  </a:cubicBezTo>
                  <a:cubicBezTo>
                    <a:pt x="18772" y="38661"/>
                    <a:pt x="20765" y="38228"/>
                    <a:pt x="22283" y="37360"/>
                  </a:cubicBezTo>
                  <a:lnTo>
                    <a:pt x="37027" y="28821"/>
                  </a:lnTo>
                  <a:cubicBezTo>
                    <a:pt x="40095" y="27053"/>
                    <a:pt x="40095" y="24217"/>
                    <a:pt x="37027" y="22450"/>
                  </a:cubicBezTo>
                  <a:lnTo>
                    <a:pt x="27220" y="16745"/>
                  </a:lnTo>
                  <a:cubicBezTo>
                    <a:pt x="26352" y="16178"/>
                    <a:pt x="25819" y="15244"/>
                    <a:pt x="25752" y="14210"/>
                  </a:cubicBezTo>
                  <a:lnTo>
                    <a:pt x="25752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7"/>
            <p:cNvSpPr/>
            <p:nvPr/>
          </p:nvSpPr>
          <p:spPr>
            <a:xfrm>
              <a:off x="2943950" y="3025950"/>
              <a:ext cx="755550" cy="833125"/>
            </a:xfrm>
            <a:custGeom>
              <a:rect b="b" l="l" r="r" t="t"/>
              <a:pathLst>
                <a:path extrusionOk="0" h="33325" w="30222">
                  <a:moveTo>
                    <a:pt x="25752" y="0"/>
                  </a:moveTo>
                  <a:lnTo>
                    <a:pt x="0" y="14877"/>
                  </a:lnTo>
                  <a:lnTo>
                    <a:pt x="0" y="29088"/>
                  </a:lnTo>
                  <a:cubicBezTo>
                    <a:pt x="33" y="30122"/>
                    <a:pt x="601" y="31056"/>
                    <a:pt x="1468" y="31623"/>
                  </a:cubicBezTo>
                  <a:lnTo>
                    <a:pt x="4403" y="33324"/>
                  </a:lnTo>
                  <a:lnTo>
                    <a:pt x="30222" y="18480"/>
                  </a:lnTo>
                  <a:lnTo>
                    <a:pt x="27220" y="16745"/>
                  </a:lnTo>
                  <a:cubicBezTo>
                    <a:pt x="26352" y="16178"/>
                    <a:pt x="25819" y="15244"/>
                    <a:pt x="25752" y="14210"/>
                  </a:cubicBezTo>
                  <a:lnTo>
                    <a:pt x="257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7"/>
            <p:cNvSpPr/>
            <p:nvPr/>
          </p:nvSpPr>
          <p:spPr>
            <a:xfrm>
              <a:off x="3369250" y="3668075"/>
              <a:ext cx="557925" cy="376125"/>
            </a:xfrm>
            <a:custGeom>
              <a:rect b="b" l="l" r="r" t="t"/>
              <a:pathLst>
                <a:path extrusionOk="0" h="15045" w="22317">
                  <a:moveTo>
                    <a:pt x="22316" y="0"/>
                  </a:moveTo>
                  <a:cubicBezTo>
                    <a:pt x="22316" y="1134"/>
                    <a:pt x="21549" y="2269"/>
                    <a:pt x="20015" y="3169"/>
                  </a:cubicBezTo>
                  <a:lnTo>
                    <a:pt x="5271" y="11709"/>
                  </a:lnTo>
                  <a:cubicBezTo>
                    <a:pt x="3670" y="12576"/>
                    <a:pt x="1835" y="13010"/>
                    <a:pt x="0" y="13010"/>
                  </a:cubicBezTo>
                  <a:lnTo>
                    <a:pt x="0" y="15044"/>
                  </a:lnTo>
                  <a:cubicBezTo>
                    <a:pt x="1835" y="15044"/>
                    <a:pt x="3670" y="14611"/>
                    <a:pt x="5271" y="13743"/>
                  </a:cubicBezTo>
                  <a:lnTo>
                    <a:pt x="20015" y="5204"/>
                  </a:lnTo>
                  <a:cubicBezTo>
                    <a:pt x="21549" y="4337"/>
                    <a:pt x="22316" y="3203"/>
                    <a:pt x="22316" y="2035"/>
                  </a:cubicBezTo>
                  <a:lnTo>
                    <a:pt x="22316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37"/>
            <p:cNvSpPr/>
            <p:nvPr/>
          </p:nvSpPr>
          <p:spPr>
            <a:xfrm>
              <a:off x="1866500" y="456475"/>
              <a:ext cx="2669425" cy="3797150"/>
            </a:xfrm>
            <a:custGeom>
              <a:rect b="b" l="l" r="r" t="t"/>
              <a:pathLst>
                <a:path extrusionOk="0" h="151886" w="106777">
                  <a:moveTo>
                    <a:pt x="103336" y="1"/>
                  </a:moveTo>
                  <a:cubicBezTo>
                    <a:pt x="102701" y="1"/>
                    <a:pt x="102064" y="160"/>
                    <a:pt x="101473" y="473"/>
                  </a:cubicBezTo>
                  <a:lnTo>
                    <a:pt x="1835" y="58014"/>
                  </a:lnTo>
                  <a:cubicBezTo>
                    <a:pt x="735" y="58714"/>
                    <a:pt x="67" y="59882"/>
                    <a:pt x="1" y="61183"/>
                  </a:cubicBezTo>
                  <a:lnTo>
                    <a:pt x="1" y="148378"/>
                  </a:lnTo>
                  <a:cubicBezTo>
                    <a:pt x="34" y="149613"/>
                    <a:pt x="668" y="150780"/>
                    <a:pt x="1735" y="151481"/>
                  </a:cubicBezTo>
                  <a:cubicBezTo>
                    <a:pt x="2262" y="151752"/>
                    <a:pt x="2842" y="151886"/>
                    <a:pt x="3425" y="151886"/>
                  </a:cubicBezTo>
                  <a:cubicBezTo>
                    <a:pt x="4060" y="151886"/>
                    <a:pt x="4697" y="151727"/>
                    <a:pt x="5271" y="151414"/>
                  </a:cubicBezTo>
                  <a:lnTo>
                    <a:pt x="104942" y="93873"/>
                  </a:lnTo>
                  <a:cubicBezTo>
                    <a:pt x="106010" y="93172"/>
                    <a:pt x="106710" y="92005"/>
                    <a:pt x="106777" y="90704"/>
                  </a:cubicBezTo>
                  <a:lnTo>
                    <a:pt x="106777" y="3508"/>
                  </a:lnTo>
                  <a:cubicBezTo>
                    <a:pt x="106710" y="2274"/>
                    <a:pt x="106076" y="1106"/>
                    <a:pt x="105042" y="406"/>
                  </a:cubicBezTo>
                  <a:cubicBezTo>
                    <a:pt x="104500" y="134"/>
                    <a:pt x="103919" y="1"/>
                    <a:pt x="10333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37"/>
            <p:cNvSpPr/>
            <p:nvPr/>
          </p:nvSpPr>
          <p:spPr>
            <a:xfrm>
              <a:off x="1952650" y="511475"/>
              <a:ext cx="2583275" cy="3736900"/>
            </a:xfrm>
            <a:custGeom>
              <a:rect b="b" l="l" r="r" t="t"/>
              <a:pathLst>
                <a:path extrusionOk="0" h="149476" w="103331">
                  <a:moveTo>
                    <a:pt x="102302" y="0"/>
                  </a:moveTo>
                  <a:cubicBezTo>
                    <a:pt x="102058" y="0"/>
                    <a:pt x="101784" y="78"/>
                    <a:pt x="101496" y="241"/>
                  </a:cubicBezTo>
                  <a:lnTo>
                    <a:pt x="1858" y="57782"/>
                  </a:lnTo>
                  <a:cubicBezTo>
                    <a:pt x="758" y="58516"/>
                    <a:pt x="91" y="59683"/>
                    <a:pt x="24" y="60984"/>
                  </a:cubicBezTo>
                  <a:lnTo>
                    <a:pt x="24" y="148147"/>
                  </a:lnTo>
                  <a:cubicBezTo>
                    <a:pt x="0" y="148993"/>
                    <a:pt x="408" y="149475"/>
                    <a:pt x="1001" y="149475"/>
                  </a:cubicBezTo>
                  <a:cubicBezTo>
                    <a:pt x="1249" y="149475"/>
                    <a:pt x="1530" y="149391"/>
                    <a:pt x="1825" y="149214"/>
                  </a:cubicBezTo>
                  <a:lnTo>
                    <a:pt x="101496" y="91706"/>
                  </a:lnTo>
                  <a:cubicBezTo>
                    <a:pt x="102564" y="91006"/>
                    <a:pt x="103264" y="89805"/>
                    <a:pt x="103331" y="88537"/>
                  </a:cubicBezTo>
                  <a:lnTo>
                    <a:pt x="103331" y="1308"/>
                  </a:lnTo>
                  <a:cubicBezTo>
                    <a:pt x="103331" y="476"/>
                    <a:pt x="102908" y="0"/>
                    <a:pt x="10230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37"/>
            <p:cNvSpPr/>
            <p:nvPr/>
          </p:nvSpPr>
          <p:spPr>
            <a:xfrm>
              <a:off x="2038300" y="652500"/>
              <a:ext cx="2410900" cy="3294725"/>
            </a:xfrm>
            <a:custGeom>
              <a:rect b="b" l="l" r="r" t="t"/>
              <a:pathLst>
                <a:path extrusionOk="0" h="131789" w="96436">
                  <a:moveTo>
                    <a:pt x="95803" y="1"/>
                  </a:moveTo>
                  <a:cubicBezTo>
                    <a:pt x="95660" y="1"/>
                    <a:pt x="95501" y="44"/>
                    <a:pt x="95335" y="137"/>
                  </a:cubicBezTo>
                  <a:lnTo>
                    <a:pt x="1101" y="54543"/>
                  </a:lnTo>
                  <a:cubicBezTo>
                    <a:pt x="467" y="54976"/>
                    <a:pt x="67" y="55677"/>
                    <a:pt x="0" y="56444"/>
                  </a:cubicBezTo>
                  <a:lnTo>
                    <a:pt x="0" y="130997"/>
                  </a:lnTo>
                  <a:cubicBezTo>
                    <a:pt x="0" y="131493"/>
                    <a:pt x="251" y="131789"/>
                    <a:pt x="611" y="131789"/>
                  </a:cubicBezTo>
                  <a:cubicBezTo>
                    <a:pt x="759" y="131789"/>
                    <a:pt x="926" y="131738"/>
                    <a:pt x="1101" y="131631"/>
                  </a:cubicBezTo>
                  <a:lnTo>
                    <a:pt x="95335" y="77259"/>
                  </a:lnTo>
                  <a:cubicBezTo>
                    <a:pt x="96002" y="76825"/>
                    <a:pt x="96402" y="76125"/>
                    <a:pt x="96436" y="75324"/>
                  </a:cubicBezTo>
                  <a:lnTo>
                    <a:pt x="96436" y="804"/>
                  </a:lnTo>
                  <a:cubicBezTo>
                    <a:pt x="96436" y="298"/>
                    <a:pt x="96174" y="1"/>
                    <a:pt x="9580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7"/>
            <p:cNvSpPr/>
            <p:nvPr/>
          </p:nvSpPr>
          <p:spPr>
            <a:xfrm>
              <a:off x="2038300" y="652500"/>
              <a:ext cx="2410900" cy="3294725"/>
            </a:xfrm>
            <a:custGeom>
              <a:rect b="b" l="l" r="r" t="t"/>
              <a:pathLst>
                <a:path extrusionOk="0" h="131789" w="96436">
                  <a:moveTo>
                    <a:pt x="95803" y="1"/>
                  </a:moveTo>
                  <a:cubicBezTo>
                    <a:pt x="95660" y="1"/>
                    <a:pt x="95501" y="44"/>
                    <a:pt x="95335" y="137"/>
                  </a:cubicBezTo>
                  <a:lnTo>
                    <a:pt x="1101" y="54543"/>
                  </a:lnTo>
                  <a:cubicBezTo>
                    <a:pt x="467" y="54976"/>
                    <a:pt x="67" y="55677"/>
                    <a:pt x="0" y="56444"/>
                  </a:cubicBezTo>
                  <a:lnTo>
                    <a:pt x="0" y="130997"/>
                  </a:lnTo>
                  <a:cubicBezTo>
                    <a:pt x="0" y="131493"/>
                    <a:pt x="251" y="131789"/>
                    <a:pt x="611" y="131789"/>
                  </a:cubicBezTo>
                  <a:cubicBezTo>
                    <a:pt x="759" y="131789"/>
                    <a:pt x="926" y="131738"/>
                    <a:pt x="1101" y="131631"/>
                  </a:cubicBezTo>
                  <a:lnTo>
                    <a:pt x="95335" y="77259"/>
                  </a:lnTo>
                  <a:cubicBezTo>
                    <a:pt x="96002" y="76825"/>
                    <a:pt x="96402" y="76125"/>
                    <a:pt x="96436" y="75324"/>
                  </a:cubicBezTo>
                  <a:lnTo>
                    <a:pt x="96436" y="804"/>
                  </a:lnTo>
                  <a:cubicBezTo>
                    <a:pt x="96436" y="298"/>
                    <a:pt x="96174" y="1"/>
                    <a:pt x="958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7"/>
            <p:cNvSpPr/>
            <p:nvPr/>
          </p:nvSpPr>
          <p:spPr>
            <a:xfrm>
              <a:off x="3209125" y="3312275"/>
              <a:ext cx="101250" cy="122325"/>
            </a:xfrm>
            <a:custGeom>
              <a:rect b="b" l="l" r="r" t="t"/>
              <a:pathLst>
                <a:path extrusionOk="0" h="4893" w="4050">
                  <a:moveTo>
                    <a:pt x="2736" y="456"/>
                  </a:moveTo>
                  <a:cubicBezTo>
                    <a:pt x="2836" y="456"/>
                    <a:pt x="2969" y="489"/>
                    <a:pt x="3070" y="556"/>
                  </a:cubicBezTo>
                  <a:cubicBezTo>
                    <a:pt x="3370" y="756"/>
                    <a:pt x="3537" y="1123"/>
                    <a:pt x="3470" y="1490"/>
                  </a:cubicBezTo>
                  <a:cubicBezTo>
                    <a:pt x="3436" y="2624"/>
                    <a:pt x="2836" y="3658"/>
                    <a:pt x="1869" y="4292"/>
                  </a:cubicBezTo>
                  <a:cubicBezTo>
                    <a:pt x="1695" y="4475"/>
                    <a:pt x="1482" y="4555"/>
                    <a:pt x="1273" y="4555"/>
                  </a:cubicBezTo>
                  <a:cubicBezTo>
                    <a:pt x="762" y="4555"/>
                    <a:pt x="278" y="4074"/>
                    <a:pt x="468" y="3458"/>
                  </a:cubicBezTo>
                  <a:cubicBezTo>
                    <a:pt x="534" y="2324"/>
                    <a:pt x="1135" y="1290"/>
                    <a:pt x="2069" y="656"/>
                  </a:cubicBezTo>
                  <a:cubicBezTo>
                    <a:pt x="2269" y="522"/>
                    <a:pt x="2502" y="456"/>
                    <a:pt x="2736" y="456"/>
                  </a:cubicBezTo>
                  <a:close/>
                  <a:moveTo>
                    <a:pt x="2662" y="0"/>
                  </a:moveTo>
                  <a:cubicBezTo>
                    <a:pt x="2392" y="0"/>
                    <a:pt x="2114" y="89"/>
                    <a:pt x="1869" y="289"/>
                  </a:cubicBezTo>
                  <a:cubicBezTo>
                    <a:pt x="768" y="989"/>
                    <a:pt x="101" y="2157"/>
                    <a:pt x="34" y="3458"/>
                  </a:cubicBezTo>
                  <a:cubicBezTo>
                    <a:pt x="1" y="3958"/>
                    <a:pt x="234" y="4459"/>
                    <a:pt x="634" y="4759"/>
                  </a:cubicBezTo>
                  <a:cubicBezTo>
                    <a:pt x="801" y="4859"/>
                    <a:pt x="1001" y="4892"/>
                    <a:pt x="1202" y="4892"/>
                  </a:cubicBezTo>
                  <a:cubicBezTo>
                    <a:pt x="1502" y="4892"/>
                    <a:pt x="1802" y="4792"/>
                    <a:pt x="2069" y="4625"/>
                  </a:cubicBezTo>
                  <a:cubicBezTo>
                    <a:pt x="3170" y="3925"/>
                    <a:pt x="3837" y="2757"/>
                    <a:pt x="3903" y="1456"/>
                  </a:cubicBezTo>
                  <a:cubicBezTo>
                    <a:pt x="4049" y="631"/>
                    <a:pt x="3383" y="0"/>
                    <a:pt x="266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37"/>
            <p:cNvSpPr/>
            <p:nvPr/>
          </p:nvSpPr>
          <p:spPr>
            <a:xfrm>
              <a:off x="2432750" y="1007000"/>
              <a:ext cx="2425075" cy="3217675"/>
            </a:xfrm>
            <a:custGeom>
              <a:rect b="b" l="l" r="r" t="t"/>
              <a:pathLst>
                <a:path extrusionOk="0" h="128707" w="97003">
                  <a:moveTo>
                    <a:pt x="97003" y="0"/>
                  </a:moveTo>
                  <a:lnTo>
                    <a:pt x="0" y="55974"/>
                  </a:lnTo>
                  <a:lnTo>
                    <a:pt x="0" y="127458"/>
                  </a:lnTo>
                  <a:cubicBezTo>
                    <a:pt x="0" y="128200"/>
                    <a:pt x="589" y="128707"/>
                    <a:pt x="1240" y="128707"/>
                  </a:cubicBezTo>
                  <a:cubicBezTo>
                    <a:pt x="1437" y="128707"/>
                    <a:pt x="1641" y="128660"/>
                    <a:pt x="1835" y="128559"/>
                  </a:cubicBezTo>
                  <a:lnTo>
                    <a:pt x="3569" y="127558"/>
                  </a:lnTo>
                  <a:lnTo>
                    <a:pt x="95201" y="74721"/>
                  </a:lnTo>
                  <a:cubicBezTo>
                    <a:pt x="96269" y="74020"/>
                    <a:pt x="96936" y="72853"/>
                    <a:pt x="97003" y="71585"/>
                  </a:cubicBezTo>
                  <a:lnTo>
                    <a:pt x="97003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7"/>
            <p:cNvSpPr/>
            <p:nvPr/>
          </p:nvSpPr>
          <p:spPr>
            <a:xfrm>
              <a:off x="2432750" y="1007825"/>
              <a:ext cx="2425075" cy="3217325"/>
            </a:xfrm>
            <a:custGeom>
              <a:rect b="b" l="l" r="r" t="t"/>
              <a:pathLst>
                <a:path extrusionOk="0" h="128693" w="97003">
                  <a:moveTo>
                    <a:pt x="96602" y="701"/>
                  </a:moveTo>
                  <a:lnTo>
                    <a:pt x="96602" y="71552"/>
                  </a:lnTo>
                  <a:cubicBezTo>
                    <a:pt x="96536" y="72653"/>
                    <a:pt x="95935" y="73687"/>
                    <a:pt x="95001" y="74321"/>
                  </a:cubicBezTo>
                  <a:lnTo>
                    <a:pt x="3369" y="127158"/>
                  </a:lnTo>
                  <a:lnTo>
                    <a:pt x="1635" y="128159"/>
                  </a:lnTo>
                  <a:cubicBezTo>
                    <a:pt x="1501" y="128226"/>
                    <a:pt x="1368" y="128259"/>
                    <a:pt x="1201" y="128259"/>
                  </a:cubicBezTo>
                  <a:cubicBezTo>
                    <a:pt x="1001" y="128259"/>
                    <a:pt x="801" y="128192"/>
                    <a:pt x="634" y="128026"/>
                  </a:cubicBezTo>
                  <a:cubicBezTo>
                    <a:pt x="467" y="127892"/>
                    <a:pt x="400" y="127659"/>
                    <a:pt x="400" y="127425"/>
                  </a:cubicBezTo>
                  <a:lnTo>
                    <a:pt x="400" y="56174"/>
                  </a:lnTo>
                  <a:lnTo>
                    <a:pt x="96602" y="701"/>
                  </a:lnTo>
                  <a:close/>
                  <a:moveTo>
                    <a:pt x="97003" y="1"/>
                  </a:moveTo>
                  <a:lnTo>
                    <a:pt x="0" y="55941"/>
                  </a:lnTo>
                  <a:lnTo>
                    <a:pt x="0" y="127425"/>
                  </a:lnTo>
                  <a:cubicBezTo>
                    <a:pt x="0" y="128126"/>
                    <a:pt x="534" y="128693"/>
                    <a:pt x="1234" y="128693"/>
                  </a:cubicBezTo>
                  <a:cubicBezTo>
                    <a:pt x="1468" y="128693"/>
                    <a:pt x="1668" y="128626"/>
                    <a:pt x="1868" y="128526"/>
                  </a:cubicBezTo>
                  <a:lnTo>
                    <a:pt x="3569" y="127525"/>
                  </a:lnTo>
                  <a:lnTo>
                    <a:pt x="95201" y="74688"/>
                  </a:lnTo>
                  <a:cubicBezTo>
                    <a:pt x="96269" y="73987"/>
                    <a:pt x="96936" y="72820"/>
                    <a:pt x="97003" y="71552"/>
                  </a:cubicBezTo>
                  <a:lnTo>
                    <a:pt x="97003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7"/>
            <p:cNvSpPr/>
            <p:nvPr/>
          </p:nvSpPr>
          <p:spPr>
            <a:xfrm>
              <a:off x="2374375" y="973650"/>
              <a:ext cx="2483450" cy="1432700"/>
            </a:xfrm>
            <a:custGeom>
              <a:rect b="b" l="l" r="r" t="t"/>
              <a:pathLst>
                <a:path extrusionOk="0" h="57308" w="99338">
                  <a:moveTo>
                    <a:pt x="97036" y="0"/>
                  </a:moveTo>
                  <a:lnTo>
                    <a:pt x="0" y="55973"/>
                  </a:lnTo>
                  <a:lnTo>
                    <a:pt x="2335" y="57308"/>
                  </a:lnTo>
                  <a:lnTo>
                    <a:pt x="99338" y="1334"/>
                  </a:lnTo>
                  <a:lnTo>
                    <a:pt x="97036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37"/>
            <p:cNvSpPr/>
            <p:nvPr/>
          </p:nvSpPr>
          <p:spPr>
            <a:xfrm>
              <a:off x="2374375" y="2372975"/>
              <a:ext cx="74225" cy="1848025"/>
            </a:xfrm>
            <a:custGeom>
              <a:rect b="b" l="l" r="r" t="t"/>
              <a:pathLst>
                <a:path extrusionOk="0" h="73921" w="2969">
                  <a:moveTo>
                    <a:pt x="0" y="0"/>
                  </a:moveTo>
                  <a:lnTo>
                    <a:pt x="0" y="71118"/>
                  </a:lnTo>
                  <a:cubicBezTo>
                    <a:pt x="0" y="71185"/>
                    <a:pt x="0" y="71285"/>
                    <a:pt x="0" y="71385"/>
                  </a:cubicBezTo>
                  <a:cubicBezTo>
                    <a:pt x="100" y="71952"/>
                    <a:pt x="434" y="72486"/>
                    <a:pt x="968" y="72786"/>
                  </a:cubicBezTo>
                  <a:lnTo>
                    <a:pt x="2869" y="73887"/>
                  </a:lnTo>
                  <a:lnTo>
                    <a:pt x="2969" y="73920"/>
                  </a:lnTo>
                  <a:cubicBezTo>
                    <a:pt x="2569" y="73720"/>
                    <a:pt x="2335" y="73286"/>
                    <a:pt x="2335" y="72819"/>
                  </a:cubicBezTo>
                  <a:lnTo>
                    <a:pt x="2335" y="1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7"/>
            <p:cNvSpPr/>
            <p:nvPr/>
          </p:nvSpPr>
          <p:spPr>
            <a:xfrm>
              <a:off x="2374375" y="835425"/>
              <a:ext cx="2483450" cy="1570925"/>
            </a:xfrm>
            <a:custGeom>
              <a:rect b="b" l="l" r="r" t="t"/>
              <a:pathLst>
                <a:path extrusionOk="0" h="62837" w="99338">
                  <a:moveTo>
                    <a:pt x="97036" y="0"/>
                  </a:moveTo>
                  <a:cubicBezTo>
                    <a:pt x="96728" y="0"/>
                    <a:pt x="96419" y="75"/>
                    <a:pt x="96135" y="225"/>
                  </a:cubicBezTo>
                  <a:lnTo>
                    <a:pt x="901" y="55131"/>
                  </a:lnTo>
                  <a:cubicBezTo>
                    <a:pt x="367" y="55465"/>
                    <a:pt x="34" y="56065"/>
                    <a:pt x="0" y="56699"/>
                  </a:cubicBezTo>
                  <a:lnTo>
                    <a:pt x="0" y="61536"/>
                  </a:lnTo>
                  <a:lnTo>
                    <a:pt x="2335" y="62837"/>
                  </a:lnTo>
                  <a:lnTo>
                    <a:pt x="99338" y="6897"/>
                  </a:lnTo>
                  <a:lnTo>
                    <a:pt x="99338" y="2060"/>
                  </a:lnTo>
                  <a:cubicBezTo>
                    <a:pt x="99304" y="1426"/>
                    <a:pt x="98971" y="859"/>
                    <a:pt x="98437" y="525"/>
                  </a:cubicBezTo>
                  <a:lnTo>
                    <a:pt x="97937" y="225"/>
                  </a:lnTo>
                  <a:cubicBezTo>
                    <a:pt x="97653" y="75"/>
                    <a:pt x="97345" y="0"/>
                    <a:pt x="9703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37"/>
            <p:cNvSpPr/>
            <p:nvPr/>
          </p:nvSpPr>
          <p:spPr>
            <a:xfrm>
              <a:off x="2374375" y="835425"/>
              <a:ext cx="2483450" cy="1570925"/>
            </a:xfrm>
            <a:custGeom>
              <a:rect b="b" l="l" r="r" t="t"/>
              <a:pathLst>
                <a:path extrusionOk="0" h="62837" w="99338">
                  <a:moveTo>
                    <a:pt x="97036" y="0"/>
                  </a:moveTo>
                  <a:cubicBezTo>
                    <a:pt x="96728" y="0"/>
                    <a:pt x="96419" y="75"/>
                    <a:pt x="96135" y="225"/>
                  </a:cubicBezTo>
                  <a:lnTo>
                    <a:pt x="901" y="55131"/>
                  </a:lnTo>
                  <a:cubicBezTo>
                    <a:pt x="367" y="55465"/>
                    <a:pt x="34" y="56065"/>
                    <a:pt x="0" y="56699"/>
                  </a:cubicBezTo>
                  <a:lnTo>
                    <a:pt x="0" y="61536"/>
                  </a:lnTo>
                  <a:lnTo>
                    <a:pt x="2335" y="62837"/>
                  </a:lnTo>
                  <a:lnTo>
                    <a:pt x="99338" y="6897"/>
                  </a:lnTo>
                  <a:lnTo>
                    <a:pt x="99338" y="2060"/>
                  </a:lnTo>
                  <a:cubicBezTo>
                    <a:pt x="99304" y="1426"/>
                    <a:pt x="98971" y="859"/>
                    <a:pt x="98437" y="525"/>
                  </a:cubicBezTo>
                  <a:lnTo>
                    <a:pt x="97937" y="225"/>
                  </a:lnTo>
                  <a:cubicBezTo>
                    <a:pt x="97653" y="75"/>
                    <a:pt x="97345" y="0"/>
                    <a:pt x="9703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7"/>
            <p:cNvSpPr/>
            <p:nvPr/>
          </p:nvSpPr>
          <p:spPr>
            <a:xfrm>
              <a:off x="2432750" y="871125"/>
              <a:ext cx="2425075" cy="1535225"/>
            </a:xfrm>
            <a:custGeom>
              <a:rect b="b" l="l" r="r" t="t"/>
              <a:pathLst>
                <a:path extrusionOk="0" h="61409" w="97003">
                  <a:moveTo>
                    <a:pt x="96515" y="0"/>
                  </a:moveTo>
                  <a:cubicBezTo>
                    <a:pt x="96391" y="0"/>
                    <a:pt x="96251" y="42"/>
                    <a:pt x="96102" y="132"/>
                  </a:cubicBezTo>
                  <a:lnTo>
                    <a:pt x="901" y="55038"/>
                  </a:lnTo>
                  <a:cubicBezTo>
                    <a:pt x="367" y="55371"/>
                    <a:pt x="34" y="55972"/>
                    <a:pt x="0" y="56605"/>
                  </a:cubicBezTo>
                  <a:lnTo>
                    <a:pt x="0" y="61409"/>
                  </a:lnTo>
                  <a:lnTo>
                    <a:pt x="97003" y="5469"/>
                  </a:lnTo>
                  <a:lnTo>
                    <a:pt x="97003" y="632"/>
                  </a:lnTo>
                  <a:cubicBezTo>
                    <a:pt x="97003" y="234"/>
                    <a:pt x="96805" y="0"/>
                    <a:pt x="9651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7"/>
            <p:cNvSpPr/>
            <p:nvPr/>
          </p:nvSpPr>
          <p:spPr>
            <a:xfrm>
              <a:off x="2432750" y="871125"/>
              <a:ext cx="2425075" cy="1535225"/>
            </a:xfrm>
            <a:custGeom>
              <a:rect b="b" l="l" r="r" t="t"/>
              <a:pathLst>
                <a:path extrusionOk="0" h="61409" w="97003">
                  <a:moveTo>
                    <a:pt x="96515" y="0"/>
                  </a:moveTo>
                  <a:cubicBezTo>
                    <a:pt x="96391" y="0"/>
                    <a:pt x="96251" y="42"/>
                    <a:pt x="96102" y="132"/>
                  </a:cubicBezTo>
                  <a:lnTo>
                    <a:pt x="901" y="55038"/>
                  </a:lnTo>
                  <a:cubicBezTo>
                    <a:pt x="367" y="55371"/>
                    <a:pt x="34" y="55972"/>
                    <a:pt x="0" y="56605"/>
                  </a:cubicBezTo>
                  <a:lnTo>
                    <a:pt x="0" y="61409"/>
                  </a:lnTo>
                  <a:lnTo>
                    <a:pt x="97003" y="5469"/>
                  </a:lnTo>
                  <a:lnTo>
                    <a:pt x="97003" y="632"/>
                  </a:lnTo>
                  <a:cubicBezTo>
                    <a:pt x="97003" y="234"/>
                    <a:pt x="96805" y="0"/>
                    <a:pt x="9651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37"/>
            <p:cNvSpPr/>
            <p:nvPr/>
          </p:nvSpPr>
          <p:spPr>
            <a:xfrm>
              <a:off x="2374375" y="2230375"/>
              <a:ext cx="64225" cy="175975"/>
            </a:xfrm>
            <a:custGeom>
              <a:rect b="b" l="l" r="r" t="t"/>
              <a:pathLst>
                <a:path extrusionOk="0" h="7039" w="2569">
                  <a:moveTo>
                    <a:pt x="267" y="0"/>
                  </a:moveTo>
                  <a:cubicBezTo>
                    <a:pt x="100" y="267"/>
                    <a:pt x="34" y="567"/>
                    <a:pt x="0" y="901"/>
                  </a:cubicBezTo>
                  <a:lnTo>
                    <a:pt x="0" y="5704"/>
                  </a:lnTo>
                  <a:lnTo>
                    <a:pt x="2335" y="7039"/>
                  </a:lnTo>
                  <a:lnTo>
                    <a:pt x="2335" y="2235"/>
                  </a:lnTo>
                  <a:cubicBezTo>
                    <a:pt x="2335" y="1902"/>
                    <a:pt x="2435" y="1602"/>
                    <a:pt x="2569" y="1335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37"/>
            <p:cNvSpPr/>
            <p:nvPr/>
          </p:nvSpPr>
          <p:spPr>
            <a:xfrm>
              <a:off x="2374375" y="2230375"/>
              <a:ext cx="64225" cy="175975"/>
            </a:xfrm>
            <a:custGeom>
              <a:rect b="b" l="l" r="r" t="t"/>
              <a:pathLst>
                <a:path extrusionOk="0" h="7039" w="2569">
                  <a:moveTo>
                    <a:pt x="267" y="0"/>
                  </a:moveTo>
                  <a:cubicBezTo>
                    <a:pt x="100" y="267"/>
                    <a:pt x="34" y="567"/>
                    <a:pt x="0" y="901"/>
                  </a:cubicBezTo>
                  <a:lnTo>
                    <a:pt x="0" y="5704"/>
                  </a:lnTo>
                  <a:lnTo>
                    <a:pt x="2335" y="7039"/>
                  </a:lnTo>
                  <a:lnTo>
                    <a:pt x="2335" y="2235"/>
                  </a:lnTo>
                  <a:cubicBezTo>
                    <a:pt x="2335" y="1902"/>
                    <a:pt x="2435" y="1602"/>
                    <a:pt x="2569" y="1335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37"/>
            <p:cNvSpPr/>
            <p:nvPr/>
          </p:nvSpPr>
          <p:spPr>
            <a:xfrm>
              <a:off x="4751900" y="963200"/>
              <a:ext cx="41725" cy="54275"/>
            </a:xfrm>
            <a:custGeom>
              <a:rect b="b" l="l" r="r" t="t"/>
              <a:pathLst>
                <a:path extrusionOk="0" h="2171" w="1669">
                  <a:moveTo>
                    <a:pt x="1219" y="0"/>
                  </a:moveTo>
                  <a:cubicBezTo>
                    <a:pt x="1104" y="0"/>
                    <a:pt x="974" y="38"/>
                    <a:pt x="834" y="118"/>
                  </a:cubicBezTo>
                  <a:cubicBezTo>
                    <a:pt x="367" y="418"/>
                    <a:pt x="34" y="985"/>
                    <a:pt x="0" y="1586"/>
                  </a:cubicBezTo>
                  <a:cubicBezTo>
                    <a:pt x="0" y="1960"/>
                    <a:pt x="197" y="2170"/>
                    <a:pt x="465" y="2170"/>
                  </a:cubicBezTo>
                  <a:cubicBezTo>
                    <a:pt x="578" y="2170"/>
                    <a:pt x="705" y="2132"/>
                    <a:pt x="834" y="2053"/>
                  </a:cubicBezTo>
                  <a:cubicBezTo>
                    <a:pt x="1335" y="1719"/>
                    <a:pt x="1668" y="1185"/>
                    <a:pt x="1668" y="585"/>
                  </a:cubicBezTo>
                  <a:cubicBezTo>
                    <a:pt x="1668" y="210"/>
                    <a:pt x="1488" y="0"/>
                    <a:pt x="121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7"/>
            <p:cNvSpPr/>
            <p:nvPr/>
          </p:nvSpPr>
          <p:spPr>
            <a:xfrm>
              <a:off x="4667675" y="1011725"/>
              <a:ext cx="41725" cy="54775"/>
            </a:xfrm>
            <a:custGeom>
              <a:rect b="b" l="l" r="r" t="t"/>
              <a:pathLst>
                <a:path extrusionOk="0" h="2191" w="1669">
                  <a:moveTo>
                    <a:pt x="1186" y="1"/>
                  </a:moveTo>
                  <a:cubicBezTo>
                    <a:pt x="1077" y="1"/>
                    <a:pt x="957" y="36"/>
                    <a:pt x="834" y="112"/>
                  </a:cubicBezTo>
                  <a:cubicBezTo>
                    <a:pt x="334" y="445"/>
                    <a:pt x="34" y="979"/>
                    <a:pt x="0" y="1579"/>
                  </a:cubicBezTo>
                  <a:cubicBezTo>
                    <a:pt x="0" y="1962"/>
                    <a:pt x="189" y="2191"/>
                    <a:pt x="468" y="2191"/>
                  </a:cubicBezTo>
                  <a:cubicBezTo>
                    <a:pt x="578" y="2191"/>
                    <a:pt x="702" y="2155"/>
                    <a:pt x="834" y="2080"/>
                  </a:cubicBezTo>
                  <a:cubicBezTo>
                    <a:pt x="1335" y="1746"/>
                    <a:pt x="1635" y="1179"/>
                    <a:pt x="1668" y="612"/>
                  </a:cubicBezTo>
                  <a:cubicBezTo>
                    <a:pt x="1668" y="229"/>
                    <a:pt x="1462" y="1"/>
                    <a:pt x="118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37"/>
            <p:cNvSpPr/>
            <p:nvPr/>
          </p:nvSpPr>
          <p:spPr>
            <a:xfrm>
              <a:off x="4582600" y="1060775"/>
              <a:ext cx="41725" cy="54925"/>
            </a:xfrm>
            <a:custGeom>
              <a:rect b="b" l="l" r="r" t="t"/>
              <a:pathLst>
                <a:path extrusionOk="0" h="2197" w="1669">
                  <a:moveTo>
                    <a:pt x="1215" y="1"/>
                  </a:moveTo>
                  <a:cubicBezTo>
                    <a:pt x="1102" y="1"/>
                    <a:pt x="973" y="39"/>
                    <a:pt x="835" y="118"/>
                  </a:cubicBezTo>
                  <a:cubicBezTo>
                    <a:pt x="334" y="451"/>
                    <a:pt x="34" y="985"/>
                    <a:pt x="1" y="1585"/>
                  </a:cubicBezTo>
                  <a:cubicBezTo>
                    <a:pt x="1" y="1968"/>
                    <a:pt x="207" y="2197"/>
                    <a:pt x="483" y="2197"/>
                  </a:cubicBezTo>
                  <a:cubicBezTo>
                    <a:pt x="592" y="2197"/>
                    <a:pt x="712" y="2161"/>
                    <a:pt x="835" y="2086"/>
                  </a:cubicBezTo>
                  <a:cubicBezTo>
                    <a:pt x="1335" y="1752"/>
                    <a:pt x="1635" y="1185"/>
                    <a:pt x="1669" y="618"/>
                  </a:cubicBezTo>
                  <a:cubicBezTo>
                    <a:pt x="1669" y="218"/>
                    <a:pt x="1486" y="1"/>
                    <a:pt x="1215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37"/>
            <p:cNvSpPr/>
            <p:nvPr/>
          </p:nvSpPr>
          <p:spPr>
            <a:xfrm>
              <a:off x="2432750" y="2049400"/>
              <a:ext cx="619625" cy="2175275"/>
            </a:xfrm>
            <a:custGeom>
              <a:rect b="b" l="l" r="r" t="t"/>
              <a:pathLst>
                <a:path extrusionOk="0" h="87011" w="24785">
                  <a:moveTo>
                    <a:pt x="24785" y="1"/>
                  </a:moveTo>
                  <a:lnTo>
                    <a:pt x="0" y="14278"/>
                  </a:lnTo>
                  <a:lnTo>
                    <a:pt x="0" y="85762"/>
                  </a:lnTo>
                  <a:cubicBezTo>
                    <a:pt x="0" y="86504"/>
                    <a:pt x="589" y="87011"/>
                    <a:pt x="1240" y="87011"/>
                  </a:cubicBezTo>
                  <a:cubicBezTo>
                    <a:pt x="1437" y="87011"/>
                    <a:pt x="1641" y="86964"/>
                    <a:pt x="1835" y="86863"/>
                  </a:cubicBezTo>
                  <a:lnTo>
                    <a:pt x="3569" y="85862"/>
                  </a:lnTo>
                  <a:lnTo>
                    <a:pt x="24785" y="73620"/>
                  </a:lnTo>
                  <a:lnTo>
                    <a:pt x="24785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37"/>
            <p:cNvSpPr/>
            <p:nvPr/>
          </p:nvSpPr>
          <p:spPr>
            <a:xfrm>
              <a:off x="3094050" y="1090400"/>
              <a:ext cx="1712900" cy="2725300"/>
            </a:xfrm>
            <a:custGeom>
              <a:rect b="b" l="l" r="r" t="t"/>
              <a:pathLst>
                <a:path extrusionOk="0" h="109012" w="68516">
                  <a:moveTo>
                    <a:pt x="68516" y="0"/>
                  </a:moveTo>
                  <a:lnTo>
                    <a:pt x="0" y="39562"/>
                  </a:lnTo>
                  <a:lnTo>
                    <a:pt x="0" y="109011"/>
                  </a:lnTo>
                  <a:lnTo>
                    <a:pt x="68516" y="69450"/>
                  </a:lnTo>
                  <a:lnTo>
                    <a:pt x="68516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37"/>
            <p:cNvSpPr/>
            <p:nvPr/>
          </p:nvSpPr>
          <p:spPr>
            <a:xfrm>
              <a:off x="2501950" y="2257100"/>
              <a:ext cx="421175" cy="303650"/>
            </a:xfrm>
            <a:custGeom>
              <a:rect b="b" l="l" r="r" t="t"/>
              <a:pathLst>
                <a:path extrusionOk="0" h="12146" w="16847">
                  <a:moveTo>
                    <a:pt x="16549" y="0"/>
                  </a:moveTo>
                  <a:cubicBezTo>
                    <a:pt x="16486" y="0"/>
                    <a:pt x="16417" y="21"/>
                    <a:pt x="16346" y="66"/>
                  </a:cubicBezTo>
                  <a:lnTo>
                    <a:pt x="501" y="9205"/>
                  </a:lnTo>
                  <a:cubicBezTo>
                    <a:pt x="201" y="9406"/>
                    <a:pt x="1" y="9772"/>
                    <a:pt x="1" y="10139"/>
                  </a:cubicBezTo>
                  <a:lnTo>
                    <a:pt x="1" y="11774"/>
                  </a:lnTo>
                  <a:cubicBezTo>
                    <a:pt x="1" y="12010"/>
                    <a:pt x="118" y="12146"/>
                    <a:pt x="281" y="12146"/>
                  </a:cubicBezTo>
                  <a:cubicBezTo>
                    <a:pt x="348" y="12146"/>
                    <a:pt x="423" y="12123"/>
                    <a:pt x="501" y="12074"/>
                  </a:cubicBezTo>
                  <a:lnTo>
                    <a:pt x="16346" y="2934"/>
                  </a:lnTo>
                  <a:cubicBezTo>
                    <a:pt x="16646" y="2734"/>
                    <a:pt x="16846" y="2401"/>
                    <a:pt x="16846" y="2034"/>
                  </a:cubicBezTo>
                  <a:lnTo>
                    <a:pt x="16846" y="399"/>
                  </a:lnTo>
                  <a:cubicBezTo>
                    <a:pt x="16846" y="155"/>
                    <a:pt x="16721" y="0"/>
                    <a:pt x="1654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7"/>
            <p:cNvSpPr/>
            <p:nvPr/>
          </p:nvSpPr>
          <p:spPr>
            <a:xfrm>
              <a:off x="2501950" y="2257100"/>
              <a:ext cx="421175" cy="303650"/>
            </a:xfrm>
            <a:custGeom>
              <a:rect b="b" l="l" r="r" t="t"/>
              <a:pathLst>
                <a:path extrusionOk="0" h="12146" w="16847">
                  <a:moveTo>
                    <a:pt x="16549" y="0"/>
                  </a:moveTo>
                  <a:cubicBezTo>
                    <a:pt x="16486" y="0"/>
                    <a:pt x="16417" y="21"/>
                    <a:pt x="16346" y="66"/>
                  </a:cubicBezTo>
                  <a:lnTo>
                    <a:pt x="501" y="9205"/>
                  </a:lnTo>
                  <a:cubicBezTo>
                    <a:pt x="201" y="9406"/>
                    <a:pt x="1" y="9772"/>
                    <a:pt x="1" y="10139"/>
                  </a:cubicBezTo>
                  <a:lnTo>
                    <a:pt x="1" y="11774"/>
                  </a:lnTo>
                  <a:cubicBezTo>
                    <a:pt x="1" y="12010"/>
                    <a:pt x="118" y="12146"/>
                    <a:pt x="281" y="12146"/>
                  </a:cubicBezTo>
                  <a:cubicBezTo>
                    <a:pt x="348" y="12146"/>
                    <a:pt x="423" y="12123"/>
                    <a:pt x="501" y="12074"/>
                  </a:cubicBezTo>
                  <a:lnTo>
                    <a:pt x="16346" y="2934"/>
                  </a:lnTo>
                  <a:cubicBezTo>
                    <a:pt x="16646" y="2734"/>
                    <a:pt x="16846" y="2401"/>
                    <a:pt x="16846" y="2034"/>
                  </a:cubicBezTo>
                  <a:lnTo>
                    <a:pt x="16846" y="399"/>
                  </a:lnTo>
                  <a:cubicBezTo>
                    <a:pt x="16846" y="155"/>
                    <a:pt x="16721" y="0"/>
                    <a:pt x="1654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7"/>
            <p:cNvSpPr/>
            <p:nvPr/>
          </p:nvSpPr>
          <p:spPr>
            <a:xfrm>
              <a:off x="2948100" y="2223850"/>
              <a:ext cx="52575" cy="61575"/>
            </a:xfrm>
            <a:custGeom>
              <a:rect b="b" l="l" r="r" t="t"/>
              <a:pathLst>
                <a:path extrusionOk="0" h="2463" w="2103">
                  <a:moveTo>
                    <a:pt x="1168" y="361"/>
                  </a:moveTo>
                  <a:cubicBezTo>
                    <a:pt x="1235" y="428"/>
                    <a:pt x="1335" y="562"/>
                    <a:pt x="1335" y="862"/>
                  </a:cubicBezTo>
                  <a:cubicBezTo>
                    <a:pt x="1335" y="1329"/>
                    <a:pt x="1135" y="1762"/>
                    <a:pt x="768" y="2063"/>
                  </a:cubicBezTo>
                  <a:cubicBezTo>
                    <a:pt x="721" y="2086"/>
                    <a:pt x="674" y="2110"/>
                    <a:pt x="627" y="2110"/>
                  </a:cubicBezTo>
                  <a:cubicBezTo>
                    <a:pt x="607" y="2110"/>
                    <a:pt x="587" y="2106"/>
                    <a:pt x="568" y="2096"/>
                  </a:cubicBezTo>
                  <a:cubicBezTo>
                    <a:pt x="501" y="2029"/>
                    <a:pt x="401" y="1896"/>
                    <a:pt x="401" y="1596"/>
                  </a:cubicBezTo>
                  <a:cubicBezTo>
                    <a:pt x="401" y="1129"/>
                    <a:pt x="601" y="695"/>
                    <a:pt x="968" y="395"/>
                  </a:cubicBezTo>
                  <a:cubicBezTo>
                    <a:pt x="1002" y="395"/>
                    <a:pt x="1035" y="361"/>
                    <a:pt x="1102" y="361"/>
                  </a:cubicBezTo>
                  <a:close/>
                  <a:moveTo>
                    <a:pt x="1100" y="1"/>
                  </a:moveTo>
                  <a:cubicBezTo>
                    <a:pt x="984" y="1"/>
                    <a:pt x="865" y="36"/>
                    <a:pt x="768" y="95"/>
                  </a:cubicBezTo>
                  <a:cubicBezTo>
                    <a:pt x="301" y="462"/>
                    <a:pt x="34" y="1029"/>
                    <a:pt x="34" y="1596"/>
                  </a:cubicBezTo>
                  <a:cubicBezTo>
                    <a:pt x="1" y="1929"/>
                    <a:pt x="134" y="2229"/>
                    <a:pt x="401" y="2396"/>
                  </a:cubicBezTo>
                  <a:cubicBezTo>
                    <a:pt x="468" y="2463"/>
                    <a:pt x="535" y="2463"/>
                    <a:pt x="635" y="2463"/>
                  </a:cubicBezTo>
                  <a:cubicBezTo>
                    <a:pt x="735" y="2463"/>
                    <a:pt x="868" y="2430"/>
                    <a:pt x="968" y="2396"/>
                  </a:cubicBezTo>
                  <a:cubicBezTo>
                    <a:pt x="1135" y="2263"/>
                    <a:pt x="1268" y="2129"/>
                    <a:pt x="1369" y="1963"/>
                  </a:cubicBezTo>
                  <a:lnTo>
                    <a:pt x="1769" y="2330"/>
                  </a:lnTo>
                  <a:cubicBezTo>
                    <a:pt x="1802" y="2363"/>
                    <a:pt x="1836" y="2396"/>
                    <a:pt x="1869" y="2396"/>
                  </a:cubicBezTo>
                  <a:cubicBezTo>
                    <a:pt x="1936" y="2396"/>
                    <a:pt x="1969" y="2363"/>
                    <a:pt x="2002" y="2330"/>
                  </a:cubicBezTo>
                  <a:cubicBezTo>
                    <a:pt x="2102" y="2263"/>
                    <a:pt x="2069" y="2129"/>
                    <a:pt x="2002" y="2063"/>
                  </a:cubicBezTo>
                  <a:lnTo>
                    <a:pt x="1535" y="1629"/>
                  </a:lnTo>
                  <a:cubicBezTo>
                    <a:pt x="1635" y="1362"/>
                    <a:pt x="1669" y="1129"/>
                    <a:pt x="1669" y="862"/>
                  </a:cubicBezTo>
                  <a:cubicBezTo>
                    <a:pt x="1735" y="562"/>
                    <a:pt x="1602" y="261"/>
                    <a:pt x="1335" y="61"/>
                  </a:cubicBezTo>
                  <a:cubicBezTo>
                    <a:pt x="1265" y="19"/>
                    <a:pt x="1184" y="1"/>
                    <a:pt x="110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7"/>
            <p:cNvSpPr/>
            <p:nvPr/>
          </p:nvSpPr>
          <p:spPr>
            <a:xfrm>
              <a:off x="2501125" y="2653175"/>
              <a:ext cx="10875" cy="31725"/>
            </a:xfrm>
            <a:custGeom>
              <a:rect b="b" l="l" r="r" t="t"/>
              <a:pathLst>
                <a:path extrusionOk="0" h="1269" w="435">
                  <a:moveTo>
                    <a:pt x="401" y="0"/>
                  </a:moveTo>
                  <a:lnTo>
                    <a:pt x="67" y="234"/>
                  </a:lnTo>
                  <a:cubicBezTo>
                    <a:pt x="34" y="234"/>
                    <a:pt x="0" y="267"/>
                    <a:pt x="0" y="301"/>
                  </a:cubicBezTo>
                  <a:lnTo>
                    <a:pt x="0" y="1268"/>
                  </a:lnTo>
                  <a:lnTo>
                    <a:pt x="67" y="1268"/>
                  </a:lnTo>
                  <a:lnTo>
                    <a:pt x="401" y="1068"/>
                  </a:lnTo>
                  <a:cubicBezTo>
                    <a:pt x="434" y="1068"/>
                    <a:pt x="434" y="1035"/>
                    <a:pt x="434" y="1001"/>
                  </a:cubicBezTo>
                  <a:lnTo>
                    <a:pt x="434" y="34"/>
                  </a:lnTo>
                  <a:cubicBezTo>
                    <a:pt x="434" y="0"/>
                    <a:pt x="401" y="0"/>
                    <a:pt x="40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7"/>
            <p:cNvSpPr/>
            <p:nvPr/>
          </p:nvSpPr>
          <p:spPr>
            <a:xfrm>
              <a:off x="2514475" y="2646500"/>
              <a:ext cx="10850" cy="30875"/>
            </a:xfrm>
            <a:custGeom>
              <a:rect b="b" l="l" r="r" t="t"/>
              <a:pathLst>
                <a:path extrusionOk="0" h="1235" w="434">
                  <a:moveTo>
                    <a:pt x="400" y="1"/>
                  </a:moveTo>
                  <a:lnTo>
                    <a:pt x="34" y="167"/>
                  </a:lnTo>
                  <a:cubicBezTo>
                    <a:pt x="34" y="201"/>
                    <a:pt x="0" y="234"/>
                    <a:pt x="0" y="267"/>
                  </a:cubicBezTo>
                  <a:lnTo>
                    <a:pt x="0" y="1201"/>
                  </a:lnTo>
                  <a:cubicBezTo>
                    <a:pt x="0" y="1235"/>
                    <a:pt x="34" y="1235"/>
                    <a:pt x="34" y="1235"/>
                  </a:cubicBezTo>
                  <a:lnTo>
                    <a:pt x="400" y="1035"/>
                  </a:lnTo>
                  <a:cubicBezTo>
                    <a:pt x="434" y="1035"/>
                    <a:pt x="434" y="1001"/>
                    <a:pt x="434" y="968"/>
                  </a:cubicBezTo>
                  <a:lnTo>
                    <a:pt x="434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7"/>
            <p:cNvSpPr/>
            <p:nvPr/>
          </p:nvSpPr>
          <p:spPr>
            <a:xfrm>
              <a:off x="2527800" y="2638175"/>
              <a:ext cx="10875" cy="31700"/>
            </a:xfrm>
            <a:custGeom>
              <a:rect b="b" l="l" r="r" t="t"/>
              <a:pathLst>
                <a:path extrusionOk="0" h="1268" w="435">
                  <a:moveTo>
                    <a:pt x="401" y="0"/>
                  </a:moveTo>
                  <a:lnTo>
                    <a:pt x="34" y="200"/>
                  </a:lnTo>
                  <a:cubicBezTo>
                    <a:pt x="34" y="234"/>
                    <a:pt x="1" y="234"/>
                    <a:pt x="1" y="267"/>
                  </a:cubicBezTo>
                  <a:lnTo>
                    <a:pt x="1" y="1234"/>
                  </a:lnTo>
                  <a:cubicBezTo>
                    <a:pt x="1" y="1268"/>
                    <a:pt x="34" y="1268"/>
                    <a:pt x="34" y="1268"/>
                  </a:cubicBezTo>
                  <a:lnTo>
                    <a:pt x="401" y="1067"/>
                  </a:lnTo>
                  <a:cubicBezTo>
                    <a:pt x="435" y="1034"/>
                    <a:pt x="435" y="1001"/>
                    <a:pt x="435" y="1001"/>
                  </a:cubicBezTo>
                  <a:lnTo>
                    <a:pt x="435" y="33"/>
                  </a:lnTo>
                  <a:cubicBezTo>
                    <a:pt x="435" y="0"/>
                    <a:pt x="435" y="0"/>
                    <a:pt x="40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37"/>
            <p:cNvSpPr/>
            <p:nvPr/>
          </p:nvSpPr>
          <p:spPr>
            <a:xfrm>
              <a:off x="2501125" y="2684025"/>
              <a:ext cx="10875" cy="32550"/>
            </a:xfrm>
            <a:custGeom>
              <a:rect b="b" l="l" r="r" t="t"/>
              <a:pathLst>
                <a:path extrusionOk="0" h="1302" w="435">
                  <a:moveTo>
                    <a:pt x="401" y="1"/>
                  </a:moveTo>
                  <a:lnTo>
                    <a:pt x="67" y="234"/>
                  </a:lnTo>
                  <a:cubicBezTo>
                    <a:pt x="34" y="234"/>
                    <a:pt x="0" y="268"/>
                    <a:pt x="0" y="301"/>
                  </a:cubicBezTo>
                  <a:lnTo>
                    <a:pt x="0" y="1268"/>
                  </a:lnTo>
                  <a:cubicBezTo>
                    <a:pt x="0" y="1302"/>
                    <a:pt x="67" y="1302"/>
                    <a:pt x="67" y="1302"/>
                  </a:cubicBezTo>
                  <a:lnTo>
                    <a:pt x="401" y="1068"/>
                  </a:lnTo>
                  <a:cubicBezTo>
                    <a:pt x="434" y="1068"/>
                    <a:pt x="434" y="1035"/>
                    <a:pt x="434" y="1001"/>
                  </a:cubicBezTo>
                  <a:lnTo>
                    <a:pt x="434" y="34"/>
                  </a:lnTo>
                  <a:cubicBezTo>
                    <a:pt x="434" y="1"/>
                    <a:pt x="401" y="1"/>
                    <a:pt x="4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37"/>
            <p:cNvSpPr/>
            <p:nvPr/>
          </p:nvSpPr>
          <p:spPr>
            <a:xfrm>
              <a:off x="2514475" y="2677350"/>
              <a:ext cx="10850" cy="30900"/>
            </a:xfrm>
            <a:custGeom>
              <a:rect b="b" l="l" r="r" t="t"/>
              <a:pathLst>
                <a:path extrusionOk="0" h="1236" w="434">
                  <a:moveTo>
                    <a:pt x="400" y="1"/>
                  </a:moveTo>
                  <a:lnTo>
                    <a:pt x="34" y="201"/>
                  </a:lnTo>
                  <a:cubicBezTo>
                    <a:pt x="34" y="201"/>
                    <a:pt x="0" y="234"/>
                    <a:pt x="0" y="268"/>
                  </a:cubicBezTo>
                  <a:lnTo>
                    <a:pt x="0" y="1202"/>
                  </a:lnTo>
                  <a:cubicBezTo>
                    <a:pt x="0" y="1235"/>
                    <a:pt x="34" y="1235"/>
                    <a:pt x="34" y="1235"/>
                  </a:cubicBezTo>
                  <a:lnTo>
                    <a:pt x="400" y="1035"/>
                  </a:lnTo>
                  <a:cubicBezTo>
                    <a:pt x="434" y="1035"/>
                    <a:pt x="434" y="1002"/>
                    <a:pt x="434" y="1002"/>
                  </a:cubicBezTo>
                  <a:lnTo>
                    <a:pt x="434" y="34"/>
                  </a:lnTo>
                  <a:cubicBezTo>
                    <a:pt x="434" y="1"/>
                    <a:pt x="434" y="1"/>
                    <a:pt x="40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37"/>
            <p:cNvSpPr/>
            <p:nvPr/>
          </p:nvSpPr>
          <p:spPr>
            <a:xfrm>
              <a:off x="2527800" y="2669025"/>
              <a:ext cx="10875" cy="31700"/>
            </a:xfrm>
            <a:custGeom>
              <a:rect b="b" l="l" r="r" t="t"/>
              <a:pathLst>
                <a:path extrusionOk="0" h="1268" w="435">
                  <a:moveTo>
                    <a:pt x="401" y="0"/>
                  </a:moveTo>
                  <a:lnTo>
                    <a:pt x="34" y="200"/>
                  </a:lnTo>
                  <a:cubicBezTo>
                    <a:pt x="34" y="234"/>
                    <a:pt x="1" y="267"/>
                    <a:pt x="1" y="267"/>
                  </a:cubicBezTo>
                  <a:lnTo>
                    <a:pt x="1" y="1234"/>
                  </a:lnTo>
                  <a:cubicBezTo>
                    <a:pt x="1" y="1268"/>
                    <a:pt x="34" y="1268"/>
                    <a:pt x="34" y="1268"/>
                  </a:cubicBezTo>
                  <a:lnTo>
                    <a:pt x="401" y="1068"/>
                  </a:lnTo>
                  <a:cubicBezTo>
                    <a:pt x="435" y="1034"/>
                    <a:pt x="435" y="1034"/>
                    <a:pt x="435" y="1001"/>
                  </a:cubicBezTo>
                  <a:lnTo>
                    <a:pt x="435" y="34"/>
                  </a:lnTo>
                  <a:cubicBezTo>
                    <a:pt x="435" y="0"/>
                    <a:pt x="435" y="0"/>
                    <a:pt x="40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37"/>
            <p:cNvSpPr/>
            <p:nvPr/>
          </p:nvSpPr>
          <p:spPr>
            <a:xfrm>
              <a:off x="2501950" y="2764300"/>
              <a:ext cx="12325" cy="28500"/>
            </a:xfrm>
            <a:custGeom>
              <a:rect b="b" l="l" r="r" t="t"/>
              <a:pathLst>
                <a:path extrusionOk="0" h="1140" w="493">
                  <a:moveTo>
                    <a:pt x="451" y="0"/>
                  </a:moveTo>
                  <a:cubicBezTo>
                    <a:pt x="443" y="0"/>
                    <a:pt x="434" y="9"/>
                    <a:pt x="434" y="25"/>
                  </a:cubicBezTo>
                  <a:lnTo>
                    <a:pt x="1" y="793"/>
                  </a:lnTo>
                  <a:lnTo>
                    <a:pt x="1" y="893"/>
                  </a:lnTo>
                  <a:lnTo>
                    <a:pt x="434" y="1126"/>
                  </a:lnTo>
                  <a:cubicBezTo>
                    <a:pt x="434" y="1135"/>
                    <a:pt x="439" y="1139"/>
                    <a:pt x="446" y="1139"/>
                  </a:cubicBezTo>
                  <a:cubicBezTo>
                    <a:pt x="463" y="1139"/>
                    <a:pt x="492" y="1108"/>
                    <a:pt x="468" y="1059"/>
                  </a:cubicBezTo>
                  <a:lnTo>
                    <a:pt x="468" y="25"/>
                  </a:lnTo>
                  <a:cubicBezTo>
                    <a:pt x="468" y="9"/>
                    <a:pt x="459" y="0"/>
                    <a:pt x="45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37"/>
            <p:cNvSpPr/>
            <p:nvPr/>
          </p:nvSpPr>
          <p:spPr>
            <a:xfrm>
              <a:off x="2506125" y="2769925"/>
              <a:ext cx="16700" cy="15350"/>
            </a:xfrm>
            <a:custGeom>
              <a:rect b="b" l="l" r="r" t="t"/>
              <a:pathLst>
                <a:path extrusionOk="0" h="614" w="668">
                  <a:moveTo>
                    <a:pt x="668" y="0"/>
                  </a:moveTo>
                  <a:lnTo>
                    <a:pt x="67" y="334"/>
                  </a:lnTo>
                  <a:cubicBezTo>
                    <a:pt x="34" y="367"/>
                    <a:pt x="1" y="434"/>
                    <a:pt x="1" y="501"/>
                  </a:cubicBezTo>
                  <a:cubicBezTo>
                    <a:pt x="1" y="576"/>
                    <a:pt x="19" y="613"/>
                    <a:pt x="43" y="613"/>
                  </a:cubicBezTo>
                  <a:cubicBezTo>
                    <a:pt x="51" y="613"/>
                    <a:pt x="59" y="609"/>
                    <a:pt x="67" y="601"/>
                  </a:cubicBezTo>
                  <a:lnTo>
                    <a:pt x="668" y="267"/>
                  </a:lnTo>
                  <a:lnTo>
                    <a:pt x="668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37"/>
            <p:cNvSpPr/>
            <p:nvPr/>
          </p:nvSpPr>
          <p:spPr>
            <a:xfrm>
              <a:off x="2525300" y="2765750"/>
              <a:ext cx="5025" cy="9200"/>
            </a:xfrm>
            <a:custGeom>
              <a:rect b="b" l="l" r="r" t="t"/>
              <a:pathLst>
                <a:path extrusionOk="0" h="368" w="201">
                  <a:moveTo>
                    <a:pt x="201" y="1"/>
                  </a:moveTo>
                  <a:lnTo>
                    <a:pt x="1" y="101"/>
                  </a:lnTo>
                  <a:lnTo>
                    <a:pt x="1" y="368"/>
                  </a:lnTo>
                  <a:lnTo>
                    <a:pt x="201" y="268"/>
                  </a:lnTo>
                  <a:lnTo>
                    <a:pt x="201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37"/>
            <p:cNvSpPr/>
            <p:nvPr/>
          </p:nvSpPr>
          <p:spPr>
            <a:xfrm>
              <a:off x="2532825" y="2758750"/>
              <a:ext cx="10850" cy="32350"/>
            </a:xfrm>
            <a:custGeom>
              <a:rect b="b" l="l" r="r" t="t"/>
              <a:pathLst>
                <a:path extrusionOk="0" h="1294" w="434">
                  <a:moveTo>
                    <a:pt x="366" y="1"/>
                  </a:moveTo>
                  <a:cubicBezTo>
                    <a:pt x="354" y="1"/>
                    <a:pt x="343" y="5"/>
                    <a:pt x="334" y="14"/>
                  </a:cubicBezTo>
                  <a:lnTo>
                    <a:pt x="0" y="181"/>
                  </a:lnTo>
                  <a:lnTo>
                    <a:pt x="0" y="447"/>
                  </a:lnTo>
                  <a:lnTo>
                    <a:pt x="234" y="314"/>
                  </a:lnTo>
                  <a:lnTo>
                    <a:pt x="234" y="1181"/>
                  </a:lnTo>
                  <a:cubicBezTo>
                    <a:pt x="234" y="1256"/>
                    <a:pt x="252" y="1294"/>
                    <a:pt x="290" y="1294"/>
                  </a:cubicBezTo>
                  <a:cubicBezTo>
                    <a:pt x="302" y="1294"/>
                    <a:pt x="317" y="1290"/>
                    <a:pt x="334" y="1281"/>
                  </a:cubicBezTo>
                  <a:cubicBezTo>
                    <a:pt x="400" y="1215"/>
                    <a:pt x="434" y="1148"/>
                    <a:pt x="434" y="1081"/>
                  </a:cubicBezTo>
                  <a:lnTo>
                    <a:pt x="434" y="81"/>
                  </a:lnTo>
                  <a:cubicBezTo>
                    <a:pt x="434" y="32"/>
                    <a:pt x="398" y="1"/>
                    <a:pt x="36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7"/>
            <p:cNvSpPr/>
            <p:nvPr/>
          </p:nvSpPr>
          <p:spPr>
            <a:xfrm>
              <a:off x="2500300" y="2846675"/>
              <a:ext cx="34825" cy="62550"/>
            </a:xfrm>
            <a:custGeom>
              <a:rect b="b" l="l" r="r" t="t"/>
              <a:pathLst>
                <a:path extrusionOk="0" h="2502" w="1393">
                  <a:moveTo>
                    <a:pt x="952" y="1"/>
                  </a:moveTo>
                  <a:cubicBezTo>
                    <a:pt x="865" y="1"/>
                    <a:pt x="768" y="32"/>
                    <a:pt x="667" y="99"/>
                  </a:cubicBezTo>
                  <a:cubicBezTo>
                    <a:pt x="200" y="500"/>
                    <a:pt x="0" y="1134"/>
                    <a:pt x="67" y="1734"/>
                  </a:cubicBezTo>
                  <a:cubicBezTo>
                    <a:pt x="134" y="2234"/>
                    <a:pt x="434" y="2234"/>
                    <a:pt x="467" y="2468"/>
                  </a:cubicBezTo>
                  <a:cubicBezTo>
                    <a:pt x="467" y="2501"/>
                    <a:pt x="500" y="2501"/>
                    <a:pt x="500" y="2501"/>
                  </a:cubicBezTo>
                  <a:lnTo>
                    <a:pt x="901" y="2268"/>
                  </a:lnTo>
                  <a:cubicBezTo>
                    <a:pt x="934" y="2268"/>
                    <a:pt x="934" y="2234"/>
                    <a:pt x="934" y="2201"/>
                  </a:cubicBezTo>
                  <a:cubicBezTo>
                    <a:pt x="1001" y="1867"/>
                    <a:pt x="1368" y="1500"/>
                    <a:pt x="1368" y="700"/>
                  </a:cubicBezTo>
                  <a:cubicBezTo>
                    <a:pt x="1393" y="276"/>
                    <a:pt x="1212" y="1"/>
                    <a:pt x="95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7"/>
            <p:cNvSpPr/>
            <p:nvPr/>
          </p:nvSpPr>
          <p:spPr>
            <a:xfrm>
              <a:off x="2511975" y="2907525"/>
              <a:ext cx="11700" cy="16700"/>
            </a:xfrm>
            <a:custGeom>
              <a:rect b="b" l="l" r="r" t="t"/>
              <a:pathLst>
                <a:path extrusionOk="0" h="668" w="468">
                  <a:moveTo>
                    <a:pt x="434" y="0"/>
                  </a:moveTo>
                  <a:lnTo>
                    <a:pt x="67" y="201"/>
                  </a:lnTo>
                  <a:cubicBezTo>
                    <a:pt x="33" y="234"/>
                    <a:pt x="0" y="267"/>
                    <a:pt x="0" y="301"/>
                  </a:cubicBezTo>
                  <a:lnTo>
                    <a:pt x="0" y="634"/>
                  </a:lnTo>
                  <a:cubicBezTo>
                    <a:pt x="0" y="668"/>
                    <a:pt x="33" y="668"/>
                    <a:pt x="67" y="668"/>
                  </a:cubicBezTo>
                  <a:lnTo>
                    <a:pt x="434" y="467"/>
                  </a:lnTo>
                  <a:cubicBezTo>
                    <a:pt x="467" y="434"/>
                    <a:pt x="467" y="401"/>
                    <a:pt x="467" y="401"/>
                  </a:cubicBezTo>
                  <a:lnTo>
                    <a:pt x="467" y="34"/>
                  </a:lnTo>
                  <a:cubicBezTo>
                    <a:pt x="467" y="0"/>
                    <a:pt x="467" y="0"/>
                    <a:pt x="43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7"/>
            <p:cNvSpPr/>
            <p:nvPr/>
          </p:nvSpPr>
          <p:spPr>
            <a:xfrm>
              <a:off x="2501125" y="2641900"/>
              <a:ext cx="43550" cy="77725"/>
            </a:xfrm>
            <a:custGeom>
              <a:rect b="b" l="l" r="r" t="t"/>
              <a:pathLst>
                <a:path extrusionOk="0" h="3109" w="1742">
                  <a:moveTo>
                    <a:pt x="1085" y="318"/>
                  </a:moveTo>
                  <a:cubicBezTo>
                    <a:pt x="1321" y="318"/>
                    <a:pt x="1502" y="572"/>
                    <a:pt x="1502" y="985"/>
                  </a:cubicBezTo>
                  <a:cubicBezTo>
                    <a:pt x="1502" y="1519"/>
                    <a:pt x="1268" y="2019"/>
                    <a:pt x="868" y="2319"/>
                  </a:cubicBezTo>
                  <a:cubicBezTo>
                    <a:pt x="785" y="2365"/>
                    <a:pt x="708" y="2386"/>
                    <a:pt x="637" y="2386"/>
                  </a:cubicBezTo>
                  <a:cubicBezTo>
                    <a:pt x="394" y="2386"/>
                    <a:pt x="234" y="2133"/>
                    <a:pt x="234" y="1719"/>
                  </a:cubicBezTo>
                  <a:cubicBezTo>
                    <a:pt x="201" y="1185"/>
                    <a:pt x="434" y="685"/>
                    <a:pt x="868" y="385"/>
                  </a:cubicBezTo>
                  <a:cubicBezTo>
                    <a:pt x="943" y="340"/>
                    <a:pt x="1016" y="318"/>
                    <a:pt x="1085" y="318"/>
                  </a:cubicBezTo>
                  <a:close/>
                  <a:moveTo>
                    <a:pt x="1162" y="1"/>
                  </a:moveTo>
                  <a:cubicBezTo>
                    <a:pt x="1033" y="1"/>
                    <a:pt x="887" y="59"/>
                    <a:pt x="734" y="185"/>
                  </a:cubicBezTo>
                  <a:cubicBezTo>
                    <a:pt x="334" y="552"/>
                    <a:pt x="101" y="1052"/>
                    <a:pt x="34" y="1619"/>
                  </a:cubicBezTo>
                  <a:cubicBezTo>
                    <a:pt x="0" y="1886"/>
                    <a:pt x="34" y="2153"/>
                    <a:pt x="134" y="2386"/>
                  </a:cubicBezTo>
                  <a:lnTo>
                    <a:pt x="0" y="3053"/>
                  </a:lnTo>
                  <a:cubicBezTo>
                    <a:pt x="0" y="3092"/>
                    <a:pt x="0" y="3109"/>
                    <a:pt x="14" y="3109"/>
                  </a:cubicBezTo>
                  <a:cubicBezTo>
                    <a:pt x="23" y="3109"/>
                    <a:pt x="40" y="3101"/>
                    <a:pt x="67" y="3087"/>
                  </a:cubicBezTo>
                  <a:lnTo>
                    <a:pt x="434" y="2686"/>
                  </a:lnTo>
                  <a:cubicBezTo>
                    <a:pt x="468" y="2692"/>
                    <a:pt x="503" y="2695"/>
                    <a:pt x="537" y="2695"/>
                  </a:cubicBezTo>
                  <a:cubicBezTo>
                    <a:pt x="702" y="2695"/>
                    <a:pt x="863" y="2630"/>
                    <a:pt x="1001" y="2520"/>
                  </a:cubicBezTo>
                  <a:cubicBezTo>
                    <a:pt x="1401" y="2153"/>
                    <a:pt x="1635" y="1619"/>
                    <a:pt x="1668" y="1085"/>
                  </a:cubicBezTo>
                  <a:cubicBezTo>
                    <a:pt x="1741" y="427"/>
                    <a:pt x="1512" y="1"/>
                    <a:pt x="116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7"/>
            <p:cNvSpPr/>
            <p:nvPr/>
          </p:nvSpPr>
          <p:spPr>
            <a:xfrm>
              <a:off x="2501125" y="2957975"/>
              <a:ext cx="43550" cy="78325"/>
            </a:xfrm>
            <a:custGeom>
              <a:rect b="b" l="l" r="r" t="t"/>
              <a:pathLst>
                <a:path extrusionOk="0" h="3133" w="1742">
                  <a:moveTo>
                    <a:pt x="1073" y="322"/>
                  </a:moveTo>
                  <a:cubicBezTo>
                    <a:pt x="1315" y="322"/>
                    <a:pt x="1502" y="597"/>
                    <a:pt x="1502" y="1018"/>
                  </a:cubicBezTo>
                  <a:cubicBezTo>
                    <a:pt x="1502" y="1518"/>
                    <a:pt x="1268" y="2019"/>
                    <a:pt x="868" y="2352"/>
                  </a:cubicBezTo>
                  <a:cubicBezTo>
                    <a:pt x="786" y="2397"/>
                    <a:pt x="709" y="2418"/>
                    <a:pt x="639" y="2418"/>
                  </a:cubicBezTo>
                  <a:cubicBezTo>
                    <a:pt x="395" y="2418"/>
                    <a:pt x="234" y="2159"/>
                    <a:pt x="234" y="1718"/>
                  </a:cubicBezTo>
                  <a:cubicBezTo>
                    <a:pt x="201" y="1218"/>
                    <a:pt x="434" y="718"/>
                    <a:pt x="868" y="384"/>
                  </a:cubicBezTo>
                  <a:cubicBezTo>
                    <a:pt x="938" y="342"/>
                    <a:pt x="1008" y="322"/>
                    <a:pt x="1073" y="322"/>
                  </a:cubicBezTo>
                  <a:close/>
                  <a:moveTo>
                    <a:pt x="1160" y="1"/>
                  </a:moveTo>
                  <a:cubicBezTo>
                    <a:pt x="1031" y="1"/>
                    <a:pt x="886" y="59"/>
                    <a:pt x="734" y="184"/>
                  </a:cubicBezTo>
                  <a:cubicBezTo>
                    <a:pt x="334" y="584"/>
                    <a:pt x="101" y="1085"/>
                    <a:pt x="34" y="1618"/>
                  </a:cubicBezTo>
                  <a:cubicBezTo>
                    <a:pt x="0" y="1885"/>
                    <a:pt x="34" y="2152"/>
                    <a:pt x="134" y="2419"/>
                  </a:cubicBezTo>
                  <a:lnTo>
                    <a:pt x="0" y="3053"/>
                  </a:lnTo>
                  <a:cubicBezTo>
                    <a:pt x="0" y="3102"/>
                    <a:pt x="0" y="3133"/>
                    <a:pt x="27" y="3133"/>
                  </a:cubicBezTo>
                  <a:cubicBezTo>
                    <a:pt x="36" y="3133"/>
                    <a:pt x="49" y="3128"/>
                    <a:pt x="67" y="3119"/>
                  </a:cubicBezTo>
                  <a:lnTo>
                    <a:pt x="434" y="2686"/>
                  </a:lnTo>
                  <a:cubicBezTo>
                    <a:pt x="488" y="2704"/>
                    <a:pt x="541" y="2712"/>
                    <a:pt x="594" y="2712"/>
                  </a:cubicBezTo>
                  <a:cubicBezTo>
                    <a:pt x="739" y="2712"/>
                    <a:pt x="879" y="2650"/>
                    <a:pt x="1001" y="2552"/>
                  </a:cubicBezTo>
                  <a:cubicBezTo>
                    <a:pt x="1401" y="2152"/>
                    <a:pt x="1635" y="1652"/>
                    <a:pt x="1668" y="1118"/>
                  </a:cubicBezTo>
                  <a:cubicBezTo>
                    <a:pt x="1742" y="434"/>
                    <a:pt x="1511" y="1"/>
                    <a:pt x="116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7"/>
            <p:cNvSpPr/>
            <p:nvPr/>
          </p:nvSpPr>
          <p:spPr>
            <a:xfrm>
              <a:off x="2516125" y="3069800"/>
              <a:ext cx="16725" cy="27400"/>
            </a:xfrm>
            <a:custGeom>
              <a:rect b="b" l="l" r="r" t="t"/>
              <a:pathLst>
                <a:path extrusionOk="0" h="1096" w="669">
                  <a:moveTo>
                    <a:pt x="453" y="0"/>
                  </a:moveTo>
                  <a:cubicBezTo>
                    <a:pt x="415" y="0"/>
                    <a:pt x="375" y="15"/>
                    <a:pt x="334" y="47"/>
                  </a:cubicBezTo>
                  <a:cubicBezTo>
                    <a:pt x="101" y="214"/>
                    <a:pt x="1" y="448"/>
                    <a:pt x="1" y="748"/>
                  </a:cubicBezTo>
                  <a:cubicBezTo>
                    <a:pt x="1" y="950"/>
                    <a:pt x="78" y="1095"/>
                    <a:pt x="202" y="1095"/>
                  </a:cubicBezTo>
                  <a:cubicBezTo>
                    <a:pt x="242" y="1095"/>
                    <a:pt x="286" y="1080"/>
                    <a:pt x="334" y="1048"/>
                  </a:cubicBezTo>
                  <a:cubicBezTo>
                    <a:pt x="535" y="881"/>
                    <a:pt x="668" y="615"/>
                    <a:pt x="668" y="348"/>
                  </a:cubicBezTo>
                  <a:cubicBezTo>
                    <a:pt x="668" y="145"/>
                    <a:pt x="572" y="0"/>
                    <a:pt x="45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7"/>
            <p:cNvSpPr/>
            <p:nvPr/>
          </p:nvSpPr>
          <p:spPr>
            <a:xfrm>
              <a:off x="2535325" y="3075350"/>
              <a:ext cx="11700" cy="17950"/>
            </a:xfrm>
            <a:custGeom>
              <a:rect b="b" l="l" r="r" t="t"/>
              <a:pathLst>
                <a:path extrusionOk="0" h="718" w="468">
                  <a:moveTo>
                    <a:pt x="326" y="1"/>
                  </a:moveTo>
                  <a:cubicBezTo>
                    <a:pt x="298" y="1"/>
                    <a:pt x="267" y="9"/>
                    <a:pt x="234" y="26"/>
                  </a:cubicBezTo>
                  <a:cubicBezTo>
                    <a:pt x="100" y="126"/>
                    <a:pt x="0" y="292"/>
                    <a:pt x="0" y="493"/>
                  </a:cubicBezTo>
                  <a:cubicBezTo>
                    <a:pt x="0" y="643"/>
                    <a:pt x="56" y="718"/>
                    <a:pt x="141" y="718"/>
                  </a:cubicBezTo>
                  <a:cubicBezTo>
                    <a:pt x="169" y="718"/>
                    <a:pt x="200" y="709"/>
                    <a:pt x="234" y="693"/>
                  </a:cubicBezTo>
                  <a:cubicBezTo>
                    <a:pt x="367" y="593"/>
                    <a:pt x="467" y="426"/>
                    <a:pt x="467" y="226"/>
                  </a:cubicBezTo>
                  <a:cubicBezTo>
                    <a:pt x="467" y="76"/>
                    <a:pt x="411" y="1"/>
                    <a:pt x="32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7"/>
            <p:cNvSpPr/>
            <p:nvPr/>
          </p:nvSpPr>
          <p:spPr>
            <a:xfrm>
              <a:off x="2514475" y="3097500"/>
              <a:ext cx="19200" cy="42725"/>
            </a:xfrm>
            <a:custGeom>
              <a:rect b="b" l="l" r="r" t="t"/>
              <a:pathLst>
                <a:path extrusionOk="0" h="1709" w="768">
                  <a:moveTo>
                    <a:pt x="605" y="1"/>
                  </a:moveTo>
                  <a:cubicBezTo>
                    <a:pt x="572" y="1"/>
                    <a:pt x="536" y="13"/>
                    <a:pt x="501" y="40"/>
                  </a:cubicBezTo>
                  <a:lnTo>
                    <a:pt x="267" y="174"/>
                  </a:lnTo>
                  <a:cubicBezTo>
                    <a:pt x="100" y="274"/>
                    <a:pt x="0" y="474"/>
                    <a:pt x="0" y="707"/>
                  </a:cubicBezTo>
                  <a:lnTo>
                    <a:pt x="0" y="1708"/>
                  </a:lnTo>
                  <a:lnTo>
                    <a:pt x="767" y="1274"/>
                  </a:lnTo>
                  <a:lnTo>
                    <a:pt x="767" y="240"/>
                  </a:lnTo>
                  <a:cubicBezTo>
                    <a:pt x="767" y="94"/>
                    <a:pt x="696" y="1"/>
                    <a:pt x="60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7"/>
            <p:cNvSpPr/>
            <p:nvPr/>
          </p:nvSpPr>
          <p:spPr>
            <a:xfrm>
              <a:off x="2536975" y="3095325"/>
              <a:ext cx="10050" cy="32375"/>
            </a:xfrm>
            <a:custGeom>
              <a:rect b="b" l="l" r="r" t="t"/>
              <a:pathLst>
                <a:path extrusionOk="0" h="1295" w="402">
                  <a:moveTo>
                    <a:pt x="279" y="1"/>
                  </a:moveTo>
                  <a:cubicBezTo>
                    <a:pt x="255" y="1"/>
                    <a:pt x="228" y="9"/>
                    <a:pt x="201" y="27"/>
                  </a:cubicBezTo>
                  <a:lnTo>
                    <a:pt x="1" y="161"/>
                  </a:lnTo>
                  <a:lnTo>
                    <a:pt x="1" y="1295"/>
                  </a:lnTo>
                  <a:lnTo>
                    <a:pt x="401" y="1061"/>
                  </a:lnTo>
                  <a:lnTo>
                    <a:pt x="401" y="161"/>
                  </a:lnTo>
                  <a:cubicBezTo>
                    <a:pt x="401" y="63"/>
                    <a:pt x="347" y="1"/>
                    <a:pt x="27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7"/>
            <p:cNvSpPr/>
            <p:nvPr/>
          </p:nvSpPr>
          <p:spPr>
            <a:xfrm>
              <a:off x="2501125" y="3094650"/>
              <a:ext cx="11700" cy="18575"/>
            </a:xfrm>
            <a:custGeom>
              <a:rect b="b" l="l" r="r" t="t"/>
              <a:pathLst>
                <a:path extrusionOk="0" h="743" w="468">
                  <a:moveTo>
                    <a:pt x="313" y="0"/>
                  </a:moveTo>
                  <a:cubicBezTo>
                    <a:pt x="288" y="0"/>
                    <a:pt x="262" y="7"/>
                    <a:pt x="234" y="21"/>
                  </a:cubicBezTo>
                  <a:cubicBezTo>
                    <a:pt x="101" y="154"/>
                    <a:pt x="0" y="321"/>
                    <a:pt x="34" y="521"/>
                  </a:cubicBezTo>
                  <a:cubicBezTo>
                    <a:pt x="34" y="652"/>
                    <a:pt x="96" y="742"/>
                    <a:pt x="171" y="742"/>
                  </a:cubicBezTo>
                  <a:cubicBezTo>
                    <a:pt x="191" y="742"/>
                    <a:pt x="213" y="736"/>
                    <a:pt x="234" y="721"/>
                  </a:cubicBezTo>
                  <a:cubicBezTo>
                    <a:pt x="367" y="588"/>
                    <a:pt x="467" y="421"/>
                    <a:pt x="467" y="254"/>
                  </a:cubicBezTo>
                  <a:cubicBezTo>
                    <a:pt x="467" y="96"/>
                    <a:pt x="405" y="0"/>
                    <a:pt x="31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7"/>
            <p:cNvSpPr/>
            <p:nvPr/>
          </p:nvSpPr>
          <p:spPr>
            <a:xfrm>
              <a:off x="2501125" y="3113500"/>
              <a:ext cx="10875" cy="34225"/>
            </a:xfrm>
            <a:custGeom>
              <a:rect b="b" l="l" r="r" t="t"/>
              <a:pathLst>
                <a:path extrusionOk="0" h="1369" w="435">
                  <a:moveTo>
                    <a:pt x="434" y="1"/>
                  </a:moveTo>
                  <a:lnTo>
                    <a:pt x="201" y="134"/>
                  </a:lnTo>
                  <a:cubicBezTo>
                    <a:pt x="67" y="201"/>
                    <a:pt x="0" y="334"/>
                    <a:pt x="0" y="501"/>
                  </a:cubicBezTo>
                  <a:lnTo>
                    <a:pt x="0" y="1368"/>
                  </a:lnTo>
                  <a:lnTo>
                    <a:pt x="434" y="1135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7"/>
            <p:cNvSpPr/>
            <p:nvPr/>
          </p:nvSpPr>
          <p:spPr>
            <a:xfrm>
              <a:off x="2586175" y="2488250"/>
              <a:ext cx="254375" cy="161425"/>
            </a:xfrm>
            <a:custGeom>
              <a:rect b="b" l="l" r="r" t="t"/>
              <a:pathLst>
                <a:path extrusionOk="0" h="6457" w="10175">
                  <a:moveTo>
                    <a:pt x="9925" y="1"/>
                  </a:moveTo>
                  <a:cubicBezTo>
                    <a:pt x="9861" y="1"/>
                    <a:pt x="9787" y="20"/>
                    <a:pt x="9708" y="59"/>
                  </a:cubicBezTo>
                  <a:lnTo>
                    <a:pt x="468" y="5430"/>
                  </a:lnTo>
                  <a:cubicBezTo>
                    <a:pt x="201" y="5597"/>
                    <a:pt x="34" y="5864"/>
                    <a:pt x="1" y="6164"/>
                  </a:cubicBezTo>
                  <a:cubicBezTo>
                    <a:pt x="1" y="6351"/>
                    <a:pt x="99" y="6456"/>
                    <a:pt x="250" y="6456"/>
                  </a:cubicBezTo>
                  <a:cubicBezTo>
                    <a:pt x="315" y="6456"/>
                    <a:pt x="388" y="6437"/>
                    <a:pt x="468" y="6397"/>
                  </a:cubicBezTo>
                  <a:lnTo>
                    <a:pt x="9708" y="1027"/>
                  </a:lnTo>
                  <a:cubicBezTo>
                    <a:pt x="9975" y="860"/>
                    <a:pt x="10141" y="593"/>
                    <a:pt x="10175" y="293"/>
                  </a:cubicBezTo>
                  <a:cubicBezTo>
                    <a:pt x="10175" y="106"/>
                    <a:pt x="10076" y="1"/>
                    <a:pt x="99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7"/>
            <p:cNvSpPr/>
            <p:nvPr/>
          </p:nvSpPr>
          <p:spPr>
            <a:xfrm>
              <a:off x="2586175" y="2597500"/>
              <a:ext cx="254375" cy="161400"/>
            </a:xfrm>
            <a:custGeom>
              <a:rect b="b" l="l" r="r" t="t"/>
              <a:pathLst>
                <a:path extrusionOk="0" h="6456" w="10175">
                  <a:moveTo>
                    <a:pt x="9925" y="0"/>
                  </a:moveTo>
                  <a:cubicBezTo>
                    <a:pt x="9861" y="0"/>
                    <a:pt x="9787" y="19"/>
                    <a:pt x="9708" y="59"/>
                  </a:cubicBezTo>
                  <a:lnTo>
                    <a:pt x="468" y="5396"/>
                  </a:lnTo>
                  <a:cubicBezTo>
                    <a:pt x="201" y="5563"/>
                    <a:pt x="34" y="5863"/>
                    <a:pt x="1" y="6164"/>
                  </a:cubicBezTo>
                  <a:cubicBezTo>
                    <a:pt x="1" y="6351"/>
                    <a:pt x="99" y="6456"/>
                    <a:pt x="250" y="6456"/>
                  </a:cubicBezTo>
                  <a:cubicBezTo>
                    <a:pt x="315" y="6456"/>
                    <a:pt x="388" y="6437"/>
                    <a:pt x="468" y="6397"/>
                  </a:cubicBezTo>
                  <a:lnTo>
                    <a:pt x="9708" y="1060"/>
                  </a:lnTo>
                  <a:cubicBezTo>
                    <a:pt x="9975" y="893"/>
                    <a:pt x="10141" y="593"/>
                    <a:pt x="10175" y="293"/>
                  </a:cubicBezTo>
                  <a:cubicBezTo>
                    <a:pt x="10175" y="106"/>
                    <a:pt x="10076" y="0"/>
                    <a:pt x="99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7"/>
            <p:cNvSpPr/>
            <p:nvPr/>
          </p:nvSpPr>
          <p:spPr>
            <a:xfrm>
              <a:off x="2586175" y="2707000"/>
              <a:ext cx="254375" cy="160900"/>
            </a:xfrm>
            <a:custGeom>
              <a:rect b="b" l="l" r="r" t="t"/>
              <a:pathLst>
                <a:path extrusionOk="0" h="6436" w="10175">
                  <a:moveTo>
                    <a:pt x="9947" y="1"/>
                  </a:moveTo>
                  <a:cubicBezTo>
                    <a:pt x="9878" y="1"/>
                    <a:pt x="9797" y="27"/>
                    <a:pt x="9708" y="82"/>
                  </a:cubicBezTo>
                  <a:lnTo>
                    <a:pt x="468" y="5386"/>
                  </a:lnTo>
                  <a:cubicBezTo>
                    <a:pt x="201" y="5553"/>
                    <a:pt x="34" y="5820"/>
                    <a:pt x="1" y="6153"/>
                  </a:cubicBezTo>
                  <a:cubicBezTo>
                    <a:pt x="1" y="6331"/>
                    <a:pt x="90" y="6435"/>
                    <a:pt x="228" y="6435"/>
                  </a:cubicBezTo>
                  <a:cubicBezTo>
                    <a:pt x="297" y="6435"/>
                    <a:pt x="379" y="6409"/>
                    <a:pt x="468" y="6354"/>
                  </a:cubicBezTo>
                  <a:lnTo>
                    <a:pt x="9708" y="1050"/>
                  </a:lnTo>
                  <a:cubicBezTo>
                    <a:pt x="9975" y="883"/>
                    <a:pt x="10141" y="583"/>
                    <a:pt x="10175" y="283"/>
                  </a:cubicBezTo>
                  <a:cubicBezTo>
                    <a:pt x="10175" y="105"/>
                    <a:pt x="10086" y="1"/>
                    <a:pt x="994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7"/>
            <p:cNvSpPr/>
            <p:nvPr/>
          </p:nvSpPr>
          <p:spPr>
            <a:xfrm>
              <a:off x="2586175" y="2815425"/>
              <a:ext cx="254375" cy="161150"/>
            </a:xfrm>
            <a:custGeom>
              <a:rect b="b" l="l" r="r" t="t"/>
              <a:pathLst>
                <a:path extrusionOk="0" h="6446" w="10175">
                  <a:moveTo>
                    <a:pt x="9947" y="0"/>
                  </a:moveTo>
                  <a:cubicBezTo>
                    <a:pt x="9878" y="0"/>
                    <a:pt x="9797" y="26"/>
                    <a:pt x="9708" y="82"/>
                  </a:cubicBezTo>
                  <a:lnTo>
                    <a:pt x="468" y="5419"/>
                  </a:lnTo>
                  <a:cubicBezTo>
                    <a:pt x="201" y="5586"/>
                    <a:pt x="34" y="5853"/>
                    <a:pt x="1" y="6153"/>
                  </a:cubicBezTo>
                  <a:cubicBezTo>
                    <a:pt x="1" y="6340"/>
                    <a:pt x="99" y="6445"/>
                    <a:pt x="250" y="6445"/>
                  </a:cubicBezTo>
                  <a:cubicBezTo>
                    <a:pt x="315" y="6445"/>
                    <a:pt x="388" y="6426"/>
                    <a:pt x="468" y="6386"/>
                  </a:cubicBezTo>
                  <a:lnTo>
                    <a:pt x="9708" y="1049"/>
                  </a:lnTo>
                  <a:cubicBezTo>
                    <a:pt x="9975" y="882"/>
                    <a:pt x="10141" y="616"/>
                    <a:pt x="10175" y="282"/>
                  </a:cubicBezTo>
                  <a:cubicBezTo>
                    <a:pt x="10175" y="104"/>
                    <a:pt x="10086" y="0"/>
                    <a:pt x="994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7"/>
            <p:cNvSpPr/>
            <p:nvPr/>
          </p:nvSpPr>
          <p:spPr>
            <a:xfrm>
              <a:off x="2586175" y="2924400"/>
              <a:ext cx="254375" cy="161425"/>
            </a:xfrm>
            <a:custGeom>
              <a:rect b="b" l="l" r="r" t="t"/>
              <a:pathLst>
                <a:path extrusionOk="0" h="6457" w="10175">
                  <a:moveTo>
                    <a:pt x="9925" y="0"/>
                  </a:moveTo>
                  <a:cubicBezTo>
                    <a:pt x="9861" y="0"/>
                    <a:pt x="9787" y="19"/>
                    <a:pt x="9708" y="59"/>
                  </a:cubicBezTo>
                  <a:lnTo>
                    <a:pt x="468" y="5396"/>
                  </a:lnTo>
                  <a:cubicBezTo>
                    <a:pt x="201" y="5563"/>
                    <a:pt x="34" y="5830"/>
                    <a:pt x="1" y="6164"/>
                  </a:cubicBezTo>
                  <a:cubicBezTo>
                    <a:pt x="1" y="6351"/>
                    <a:pt x="99" y="6456"/>
                    <a:pt x="250" y="6456"/>
                  </a:cubicBezTo>
                  <a:cubicBezTo>
                    <a:pt x="315" y="6456"/>
                    <a:pt x="388" y="6437"/>
                    <a:pt x="468" y="6397"/>
                  </a:cubicBezTo>
                  <a:lnTo>
                    <a:pt x="9708" y="1060"/>
                  </a:lnTo>
                  <a:cubicBezTo>
                    <a:pt x="9975" y="893"/>
                    <a:pt x="10141" y="593"/>
                    <a:pt x="10175" y="293"/>
                  </a:cubicBezTo>
                  <a:cubicBezTo>
                    <a:pt x="10175" y="106"/>
                    <a:pt x="10076" y="0"/>
                    <a:pt x="99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37"/>
            <p:cNvSpPr/>
            <p:nvPr/>
          </p:nvSpPr>
          <p:spPr>
            <a:xfrm>
              <a:off x="2628725" y="3013250"/>
              <a:ext cx="254375" cy="161525"/>
            </a:xfrm>
            <a:custGeom>
              <a:rect b="b" l="l" r="r" t="t"/>
              <a:pathLst>
                <a:path extrusionOk="0" h="6461" w="10175">
                  <a:moveTo>
                    <a:pt x="9928" y="1"/>
                  </a:moveTo>
                  <a:cubicBezTo>
                    <a:pt x="9863" y="1"/>
                    <a:pt x="9788" y="24"/>
                    <a:pt x="9707" y="75"/>
                  </a:cubicBezTo>
                  <a:lnTo>
                    <a:pt x="434" y="5412"/>
                  </a:lnTo>
                  <a:cubicBezTo>
                    <a:pt x="200" y="5578"/>
                    <a:pt x="33" y="5845"/>
                    <a:pt x="0" y="6179"/>
                  </a:cubicBezTo>
                  <a:cubicBezTo>
                    <a:pt x="0" y="6357"/>
                    <a:pt x="89" y="6461"/>
                    <a:pt x="218" y="6461"/>
                  </a:cubicBezTo>
                  <a:cubicBezTo>
                    <a:pt x="282" y="6461"/>
                    <a:pt x="356" y="6435"/>
                    <a:pt x="434" y="6379"/>
                  </a:cubicBezTo>
                  <a:lnTo>
                    <a:pt x="9707" y="1042"/>
                  </a:lnTo>
                  <a:cubicBezTo>
                    <a:pt x="9974" y="875"/>
                    <a:pt x="10141" y="608"/>
                    <a:pt x="10174" y="308"/>
                  </a:cubicBezTo>
                  <a:cubicBezTo>
                    <a:pt x="10174" y="122"/>
                    <a:pt x="10077" y="1"/>
                    <a:pt x="992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7"/>
            <p:cNvSpPr/>
            <p:nvPr/>
          </p:nvSpPr>
          <p:spPr>
            <a:xfrm>
              <a:off x="2628725" y="3087025"/>
              <a:ext cx="254375" cy="161400"/>
            </a:xfrm>
            <a:custGeom>
              <a:rect b="b" l="l" r="r" t="t"/>
              <a:pathLst>
                <a:path extrusionOk="0" h="6456" w="10175">
                  <a:moveTo>
                    <a:pt x="9925" y="0"/>
                  </a:moveTo>
                  <a:cubicBezTo>
                    <a:pt x="9860" y="0"/>
                    <a:pt x="9787" y="19"/>
                    <a:pt x="9707" y="59"/>
                  </a:cubicBezTo>
                  <a:lnTo>
                    <a:pt x="434" y="5396"/>
                  </a:lnTo>
                  <a:cubicBezTo>
                    <a:pt x="200" y="5563"/>
                    <a:pt x="33" y="5863"/>
                    <a:pt x="0" y="6163"/>
                  </a:cubicBezTo>
                  <a:cubicBezTo>
                    <a:pt x="0" y="6351"/>
                    <a:pt x="99" y="6456"/>
                    <a:pt x="238" y="6456"/>
                  </a:cubicBezTo>
                  <a:cubicBezTo>
                    <a:pt x="297" y="6456"/>
                    <a:pt x="364" y="6437"/>
                    <a:pt x="434" y="6397"/>
                  </a:cubicBezTo>
                  <a:lnTo>
                    <a:pt x="9707" y="1026"/>
                  </a:lnTo>
                  <a:cubicBezTo>
                    <a:pt x="9974" y="893"/>
                    <a:pt x="10141" y="593"/>
                    <a:pt x="10174" y="292"/>
                  </a:cubicBezTo>
                  <a:cubicBezTo>
                    <a:pt x="10174" y="105"/>
                    <a:pt x="10076" y="0"/>
                    <a:pt x="99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37"/>
            <p:cNvSpPr/>
            <p:nvPr/>
          </p:nvSpPr>
          <p:spPr>
            <a:xfrm>
              <a:off x="2628725" y="3160400"/>
              <a:ext cx="254375" cy="161425"/>
            </a:xfrm>
            <a:custGeom>
              <a:rect b="b" l="l" r="r" t="t"/>
              <a:pathLst>
                <a:path extrusionOk="0" h="6457" w="10175">
                  <a:moveTo>
                    <a:pt x="9925" y="1"/>
                  </a:moveTo>
                  <a:cubicBezTo>
                    <a:pt x="9860" y="1"/>
                    <a:pt x="9787" y="20"/>
                    <a:pt x="9707" y="59"/>
                  </a:cubicBezTo>
                  <a:lnTo>
                    <a:pt x="434" y="5430"/>
                  </a:lnTo>
                  <a:cubicBezTo>
                    <a:pt x="200" y="5597"/>
                    <a:pt x="33" y="5864"/>
                    <a:pt x="0" y="6164"/>
                  </a:cubicBezTo>
                  <a:cubicBezTo>
                    <a:pt x="0" y="6351"/>
                    <a:pt x="99" y="6456"/>
                    <a:pt x="238" y="6456"/>
                  </a:cubicBezTo>
                  <a:cubicBezTo>
                    <a:pt x="297" y="6456"/>
                    <a:pt x="364" y="6437"/>
                    <a:pt x="434" y="6397"/>
                  </a:cubicBezTo>
                  <a:lnTo>
                    <a:pt x="9707" y="1060"/>
                  </a:lnTo>
                  <a:cubicBezTo>
                    <a:pt x="9974" y="893"/>
                    <a:pt x="10141" y="593"/>
                    <a:pt x="10174" y="293"/>
                  </a:cubicBezTo>
                  <a:cubicBezTo>
                    <a:pt x="10174" y="106"/>
                    <a:pt x="10076" y="1"/>
                    <a:pt x="99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37"/>
            <p:cNvSpPr/>
            <p:nvPr/>
          </p:nvSpPr>
          <p:spPr>
            <a:xfrm>
              <a:off x="2673750" y="3207375"/>
              <a:ext cx="254375" cy="161150"/>
            </a:xfrm>
            <a:custGeom>
              <a:rect b="b" l="l" r="r" t="t"/>
              <a:pathLst>
                <a:path extrusionOk="0" h="6446" w="10175">
                  <a:moveTo>
                    <a:pt x="9947" y="0"/>
                  </a:moveTo>
                  <a:cubicBezTo>
                    <a:pt x="9878" y="0"/>
                    <a:pt x="9796" y="26"/>
                    <a:pt x="9707" y="82"/>
                  </a:cubicBezTo>
                  <a:lnTo>
                    <a:pt x="434" y="5419"/>
                  </a:lnTo>
                  <a:cubicBezTo>
                    <a:pt x="201" y="5586"/>
                    <a:pt x="34" y="5853"/>
                    <a:pt x="0" y="6153"/>
                  </a:cubicBezTo>
                  <a:cubicBezTo>
                    <a:pt x="0" y="6340"/>
                    <a:pt x="99" y="6445"/>
                    <a:pt x="238" y="6445"/>
                  </a:cubicBezTo>
                  <a:cubicBezTo>
                    <a:pt x="298" y="6445"/>
                    <a:pt x="364" y="6426"/>
                    <a:pt x="434" y="6386"/>
                  </a:cubicBezTo>
                  <a:lnTo>
                    <a:pt x="9707" y="1049"/>
                  </a:lnTo>
                  <a:cubicBezTo>
                    <a:pt x="9974" y="882"/>
                    <a:pt x="10141" y="582"/>
                    <a:pt x="10174" y="282"/>
                  </a:cubicBezTo>
                  <a:cubicBezTo>
                    <a:pt x="10174" y="104"/>
                    <a:pt x="10085" y="0"/>
                    <a:pt x="994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37"/>
            <p:cNvSpPr/>
            <p:nvPr/>
          </p:nvSpPr>
          <p:spPr>
            <a:xfrm>
              <a:off x="2628725" y="3357625"/>
              <a:ext cx="21700" cy="49525"/>
            </a:xfrm>
            <a:custGeom>
              <a:rect b="b" l="l" r="r" t="t"/>
              <a:pathLst>
                <a:path extrusionOk="0" h="1981" w="868">
                  <a:moveTo>
                    <a:pt x="49" y="1"/>
                  </a:moveTo>
                  <a:cubicBezTo>
                    <a:pt x="23" y="1"/>
                    <a:pt x="0" y="60"/>
                    <a:pt x="0" y="143"/>
                  </a:cubicBezTo>
                  <a:lnTo>
                    <a:pt x="0" y="1911"/>
                  </a:lnTo>
                  <a:cubicBezTo>
                    <a:pt x="0" y="1952"/>
                    <a:pt x="26" y="1980"/>
                    <a:pt x="45" y="1980"/>
                  </a:cubicBezTo>
                  <a:cubicBezTo>
                    <a:pt x="57" y="1980"/>
                    <a:pt x="67" y="1970"/>
                    <a:pt x="67" y="1944"/>
                  </a:cubicBezTo>
                  <a:lnTo>
                    <a:pt x="834" y="610"/>
                  </a:lnTo>
                  <a:cubicBezTo>
                    <a:pt x="867" y="543"/>
                    <a:pt x="867" y="476"/>
                    <a:pt x="834" y="476"/>
                  </a:cubicBezTo>
                  <a:lnTo>
                    <a:pt x="67" y="9"/>
                  </a:lnTo>
                  <a:cubicBezTo>
                    <a:pt x="61" y="3"/>
                    <a:pt x="55" y="1"/>
                    <a:pt x="4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37"/>
            <p:cNvSpPr/>
            <p:nvPr/>
          </p:nvSpPr>
          <p:spPr>
            <a:xfrm>
              <a:off x="2673750" y="3280475"/>
              <a:ext cx="254375" cy="161425"/>
            </a:xfrm>
            <a:custGeom>
              <a:rect b="b" l="l" r="r" t="t"/>
              <a:pathLst>
                <a:path extrusionOk="0" h="6457" w="10175">
                  <a:moveTo>
                    <a:pt x="9925" y="1"/>
                  </a:moveTo>
                  <a:cubicBezTo>
                    <a:pt x="9861" y="1"/>
                    <a:pt x="9787" y="20"/>
                    <a:pt x="9707" y="60"/>
                  </a:cubicBezTo>
                  <a:lnTo>
                    <a:pt x="434" y="5430"/>
                  </a:lnTo>
                  <a:cubicBezTo>
                    <a:pt x="201" y="5597"/>
                    <a:pt x="34" y="5864"/>
                    <a:pt x="0" y="6164"/>
                  </a:cubicBezTo>
                  <a:cubicBezTo>
                    <a:pt x="0" y="6351"/>
                    <a:pt x="99" y="6457"/>
                    <a:pt x="238" y="6457"/>
                  </a:cubicBezTo>
                  <a:cubicBezTo>
                    <a:pt x="298" y="6457"/>
                    <a:pt x="364" y="6438"/>
                    <a:pt x="434" y="6398"/>
                  </a:cubicBezTo>
                  <a:lnTo>
                    <a:pt x="9707" y="1027"/>
                  </a:lnTo>
                  <a:cubicBezTo>
                    <a:pt x="9974" y="860"/>
                    <a:pt x="10141" y="594"/>
                    <a:pt x="10174" y="293"/>
                  </a:cubicBezTo>
                  <a:cubicBezTo>
                    <a:pt x="10174" y="106"/>
                    <a:pt x="10076" y="1"/>
                    <a:pt x="99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7"/>
            <p:cNvSpPr/>
            <p:nvPr/>
          </p:nvSpPr>
          <p:spPr>
            <a:xfrm>
              <a:off x="2628725" y="3431075"/>
              <a:ext cx="21700" cy="49450"/>
            </a:xfrm>
            <a:custGeom>
              <a:rect b="b" l="l" r="r" t="t"/>
              <a:pathLst>
                <a:path extrusionOk="0" h="1978" w="868">
                  <a:moveTo>
                    <a:pt x="53" y="0"/>
                  </a:moveTo>
                  <a:cubicBezTo>
                    <a:pt x="25" y="0"/>
                    <a:pt x="0" y="83"/>
                    <a:pt x="0" y="140"/>
                  </a:cubicBezTo>
                  <a:lnTo>
                    <a:pt x="0" y="1908"/>
                  </a:lnTo>
                  <a:cubicBezTo>
                    <a:pt x="0" y="1949"/>
                    <a:pt x="26" y="1978"/>
                    <a:pt x="45" y="1978"/>
                  </a:cubicBezTo>
                  <a:cubicBezTo>
                    <a:pt x="57" y="1978"/>
                    <a:pt x="67" y="1967"/>
                    <a:pt x="67" y="1941"/>
                  </a:cubicBezTo>
                  <a:lnTo>
                    <a:pt x="834" y="607"/>
                  </a:lnTo>
                  <a:cubicBezTo>
                    <a:pt x="867" y="540"/>
                    <a:pt x="867" y="474"/>
                    <a:pt x="834" y="474"/>
                  </a:cubicBezTo>
                  <a:lnTo>
                    <a:pt x="67" y="7"/>
                  </a:lnTo>
                  <a:cubicBezTo>
                    <a:pt x="62" y="2"/>
                    <a:pt x="58" y="0"/>
                    <a:pt x="5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37"/>
            <p:cNvSpPr/>
            <p:nvPr/>
          </p:nvSpPr>
          <p:spPr>
            <a:xfrm>
              <a:off x="2673750" y="3353875"/>
              <a:ext cx="254375" cy="161400"/>
            </a:xfrm>
            <a:custGeom>
              <a:rect b="b" l="l" r="r" t="t"/>
              <a:pathLst>
                <a:path extrusionOk="0" h="6456" w="10175">
                  <a:moveTo>
                    <a:pt x="9925" y="0"/>
                  </a:moveTo>
                  <a:cubicBezTo>
                    <a:pt x="9861" y="0"/>
                    <a:pt x="9787" y="19"/>
                    <a:pt x="9707" y="59"/>
                  </a:cubicBezTo>
                  <a:lnTo>
                    <a:pt x="434" y="5430"/>
                  </a:lnTo>
                  <a:cubicBezTo>
                    <a:pt x="201" y="5597"/>
                    <a:pt x="34" y="5863"/>
                    <a:pt x="0" y="6164"/>
                  </a:cubicBezTo>
                  <a:cubicBezTo>
                    <a:pt x="0" y="6351"/>
                    <a:pt x="99" y="6456"/>
                    <a:pt x="238" y="6456"/>
                  </a:cubicBezTo>
                  <a:cubicBezTo>
                    <a:pt x="298" y="6456"/>
                    <a:pt x="364" y="6437"/>
                    <a:pt x="434" y="6397"/>
                  </a:cubicBezTo>
                  <a:lnTo>
                    <a:pt x="9707" y="1060"/>
                  </a:lnTo>
                  <a:cubicBezTo>
                    <a:pt x="9974" y="893"/>
                    <a:pt x="10141" y="593"/>
                    <a:pt x="10174" y="293"/>
                  </a:cubicBezTo>
                  <a:cubicBezTo>
                    <a:pt x="10174" y="106"/>
                    <a:pt x="10076" y="0"/>
                    <a:pt x="99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7"/>
            <p:cNvSpPr/>
            <p:nvPr/>
          </p:nvSpPr>
          <p:spPr>
            <a:xfrm>
              <a:off x="2628725" y="3504625"/>
              <a:ext cx="21700" cy="49300"/>
            </a:xfrm>
            <a:custGeom>
              <a:rect b="b" l="l" r="r" t="t"/>
              <a:pathLst>
                <a:path extrusionOk="0" h="1972" w="868">
                  <a:moveTo>
                    <a:pt x="67" y="0"/>
                  </a:moveTo>
                  <a:cubicBezTo>
                    <a:pt x="33" y="0"/>
                    <a:pt x="0" y="67"/>
                    <a:pt x="0" y="134"/>
                  </a:cubicBezTo>
                  <a:lnTo>
                    <a:pt x="0" y="1902"/>
                  </a:lnTo>
                  <a:cubicBezTo>
                    <a:pt x="0" y="1943"/>
                    <a:pt x="26" y="1971"/>
                    <a:pt x="45" y="1971"/>
                  </a:cubicBezTo>
                  <a:cubicBezTo>
                    <a:pt x="57" y="1971"/>
                    <a:pt x="67" y="1960"/>
                    <a:pt x="67" y="1935"/>
                  </a:cubicBezTo>
                  <a:lnTo>
                    <a:pt x="834" y="601"/>
                  </a:lnTo>
                  <a:cubicBezTo>
                    <a:pt x="867" y="567"/>
                    <a:pt x="867" y="501"/>
                    <a:pt x="834" y="467"/>
                  </a:cubicBezTo>
                  <a:lnTo>
                    <a:pt x="67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7"/>
            <p:cNvSpPr/>
            <p:nvPr/>
          </p:nvSpPr>
          <p:spPr>
            <a:xfrm>
              <a:off x="2673750" y="3427250"/>
              <a:ext cx="254375" cy="161425"/>
            </a:xfrm>
            <a:custGeom>
              <a:rect b="b" l="l" r="r" t="t"/>
              <a:pathLst>
                <a:path extrusionOk="0" h="6457" w="10175">
                  <a:moveTo>
                    <a:pt x="9925" y="1"/>
                  </a:moveTo>
                  <a:cubicBezTo>
                    <a:pt x="9861" y="1"/>
                    <a:pt x="9787" y="20"/>
                    <a:pt x="9707" y="60"/>
                  </a:cubicBezTo>
                  <a:lnTo>
                    <a:pt x="434" y="5430"/>
                  </a:lnTo>
                  <a:cubicBezTo>
                    <a:pt x="201" y="5597"/>
                    <a:pt x="34" y="5864"/>
                    <a:pt x="0" y="6164"/>
                  </a:cubicBezTo>
                  <a:cubicBezTo>
                    <a:pt x="0" y="6351"/>
                    <a:pt x="99" y="6456"/>
                    <a:pt x="238" y="6456"/>
                  </a:cubicBezTo>
                  <a:cubicBezTo>
                    <a:pt x="298" y="6456"/>
                    <a:pt x="364" y="6437"/>
                    <a:pt x="434" y="6398"/>
                  </a:cubicBezTo>
                  <a:lnTo>
                    <a:pt x="9707" y="1060"/>
                  </a:lnTo>
                  <a:cubicBezTo>
                    <a:pt x="9974" y="894"/>
                    <a:pt x="10141" y="593"/>
                    <a:pt x="10174" y="293"/>
                  </a:cubicBezTo>
                  <a:cubicBezTo>
                    <a:pt x="10174" y="106"/>
                    <a:pt x="10076" y="1"/>
                    <a:pt x="99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7"/>
            <p:cNvSpPr/>
            <p:nvPr/>
          </p:nvSpPr>
          <p:spPr>
            <a:xfrm>
              <a:off x="2628725" y="3577775"/>
              <a:ext cx="21700" cy="49575"/>
            </a:xfrm>
            <a:custGeom>
              <a:rect b="b" l="l" r="r" t="t"/>
              <a:pathLst>
                <a:path extrusionOk="0" h="1983" w="868">
                  <a:moveTo>
                    <a:pt x="49" y="1"/>
                  </a:moveTo>
                  <a:cubicBezTo>
                    <a:pt x="22" y="1"/>
                    <a:pt x="0" y="55"/>
                    <a:pt x="0" y="110"/>
                  </a:cubicBezTo>
                  <a:lnTo>
                    <a:pt x="0" y="1944"/>
                  </a:lnTo>
                  <a:cubicBezTo>
                    <a:pt x="0" y="1964"/>
                    <a:pt x="22" y="1983"/>
                    <a:pt x="41" y="1983"/>
                  </a:cubicBezTo>
                  <a:cubicBezTo>
                    <a:pt x="55" y="1983"/>
                    <a:pt x="67" y="1973"/>
                    <a:pt x="67" y="1944"/>
                  </a:cubicBezTo>
                  <a:lnTo>
                    <a:pt x="834" y="610"/>
                  </a:lnTo>
                  <a:cubicBezTo>
                    <a:pt x="867" y="543"/>
                    <a:pt x="867" y="477"/>
                    <a:pt x="834" y="477"/>
                  </a:cubicBezTo>
                  <a:lnTo>
                    <a:pt x="67" y="10"/>
                  </a:lnTo>
                  <a:cubicBezTo>
                    <a:pt x="61" y="4"/>
                    <a:pt x="55" y="1"/>
                    <a:pt x="4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7"/>
            <p:cNvSpPr/>
            <p:nvPr/>
          </p:nvSpPr>
          <p:spPr>
            <a:xfrm>
              <a:off x="2673750" y="3501475"/>
              <a:ext cx="254375" cy="161150"/>
            </a:xfrm>
            <a:custGeom>
              <a:rect b="b" l="l" r="r" t="t"/>
              <a:pathLst>
                <a:path extrusionOk="0" h="6446" w="10175">
                  <a:moveTo>
                    <a:pt x="9925" y="1"/>
                  </a:moveTo>
                  <a:cubicBezTo>
                    <a:pt x="9861" y="1"/>
                    <a:pt x="9787" y="20"/>
                    <a:pt x="9707" y="59"/>
                  </a:cubicBezTo>
                  <a:lnTo>
                    <a:pt x="434" y="5397"/>
                  </a:lnTo>
                  <a:cubicBezTo>
                    <a:pt x="201" y="5563"/>
                    <a:pt x="34" y="5830"/>
                    <a:pt x="0" y="6164"/>
                  </a:cubicBezTo>
                  <a:cubicBezTo>
                    <a:pt x="0" y="6342"/>
                    <a:pt x="89" y="6446"/>
                    <a:pt x="218" y="6446"/>
                  </a:cubicBezTo>
                  <a:cubicBezTo>
                    <a:pt x="282" y="6446"/>
                    <a:pt x="356" y="6420"/>
                    <a:pt x="434" y="6364"/>
                  </a:cubicBezTo>
                  <a:lnTo>
                    <a:pt x="9707" y="1027"/>
                  </a:lnTo>
                  <a:cubicBezTo>
                    <a:pt x="9974" y="860"/>
                    <a:pt x="10141" y="593"/>
                    <a:pt x="10174" y="293"/>
                  </a:cubicBezTo>
                  <a:cubicBezTo>
                    <a:pt x="10174" y="106"/>
                    <a:pt x="10076" y="1"/>
                    <a:pt x="99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7"/>
            <p:cNvSpPr/>
            <p:nvPr/>
          </p:nvSpPr>
          <p:spPr>
            <a:xfrm>
              <a:off x="2628725" y="3650550"/>
              <a:ext cx="21700" cy="49650"/>
            </a:xfrm>
            <a:custGeom>
              <a:rect b="b" l="l" r="r" t="t"/>
              <a:pathLst>
                <a:path extrusionOk="0" h="1986" w="868">
                  <a:moveTo>
                    <a:pt x="67" y="1"/>
                  </a:moveTo>
                  <a:cubicBezTo>
                    <a:pt x="33" y="1"/>
                    <a:pt x="0" y="67"/>
                    <a:pt x="0" y="134"/>
                  </a:cubicBezTo>
                  <a:lnTo>
                    <a:pt x="0" y="1935"/>
                  </a:lnTo>
                  <a:cubicBezTo>
                    <a:pt x="0" y="1969"/>
                    <a:pt x="17" y="1985"/>
                    <a:pt x="33" y="1985"/>
                  </a:cubicBezTo>
                  <a:cubicBezTo>
                    <a:pt x="50" y="1985"/>
                    <a:pt x="67" y="1969"/>
                    <a:pt x="67" y="1935"/>
                  </a:cubicBezTo>
                  <a:lnTo>
                    <a:pt x="834" y="601"/>
                  </a:lnTo>
                  <a:cubicBezTo>
                    <a:pt x="867" y="568"/>
                    <a:pt x="867" y="501"/>
                    <a:pt x="834" y="468"/>
                  </a:cubicBezTo>
                  <a:lnTo>
                    <a:pt x="67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7"/>
            <p:cNvSpPr/>
            <p:nvPr/>
          </p:nvSpPr>
          <p:spPr>
            <a:xfrm>
              <a:off x="2673750" y="3574025"/>
              <a:ext cx="254375" cy="161425"/>
            </a:xfrm>
            <a:custGeom>
              <a:rect b="b" l="l" r="r" t="t"/>
              <a:pathLst>
                <a:path extrusionOk="0" h="6457" w="10175">
                  <a:moveTo>
                    <a:pt x="9925" y="1"/>
                  </a:moveTo>
                  <a:cubicBezTo>
                    <a:pt x="9861" y="1"/>
                    <a:pt x="9787" y="20"/>
                    <a:pt x="9707" y="60"/>
                  </a:cubicBezTo>
                  <a:lnTo>
                    <a:pt x="434" y="5430"/>
                  </a:lnTo>
                  <a:cubicBezTo>
                    <a:pt x="201" y="5564"/>
                    <a:pt x="34" y="5864"/>
                    <a:pt x="0" y="6164"/>
                  </a:cubicBezTo>
                  <a:cubicBezTo>
                    <a:pt x="0" y="6351"/>
                    <a:pt x="99" y="6456"/>
                    <a:pt x="238" y="6456"/>
                  </a:cubicBezTo>
                  <a:cubicBezTo>
                    <a:pt x="298" y="6456"/>
                    <a:pt x="364" y="6437"/>
                    <a:pt x="434" y="6397"/>
                  </a:cubicBezTo>
                  <a:lnTo>
                    <a:pt x="9707" y="1060"/>
                  </a:lnTo>
                  <a:cubicBezTo>
                    <a:pt x="9974" y="893"/>
                    <a:pt x="10141" y="593"/>
                    <a:pt x="10174" y="293"/>
                  </a:cubicBezTo>
                  <a:cubicBezTo>
                    <a:pt x="10174" y="106"/>
                    <a:pt x="10076" y="1"/>
                    <a:pt x="99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7"/>
            <p:cNvSpPr/>
            <p:nvPr/>
          </p:nvSpPr>
          <p:spPr>
            <a:xfrm>
              <a:off x="2628725" y="3724550"/>
              <a:ext cx="21700" cy="49175"/>
            </a:xfrm>
            <a:custGeom>
              <a:rect b="b" l="l" r="r" t="t"/>
              <a:pathLst>
                <a:path extrusionOk="0" h="1967" w="868">
                  <a:moveTo>
                    <a:pt x="49" y="1"/>
                  </a:moveTo>
                  <a:cubicBezTo>
                    <a:pt x="23" y="1"/>
                    <a:pt x="0" y="61"/>
                    <a:pt x="0" y="143"/>
                  </a:cubicBezTo>
                  <a:lnTo>
                    <a:pt x="0" y="1911"/>
                  </a:lnTo>
                  <a:cubicBezTo>
                    <a:pt x="0" y="1950"/>
                    <a:pt x="23" y="1966"/>
                    <a:pt x="42" y="1966"/>
                  </a:cubicBezTo>
                  <a:cubicBezTo>
                    <a:pt x="55" y="1966"/>
                    <a:pt x="67" y="1958"/>
                    <a:pt x="67" y="1944"/>
                  </a:cubicBezTo>
                  <a:lnTo>
                    <a:pt x="834" y="610"/>
                  </a:lnTo>
                  <a:cubicBezTo>
                    <a:pt x="867" y="543"/>
                    <a:pt x="867" y="477"/>
                    <a:pt x="834" y="477"/>
                  </a:cubicBezTo>
                  <a:lnTo>
                    <a:pt x="67" y="10"/>
                  </a:lnTo>
                  <a:cubicBezTo>
                    <a:pt x="61" y="4"/>
                    <a:pt x="55" y="1"/>
                    <a:pt x="4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7"/>
            <p:cNvSpPr/>
            <p:nvPr/>
          </p:nvSpPr>
          <p:spPr>
            <a:xfrm>
              <a:off x="2673750" y="3647050"/>
              <a:ext cx="254375" cy="161475"/>
            </a:xfrm>
            <a:custGeom>
              <a:rect b="b" l="l" r="r" t="t"/>
              <a:pathLst>
                <a:path extrusionOk="0" h="6459" w="10175">
                  <a:moveTo>
                    <a:pt x="9928" y="0"/>
                  </a:moveTo>
                  <a:cubicBezTo>
                    <a:pt x="9863" y="0"/>
                    <a:pt x="9788" y="23"/>
                    <a:pt x="9707" y="74"/>
                  </a:cubicBezTo>
                  <a:lnTo>
                    <a:pt x="434" y="5411"/>
                  </a:lnTo>
                  <a:cubicBezTo>
                    <a:pt x="201" y="5578"/>
                    <a:pt x="34" y="5845"/>
                    <a:pt x="0" y="6145"/>
                  </a:cubicBezTo>
                  <a:cubicBezTo>
                    <a:pt x="0" y="6347"/>
                    <a:pt x="91" y="6459"/>
                    <a:pt x="222" y="6459"/>
                  </a:cubicBezTo>
                  <a:cubicBezTo>
                    <a:pt x="285" y="6459"/>
                    <a:pt x="358" y="6433"/>
                    <a:pt x="434" y="6379"/>
                  </a:cubicBezTo>
                  <a:lnTo>
                    <a:pt x="9707" y="1041"/>
                  </a:lnTo>
                  <a:cubicBezTo>
                    <a:pt x="9974" y="875"/>
                    <a:pt x="10141" y="608"/>
                    <a:pt x="10174" y="308"/>
                  </a:cubicBezTo>
                  <a:cubicBezTo>
                    <a:pt x="10174" y="122"/>
                    <a:pt x="10077" y="0"/>
                    <a:pt x="992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7"/>
            <p:cNvSpPr/>
            <p:nvPr/>
          </p:nvSpPr>
          <p:spPr>
            <a:xfrm>
              <a:off x="2628725" y="3797950"/>
              <a:ext cx="21700" cy="49025"/>
            </a:xfrm>
            <a:custGeom>
              <a:rect b="b" l="l" r="r" t="t"/>
              <a:pathLst>
                <a:path extrusionOk="0" h="1961" w="868">
                  <a:moveTo>
                    <a:pt x="49" y="0"/>
                  </a:moveTo>
                  <a:cubicBezTo>
                    <a:pt x="22" y="0"/>
                    <a:pt x="0" y="55"/>
                    <a:pt x="0" y="109"/>
                  </a:cubicBezTo>
                  <a:lnTo>
                    <a:pt x="0" y="1910"/>
                  </a:lnTo>
                  <a:cubicBezTo>
                    <a:pt x="0" y="1944"/>
                    <a:pt x="17" y="1960"/>
                    <a:pt x="33" y="1960"/>
                  </a:cubicBezTo>
                  <a:cubicBezTo>
                    <a:pt x="50" y="1960"/>
                    <a:pt x="67" y="1944"/>
                    <a:pt x="67" y="1910"/>
                  </a:cubicBezTo>
                  <a:lnTo>
                    <a:pt x="834" y="609"/>
                  </a:lnTo>
                  <a:cubicBezTo>
                    <a:pt x="867" y="543"/>
                    <a:pt x="867" y="476"/>
                    <a:pt x="834" y="476"/>
                  </a:cubicBezTo>
                  <a:lnTo>
                    <a:pt x="67" y="9"/>
                  </a:lnTo>
                  <a:cubicBezTo>
                    <a:pt x="61" y="3"/>
                    <a:pt x="55" y="0"/>
                    <a:pt x="49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7"/>
            <p:cNvSpPr/>
            <p:nvPr/>
          </p:nvSpPr>
          <p:spPr>
            <a:xfrm>
              <a:off x="2673750" y="3720800"/>
              <a:ext cx="254375" cy="161425"/>
            </a:xfrm>
            <a:custGeom>
              <a:rect b="b" l="l" r="r" t="t"/>
              <a:pathLst>
                <a:path extrusionOk="0" h="6457" w="10175">
                  <a:moveTo>
                    <a:pt x="9925" y="1"/>
                  </a:moveTo>
                  <a:cubicBezTo>
                    <a:pt x="9861" y="1"/>
                    <a:pt x="9787" y="20"/>
                    <a:pt x="9707" y="59"/>
                  </a:cubicBezTo>
                  <a:lnTo>
                    <a:pt x="434" y="5397"/>
                  </a:lnTo>
                  <a:cubicBezTo>
                    <a:pt x="201" y="5563"/>
                    <a:pt x="34" y="5864"/>
                    <a:pt x="0" y="6164"/>
                  </a:cubicBezTo>
                  <a:cubicBezTo>
                    <a:pt x="0" y="6351"/>
                    <a:pt x="99" y="6456"/>
                    <a:pt x="238" y="6456"/>
                  </a:cubicBezTo>
                  <a:cubicBezTo>
                    <a:pt x="298" y="6456"/>
                    <a:pt x="364" y="6437"/>
                    <a:pt x="434" y="6397"/>
                  </a:cubicBezTo>
                  <a:lnTo>
                    <a:pt x="9707" y="1060"/>
                  </a:lnTo>
                  <a:cubicBezTo>
                    <a:pt x="9974" y="893"/>
                    <a:pt x="10141" y="593"/>
                    <a:pt x="10174" y="293"/>
                  </a:cubicBezTo>
                  <a:cubicBezTo>
                    <a:pt x="10174" y="106"/>
                    <a:pt x="10076" y="1"/>
                    <a:pt x="992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7"/>
            <p:cNvSpPr/>
            <p:nvPr/>
          </p:nvSpPr>
          <p:spPr>
            <a:xfrm>
              <a:off x="2628725" y="3871550"/>
              <a:ext cx="21700" cy="48800"/>
            </a:xfrm>
            <a:custGeom>
              <a:rect b="b" l="l" r="r" t="t"/>
              <a:pathLst>
                <a:path extrusionOk="0" h="1952" w="868">
                  <a:moveTo>
                    <a:pt x="67" y="0"/>
                  </a:moveTo>
                  <a:cubicBezTo>
                    <a:pt x="33" y="0"/>
                    <a:pt x="0" y="67"/>
                    <a:pt x="0" y="134"/>
                  </a:cubicBezTo>
                  <a:lnTo>
                    <a:pt x="0" y="1902"/>
                  </a:lnTo>
                  <a:cubicBezTo>
                    <a:pt x="0" y="1935"/>
                    <a:pt x="17" y="1952"/>
                    <a:pt x="33" y="1952"/>
                  </a:cubicBezTo>
                  <a:cubicBezTo>
                    <a:pt x="50" y="1952"/>
                    <a:pt x="67" y="1935"/>
                    <a:pt x="67" y="1902"/>
                  </a:cubicBezTo>
                  <a:lnTo>
                    <a:pt x="834" y="601"/>
                  </a:lnTo>
                  <a:cubicBezTo>
                    <a:pt x="867" y="567"/>
                    <a:pt x="867" y="501"/>
                    <a:pt x="834" y="467"/>
                  </a:cubicBezTo>
                  <a:lnTo>
                    <a:pt x="67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7"/>
            <p:cNvSpPr/>
            <p:nvPr/>
          </p:nvSpPr>
          <p:spPr>
            <a:xfrm>
              <a:off x="3136575" y="1656475"/>
              <a:ext cx="783925" cy="662800"/>
            </a:xfrm>
            <a:custGeom>
              <a:rect b="b" l="l" r="r" t="t"/>
              <a:pathLst>
                <a:path extrusionOk="0" h="26512" w="31357">
                  <a:moveTo>
                    <a:pt x="31106" y="1"/>
                  </a:moveTo>
                  <a:cubicBezTo>
                    <a:pt x="31042" y="1"/>
                    <a:pt x="30969" y="24"/>
                    <a:pt x="30889" y="73"/>
                  </a:cubicBezTo>
                  <a:lnTo>
                    <a:pt x="468" y="17653"/>
                  </a:lnTo>
                  <a:cubicBezTo>
                    <a:pt x="201" y="17819"/>
                    <a:pt x="34" y="18086"/>
                    <a:pt x="1" y="18420"/>
                  </a:cubicBezTo>
                  <a:lnTo>
                    <a:pt x="1" y="26192"/>
                  </a:lnTo>
                  <a:cubicBezTo>
                    <a:pt x="1" y="26387"/>
                    <a:pt x="108" y="26511"/>
                    <a:pt x="270" y="26511"/>
                  </a:cubicBezTo>
                  <a:cubicBezTo>
                    <a:pt x="329" y="26511"/>
                    <a:pt x="396" y="26495"/>
                    <a:pt x="468" y="26459"/>
                  </a:cubicBezTo>
                  <a:lnTo>
                    <a:pt x="30889" y="8880"/>
                  </a:lnTo>
                  <a:cubicBezTo>
                    <a:pt x="31156" y="8713"/>
                    <a:pt x="31323" y="8413"/>
                    <a:pt x="31356" y="8079"/>
                  </a:cubicBezTo>
                  <a:lnTo>
                    <a:pt x="31356" y="340"/>
                  </a:lnTo>
                  <a:cubicBezTo>
                    <a:pt x="31356" y="129"/>
                    <a:pt x="31258" y="1"/>
                    <a:pt x="31106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7"/>
            <p:cNvSpPr/>
            <p:nvPr/>
          </p:nvSpPr>
          <p:spPr>
            <a:xfrm>
              <a:off x="3212475" y="2151975"/>
              <a:ext cx="10850" cy="29575"/>
            </a:xfrm>
            <a:custGeom>
              <a:rect b="b" l="l" r="r" t="t"/>
              <a:pathLst>
                <a:path extrusionOk="0" h="1183" w="434">
                  <a:moveTo>
                    <a:pt x="434" y="1"/>
                  </a:moveTo>
                  <a:lnTo>
                    <a:pt x="0" y="234"/>
                  </a:lnTo>
                  <a:lnTo>
                    <a:pt x="0" y="268"/>
                  </a:lnTo>
                  <a:cubicBezTo>
                    <a:pt x="0" y="268"/>
                    <a:pt x="0" y="301"/>
                    <a:pt x="0" y="301"/>
                  </a:cubicBezTo>
                  <a:lnTo>
                    <a:pt x="0" y="434"/>
                  </a:lnTo>
                  <a:lnTo>
                    <a:pt x="0" y="468"/>
                  </a:lnTo>
                  <a:lnTo>
                    <a:pt x="267" y="301"/>
                  </a:lnTo>
                  <a:lnTo>
                    <a:pt x="67" y="1135"/>
                  </a:lnTo>
                  <a:cubicBezTo>
                    <a:pt x="67" y="1159"/>
                    <a:pt x="83" y="1182"/>
                    <a:pt x="93" y="1182"/>
                  </a:cubicBezTo>
                  <a:cubicBezTo>
                    <a:pt x="97" y="1182"/>
                    <a:pt x="100" y="1178"/>
                    <a:pt x="100" y="1168"/>
                  </a:cubicBezTo>
                  <a:lnTo>
                    <a:pt x="234" y="1102"/>
                  </a:lnTo>
                  <a:cubicBezTo>
                    <a:pt x="234" y="1068"/>
                    <a:pt x="234" y="1068"/>
                    <a:pt x="234" y="1068"/>
                  </a:cubicBezTo>
                  <a:lnTo>
                    <a:pt x="434" y="234"/>
                  </a:lnTo>
                  <a:cubicBezTo>
                    <a:pt x="434" y="201"/>
                    <a:pt x="434" y="168"/>
                    <a:pt x="434" y="134"/>
                  </a:cubicBezTo>
                  <a:lnTo>
                    <a:pt x="434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7"/>
            <p:cNvSpPr/>
            <p:nvPr/>
          </p:nvSpPr>
          <p:spPr>
            <a:xfrm>
              <a:off x="3226650" y="2144475"/>
              <a:ext cx="13350" cy="27550"/>
            </a:xfrm>
            <a:custGeom>
              <a:rect b="b" l="l" r="r" t="t"/>
              <a:pathLst>
                <a:path extrusionOk="0" h="1102" w="534">
                  <a:moveTo>
                    <a:pt x="367" y="267"/>
                  </a:moveTo>
                  <a:cubicBezTo>
                    <a:pt x="367" y="301"/>
                    <a:pt x="367" y="301"/>
                    <a:pt x="367" y="334"/>
                  </a:cubicBezTo>
                  <a:cubicBezTo>
                    <a:pt x="367" y="334"/>
                    <a:pt x="367" y="368"/>
                    <a:pt x="367" y="401"/>
                  </a:cubicBezTo>
                  <a:lnTo>
                    <a:pt x="367" y="634"/>
                  </a:lnTo>
                  <a:lnTo>
                    <a:pt x="334" y="634"/>
                  </a:lnTo>
                  <a:cubicBezTo>
                    <a:pt x="367" y="634"/>
                    <a:pt x="367" y="668"/>
                    <a:pt x="367" y="701"/>
                  </a:cubicBezTo>
                  <a:cubicBezTo>
                    <a:pt x="367" y="701"/>
                    <a:pt x="367" y="734"/>
                    <a:pt x="367" y="768"/>
                  </a:cubicBezTo>
                  <a:cubicBezTo>
                    <a:pt x="367" y="768"/>
                    <a:pt x="367" y="801"/>
                    <a:pt x="334" y="801"/>
                  </a:cubicBezTo>
                  <a:cubicBezTo>
                    <a:pt x="334" y="835"/>
                    <a:pt x="300" y="835"/>
                    <a:pt x="300" y="835"/>
                  </a:cubicBezTo>
                  <a:cubicBezTo>
                    <a:pt x="284" y="851"/>
                    <a:pt x="275" y="860"/>
                    <a:pt x="267" y="860"/>
                  </a:cubicBezTo>
                  <a:cubicBezTo>
                    <a:pt x="259" y="860"/>
                    <a:pt x="250" y="851"/>
                    <a:pt x="234" y="835"/>
                  </a:cubicBezTo>
                  <a:cubicBezTo>
                    <a:pt x="200" y="835"/>
                    <a:pt x="200" y="835"/>
                    <a:pt x="234" y="801"/>
                  </a:cubicBezTo>
                  <a:lnTo>
                    <a:pt x="234" y="734"/>
                  </a:lnTo>
                  <a:lnTo>
                    <a:pt x="234" y="501"/>
                  </a:lnTo>
                  <a:lnTo>
                    <a:pt x="234" y="434"/>
                  </a:lnTo>
                  <a:cubicBezTo>
                    <a:pt x="200" y="401"/>
                    <a:pt x="200" y="401"/>
                    <a:pt x="234" y="368"/>
                  </a:cubicBezTo>
                  <a:cubicBezTo>
                    <a:pt x="234" y="368"/>
                    <a:pt x="234" y="334"/>
                    <a:pt x="234" y="334"/>
                  </a:cubicBezTo>
                  <a:cubicBezTo>
                    <a:pt x="267" y="301"/>
                    <a:pt x="267" y="301"/>
                    <a:pt x="300" y="267"/>
                  </a:cubicBezTo>
                  <a:close/>
                  <a:moveTo>
                    <a:pt x="400" y="1"/>
                  </a:moveTo>
                  <a:cubicBezTo>
                    <a:pt x="334" y="1"/>
                    <a:pt x="300" y="34"/>
                    <a:pt x="267" y="67"/>
                  </a:cubicBezTo>
                  <a:cubicBezTo>
                    <a:pt x="234" y="67"/>
                    <a:pt x="167" y="101"/>
                    <a:pt x="134" y="167"/>
                  </a:cubicBezTo>
                  <a:cubicBezTo>
                    <a:pt x="100" y="201"/>
                    <a:pt x="100" y="234"/>
                    <a:pt x="67" y="267"/>
                  </a:cubicBezTo>
                  <a:cubicBezTo>
                    <a:pt x="34" y="334"/>
                    <a:pt x="34" y="368"/>
                    <a:pt x="34" y="434"/>
                  </a:cubicBezTo>
                  <a:cubicBezTo>
                    <a:pt x="0" y="501"/>
                    <a:pt x="0" y="534"/>
                    <a:pt x="34" y="601"/>
                  </a:cubicBezTo>
                  <a:lnTo>
                    <a:pt x="34" y="835"/>
                  </a:lnTo>
                  <a:cubicBezTo>
                    <a:pt x="0" y="901"/>
                    <a:pt x="0" y="935"/>
                    <a:pt x="34" y="968"/>
                  </a:cubicBezTo>
                  <a:cubicBezTo>
                    <a:pt x="34" y="1001"/>
                    <a:pt x="34" y="1035"/>
                    <a:pt x="67" y="1068"/>
                  </a:cubicBezTo>
                  <a:cubicBezTo>
                    <a:pt x="100" y="1101"/>
                    <a:pt x="100" y="1101"/>
                    <a:pt x="134" y="1101"/>
                  </a:cubicBezTo>
                  <a:cubicBezTo>
                    <a:pt x="200" y="1101"/>
                    <a:pt x="234" y="1101"/>
                    <a:pt x="267" y="1068"/>
                  </a:cubicBezTo>
                  <a:cubicBezTo>
                    <a:pt x="300" y="1035"/>
                    <a:pt x="367" y="1001"/>
                    <a:pt x="400" y="968"/>
                  </a:cubicBezTo>
                  <a:cubicBezTo>
                    <a:pt x="434" y="935"/>
                    <a:pt x="434" y="901"/>
                    <a:pt x="467" y="835"/>
                  </a:cubicBezTo>
                  <a:cubicBezTo>
                    <a:pt x="501" y="801"/>
                    <a:pt x="501" y="734"/>
                    <a:pt x="534" y="701"/>
                  </a:cubicBezTo>
                  <a:cubicBezTo>
                    <a:pt x="534" y="634"/>
                    <a:pt x="534" y="601"/>
                    <a:pt x="534" y="534"/>
                  </a:cubicBezTo>
                  <a:lnTo>
                    <a:pt x="534" y="267"/>
                  </a:lnTo>
                  <a:cubicBezTo>
                    <a:pt x="534" y="234"/>
                    <a:pt x="534" y="201"/>
                    <a:pt x="534" y="134"/>
                  </a:cubicBezTo>
                  <a:cubicBezTo>
                    <a:pt x="501" y="101"/>
                    <a:pt x="501" y="67"/>
                    <a:pt x="467" y="34"/>
                  </a:cubicBezTo>
                  <a:cubicBezTo>
                    <a:pt x="434" y="34"/>
                    <a:pt x="434" y="1"/>
                    <a:pt x="40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7"/>
            <p:cNvSpPr/>
            <p:nvPr/>
          </p:nvSpPr>
          <p:spPr>
            <a:xfrm>
              <a:off x="3241650" y="2131975"/>
              <a:ext cx="17550" cy="32550"/>
            </a:xfrm>
            <a:custGeom>
              <a:rect b="b" l="l" r="r" t="t"/>
              <a:pathLst>
                <a:path extrusionOk="0" h="1302" w="702">
                  <a:moveTo>
                    <a:pt x="167" y="401"/>
                  </a:moveTo>
                  <a:cubicBezTo>
                    <a:pt x="167" y="434"/>
                    <a:pt x="167" y="434"/>
                    <a:pt x="167" y="467"/>
                  </a:cubicBezTo>
                  <a:lnTo>
                    <a:pt x="167" y="534"/>
                  </a:lnTo>
                  <a:cubicBezTo>
                    <a:pt x="167" y="567"/>
                    <a:pt x="167" y="601"/>
                    <a:pt x="167" y="601"/>
                  </a:cubicBezTo>
                  <a:cubicBezTo>
                    <a:pt x="167" y="634"/>
                    <a:pt x="134" y="634"/>
                    <a:pt x="134" y="634"/>
                  </a:cubicBezTo>
                  <a:lnTo>
                    <a:pt x="101" y="634"/>
                  </a:lnTo>
                  <a:cubicBezTo>
                    <a:pt x="101" y="634"/>
                    <a:pt x="101" y="601"/>
                    <a:pt x="101" y="601"/>
                  </a:cubicBezTo>
                  <a:cubicBezTo>
                    <a:pt x="101" y="567"/>
                    <a:pt x="101" y="534"/>
                    <a:pt x="101" y="501"/>
                  </a:cubicBezTo>
                  <a:cubicBezTo>
                    <a:pt x="101" y="467"/>
                    <a:pt x="101" y="467"/>
                    <a:pt x="101" y="434"/>
                  </a:cubicBezTo>
                  <a:cubicBezTo>
                    <a:pt x="101" y="434"/>
                    <a:pt x="101" y="401"/>
                    <a:pt x="134" y="401"/>
                  </a:cubicBezTo>
                  <a:close/>
                  <a:moveTo>
                    <a:pt x="167" y="267"/>
                  </a:moveTo>
                  <a:cubicBezTo>
                    <a:pt x="134" y="267"/>
                    <a:pt x="101" y="300"/>
                    <a:pt x="101" y="334"/>
                  </a:cubicBezTo>
                  <a:cubicBezTo>
                    <a:pt x="67" y="334"/>
                    <a:pt x="67" y="367"/>
                    <a:pt x="34" y="401"/>
                  </a:cubicBezTo>
                  <a:cubicBezTo>
                    <a:pt x="34" y="401"/>
                    <a:pt x="34" y="434"/>
                    <a:pt x="34" y="467"/>
                  </a:cubicBezTo>
                  <a:cubicBezTo>
                    <a:pt x="34" y="501"/>
                    <a:pt x="34" y="534"/>
                    <a:pt x="34" y="567"/>
                  </a:cubicBezTo>
                  <a:lnTo>
                    <a:pt x="34" y="667"/>
                  </a:lnTo>
                  <a:cubicBezTo>
                    <a:pt x="1" y="667"/>
                    <a:pt x="1" y="701"/>
                    <a:pt x="34" y="734"/>
                  </a:cubicBezTo>
                  <a:cubicBezTo>
                    <a:pt x="34" y="767"/>
                    <a:pt x="34" y="767"/>
                    <a:pt x="34" y="767"/>
                  </a:cubicBezTo>
                  <a:cubicBezTo>
                    <a:pt x="51" y="784"/>
                    <a:pt x="59" y="792"/>
                    <a:pt x="67" y="792"/>
                  </a:cubicBezTo>
                  <a:cubicBezTo>
                    <a:pt x="76" y="792"/>
                    <a:pt x="84" y="784"/>
                    <a:pt x="101" y="767"/>
                  </a:cubicBezTo>
                  <a:cubicBezTo>
                    <a:pt x="101" y="784"/>
                    <a:pt x="109" y="792"/>
                    <a:pt x="122" y="792"/>
                  </a:cubicBezTo>
                  <a:cubicBezTo>
                    <a:pt x="134" y="792"/>
                    <a:pt x="151" y="784"/>
                    <a:pt x="167" y="767"/>
                  </a:cubicBezTo>
                  <a:cubicBezTo>
                    <a:pt x="167" y="767"/>
                    <a:pt x="201" y="734"/>
                    <a:pt x="234" y="734"/>
                  </a:cubicBezTo>
                  <a:cubicBezTo>
                    <a:pt x="234" y="701"/>
                    <a:pt x="234" y="667"/>
                    <a:pt x="267" y="667"/>
                  </a:cubicBezTo>
                  <a:cubicBezTo>
                    <a:pt x="267" y="634"/>
                    <a:pt x="267" y="601"/>
                    <a:pt x="301" y="567"/>
                  </a:cubicBezTo>
                  <a:cubicBezTo>
                    <a:pt x="301" y="567"/>
                    <a:pt x="301" y="534"/>
                    <a:pt x="301" y="501"/>
                  </a:cubicBezTo>
                  <a:lnTo>
                    <a:pt x="301" y="401"/>
                  </a:lnTo>
                  <a:cubicBezTo>
                    <a:pt x="301" y="367"/>
                    <a:pt x="301" y="334"/>
                    <a:pt x="301" y="334"/>
                  </a:cubicBezTo>
                  <a:lnTo>
                    <a:pt x="267" y="267"/>
                  </a:lnTo>
                  <a:close/>
                  <a:moveTo>
                    <a:pt x="601" y="667"/>
                  </a:moveTo>
                  <a:cubicBezTo>
                    <a:pt x="601" y="667"/>
                    <a:pt x="601" y="701"/>
                    <a:pt x="601" y="701"/>
                  </a:cubicBezTo>
                  <a:lnTo>
                    <a:pt x="601" y="801"/>
                  </a:lnTo>
                  <a:cubicBezTo>
                    <a:pt x="601" y="801"/>
                    <a:pt x="601" y="834"/>
                    <a:pt x="601" y="868"/>
                  </a:cubicBezTo>
                  <a:cubicBezTo>
                    <a:pt x="568" y="901"/>
                    <a:pt x="601" y="901"/>
                    <a:pt x="568" y="901"/>
                  </a:cubicBezTo>
                  <a:lnTo>
                    <a:pt x="534" y="901"/>
                  </a:lnTo>
                  <a:cubicBezTo>
                    <a:pt x="534" y="868"/>
                    <a:pt x="534" y="868"/>
                    <a:pt x="534" y="834"/>
                  </a:cubicBezTo>
                  <a:cubicBezTo>
                    <a:pt x="534" y="801"/>
                    <a:pt x="534" y="767"/>
                    <a:pt x="534" y="734"/>
                  </a:cubicBezTo>
                  <a:cubicBezTo>
                    <a:pt x="534" y="734"/>
                    <a:pt x="534" y="701"/>
                    <a:pt x="534" y="701"/>
                  </a:cubicBezTo>
                  <a:cubicBezTo>
                    <a:pt x="534" y="667"/>
                    <a:pt x="534" y="667"/>
                    <a:pt x="568" y="667"/>
                  </a:cubicBezTo>
                  <a:close/>
                  <a:moveTo>
                    <a:pt x="568" y="501"/>
                  </a:moveTo>
                  <a:cubicBezTo>
                    <a:pt x="534" y="501"/>
                    <a:pt x="534" y="534"/>
                    <a:pt x="501" y="567"/>
                  </a:cubicBezTo>
                  <a:cubicBezTo>
                    <a:pt x="501" y="567"/>
                    <a:pt x="468" y="601"/>
                    <a:pt x="468" y="634"/>
                  </a:cubicBezTo>
                  <a:cubicBezTo>
                    <a:pt x="468" y="667"/>
                    <a:pt x="434" y="701"/>
                    <a:pt x="434" y="701"/>
                  </a:cubicBezTo>
                  <a:cubicBezTo>
                    <a:pt x="434" y="734"/>
                    <a:pt x="434" y="767"/>
                    <a:pt x="434" y="801"/>
                  </a:cubicBezTo>
                  <a:lnTo>
                    <a:pt x="434" y="901"/>
                  </a:lnTo>
                  <a:cubicBezTo>
                    <a:pt x="434" y="934"/>
                    <a:pt x="434" y="968"/>
                    <a:pt x="434" y="968"/>
                  </a:cubicBezTo>
                  <a:cubicBezTo>
                    <a:pt x="434" y="1001"/>
                    <a:pt x="468" y="1001"/>
                    <a:pt x="468" y="1034"/>
                  </a:cubicBezTo>
                  <a:lnTo>
                    <a:pt x="568" y="1034"/>
                  </a:lnTo>
                  <a:cubicBezTo>
                    <a:pt x="601" y="1001"/>
                    <a:pt x="634" y="1001"/>
                    <a:pt x="634" y="968"/>
                  </a:cubicBezTo>
                  <a:cubicBezTo>
                    <a:pt x="668" y="968"/>
                    <a:pt x="668" y="934"/>
                    <a:pt x="701" y="901"/>
                  </a:cubicBezTo>
                  <a:cubicBezTo>
                    <a:pt x="701" y="868"/>
                    <a:pt x="701" y="868"/>
                    <a:pt x="701" y="834"/>
                  </a:cubicBezTo>
                  <a:cubicBezTo>
                    <a:pt x="701" y="801"/>
                    <a:pt x="701" y="767"/>
                    <a:pt x="701" y="734"/>
                  </a:cubicBezTo>
                  <a:lnTo>
                    <a:pt x="701" y="634"/>
                  </a:lnTo>
                  <a:lnTo>
                    <a:pt x="701" y="567"/>
                  </a:lnTo>
                  <a:cubicBezTo>
                    <a:pt x="701" y="534"/>
                    <a:pt x="668" y="501"/>
                    <a:pt x="668" y="501"/>
                  </a:cubicBezTo>
                  <a:close/>
                  <a:moveTo>
                    <a:pt x="601" y="0"/>
                  </a:moveTo>
                  <a:lnTo>
                    <a:pt x="534" y="67"/>
                  </a:lnTo>
                  <a:lnTo>
                    <a:pt x="534" y="100"/>
                  </a:lnTo>
                  <a:lnTo>
                    <a:pt x="67" y="1301"/>
                  </a:lnTo>
                  <a:lnTo>
                    <a:pt x="67" y="1301"/>
                  </a:lnTo>
                  <a:lnTo>
                    <a:pt x="134" y="1234"/>
                  </a:lnTo>
                  <a:lnTo>
                    <a:pt x="167" y="1234"/>
                  </a:lnTo>
                  <a:lnTo>
                    <a:pt x="167" y="1201"/>
                  </a:lnTo>
                  <a:lnTo>
                    <a:pt x="601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7"/>
            <p:cNvSpPr/>
            <p:nvPr/>
          </p:nvSpPr>
          <p:spPr>
            <a:xfrm>
              <a:off x="3188275" y="2109450"/>
              <a:ext cx="25875" cy="48400"/>
            </a:xfrm>
            <a:custGeom>
              <a:rect b="b" l="l" r="r" t="t"/>
              <a:pathLst>
                <a:path extrusionOk="0" h="1936" w="1035">
                  <a:moveTo>
                    <a:pt x="735" y="1"/>
                  </a:moveTo>
                  <a:cubicBezTo>
                    <a:pt x="368" y="601"/>
                    <a:pt x="134" y="1235"/>
                    <a:pt x="1" y="1935"/>
                  </a:cubicBezTo>
                  <a:lnTo>
                    <a:pt x="501" y="1902"/>
                  </a:lnTo>
                  <a:cubicBezTo>
                    <a:pt x="601" y="1402"/>
                    <a:pt x="768" y="901"/>
                    <a:pt x="1035" y="468"/>
                  </a:cubicBezTo>
                  <a:lnTo>
                    <a:pt x="735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7"/>
            <p:cNvSpPr/>
            <p:nvPr/>
          </p:nvSpPr>
          <p:spPr>
            <a:xfrm>
              <a:off x="3206625" y="2077775"/>
              <a:ext cx="29225" cy="43375"/>
            </a:xfrm>
            <a:custGeom>
              <a:rect b="b" l="l" r="r" t="t"/>
              <a:pathLst>
                <a:path extrusionOk="0" h="1735" w="1169">
                  <a:moveTo>
                    <a:pt x="1168" y="0"/>
                  </a:moveTo>
                  <a:cubicBezTo>
                    <a:pt x="668" y="300"/>
                    <a:pt x="267" y="734"/>
                    <a:pt x="1" y="1234"/>
                  </a:cubicBezTo>
                  <a:lnTo>
                    <a:pt x="301" y="1735"/>
                  </a:lnTo>
                  <a:cubicBezTo>
                    <a:pt x="501" y="1334"/>
                    <a:pt x="801" y="1034"/>
                    <a:pt x="1168" y="801"/>
                  </a:cubicBezTo>
                  <a:lnTo>
                    <a:pt x="1168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37"/>
            <p:cNvSpPr/>
            <p:nvPr/>
          </p:nvSpPr>
          <p:spPr>
            <a:xfrm>
              <a:off x="3185775" y="2156975"/>
              <a:ext cx="15050" cy="48400"/>
            </a:xfrm>
            <a:custGeom>
              <a:rect b="b" l="l" r="r" t="t"/>
              <a:pathLst>
                <a:path extrusionOk="0" h="1936" w="602">
                  <a:moveTo>
                    <a:pt x="601" y="1"/>
                  </a:moveTo>
                  <a:lnTo>
                    <a:pt x="101" y="34"/>
                  </a:lnTo>
                  <a:cubicBezTo>
                    <a:pt x="34" y="368"/>
                    <a:pt x="1" y="701"/>
                    <a:pt x="1" y="1035"/>
                  </a:cubicBezTo>
                  <a:cubicBezTo>
                    <a:pt x="1" y="1335"/>
                    <a:pt x="34" y="1635"/>
                    <a:pt x="101" y="1936"/>
                  </a:cubicBezTo>
                  <a:lnTo>
                    <a:pt x="601" y="1402"/>
                  </a:lnTo>
                  <a:cubicBezTo>
                    <a:pt x="568" y="1168"/>
                    <a:pt x="534" y="968"/>
                    <a:pt x="534" y="735"/>
                  </a:cubicBezTo>
                  <a:cubicBezTo>
                    <a:pt x="534" y="501"/>
                    <a:pt x="568" y="234"/>
                    <a:pt x="6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7"/>
            <p:cNvSpPr/>
            <p:nvPr/>
          </p:nvSpPr>
          <p:spPr>
            <a:xfrm>
              <a:off x="3188275" y="2072650"/>
              <a:ext cx="97600" cy="162850"/>
            </a:xfrm>
            <a:custGeom>
              <a:rect b="b" l="l" r="r" t="t"/>
              <a:pathLst>
                <a:path extrusionOk="0" h="6514" w="3904">
                  <a:moveTo>
                    <a:pt x="2576" y="1"/>
                  </a:moveTo>
                  <a:cubicBezTo>
                    <a:pt x="2337" y="1"/>
                    <a:pt x="2097" y="69"/>
                    <a:pt x="1902" y="205"/>
                  </a:cubicBezTo>
                  <a:lnTo>
                    <a:pt x="1902" y="1006"/>
                  </a:lnTo>
                  <a:cubicBezTo>
                    <a:pt x="2058" y="908"/>
                    <a:pt x="2236" y="857"/>
                    <a:pt x="2410" y="857"/>
                  </a:cubicBezTo>
                  <a:cubicBezTo>
                    <a:pt x="2535" y="857"/>
                    <a:pt x="2658" y="883"/>
                    <a:pt x="2769" y="939"/>
                  </a:cubicBezTo>
                  <a:cubicBezTo>
                    <a:pt x="3036" y="1139"/>
                    <a:pt x="3236" y="1439"/>
                    <a:pt x="3303" y="1773"/>
                  </a:cubicBezTo>
                  <a:cubicBezTo>
                    <a:pt x="3336" y="1973"/>
                    <a:pt x="3370" y="2206"/>
                    <a:pt x="3370" y="2440"/>
                  </a:cubicBezTo>
                  <a:cubicBezTo>
                    <a:pt x="3370" y="2673"/>
                    <a:pt x="3336" y="2907"/>
                    <a:pt x="3303" y="3174"/>
                  </a:cubicBezTo>
                  <a:cubicBezTo>
                    <a:pt x="3203" y="3674"/>
                    <a:pt x="3036" y="4141"/>
                    <a:pt x="2769" y="4608"/>
                  </a:cubicBezTo>
                  <a:cubicBezTo>
                    <a:pt x="2569" y="4975"/>
                    <a:pt x="2269" y="5309"/>
                    <a:pt x="1902" y="5542"/>
                  </a:cubicBezTo>
                  <a:cubicBezTo>
                    <a:pt x="1747" y="5639"/>
                    <a:pt x="1569" y="5691"/>
                    <a:pt x="1394" y="5691"/>
                  </a:cubicBezTo>
                  <a:cubicBezTo>
                    <a:pt x="1269" y="5691"/>
                    <a:pt x="1146" y="5665"/>
                    <a:pt x="1035" y="5609"/>
                  </a:cubicBezTo>
                  <a:cubicBezTo>
                    <a:pt x="735" y="5409"/>
                    <a:pt x="568" y="5109"/>
                    <a:pt x="501" y="4775"/>
                  </a:cubicBezTo>
                  <a:lnTo>
                    <a:pt x="1" y="5309"/>
                  </a:lnTo>
                  <a:cubicBezTo>
                    <a:pt x="101" y="5742"/>
                    <a:pt x="334" y="6143"/>
                    <a:pt x="735" y="6409"/>
                  </a:cubicBezTo>
                  <a:cubicBezTo>
                    <a:pt x="887" y="6479"/>
                    <a:pt x="1058" y="6514"/>
                    <a:pt x="1228" y="6514"/>
                  </a:cubicBezTo>
                  <a:cubicBezTo>
                    <a:pt x="1468" y="6514"/>
                    <a:pt x="1708" y="6446"/>
                    <a:pt x="1902" y="6309"/>
                  </a:cubicBezTo>
                  <a:cubicBezTo>
                    <a:pt x="2402" y="6009"/>
                    <a:pt x="2803" y="5576"/>
                    <a:pt x="3070" y="5075"/>
                  </a:cubicBezTo>
                  <a:cubicBezTo>
                    <a:pt x="3403" y="4475"/>
                    <a:pt x="3670" y="3808"/>
                    <a:pt x="3803" y="3140"/>
                  </a:cubicBezTo>
                  <a:cubicBezTo>
                    <a:pt x="3870" y="2807"/>
                    <a:pt x="3870" y="2440"/>
                    <a:pt x="3904" y="2106"/>
                  </a:cubicBezTo>
                  <a:cubicBezTo>
                    <a:pt x="3904" y="1806"/>
                    <a:pt x="3870" y="1506"/>
                    <a:pt x="3803" y="1239"/>
                  </a:cubicBezTo>
                  <a:cubicBezTo>
                    <a:pt x="3703" y="772"/>
                    <a:pt x="3470" y="372"/>
                    <a:pt x="3070" y="105"/>
                  </a:cubicBezTo>
                  <a:cubicBezTo>
                    <a:pt x="2917" y="35"/>
                    <a:pt x="2746" y="1"/>
                    <a:pt x="257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7"/>
            <p:cNvSpPr/>
            <p:nvPr/>
          </p:nvSpPr>
          <p:spPr>
            <a:xfrm>
              <a:off x="3348400" y="1913300"/>
              <a:ext cx="254375" cy="160950"/>
            </a:xfrm>
            <a:custGeom>
              <a:rect b="b" l="l" r="r" t="t"/>
              <a:pathLst>
                <a:path extrusionOk="0" h="6438" w="10175">
                  <a:moveTo>
                    <a:pt x="9928" y="1"/>
                  </a:moveTo>
                  <a:cubicBezTo>
                    <a:pt x="9863" y="1"/>
                    <a:pt x="9788" y="24"/>
                    <a:pt x="9707" y="74"/>
                  </a:cubicBezTo>
                  <a:lnTo>
                    <a:pt x="467" y="5412"/>
                  </a:lnTo>
                  <a:cubicBezTo>
                    <a:pt x="200" y="5578"/>
                    <a:pt x="34" y="5845"/>
                    <a:pt x="0" y="6145"/>
                  </a:cubicBezTo>
                  <a:cubicBezTo>
                    <a:pt x="0" y="6333"/>
                    <a:pt x="99" y="6438"/>
                    <a:pt x="250" y="6438"/>
                  </a:cubicBezTo>
                  <a:cubicBezTo>
                    <a:pt x="314" y="6438"/>
                    <a:pt x="388" y="6419"/>
                    <a:pt x="467" y="6379"/>
                  </a:cubicBezTo>
                  <a:lnTo>
                    <a:pt x="9707" y="1042"/>
                  </a:lnTo>
                  <a:cubicBezTo>
                    <a:pt x="9974" y="875"/>
                    <a:pt x="10141" y="608"/>
                    <a:pt x="10174" y="308"/>
                  </a:cubicBezTo>
                  <a:cubicBezTo>
                    <a:pt x="10174" y="122"/>
                    <a:pt x="10077" y="1"/>
                    <a:pt x="992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7"/>
            <p:cNvSpPr/>
            <p:nvPr/>
          </p:nvSpPr>
          <p:spPr>
            <a:xfrm>
              <a:off x="3348400" y="1864775"/>
              <a:ext cx="423650" cy="259250"/>
            </a:xfrm>
            <a:custGeom>
              <a:rect b="b" l="l" r="r" t="t"/>
              <a:pathLst>
                <a:path extrusionOk="0" h="10370" w="16946">
                  <a:moveTo>
                    <a:pt x="16714" y="0"/>
                  </a:moveTo>
                  <a:cubicBezTo>
                    <a:pt x="16646" y="0"/>
                    <a:pt x="16566" y="26"/>
                    <a:pt x="16479" y="81"/>
                  </a:cubicBezTo>
                  <a:lnTo>
                    <a:pt x="467" y="9321"/>
                  </a:lnTo>
                  <a:cubicBezTo>
                    <a:pt x="200" y="9487"/>
                    <a:pt x="34" y="9754"/>
                    <a:pt x="0" y="10088"/>
                  </a:cubicBezTo>
                  <a:cubicBezTo>
                    <a:pt x="0" y="10266"/>
                    <a:pt x="89" y="10369"/>
                    <a:pt x="228" y="10369"/>
                  </a:cubicBezTo>
                  <a:cubicBezTo>
                    <a:pt x="297" y="10369"/>
                    <a:pt x="378" y="10344"/>
                    <a:pt x="467" y="10288"/>
                  </a:cubicBezTo>
                  <a:lnTo>
                    <a:pt x="16479" y="1048"/>
                  </a:lnTo>
                  <a:cubicBezTo>
                    <a:pt x="16746" y="881"/>
                    <a:pt x="16912" y="614"/>
                    <a:pt x="16946" y="314"/>
                  </a:cubicBezTo>
                  <a:cubicBezTo>
                    <a:pt x="16946" y="112"/>
                    <a:pt x="16855" y="0"/>
                    <a:pt x="1671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7"/>
            <p:cNvSpPr/>
            <p:nvPr/>
          </p:nvSpPr>
          <p:spPr>
            <a:xfrm>
              <a:off x="3962175" y="1179850"/>
              <a:ext cx="783900" cy="662550"/>
            </a:xfrm>
            <a:custGeom>
              <a:rect b="b" l="l" r="r" t="t"/>
              <a:pathLst>
                <a:path extrusionOk="0" h="26502" w="31356">
                  <a:moveTo>
                    <a:pt x="31102" y="0"/>
                  </a:moveTo>
                  <a:cubicBezTo>
                    <a:pt x="31039" y="0"/>
                    <a:pt x="30967" y="19"/>
                    <a:pt x="30889" y="58"/>
                  </a:cubicBezTo>
                  <a:lnTo>
                    <a:pt x="467" y="17637"/>
                  </a:lnTo>
                  <a:cubicBezTo>
                    <a:pt x="200" y="17804"/>
                    <a:pt x="34" y="18104"/>
                    <a:pt x="0" y="18404"/>
                  </a:cubicBezTo>
                  <a:lnTo>
                    <a:pt x="0" y="26177"/>
                  </a:lnTo>
                  <a:cubicBezTo>
                    <a:pt x="0" y="26389"/>
                    <a:pt x="101" y="26502"/>
                    <a:pt x="254" y="26502"/>
                  </a:cubicBezTo>
                  <a:cubicBezTo>
                    <a:pt x="317" y="26502"/>
                    <a:pt x="389" y="26482"/>
                    <a:pt x="467" y="26444"/>
                  </a:cubicBezTo>
                  <a:lnTo>
                    <a:pt x="30889" y="8864"/>
                  </a:lnTo>
                  <a:cubicBezTo>
                    <a:pt x="31156" y="8698"/>
                    <a:pt x="31323" y="8397"/>
                    <a:pt x="31356" y="8097"/>
                  </a:cubicBezTo>
                  <a:lnTo>
                    <a:pt x="31356" y="325"/>
                  </a:lnTo>
                  <a:cubicBezTo>
                    <a:pt x="31356" y="112"/>
                    <a:pt x="31256" y="0"/>
                    <a:pt x="31102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7"/>
            <p:cNvSpPr/>
            <p:nvPr/>
          </p:nvSpPr>
          <p:spPr>
            <a:xfrm>
              <a:off x="4043900" y="1672475"/>
              <a:ext cx="13350" cy="28375"/>
            </a:xfrm>
            <a:custGeom>
              <a:rect b="b" l="l" r="r" t="t"/>
              <a:pathLst>
                <a:path extrusionOk="0" h="1135" w="534">
                  <a:moveTo>
                    <a:pt x="334" y="267"/>
                  </a:moveTo>
                  <a:cubicBezTo>
                    <a:pt x="367" y="267"/>
                    <a:pt x="367" y="267"/>
                    <a:pt x="367" y="301"/>
                  </a:cubicBezTo>
                  <a:cubicBezTo>
                    <a:pt x="367" y="301"/>
                    <a:pt x="367" y="334"/>
                    <a:pt x="367" y="334"/>
                  </a:cubicBezTo>
                  <a:cubicBezTo>
                    <a:pt x="367" y="367"/>
                    <a:pt x="367" y="367"/>
                    <a:pt x="367" y="401"/>
                  </a:cubicBezTo>
                  <a:cubicBezTo>
                    <a:pt x="367" y="401"/>
                    <a:pt x="367" y="434"/>
                    <a:pt x="334" y="434"/>
                  </a:cubicBezTo>
                  <a:cubicBezTo>
                    <a:pt x="334" y="467"/>
                    <a:pt x="334" y="467"/>
                    <a:pt x="300" y="501"/>
                  </a:cubicBezTo>
                  <a:cubicBezTo>
                    <a:pt x="300" y="501"/>
                    <a:pt x="300" y="501"/>
                    <a:pt x="267" y="534"/>
                  </a:cubicBezTo>
                  <a:lnTo>
                    <a:pt x="200" y="534"/>
                  </a:lnTo>
                  <a:cubicBezTo>
                    <a:pt x="167" y="501"/>
                    <a:pt x="167" y="501"/>
                    <a:pt x="167" y="501"/>
                  </a:cubicBezTo>
                  <a:cubicBezTo>
                    <a:pt x="167" y="467"/>
                    <a:pt x="167" y="467"/>
                    <a:pt x="167" y="434"/>
                  </a:cubicBezTo>
                  <a:cubicBezTo>
                    <a:pt x="167" y="434"/>
                    <a:pt x="167" y="401"/>
                    <a:pt x="167" y="401"/>
                  </a:cubicBezTo>
                  <a:cubicBezTo>
                    <a:pt x="200" y="367"/>
                    <a:pt x="200" y="367"/>
                    <a:pt x="200" y="334"/>
                  </a:cubicBezTo>
                  <a:lnTo>
                    <a:pt x="234" y="301"/>
                  </a:lnTo>
                  <a:lnTo>
                    <a:pt x="267" y="267"/>
                  </a:lnTo>
                  <a:close/>
                  <a:moveTo>
                    <a:pt x="367" y="0"/>
                  </a:moveTo>
                  <a:cubicBezTo>
                    <a:pt x="334" y="0"/>
                    <a:pt x="300" y="34"/>
                    <a:pt x="267" y="34"/>
                  </a:cubicBezTo>
                  <a:cubicBezTo>
                    <a:pt x="234" y="67"/>
                    <a:pt x="200" y="100"/>
                    <a:pt x="167" y="134"/>
                  </a:cubicBezTo>
                  <a:cubicBezTo>
                    <a:pt x="134" y="167"/>
                    <a:pt x="100" y="201"/>
                    <a:pt x="67" y="234"/>
                  </a:cubicBezTo>
                  <a:cubicBezTo>
                    <a:pt x="34" y="267"/>
                    <a:pt x="34" y="334"/>
                    <a:pt x="34" y="401"/>
                  </a:cubicBezTo>
                  <a:cubicBezTo>
                    <a:pt x="0" y="434"/>
                    <a:pt x="0" y="501"/>
                    <a:pt x="0" y="534"/>
                  </a:cubicBezTo>
                  <a:cubicBezTo>
                    <a:pt x="0" y="601"/>
                    <a:pt x="34" y="634"/>
                    <a:pt x="67" y="701"/>
                  </a:cubicBezTo>
                  <a:cubicBezTo>
                    <a:pt x="67" y="701"/>
                    <a:pt x="100" y="734"/>
                    <a:pt x="100" y="768"/>
                  </a:cubicBezTo>
                  <a:cubicBezTo>
                    <a:pt x="134" y="768"/>
                    <a:pt x="167" y="801"/>
                    <a:pt x="167" y="801"/>
                  </a:cubicBezTo>
                  <a:lnTo>
                    <a:pt x="267" y="801"/>
                  </a:lnTo>
                  <a:lnTo>
                    <a:pt x="134" y="1101"/>
                  </a:lnTo>
                  <a:cubicBezTo>
                    <a:pt x="134" y="1101"/>
                    <a:pt x="134" y="1135"/>
                    <a:pt x="134" y="1135"/>
                  </a:cubicBezTo>
                  <a:lnTo>
                    <a:pt x="300" y="1034"/>
                  </a:lnTo>
                  <a:cubicBezTo>
                    <a:pt x="300" y="1034"/>
                    <a:pt x="300" y="1001"/>
                    <a:pt x="300" y="1001"/>
                  </a:cubicBezTo>
                  <a:lnTo>
                    <a:pt x="501" y="534"/>
                  </a:lnTo>
                  <a:lnTo>
                    <a:pt x="501" y="467"/>
                  </a:lnTo>
                  <a:cubicBezTo>
                    <a:pt x="534" y="434"/>
                    <a:pt x="534" y="401"/>
                    <a:pt x="534" y="401"/>
                  </a:cubicBezTo>
                  <a:cubicBezTo>
                    <a:pt x="534" y="367"/>
                    <a:pt x="534" y="334"/>
                    <a:pt x="534" y="301"/>
                  </a:cubicBezTo>
                  <a:cubicBezTo>
                    <a:pt x="534" y="301"/>
                    <a:pt x="534" y="267"/>
                    <a:pt x="534" y="234"/>
                  </a:cubicBezTo>
                  <a:cubicBezTo>
                    <a:pt x="534" y="201"/>
                    <a:pt x="534" y="134"/>
                    <a:pt x="501" y="100"/>
                  </a:cubicBezTo>
                  <a:cubicBezTo>
                    <a:pt x="501" y="67"/>
                    <a:pt x="467" y="34"/>
                    <a:pt x="434" y="34"/>
                  </a:cubicBezTo>
                  <a:cubicBezTo>
                    <a:pt x="434" y="0"/>
                    <a:pt x="400" y="0"/>
                    <a:pt x="36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7"/>
            <p:cNvSpPr/>
            <p:nvPr/>
          </p:nvSpPr>
          <p:spPr>
            <a:xfrm>
              <a:off x="4059725" y="1663300"/>
              <a:ext cx="12550" cy="27550"/>
            </a:xfrm>
            <a:custGeom>
              <a:rect b="b" l="l" r="r" t="t"/>
              <a:pathLst>
                <a:path extrusionOk="0" h="1102" w="502">
                  <a:moveTo>
                    <a:pt x="335" y="267"/>
                  </a:moveTo>
                  <a:cubicBezTo>
                    <a:pt x="335" y="301"/>
                    <a:pt x="335" y="301"/>
                    <a:pt x="335" y="334"/>
                  </a:cubicBezTo>
                  <a:cubicBezTo>
                    <a:pt x="335" y="334"/>
                    <a:pt x="335" y="367"/>
                    <a:pt x="335" y="367"/>
                  </a:cubicBezTo>
                  <a:cubicBezTo>
                    <a:pt x="368" y="467"/>
                    <a:pt x="368" y="534"/>
                    <a:pt x="335" y="634"/>
                  </a:cubicBezTo>
                  <a:cubicBezTo>
                    <a:pt x="335" y="634"/>
                    <a:pt x="335" y="668"/>
                    <a:pt x="335" y="701"/>
                  </a:cubicBezTo>
                  <a:cubicBezTo>
                    <a:pt x="335" y="701"/>
                    <a:pt x="335" y="734"/>
                    <a:pt x="335" y="734"/>
                  </a:cubicBezTo>
                  <a:cubicBezTo>
                    <a:pt x="335" y="768"/>
                    <a:pt x="335" y="801"/>
                    <a:pt x="335" y="801"/>
                  </a:cubicBezTo>
                  <a:lnTo>
                    <a:pt x="268" y="834"/>
                  </a:lnTo>
                  <a:lnTo>
                    <a:pt x="201" y="834"/>
                  </a:lnTo>
                  <a:cubicBezTo>
                    <a:pt x="201" y="834"/>
                    <a:pt x="201" y="801"/>
                    <a:pt x="201" y="801"/>
                  </a:cubicBezTo>
                  <a:lnTo>
                    <a:pt x="201" y="734"/>
                  </a:lnTo>
                  <a:cubicBezTo>
                    <a:pt x="201" y="668"/>
                    <a:pt x="201" y="568"/>
                    <a:pt x="201" y="501"/>
                  </a:cubicBezTo>
                  <a:lnTo>
                    <a:pt x="201" y="434"/>
                  </a:lnTo>
                  <a:lnTo>
                    <a:pt x="201" y="367"/>
                  </a:lnTo>
                  <a:cubicBezTo>
                    <a:pt x="201" y="334"/>
                    <a:pt x="201" y="334"/>
                    <a:pt x="234" y="301"/>
                  </a:cubicBezTo>
                  <a:cubicBezTo>
                    <a:pt x="234" y="301"/>
                    <a:pt x="268" y="301"/>
                    <a:pt x="268" y="267"/>
                  </a:cubicBezTo>
                  <a:close/>
                  <a:moveTo>
                    <a:pt x="368" y="0"/>
                  </a:moveTo>
                  <a:cubicBezTo>
                    <a:pt x="335" y="0"/>
                    <a:pt x="301" y="34"/>
                    <a:pt x="268" y="34"/>
                  </a:cubicBezTo>
                  <a:cubicBezTo>
                    <a:pt x="201" y="67"/>
                    <a:pt x="168" y="101"/>
                    <a:pt x="134" y="134"/>
                  </a:cubicBezTo>
                  <a:cubicBezTo>
                    <a:pt x="101" y="201"/>
                    <a:pt x="68" y="234"/>
                    <a:pt x="34" y="267"/>
                  </a:cubicBezTo>
                  <a:cubicBezTo>
                    <a:pt x="34" y="334"/>
                    <a:pt x="1" y="367"/>
                    <a:pt x="1" y="434"/>
                  </a:cubicBezTo>
                  <a:cubicBezTo>
                    <a:pt x="1" y="467"/>
                    <a:pt x="1" y="534"/>
                    <a:pt x="1" y="601"/>
                  </a:cubicBezTo>
                  <a:lnTo>
                    <a:pt x="1" y="734"/>
                  </a:lnTo>
                  <a:lnTo>
                    <a:pt x="1" y="834"/>
                  </a:lnTo>
                  <a:cubicBezTo>
                    <a:pt x="1" y="901"/>
                    <a:pt x="1" y="934"/>
                    <a:pt x="1" y="968"/>
                  </a:cubicBezTo>
                  <a:cubicBezTo>
                    <a:pt x="1" y="1001"/>
                    <a:pt x="34" y="1035"/>
                    <a:pt x="34" y="1068"/>
                  </a:cubicBezTo>
                  <a:cubicBezTo>
                    <a:pt x="68" y="1101"/>
                    <a:pt x="101" y="1101"/>
                    <a:pt x="134" y="1101"/>
                  </a:cubicBezTo>
                  <a:cubicBezTo>
                    <a:pt x="168" y="1101"/>
                    <a:pt x="201" y="1101"/>
                    <a:pt x="268" y="1068"/>
                  </a:cubicBezTo>
                  <a:cubicBezTo>
                    <a:pt x="301" y="1035"/>
                    <a:pt x="335" y="1001"/>
                    <a:pt x="368" y="968"/>
                  </a:cubicBezTo>
                  <a:cubicBezTo>
                    <a:pt x="401" y="934"/>
                    <a:pt x="435" y="901"/>
                    <a:pt x="435" y="834"/>
                  </a:cubicBezTo>
                  <a:cubicBezTo>
                    <a:pt x="468" y="801"/>
                    <a:pt x="501" y="734"/>
                    <a:pt x="501" y="701"/>
                  </a:cubicBezTo>
                  <a:cubicBezTo>
                    <a:pt x="501" y="634"/>
                    <a:pt x="501" y="568"/>
                    <a:pt x="501" y="534"/>
                  </a:cubicBezTo>
                  <a:lnTo>
                    <a:pt x="501" y="401"/>
                  </a:lnTo>
                  <a:lnTo>
                    <a:pt x="501" y="267"/>
                  </a:lnTo>
                  <a:cubicBezTo>
                    <a:pt x="501" y="234"/>
                    <a:pt x="501" y="167"/>
                    <a:pt x="501" y="134"/>
                  </a:cubicBezTo>
                  <a:cubicBezTo>
                    <a:pt x="501" y="101"/>
                    <a:pt x="468" y="67"/>
                    <a:pt x="435" y="34"/>
                  </a:cubicBezTo>
                  <a:cubicBezTo>
                    <a:pt x="435" y="34"/>
                    <a:pt x="401" y="0"/>
                    <a:pt x="3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7"/>
            <p:cNvSpPr/>
            <p:nvPr/>
          </p:nvSpPr>
          <p:spPr>
            <a:xfrm>
              <a:off x="4074750" y="1650800"/>
              <a:ext cx="18375" cy="32550"/>
            </a:xfrm>
            <a:custGeom>
              <a:rect b="b" l="l" r="r" t="t"/>
              <a:pathLst>
                <a:path extrusionOk="0" h="1302" w="735">
                  <a:moveTo>
                    <a:pt x="167" y="400"/>
                  </a:moveTo>
                  <a:cubicBezTo>
                    <a:pt x="167" y="434"/>
                    <a:pt x="167" y="434"/>
                    <a:pt x="167" y="467"/>
                  </a:cubicBezTo>
                  <a:lnTo>
                    <a:pt x="167" y="534"/>
                  </a:lnTo>
                  <a:lnTo>
                    <a:pt x="167" y="601"/>
                  </a:lnTo>
                  <a:cubicBezTo>
                    <a:pt x="167" y="634"/>
                    <a:pt x="134" y="634"/>
                    <a:pt x="134" y="634"/>
                  </a:cubicBezTo>
                  <a:cubicBezTo>
                    <a:pt x="112" y="634"/>
                    <a:pt x="104" y="649"/>
                    <a:pt x="102" y="649"/>
                  </a:cubicBezTo>
                  <a:cubicBezTo>
                    <a:pt x="100" y="649"/>
                    <a:pt x="100" y="645"/>
                    <a:pt x="100" y="634"/>
                  </a:cubicBezTo>
                  <a:lnTo>
                    <a:pt x="100" y="601"/>
                  </a:lnTo>
                  <a:lnTo>
                    <a:pt x="100" y="500"/>
                  </a:lnTo>
                  <a:cubicBezTo>
                    <a:pt x="100" y="467"/>
                    <a:pt x="100" y="467"/>
                    <a:pt x="100" y="434"/>
                  </a:cubicBezTo>
                  <a:cubicBezTo>
                    <a:pt x="100" y="434"/>
                    <a:pt x="100" y="400"/>
                    <a:pt x="134" y="400"/>
                  </a:cubicBezTo>
                  <a:close/>
                  <a:moveTo>
                    <a:pt x="188" y="275"/>
                  </a:moveTo>
                  <a:cubicBezTo>
                    <a:pt x="176" y="275"/>
                    <a:pt x="167" y="284"/>
                    <a:pt x="167" y="300"/>
                  </a:cubicBezTo>
                  <a:cubicBezTo>
                    <a:pt x="134" y="300"/>
                    <a:pt x="100" y="300"/>
                    <a:pt x="100" y="334"/>
                  </a:cubicBezTo>
                  <a:cubicBezTo>
                    <a:pt x="67" y="367"/>
                    <a:pt x="67" y="367"/>
                    <a:pt x="34" y="400"/>
                  </a:cubicBezTo>
                  <a:cubicBezTo>
                    <a:pt x="34" y="434"/>
                    <a:pt x="34" y="467"/>
                    <a:pt x="34" y="500"/>
                  </a:cubicBezTo>
                  <a:cubicBezTo>
                    <a:pt x="0" y="500"/>
                    <a:pt x="0" y="534"/>
                    <a:pt x="34" y="567"/>
                  </a:cubicBezTo>
                  <a:cubicBezTo>
                    <a:pt x="0" y="601"/>
                    <a:pt x="0" y="601"/>
                    <a:pt x="34" y="634"/>
                  </a:cubicBezTo>
                  <a:cubicBezTo>
                    <a:pt x="0" y="634"/>
                    <a:pt x="0" y="667"/>
                    <a:pt x="34" y="667"/>
                  </a:cubicBezTo>
                  <a:cubicBezTo>
                    <a:pt x="0" y="701"/>
                    <a:pt x="0" y="734"/>
                    <a:pt x="34" y="767"/>
                  </a:cubicBezTo>
                  <a:cubicBezTo>
                    <a:pt x="34" y="767"/>
                    <a:pt x="34" y="801"/>
                    <a:pt x="34" y="801"/>
                  </a:cubicBezTo>
                  <a:lnTo>
                    <a:pt x="100" y="801"/>
                  </a:lnTo>
                  <a:cubicBezTo>
                    <a:pt x="100" y="801"/>
                    <a:pt x="134" y="801"/>
                    <a:pt x="167" y="767"/>
                  </a:cubicBezTo>
                  <a:cubicBezTo>
                    <a:pt x="167" y="767"/>
                    <a:pt x="201" y="734"/>
                    <a:pt x="234" y="734"/>
                  </a:cubicBezTo>
                  <a:cubicBezTo>
                    <a:pt x="234" y="701"/>
                    <a:pt x="234" y="667"/>
                    <a:pt x="267" y="667"/>
                  </a:cubicBezTo>
                  <a:cubicBezTo>
                    <a:pt x="267" y="634"/>
                    <a:pt x="267" y="601"/>
                    <a:pt x="301" y="567"/>
                  </a:cubicBezTo>
                  <a:cubicBezTo>
                    <a:pt x="301" y="567"/>
                    <a:pt x="301" y="534"/>
                    <a:pt x="301" y="500"/>
                  </a:cubicBezTo>
                  <a:cubicBezTo>
                    <a:pt x="301" y="467"/>
                    <a:pt x="301" y="434"/>
                    <a:pt x="301" y="400"/>
                  </a:cubicBezTo>
                  <a:cubicBezTo>
                    <a:pt x="301" y="367"/>
                    <a:pt x="301" y="334"/>
                    <a:pt x="301" y="334"/>
                  </a:cubicBezTo>
                  <a:cubicBezTo>
                    <a:pt x="267" y="300"/>
                    <a:pt x="267" y="300"/>
                    <a:pt x="267" y="300"/>
                  </a:cubicBezTo>
                  <a:cubicBezTo>
                    <a:pt x="251" y="284"/>
                    <a:pt x="242" y="275"/>
                    <a:pt x="238" y="275"/>
                  </a:cubicBezTo>
                  <a:cubicBezTo>
                    <a:pt x="234" y="275"/>
                    <a:pt x="234" y="284"/>
                    <a:pt x="234" y="300"/>
                  </a:cubicBezTo>
                  <a:cubicBezTo>
                    <a:pt x="217" y="284"/>
                    <a:pt x="201" y="275"/>
                    <a:pt x="188" y="275"/>
                  </a:cubicBezTo>
                  <a:close/>
                  <a:moveTo>
                    <a:pt x="601" y="667"/>
                  </a:moveTo>
                  <a:cubicBezTo>
                    <a:pt x="601" y="667"/>
                    <a:pt x="601" y="701"/>
                    <a:pt x="601" y="701"/>
                  </a:cubicBezTo>
                  <a:cubicBezTo>
                    <a:pt x="601" y="734"/>
                    <a:pt x="601" y="767"/>
                    <a:pt x="601" y="801"/>
                  </a:cubicBezTo>
                  <a:cubicBezTo>
                    <a:pt x="601" y="801"/>
                    <a:pt x="601" y="834"/>
                    <a:pt x="601" y="867"/>
                  </a:cubicBezTo>
                  <a:cubicBezTo>
                    <a:pt x="601" y="867"/>
                    <a:pt x="567" y="901"/>
                    <a:pt x="567" y="901"/>
                  </a:cubicBezTo>
                  <a:lnTo>
                    <a:pt x="534" y="901"/>
                  </a:lnTo>
                  <a:lnTo>
                    <a:pt x="534" y="834"/>
                  </a:lnTo>
                  <a:lnTo>
                    <a:pt x="534" y="734"/>
                  </a:lnTo>
                  <a:cubicBezTo>
                    <a:pt x="534" y="734"/>
                    <a:pt x="534" y="701"/>
                    <a:pt x="534" y="701"/>
                  </a:cubicBezTo>
                  <a:cubicBezTo>
                    <a:pt x="534" y="667"/>
                    <a:pt x="534" y="667"/>
                    <a:pt x="567" y="667"/>
                  </a:cubicBezTo>
                  <a:close/>
                  <a:moveTo>
                    <a:pt x="567" y="500"/>
                  </a:moveTo>
                  <a:cubicBezTo>
                    <a:pt x="567" y="534"/>
                    <a:pt x="534" y="534"/>
                    <a:pt x="534" y="567"/>
                  </a:cubicBezTo>
                  <a:cubicBezTo>
                    <a:pt x="501" y="601"/>
                    <a:pt x="501" y="601"/>
                    <a:pt x="467" y="634"/>
                  </a:cubicBezTo>
                  <a:cubicBezTo>
                    <a:pt x="467" y="667"/>
                    <a:pt x="467" y="701"/>
                    <a:pt x="434" y="701"/>
                  </a:cubicBezTo>
                  <a:cubicBezTo>
                    <a:pt x="434" y="734"/>
                    <a:pt x="434" y="767"/>
                    <a:pt x="434" y="801"/>
                  </a:cubicBezTo>
                  <a:cubicBezTo>
                    <a:pt x="434" y="834"/>
                    <a:pt x="434" y="867"/>
                    <a:pt x="434" y="901"/>
                  </a:cubicBezTo>
                  <a:cubicBezTo>
                    <a:pt x="434" y="934"/>
                    <a:pt x="434" y="967"/>
                    <a:pt x="434" y="967"/>
                  </a:cubicBezTo>
                  <a:cubicBezTo>
                    <a:pt x="467" y="1001"/>
                    <a:pt x="467" y="1001"/>
                    <a:pt x="467" y="1034"/>
                  </a:cubicBezTo>
                  <a:lnTo>
                    <a:pt x="567" y="1034"/>
                  </a:lnTo>
                  <a:cubicBezTo>
                    <a:pt x="601" y="1034"/>
                    <a:pt x="634" y="1001"/>
                    <a:pt x="634" y="967"/>
                  </a:cubicBezTo>
                  <a:cubicBezTo>
                    <a:pt x="668" y="967"/>
                    <a:pt x="668" y="934"/>
                    <a:pt x="701" y="901"/>
                  </a:cubicBezTo>
                  <a:cubicBezTo>
                    <a:pt x="701" y="867"/>
                    <a:pt x="701" y="867"/>
                    <a:pt x="734" y="834"/>
                  </a:cubicBezTo>
                  <a:cubicBezTo>
                    <a:pt x="734" y="801"/>
                    <a:pt x="734" y="767"/>
                    <a:pt x="734" y="734"/>
                  </a:cubicBezTo>
                  <a:cubicBezTo>
                    <a:pt x="734" y="701"/>
                    <a:pt x="734" y="667"/>
                    <a:pt x="734" y="634"/>
                  </a:cubicBezTo>
                  <a:cubicBezTo>
                    <a:pt x="734" y="601"/>
                    <a:pt x="734" y="567"/>
                    <a:pt x="734" y="567"/>
                  </a:cubicBezTo>
                  <a:cubicBezTo>
                    <a:pt x="701" y="534"/>
                    <a:pt x="701" y="534"/>
                    <a:pt x="701" y="500"/>
                  </a:cubicBezTo>
                  <a:close/>
                  <a:moveTo>
                    <a:pt x="634" y="0"/>
                  </a:moveTo>
                  <a:lnTo>
                    <a:pt x="534" y="67"/>
                  </a:lnTo>
                  <a:lnTo>
                    <a:pt x="534" y="100"/>
                  </a:lnTo>
                  <a:lnTo>
                    <a:pt x="100" y="1301"/>
                  </a:lnTo>
                  <a:lnTo>
                    <a:pt x="100" y="1301"/>
                  </a:lnTo>
                  <a:lnTo>
                    <a:pt x="167" y="1234"/>
                  </a:lnTo>
                  <a:cubicBezTo>
                    <a:pt x="167" y="1234"/>
                    <a:pt x="167" y="1201"/>
                    <a:pt x="167" y="1201"/>
                  </a:cubicBezTo>
                  <a:lnTo>
                    <a:pt x="634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7"/>
            <p:cNvSpPr/>
            <p:nvPr/>
          </p:nvSpPr>
          <p:spPr>
            <a:xfrm>
              <a:off x="4038900" y="1596575"/>
              <a:ext cx="29200" cy="43400"/>
            </a:xfrm>
            <a:custGeom>
              <a:rect b="b" l="l" r="r" t="t"/>
              <a:pathLst>
                <a:path extrusionOk="0" h="1736" w="1168">
                  <a:moveTo>
                    <a:pt x="1168" y="1"/>
                  </a:moveTo>
                  <a:cubicBezTo>
                    <a:pt x="701" y="334"/>
                    <a:pt x="300" y="768"/>
                    <a:pt x="0" y="1268"/>
                  </a:cubicBezTo>
                  <a:lnTo>
                    <a:pt x="300" y="1735"/>
                  </a:lnTo>
                  <a:cubicBezTo>
                    <a:pt x="534" y="1369"/>
                    <a:pt x="801" y="1035"/>
                    <a:pt x="1168" y="801"/>
                  </a:cubicBezTo>
                  <a:lnTo>
                    <a:pt x="1168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7"/>
            <p:cNvSpPr/>
            <p:nvPr/>
          </p:nvSpPr>
          <p:spPr>
            <a:xfrm>
              <a:off x="4018050" y="1591625"/>
              <a:ext cx="100075" cy="163375"/>
            </a:xfrm>
            <a:custGeom>
              <a:rect b="b" l="l" r="r" t="t"/>
              <a:pathLst>
                <a:path extrusionOk="0" h="6535" w="4003">
                  <a:moveTo>
                    <a:pt x="2654" y="1"/>
                  </a:moveTo>
                  <a:cubicBezTo>
                    <a:pt x="2431" y="1"/>
                    <a:pt x="2206" y="69"/>
                    <a:pt x="2002" y="199"/>
                  </a:cubicBezTo>
                  <a:lnTo>
                    <a:pt x="2002" y="999"/>
                  </a:lnTo>
                  <a:cubicBezTo>
                    <a:pt x="2157" y="902"/>
                    <a:pt x="2335" y="850"/>
                    <a:pt x="2509" y="850"/>
                  </a:cubicBezTo>
                  <a:cubicBezTo>
                    <a:pt x="2634" y="850"/>
                    <a:pt x="2757" y="877"/>
                    <a:pt x="2869" y="933"/>
                  </a:cubicBezTo>
                  <a:cubicBezTo>
                    <a:pt x="3169" y="1133"/>
                    <a:pt x="3369" y="1433"/>
                    <a:pt x="3403" y="1767"/>
                  </a:cubicBezTo>
                  <a:cubicBezTo>
                    <a:pt x="3469" y="2000"/>
                    <a:pt x="3469" y="2200"/>
                    <a:pt x="3469" y="2434"/>
                  </a:cubicBezTo>
                  <a:cubicBezTo>
                    <a:pt x="3469" y="2667"/>
                    <a:pt x="3469" y="2934"/>
                    <a:pt x="3403" y="3168"/>
                  </a:cubicBezTo>
                  <a:cubicBezTo>
                    <a:pt x="3302" y="3668"/>
                    <a:pt x="3136" y="4168"/>
                    <a:pt x="2869" y="4602"/>
                  </a:cubicBezTo>
                  <a:cubicBezTo>
                    <a:pt x="2669" y="5002"/>
                    <a:pt x="2368" y="5303"/>
                    <a:pt x="2002" y="5536"/>
                  </a:cubicBezTo>
                  <a:cubicBezTo>
                    <a:pt x="1866" y="5633"/>
                    <a:pt x="1696" y="5685"/>
                    <a:pt x="1518" y="5685"/>
                  </a:cubicBezTo>
                  <a:cubicBezTo>
                    <a:pt x="1391" y="5685"/>
                    <a:pt x="1260" y="5658"/>
                    <a:pt x="1134" y="5603"/>
                  </a:cubicBezTo>
                  <a:cubicBezTo>
                    <a:pt x="867" y="5403"/>
                    <a:pt x="667" y="5102"/>
                    <a:pt x="601" y="4769"/>
                  </a:cubicBezTo>
                  <a:cubicBezTo>
                    <a:pt x="567" y="4569"/>
                    <a:pt x="534" y="4335"/>
                    <a:pt x="534" y="4135"/>
                  </a:cubicBezTo>
                  <a:cubicBezTo>
                    <a:pt x="534" y="3868"/>
                    <a:pt x="567" y="3635"/>
                    <a:pt x="601" y="3368"/>
                  </a:cubicBezTo>
                  <a:cubicBezTo>
                    <a:pt x="701" y="2867"/>
                    <a:pt x="867" y="2400"/>
                    <a:pt x="1134" y="1933"/>
                  </a:cubicBezTo>
                  <a:lnTo>
                    <a:pt x="834" y="1466"/>
                  </a:lnTo>
                  <a:cubicBezTo>
                    <a:pt x="467" y="2067"/>
                    <a:pt x="234" y="2734"/>
                    <a:pt x="100" y="3401"/>
                  </a:cubicBezTo>
                  <a:cubicBezTo>
                    <a:pt x="33" y="3735"/>
                    <a:pt x="0" y="4068"/>
                    <a:pt x="0" y="4435"/>
                  </a:cubicBezTo>
                  <a:cubicBezTo>
                    <a:pt x="0" y="4702"/>
                    <a:pt x="33" y="5002"/>
                    <a:pt x="100" y="5303"/>
                  </a:cubicBezTo>
                  <a:cubicBezTo>
                    <a:pt x="167" y="5770"/>
                    <a:pt x="434" y="6170"/>
                    <a:pt x="834" y="6403"/>
                  </a:cubicBezTo>
                  <a:cubicBezTo>
                    <a:pt x="996" y="6492"/>
                    <a:pt x="1178" y="6535"/>
                    <a:pt x="1360" y="6535"/>
                  </a:cubicBezTo>
                  <a:cubicBezTo>
                    <a:pt x="1588" y="6535"/>
                    <a:pt x="1816" y="6467"/>
                    <a:pt x="2002" y="6337"/>
                  </a:cubicBezTo>
                  <a:cubicBezTo>
                    <a:pt x="2502" y="6003"/>
                    <a:pt x="2902" y="5603"/>
                    <a:pt x="3169" y="5069"/>
                  </a:cubicBezTo>
                  <a:cubicBezTo>
                    <a:pt x="3503" y="4469"/>
                    <a:pt x="3769" y="3835"/>
                    <a:pt x="3903" y="3134"/>
                  </a:cubicBezTo>
                  <a:cubicBezTo>
                    <a:pt x="3936" y="2801"/>
                    <a:pt x="3970" y="2467"/>
                    <a:pt x="3970" y="2134"/>
                  </a:cubicBezTo>
                  <a:cubicBezTo>
                    <a:pt x="4003" y="1833"/>
                    <a:pt x="3970" y="1533"/>
                    <a:pt x="3903" y="1233"/>
                  </a:cubicBezTo>
                  <a:cubicBezTo>
                    <a:pt x="3836" y="766"/>
                    <a:pt x="3569" y="366"/>
                    <a:pt x="3169" y="132"/>
                  </a:cubicBezTo>
                  <a:cubicBezTo>
                    <a:pt x="3007" y="44"/>
                    <a:pt x="2831" y="1"/>
                    <a:pt x="265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7"/>
            <p:cNvSpPr/>
            <p:nvPr/>
          </p:nvSpPr>
          <p:spPr>
            <a:xfrm>
              <a:off x="4181500" y="1432500"/>
              <a:ext cx="253525" cy="161400"/>
            </a:xfrm>
            <a:custGeom>
              <a:rect b="b" l="l" r="r" t="t"/>
              <a:pathLst>
                <a:path extrusionOk="0" h="6456" w="10141">
                  <a:moveTo>
                    <a:pt x="9903" y="0"/>
                  </a:moveTo>
                  <a:cubicBezTo>
                    <a:pt x="9843" y="0"/>
                    <a:pt x="9777" y="19"/>
                    <a:pt x="9707" y="59"/>
                  </a:cubicBezTo>
                  <a:lnTo>
                    <a:pt x="434" y="5430"/>
                  </a:lnTo>
                  <a:cubicBezTo>
                    <a:pt x="167" y="5563"/>
                    <a:pt x="0" y="5863"/>
                    <a:pt x="0" y="6164"/>
                  </a:cubicBezTo>
                  <a:cubicBezTo>
                    <a:pt x="0" y="6351"/>
                    <a:pt x="82" y="6456"/>
                    <a:pt x="223" y="6456"/>
                  </a:cubicBezTo>
                  <a:cubicBezTo>
                    <a:pt x="283" y="6456"/>
                    <a:pt x="354" y="6437"/>
                    <a:pt x="434" y="6397"/>
                  </a:cubicBezTo>
                  <a:lnTo>
                    <a:pt x="9707" y="1060"/>
                  </a:lnTo>
                  <a:cubicBezTo>
                    <a:pt x="9941" y="893"/>
                    <a:pt x="10107" y="593"/>
                    <a:pt x="10141" y="293"/>
                  </a:cubicBezTo>
                  <a:cubicBezTo>
                    <a:pt x="10141" y="106"/>
                    <a:pt x="10042" y="0"/>
                    <a:pt x="990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7"/>
            <p:cNvSpPr/>
            <p:nvPr/>
          </p:nvSpPr>
          <p:spPr>
            <a:xfrm>
              <a:off x="4181500" y="1384125"/>
              <a:ext cx="422825" cy="259000"/>
            </a:xfrm>
            <a:custGeom>
              <a:rect b="b" l="l" r="r" t="t"/>
              <a:pathLst>
                <a:path extrusionOk="0" h="10360" w="16913">
                  <a:moveTo>
                    <a:pt x="16674" y="1"/>
                  </a:moveTo>
                  <a:cubicBezTo>
                    <a:pt x="16615" y="1"/>
                    <a:pt x="16548" y="20"/>
                    <a:pt x="16479" y="60"/>
                  </a:cubicBezTo>
                  <a:lnTo>
                    <a:pt x="434" y="9333"/>
                  </a:lnTo>
                  <a:cubicBezTo>
                    <a:pt x="167" y="9466"/>
                    <a:pt x="0" y="9766"/>
                    <a:pt x="0" y="10067"/>
                  </a:cubicBezTo>
                  <a:cubicBezTo>
                    <a:pt x="0" y="10254"/>
                    <a:pt x="82" y="10359"/>
                    <a:pt x="223" y="10359"/>
                  </a:cubicBezTo>
                  <a:cubicBezTo>
                    <a:pt x="283" y="10359"/>
                    <a:pt x="354" y="10340"/>
                    <a:pt x="434" y="10300"/>
                  </a:cubicBezTo>
                  <a:lnTo>
                    <a:pt x="16479" y="1027"/>
                  </a:lnTo>
                  <a:cubicBezTo>
                    <a:pt x="16712" y="893"/>
                    <a:pt x="16912" y="593"/>
                    <a:pt x="16912" y="293"/>
                  </a:cubicBezTo>
                  <a:cubicBezTo>
                    <a:pt x="16912" y="106"/>
                    <a:pt x="16814" y="1"/>
                    <a:pt x="1667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7"/>
            <p:cNvSpPr/>
            <p:nvPr/>
          </p:nvSpPr>
          <p:spPr>
            <a:xfrm>
              <a:off x="3214125" y="2275600"/>
              <a:ext cx="185175" cy="121375"/>
            </a:xfrm>
            <a:custGeom>
              <a:rect b="b" l="l" r="r" t="t"/>
              <a:pathLst>
                <a:path extrusionOk="0" h="4855" w="7407">
                  <a:moveTo>
                    <a:pt x="7157" y="1"/>
                  </a:moveTo>
                  <a:cubicBezTo>
                    <a:pt x="7092" y="1"/>
                    <a:pt x="7019" y="20"/>
                    <a:pt x="6939" y="59"/>
                  </a:cubicBezTo>
                  <a:lnTo>
                    <a:pt x="468" y="3795"/>
                  </a:lnTo>
                  <a:cubicBezTo>
                    <a:pt x="201" y="3962"/>
                    <a:pt x="34" y="4262"/>
                    <a:pt x="1" y="4563"/>
                  </a:cubicBezTo>
                  <a:cubicBezTo>
                    <a:pt x="1" y="4750"/>
                    <a:pt x="99" y="4855"/>
                    <a:pt x="250" y="4855"/>
                  </a:cubicBezTo>
                  <a:cubicBezTo>
                    <a:pt x="314" y="4855"/>
                    <a:pt x="388" y="4836"/>
                    <a:pt x="468" y="4796"/>
                  </a:cubicBezTo>
                  <a:lnTo>
                    <a:pt x="6939" y="1027"/>
                  </a:lnTo>
                  <a:cubicBezTo>
                    <a:pt x="7206" y="860"/>
                    <a:pt x="7373" y="593"/>
                    <a:pt x="7406" y="293"/>
                  </a:cubicBezTo>
                  <a:cubicBezTo>
                    <a:pt x="7406" y="106"/>
                    <a:pt x="7308" y="1"/>
                    <a:pt x="715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7"/>
            <p:cNvSpPr/>
            <p:nvPr/>
          </p:nvSpPr>
          <p:spPr>
            <a:xfrm>
              <a:off x="3136575" y="1546550"/>
              <a:ext cx="1609500" cy="2190750"/>
            </a:xfrm>
            <a:custGeom>
              <a:rect b="b" l="l" r="r" t="t"/>
              <a:pathLst>
                <a:path extrusionOk="0" h="87630" w="64380">
                  <a:moveTo>
                    <a:pt x="63946" y="534"/>
                  </a:moveTo>
                  <a:lnTo>
                    <a:pt x="63946" y="50136"/>
                  </a:lnTo>
                  <a:cubicBezTo>
                    <a:pt x="63946" y="50303"/>
                    <a:pt x="63846" y="50470"/>
                    <a:pt x="63713" y="50570"/>
                  </a:cubicBezTo>
                  <a:lnTo>
                    <a:pt x="434" y="87096"/>
                  </a:lnTo>
                  <a:lnTo>
                    <a:pt x="434" y="37461"/>
                  </a:lnTo>
                  <a:cubicBezTo>
                    <a:pt x="434" y="37294"/>
                    <a:pt x="534" y="37160"/>
                    <a:pt x="668" y="37060"/>
                  </a:cubicBezTo>
                  <a:lnTo>
                    <a:pt x="1468" y="36593"/>
                  </a:lnTo>
                  <a:cubicBezTo>
                    <a:pt x="1869" y="36360"/>
                    <a:pt x="2102" y="35926"/>
                    <a:pt x="2135" y="35459"/>
                  </a:cubicBezTo>
                  <a:lnTo>
                    <a:pt x="2135" y="32590"/>
                  </a:lnTo>
                  <a:cubicBezTo>
                    <a:pt x="2135" y="32424"/>
                    <a:pt x="2236" y="32290"/>
                    <a:pt x="2369" y="32190"/>
                  </a:cubicBezTo>
                  <a:lnTo>
                    <a:pt x="11442" y="26920"/>
                  </a:lnTo>
                  <a:lnTo>
                    <a:pt x="11442" y="29622"/>
                  </a:lnTo>
                  <a:cubicBezTo>
                    <a:pt x="11409" y="29989"/>
                    <a:pt x="11709" y="30322"/>
                    <a:pt x="12109" y="30356"/>
                  </a:cubicBezTo>
                  <a:cubicBezTo>
                    <a:pt x="12276" y="30356"/>
                    <a:pt x="12409" y="30289"/>
                    <a:pt x="12543" y="30222"/>
                  </a:cubicBezTo>
                  <a:lnTo>
                    <a:pt x="63946" y="534"/>
                  </a:lnTo>
                  <a:close/>
                  <a:moveTo>
                    <a:pt x="64113" y="0"/>
                  </a:moveTo>
                  <a:cubicBezTo>
                    <a:pt x="64046" y="0"/>
                    <a:pt x="63980" y="34"/>
                    <a:pt x="63913" y="67"/>
                  </a:cubicBezTo>
                  <a:lnTo>
                    <a:pt x="12309" y="29855"/>
                  </a:lnTo>
                  <a:cubicBezTo>
                    <a:pt x="12243" y="29889"/>
                    <a:pt x="12176" y="29922"/>
                    <a:pt x="12109" y="29922"/>
                  </a:cubicBezTo>
                  <a:cubicBezTo>
                    <a:pt x="11976" y="29922"/>
                    <a:pt x="11876" y="29788"/>
                    <a:pt x="11876" y="29588"/>
                  </a:cubicBezTo>
                  <a:lnTo>
                    <a:pt x="11876" y="26720"/>
                  </a:lnTo>
                  <a:cubicBezTo>
                    <a:pt x="11876" y="26519"/>
                    <a:pt x="11776" y="26419"/>
                    <a:pt x="11609" y="26419"/>
                  </a:cubicBezTo>
                  <a:cubicBezTo>
                    <a:pt x="11542" y="26419"/>
                    <a:pt x="11475" y="26419"/>
                    <a:pt x="11409" y="26486"/>
                  </a:cubicBezTo>
                  <a:lnTo>
                    <a:pt x="2169" y="31823"/>
                  </a:lnTo>
                  <a:cubicBezTo>
                    <a:pt x="1902" y="31990"/>
                    <a:pt x="1735" y="32290"/>
                    <a:pt x="1702" y="32590"/>
                  </a:cubicBezTo>
                  <a:lnTo>
                    <a:pt x="1702" y="35459"/>
                  </a:lnTo>
                  <a:cubicBezTo>
                    <a:pt x="1668" y="35793"/>
                    <a:pt x="1502" y="36060"/>
                    <a:pt x="1235" y="36260"/>
                  </a:cubicBezTo>
                  <a:lnTo>
                    <a:pt x="468" y="36693"/>
                  </a:lnTo>
                  <a:cubicBezTo>
                    <a:pt x="201" y="36894"/>
                    <a:pt x="34" y="37160"/>
                    <a:pt x="1" y="37494"/>
                  </a:cubicBezTo>
                  <a:lnTo>
                    <a:pt x="1" y="87296"/>
                  </a:lnTo>
                  <a:cubicBezTo>
                    <a:pt x="1" y="87496"/>
                    <a:pt x="101" y="87630"/>
                    <a:pt x="267" y="87630"/>
                  </a:cubicBezTo>
                  <a:cubicBezTo>
                    <a:pt x="334" y="87630"/>
                    <a:pt x="401" y="87597"/>
                    <a:pt x="468" y="87563"/>
                  </a:cubicBezTo>
                  <a:lnTo>
                    <a:pt x="63913" y="50904"/>
                  </a:lnTo>
                  <a:cubicBezTo>
                    <a:pt x="64180" y="50737"/>
                    <a:pt x="64347" y="50470"/>
                    <a:pt x="64380" y="50136"/>
                  </a:cubicBezTo>
                  <a:lnTo>
                    <a:pt x="64380" y="334"/>
                  </a:lnTo>
                  <a:cubicBezTo>
                    <a:pt x="64380" y="134"/>
                    <a:pt x="64280" y="0"/>
                    <a:pt x="6411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7"/>
            <p:cNvSpPr/>
            <p:nvPr/>
          </p:nvSpPr>
          <p:spPr>
            <a:xfrm>
              <a:off x="3226650" y="2378125"/>
              <a:ext cx="160125" cy="160000"/>
            </a:xfrm>
            <a:custGeom>
              <a:rect b="b" l="l" r="r" t="t"/>
              <a:pathLst>
                <a:path extrusionOk="0" h="6400" w="6405">
                  <a:moveTo>
                    <a:pt x="5938" y="428"/>
                  </a:moveTo>
                  <a:cubicBezTo>
                    <a:pt x="5971" y="462"/>
                    <a:pt x="5971" y="495"/>
                    <a:pt x="5971" y="562"/>
                  </a:cubicBezTo>
                  <a:lnTo>
                    <a:pt x="5971" y="2430"/>
                  </a:lnTo>
                  <a:cubicBezTo>
                    <a:pt x="5938" y="2663"/>
                    <a:pt x="5804" y="2897"/>
                    <a:pt x="5604" y="3030"/>
                  </a:cubicBezTo>
                  <a:lnTo>
                    <a:pt x="601" y="5932"/>
                  </a:lnTo>
                  <a:cubicBezTo>
                    <a:pt x="567" y="5966"/>
                    <a:pt x="501" y="5966"/>
                    <a:pt x="467" y="5966"/>
                  </a:cubicBezTo>
                  <a:cubicBezTo>
                    <a:pt x="434" y="5932"/>
                    <a:pt x="434" y="5899"/>
                    <a:pt x="434" y="5865"/>
                  </a:cubicBezTo>
                  <a:lnTo>
                    <a:pt x="434" y="3964"/>
                  </a:lnTo>
                  <a:cubicBezTo>
                    <a:pt x="467" y="3731"/>
                    <a:pt x="601" y="3497"/>
                    <a:pt x="801" y="3364"/>
                  </a:cubicBezTo>
                  <a:lnTo>
                    <a:pt x="5838" y="462"/>
                  </a:lnTo>
                  <a:cubicBezTo>
                    <a:pt x="5838" y="428"/>
                    <a:pt x="5904" y="428"/>
                    <a:pt x="5938" y="428"/>
                  </a:cubicBezTo>
                  <a:close/>
                  <a:moveTo>
                    <a:pt x="5916" y="1"/>
                  </a:moveTo>
                  <a:cubicBezTo>
                    <a:pt x="5809" y="1"/>
                    <a:pt x="5701" y="37"/>
                    <a:pt x="5604" y="95"/>
                  </a:cubicBezTo>
                  <a:lnTo>
                    <a:pt x="601" y="2997"/>
                  </a:lnTo>
                  <a:cubicBezTo>
                    <a:pt x="267" y="3230"/>
                    <a:pt x="34" y="3564"/>
                    <a:pt x="34" y="3964"/>
                  </a:cubicBezTo>
                  <a:lnTo>
                    <a:pt x="34" y="5865"/>
                  </a:lnTo>
                  <a:cubicBezTo>
                    <a:pt x="0" y="6032"/>
                    <a:pt x="100" y="6232"/>
                    <a:pt x="267" y="6332"/>
                  </a:cubicBezTo>
                  <a:cubicBezTo>
                    <a:pt x="334" y="6366"/>
                    <a:pt x="400" y="6399"/>
                    <a:pt x="501" y="6399"/>
                  </a:cubicBezTo>
                  <a:cubicBezTo>
                    <a:pt x="601" y="6399"/>
                    <a:pt x="701" y="6366"/>
                    <a:pt x="801" y="6299"/>
                  </a:cubicBezTo>
                  <a:lnTo>
                    <a:pt x="5838" y="3397"/>
                  </a:lnTo>
                  <a:cubicBezTo>
                    <a:pt x="6138" y="3164"/>
                    <a:pt x="6371" y="2797"/>
                    <a:pt x="6371" y="2430"/>
                  </a:cubicBezTo>
                  <a:lnTo>
                    <a:pt x="6371" y="528"/>
                  </a:lnTo>
                  <a:cubicBezTo>
                    <a:pt x="6405" y="328"/>
                    <a:pt x="6305" y="161"/>
                    <a:pt x="6138" y="61"/>
                  </a:cubicBezTo>
                  <a:cubicBezTo>
                    <a:pt x="6068" y="19"/>
                    <a:pt x="5992" y="1"/>
                    <a:pt x="591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7"/>
            <p:cNvSpPr/>
            <p:nvPr/>
          </p:nvSpPr>
          <p:spPr>
            <a:xfrm>
              <a:off x="3246650" y="2433200"/>
              <a:ext cx="96775" cy="66050"/>
            </a:xfrm>
            <a:custGeom>
              <a:rect b="b" l="l" r="r" t="t"/>
              <a:pathLst>
                <a:path extrusionOk="0" h="2642" w="3871">
                  <a:moveTo>
                    <a:pt x="3691" y="1"/>
                  </a:moveTo>
                  <a:cubicBezTo>
                    <a:pt x="3654" y="1"/>
                    <a:pt x="3613" y="9"/>
                    <a:pt x="3570" y="27"/>
                  </a:cubicBezTo>
                  <a:lnTo>
                    <a:pt x="301" y="1928"/>
                  </a:lnTo>
                  <a:cubicBezTo>
                    <a:pt x="134" y="2061"/>
                    <a:pt x="1" y="2228"/>
                    <a:pt x="1" y="2428"/>
                  </a:cubicBezTo>
                  <a:cubicBezTo>
                    <a:pt x="1" y="2566"/>
                    <a:pt x="64" y="2641"/>
                    <a:pt x="159" y="2641"/>
                  </a:cubicBezTo>
                  <a:cubicBezTo>
                    <a:pt x="201" y="2641"/>
                    <a:pt x="249" y="2626"/>
                    <a:pt x="301" y="2595"/>
                  </a:cubicBezTo>
                  <a:lnTo>
                    <a:pt x="3570" y="694"/>
                  </a:lnTo>
                  <a:cubicBezTo>
                    <a:pt x="3770" y="594"/>
                    <a:pt x="3870" y="393"/>
                    <a:pt x="3870" y="193"/>
                  </a:cubicBezTo>
                  <a:cubicBezTo>
                    <a:pt x="3870" y="70"/>
                    <a:pt x="3797" y="1"/>
                    <a:pt x="369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7"/>
            <p:cNvSpPr/>
            <p:nvPr/>
          </p:nvSpPr>
          <p:spPr>
            <a:xfrm>
              <a:off x="3355075" y="2416350"/>
              <a:ext cx="14200" cy="20025"/>
            </a:xfrm>
            <a:custGeom>
              <a:rect b="b" l="l" r="r" t="t"/>
              <a:pathLst>
                <a:path extrusionOk="0" h="801" w="568">
                  <a:moveTo>
                    <a:pt x="567" y="0"/>
                  </a:moveTo>
                  <a:lnTo>
                    <a:pt x="34" y="334"/>
                  </a:lnTo>
                  <a:cubicBezTo>
                    <a:pt x="0" y="334"/>
                    <a:pt x="0" y="367"/>
                    <a:pt x="0" y="400"/>
                  </a:cubicBezTo>
                  <a:lnTo>
                    <a:pt x="267" y="801"/>
                  </a:lnTo>
                  <a:cubicBezTo>
                    <a:pt x="267" y="801"/>
                    <a:pt x="300" y="801"/>
                    <a:pt x="300" y="767"/>
                  </a:cubicBezTo>
                  <a:lnTo>
                    <a:pt x="567" y="67"/>
                  </a:lnTo>
                  <a:lnTo>
                    <a:pt x="567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7"/>
            <p:cNvSpPr/>
            <p:nvPr/>
          </p:nvSpPr>
          <p:spPr>
            <a:xfrm>
              <a:off x="3210800" y="2994475"/>
              <a:ext cx="20875" cy="27950"/>
            </a:xfrm>
            <a:custGeom>
              <a:rect b="b" l="l" r="r" t="t"/>
              <a:pathLst>
                <a:path extrusionOk="0" h="1118" w="835">
                  <a:moveTo>
                    <a:pt x="619" y="0"/>
                  </a:moveTo>
                  <a:cubicBezTo>
                    <a:pt x="565" y="0"/>
                    <a:pt x="502" y="19"/>
                    <a:pt x="434" y="58"/>
                  </a:cubicBezTo>
                  <a:cubicBezTo>
                    <a:pt x="167" y="225"/>
                    <a:pt x="34" y="525"/>
                    <a:pt x="0" y="826"/>
                  </a:cubicBezTo>
                  <a:cubicBezTo>
                    <a:pt x="0" y="1013"/>
                    <a:pt x="99" y="1118"/>
                    <a:pt x="238" y="1118"/>
                  </a:cubicBezTo>
                  <a:cubicBezTo>
                    <a:pt x="298" y="1118"/>
                    <a:pt x="364" y="1099"/>
                    <a:pt x="434" y="1059"/>
                  </a:cubicBezTo>
                  <a:cubicBezTo>
                    <a:pt x="668" y="892"/>
                    <a:pt x="834" y="625"/>
                    <a:pt x="834" y="325"/>
                  </a:cubicBezTo>
                  <a:cubicBezTo>
                    <a:pt x="834" y="113"/>
                    <a:pt x="751" y="0"/>
                    <a:pt x="61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7"/>
            <p:cNvSpPr/>
            <p:nvPr/>
          </p:nvSpPr>
          <p:spPr>
            <a:xfrm>
              <a:off x="3295850" y="2896875"/>
              <a:ext cx="21725" cy="27975"/>
            </a:xfrm>
            <a:custGeom>
              <a:rect b="b" l="l" r="r" t="t"/>
              <a:pathLst>
                <a:path extrusionOk="0" h="1119" w="869">
                  <a:moveTo>
                    <a:pt x="630" y="1"/>
                  </a:moveTo>
                  <a:cubicBezTo>
                    <a:pt x="571" y="1"/>
                    <a:pt x="504" y="20"/>
                    <a:pt x="434" y="60"/>
                  </a:cubicBezTo>
                  <a:cubicBezTo>
                    <a:pt x="168" y="226"/>
                    <a:pt x="1" y="493"/>
                    <a:pt x="1" y="793"/>
                  </a:cubicBezTo>
                  <a:cubicBezTo>
                    <a:pt x="1" y="1006"/>
                    <a:pt x="84" y="1118"/>
                    <a:pt x="228" y="1118"/>
                  </a:cubicBezTo>
                  <a:cubicBezTo>
                    <a:pt x="287" y="1118"/>
                    <a:pt x="357" y="1099"/>
                    <a:pt x="434" y="1060"/>
                  </a:cubicBezTo>
                  <a:cubicBezTo>
                    <a:pt x="668" y="893"/>
                    <a:pt x="835" y="593"/>
                    <a:pt x="868" y="293"/>
                  </a:cubicBezTo>
                  <a:cubicBezTo>
                    <a:pt x="868" y="106"/>
                    <a:pt x="770" y="1"/>
                    <a:pt x="63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7"/>
            <p:cNvSpPr/>
            <p:nvPr/>
          </p:nvSpPr>
          <p:spPr>
            <a:xfrm>
              <a:off x="3380075" y="2847700"/>
              <a:ext cx="20875" cy="27950"/>
            </a:xfrm>
            <a:custGeom>
              <a:rect b="b" l="l" r="r" t="t"/>
              <a:pathLst>
                <a:path extrusionOk="0" h="1118" w="835">
                  <a:moveTo>
                    <a:pt x="619" y="0"/>
                  </a:moveTo>
                  <a:cubicBezTo>
                    <a:pt x="565" y="0"/>
                    <a:pt x="503" y="19"/>
                    <a:pt x="435" y="58"/>
                  </a:cubicBezTo>
                  <a:cubicBezTo>
                    <a:pt x="168" y="225"/>
                    <a:pt x="1" y="525"/>
                    <a:pt x="1" y="826"/>
                  </a:cubicBezTo>
                  <a:cubicBezTo>
                    <a:pt x="1" y="1013"/>
                    <a:pt x="99" y="1118"/>
                    <a:pt x="239" y="1118"/>
                  </a:cubicBezTo>
                  <a:cubicBezTo>
                    <a:pt x="298" y="1118"/>
                    <a:pt x="365" y="1099"/>
                    <a:pt x="435" y="1059"/>
                  </a:cubicBezTo>
                  <a:cubicBezTo>
                    <a:pt x="668" y="892"/>
                    <a:pt x="835" y="626"/>
                    <a:pt x="835" y="325"/>
                  </a:cubicBezTo>
                  <a:cubicBezTo>
                    <a:pt x="835" y="113"/>
                    <a:pt x="751" y="0"/>
                    <a:pt x="61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7"/>
            <p:cNvSpPr/>
            <p:nvPr/>
          </p:nvSpPr>
          <p:spPr>
            <a:xfrm>
              <a:off x="3465150" y="2820325"/>
              <a:ext cx="20875" cy="28175"/>
            </a:xfrm>
            <a:custGeom>
              <a:rect b="b" l="l" r="r" t="t"/>
              <a:pathLst>
                <a:path extrusionOk="0" h="1127" w="835">
                  <a:moveTo>
                    <a:pt x="592" y="0"/>
                  </a:moveTo>
                  <a:cubicBezTo>
                    <a:pt x="536" y="0"/>
                    <a:pt x="472" y="17"/>
                    <a:pt x="401" y="53"/>
                  </a:cubicBezTo>
                  <a:cubicBezTo>
                    <a:pt x="167" y="219"/>
                    <a:pt x="0" y="520"/>
                    <a:pt x="0" y="820"/>
                  </a:cubicBezTo>
                  <a:cubicBezTo>
                    <a:pt x="0" y="1006"/>
                    <a:pt x="81" y="1127"/>
                    <a:pt x="209" y="1127"/>
                  </a:cubicBezTo>
                  <a:cubicBezTo>
                    <a:pt x="265" y="1127"/>
                    <a:pt x="330" y="1104"/>
                    <a:pt x="401" y="1053"/>
                  </a:cubicBezTo>
                  <a:cubicBezTo>
                    <a:pt x="667" y="887"/>
                    <a:pt x="834" y="620"/>
                    <a:pt x="834" y="320"/>
                  </a:cubicBezTo>
                  <a:cubicBezTo>
                    <a:pt x="834" y="124"/>
                    <a:pt x="745" y="0"/>
                    <a:pt x="59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7"/>
            <p:cNvSpPr/>
            <p:nvPr/>
          </p:nvSpPr>
          <p:spPr>
            <a:xfrm>
              <a:off x="3550200" y="2732600"/>
              <a:ext cx="20875" cy="27950"/>
            </a:xfrm>
            <a:custGeom>
              <a:rect b="b" l="l" r="r" t="t"/>
              <a:pathLst>
                <a:path extrusionOk="0" h="1118" w="835">
                  <a:moveTo>
                    <a:pt x="597" y="0"/>
                  </a:moveTo>
                  <a:cubicBezTo>
                    <a:pt x="537" y="0"/>
                    <a:pt x="471" y="19"/>
                    <a:pt x="401" y="59"/>
                  </a:cubicBezTo>
                  <a:cubicBezTo>
                    <a:pt x="168" y="226"/>
                    <a:pt x="1" y="493"/>
                    <a:pt x="1" y="793"/>
                  </a:cubicBezTo>
                  <a:cubicBezTo>
                    <a:pt x="1" y="1006"/>
                    <a:pt x="84" y="1118"/>
                    <a:pt x="216" y="1118"/>
                  </a:cubicBezTo>
                  <a:cubicBezTo>
                    <a:pt x="270" y="1118"/>
                    <a:pt x="333" y="1099"/>
                    <a:pt x="401" y="1060"/>
                  </a:cubicBezTo>
                  <a:cubicBezTo>
                    <a:pt x="635" y="893"/>
                    <a:pt x="801" y="593"/>
                    <a:pt x="835" y="293"/>
                  </a:cubicBezTo>
                  <a:cubicBezTo>
                    <a:pt x="835" y="105"/>
                    <a:pt x="736" y="0"/>
                    <a:pt x="59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7"/>
            <p:cNvSpPr/>
            <p:nvPr/>
          </p:nvSpPr>
          <p:spPr>
            <a:xfrm>
              <a:off x="3634425" y="2701075"/>
              <a:ext cx="20875" cy="28175"/>
            </a:xfrm>
            <a:custGeom>
              <a:rect b="b" l="l" r="r" t="t"/>
              <a:pathLst>
                <a:path extrusionOk="0" h="1127" w="835">
                  <a:moveTo>
                    <a:pt x="606" y="0"/>
                  </a:moveTo>
                  <a:cubicBezTo>
                    <a:pt x="555" y="0"/>
                    <a:pt x="497" y="17"/>
                    <a:pt x="434" y="53"/>
                  </a:cubicBezTo>
                  <a:cubicBezTo>
                    <a:pt x="168" y="219"/>
                    <a:pt x="1" y="520"/>
                    <a:pt x="1" y="820"/>
                  </a:cubicBezTo>
                  <a:cubicBezTo>
                    <a:pt x="1" y="1006"/>
                    <a:pt x="82" y="1127"/>
                    <a:pt x="221" y="1127"/>
                  </a:cubicBezTo>
                  <a:cubicBezTo>
                    <a:pt x="282" y="1127"/>
                    <a:pt x="354" y="1104"/>
                    <a:pt x="434" y="1053"/>
                  </a:cubicBezTo>
                  <a:cubicBezTo>
                    <a:pt x="668" y="886"/>
                    <a:pt x="835" y="620"/>
                    <a:pt x="835" y="319"/>
                  </a:cubicBezTo>
                  <a:cubicBezTo>
                    <a:pt x="835" y="124"/>
                    <a:pt x="745" y="0"/>
                    <a:pt x="60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7"/>
            <p:cNvSpPr/>
            <p:nvPr/>
          </p:nvSpPr>
          <p:spPr>
            <a:xfrm>
              <a:off x="3719500" y="2602975"/>
              <a:ext cx="20875" cy="28175"/>
            </a:xfrm>
            <a:custGeom>
              <a:rect b="b" l="l" r="r" t="t"/>
              <a:pathLst>
                <a:path extrusionOk="0" h="1127" w="835">
                  <a:moveTo>
                    <a:pt x="599" y="0"/>
                  </a:moveTo>
                  <a:cubicBezTo>
                    <a:pt x="539" y="0"/>
                    <a:pt x="471" y="23"/>
                    <a:pt x="401" y="74"/>
                  </a:cubicBezTo>
                  <a:cubicBezTo>
                    <a:pt x="167" y="241"/>
                    <a:pt x="0" y="507"/>
                    <a:pt x="0" y="808"/>
                  </a:cubicBezTo>
                  <a:cubicBezTo>
                    <a:pt x="0" y="1003"/>
                    <a:pt x="90" y="1127"/>
                    <a:pt x="229" y="1127"/>
                  </a:cubicBezTo>
                  <a:cubicBezTo>
                    <a:pt x="280" y="1127"/>
                    <a:pt x="338" y="1110"/>
                    <a:pt x="401" y="1074"/>
                  </a:cubicBezTo>
                  <a:cubicBezTo>
                    <a:pt x="667" y="908"/>
                    <a:pt x="834" y="607"/>
                    <a:pt x="834" y="307"/>
                  </a:cubicBezTo>
                  <a:cubicBezTo>
                    <a:pt x="834" y="121"/>
                    <a:pt x="737" y="0"/>
                    <a:pt x="59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7"/>
            <p:cNvSpPr/>
            <p:nvPr/>
          </p:nvSpPr>
          <p:spPr>
            <a:xfrm>
              <a:off x="3803725" y="2579150"/>
              <a:ext cx="20875" cy="27975"/>
            </a:xfrm>
            <a:custGeom>
              <a:rect b="b" l="l" r="r" t="t"/>
              <a:pathLst>
                <a:path extrusionOk="0" h="1119" w="835">
                  <a:moveTo>
                    <a:pt x="623" y="1"/>
                  </a:moveTo>
                  <a:cubicBezTo>
                    <a:pt x="567" y="1"/>
                    <a:pt x="504" y="20"/>
                    <a:pt x="434" y="59"/>
                  </a:cubicBezTo>
                  <a:cubicBezTo>
                    <a:pt x="167" y="226"/>
                    <a:pt x="0" y="493"/>
                    <a:pt x="0" y="793"/>
                  </a:cubicBezTo>
                  <a:cubicBezTo>
                    <a:pt x="0" y="1006"/>
                    <a:pt x="84" y="1118"/>
                    <a:pt x="228" y="1118"/>
                  </a:cubicBezTo>
                  <a:cubicBezTo>
                    <a:pt x="287" y="1118"/>
                    <a:pt x="356" y="1099"/>
                    <a:pt x="434" y="1060"/>
                  </a:cubicBezTo>
                  <a:cubicBezTo>
                    <a:pt x="667" y="893"/>
                    <a:pt x="834" y="593"/>
                    <a:pt x="834" y="293"/>
                  </a:cubicBezTo>
                  <a:cubicBezTo>
                    <a:pt x="834" y="106"/>
                    <a:pt x="752" y="1"/>
                    <a:pt x="62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7"/>
            <p:cNvSpPr/>
            <p:nvPr/>
          </p:nvSpPr>
          <p:spPr>
            <a:xfrm>
              <a:off x="3888775" y="2309825"/>
              <a:ext cx="20875" cy="28325"/>
            </a:xfrm>
            <a:custGeom>
              <a:rect b="b" l="l" r="r" t="t"/>
              <a:pathLst>
                <a:path extrusionOk="0" h="1133" w="835">
                  <a:moveTo>
                    <a:pt x="593" y="0"/>
                  </a:moveTo>
                  <a:cubicBezTo>
                    <a:pt x="534" y="0"/>
                    <a:pt x="469" y="19"/>
                    <a:pt x="401" y="58"/>
                  </a:cubicBezTo>
                  <a:cubicBezTo>
                    <a:pt x="168" y="225"/>
                    <a:pt x="1" y="525"/>
                    <a:pt x="1" y="825"/>
                  </a:cubicBezTo>
                  <a:cubicBezTo>
                    <a:pt x="1" y="1011"/>
                    <a:pt x="82" y="1132"/>
                    <a:pt x="210" y="1132"/>
                  </a:cubicBezTo>
                  <a:cubicBezTo>
                    <a:pt x="266" y="1132"/>
                    <a:pt x="330" y="1109"/>
                    <a:pt x="401" y="1059"/>
                  </a:cubicBezTo>
                  <a:cubicBezTo>
                    <a:pt x="668" y="892"/>
                    <a:pt x="801" y="625"/>
                    <a:pt x="835" y="325"/>
                  </a:cubicBezTo>
                  <a:cubicBezTo>
                    <a:pt x="835" y="112"/>
                    <a:pt x="734" y="0"/>
                    <a:pt x="59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7"/>
            <p:cNvSpPr/>
            <p:nvPr/>
          </p:nvSpPr>
          <p:spPr>
            <a:xfrm>
              <a:off x="3973000" y="2457025"/>
              <a:ext cx="21725" cy="28200"/>
            </a:xfrm>
            <a:custGeom>
              <a:rect b="b" l="l" r="r" t="t"/>
              <a:pathLst>
                <a:path extrusionOk="0" h="1128" w="869">
                  <a:moveTo>
                    <a:pt x="633" y="1"/>
                  </a:moveTo>
                  <a:cubicBezTo>
                    <a:pt x="573" y="1"/>
                    <a:pt x="505" y="24"/>
                    <a:pt x="434" y="74"/>
                  </a:cubicBezTo>
                  <a:cubicBezTo>
                    <a:pt x="168" y="208"/>
                    <a:pt x="1" y="508"/>
                    <a:pt x="1" y="808"/>
                  </a:cubicBezTo>
                  <a:cubicBezTo>
                    <a:pt x="1" y="1003"/>
                    <a:pt x="108" y="1127"/>
                    <a:pt x="257" y="1127"/>
                  </a:cubicBezTo>
                  <a:cubicBezTo>
                    <a:pt x="312" y="1127"/>
                    <a:pt x="372" y="1111"/>
                    <a:pt x="434" y="1075"/>
                  </a:cubicBezTo>
                  <a:cubicBezTo>
                    <a:pt x="668" y="875"/>
                    <a:pt x="835" y="608"/>
                    <a:pt x="868" y="308"/>
                  </a:cubicBezTo>
                  <a:cubicBezTo>
                    <a:pt x="868" y="122"/>
                    <a:pt x="771" y="1"/>
                    <a:pt x="63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7"/>
            <p:cNvSpPr/>
            <p:nvPr/>
          </p:nvSpPr>
          <p:spPr>
            <a:xfrm>
              <a:off x="4058075" y="2457025"/>
              <a:ext cx="20875" cy="28200"/>
            </a:xfrm>
            <a:custGeom>
              <a:rect b="b" l="l" r="r" t="t"/>
              <a:pathLst>
                <a:path extrusionOk="0" h="1128" w="835">
                  <a:moveTo>
                    <a:pt x="614" y="1"/>
                  </a:moveTo>
                  <a:cubicBezTo>
                    <a:pt x="553" y="1"/>
                    <a:pt x="481" y="24"/>
                    <a:pt x="401" y="74"/>
                  </a:cubicBezTo>
                  <a:cubicBezTo>
                    <a:pt x="167" y="241"/>
                    <a:pt x="0" y="508"/>
                    <a:pt x="0" y="808"/>
                  </a:cubicBezTo>
                  <a:cubicBezTo>
                    <a:pt x="0" y="1003"/>
                    <a:pt x="90" y="1127"/>
                    <a:pt x="229" y="1127"/>
                  </a:cubicBezTo>
                  <a:cubicBezTo>
                    <a:pt x="280" y="1127"/>
                    <a:pt x="338" y="1111"/>
                    <a:pt x="401" y="1075"/>
                  </a:cubicBezTo>
                  <a:cubicBezTo>
                    <a:pt x="667" y="875"/>
                    <a:pt x="801" y="608"/>
                    <a:pt x="834" y="308"/>
                  </a:cubicBezTo>
                  <a:cubicBezTo>
                    <a:pt x="834" y="122"/>
                    <a:pt x="753" y="1"/>
                    <a:pt x="61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7"/>
            <p:cNvSpPr/>
            <p:nvPr/>
          </p:nvSpPr>
          <p:spPr>
            <a:xfrm>
              <a:off x="4142300" y="2457025"/>
              <a:ext cx="20875" cy="28200"/>
            </a:xfrm>
            <a:custGeom>
              <a:rect b="b" l="l" r="r" t="t"/>
              <a:pathLst>
                <a:path extrusionOk="0" h="1128" w="835">
                  <a:moveTo>
                    <a:pt x="625" y="1"/>
                  </a:moveTo>
                  <a:cubicBezTo>
                    <a:pt x="569" y="1"/>
                    <a:pt x="505" y="24"/>
                    <a:pt x="434" y="74"/>
                  </a:cubicBezTo>
                  <a:cubicBezTo>
                    <a:pt x="167" y="241"/>
                    <a:pt x="34" y="508"/>
                    <a:pt x="0" y="808"/>
                  </a:cubicBezTo>
                  <a:cubicBezTo>
                    <a:pt x="0" y="1003"/>
                    <a:pt x="108" y="1127"/>
                    <a:pt x="257" y="1127"/>
                  </a:cubicBezTo>
                  <a:cubicBezTo>
                    <a:pt x="311" y="1127"/>
                    <a:pt x="371" y="1111"/>
                    <a:pt x="434" y="1075"/>
                  </a:cubicBezTo>
                  <a:cubicBezTo>
                    <a:pt x="667" y="875"/>
                    <a:pt x="834" y="608"/>
                    <a:pt x="834" y="308"/>
                  </a:cubicBezTo>
                  <a:cubicBezTo>
                    <a:pt x="834" y="122"/>
                    <a:pt x="753" y="1"/>
                    <a:pt x="62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7"/>
            <p:cNvSpPr/>
            <p:nvPr/>
          </p:nvSpPr>
          <p:spPr>
            <a:xfrm>
              <a:off x="4226525" y="2309825"/>
              <a:ext cx="21700" cy="28325"/>
            </a:xfrm>
            <a:custGeom>
              <a:rect b="b" l="l" r="r" t="t"/>
              <a:pathLst>
                <a:path extrusionOk="0" h="1133" w="868">
                  <a:moveTo>
                    <a:pt x="640" y="0"/>
                  </a:moveTo>
                  <a:cubicBezTo>
                    <a:pt x="581" y="0"/>
                    <a:pt x="512" y="19"/>
                    <a:pt x="434" y="58"/>
                  </a:cubicBezTo>
                  <a:cubicBezTo>
                    <a:pt x="201" y="225"/>
                    <a:pt x="34" y="525"/>
                    <a:pt x="0" y="825"/>
                  </a:cubicBezTo>
                  <a:cubicBezTo>
                    <a:pt x="0" y="1011"/>
                    <a:pt x="98" y="1132"/>
                    <a:pt x="235" y="1132"/>
                  </a:cubicBezTo>
                  <a:cubicBezTo>
                    <a:pt x="295" y="1132"/>
                    <a:pt x="363" y="1109"/>
                    <a:pt x="434" y="1059"/>
                  </a:cubicBezTo>
                  <a:cubicBezTo>
                    <a:pt x="701" y="892"/>
                    <a:pt x="834" y="625"/>
                    <a:pt x="868" y="325"/>
                  </a:cubicBezTo>
                  <a:cubicBezTo>
                    <a:pt x="868" y="112"/>
                    <a:pt x="784" y="0"/>
                    <a:pt x="64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7"/>
            <p:cNvSpPr/>
            <p:nvPr/>
          </p:nvSpPr>
          <p:spPr>
            <a:xfrm>
              <a:off x="4311575" y="2281900"/>
              <a:ext cx="20875" cy="28200"/>
            </a:xfrm>
            <a:custGeom>
              <a:rect b="b" l="l" r="r" t="t"/>
              <a:pathLst>
                <a:path extrusionOk="0" h="1128" w="835">
                  <a:moveTo>
                    <a:pt x="626" y="1"/>
                  </a:moveTo>
                  <a:cubicBezTo>
                    <a:pt x="570" y="1"/>
                    <a:pt x="505" y="24"/>
                    <a:pt x="434" y="74"/>
                  </a:cubicBezTo>
                  <a:cubicBezTo>
                    <a:pt x="168" y="241"/>
                    <a:pt x="34" y="508"/>
                    <a:pt x="1" y="808"/>
                  </a:cubicBezTo>
                  <a:cubicBezTo>
                    <a:pt x="1" y="1003"/>
                    <a:pt x="108" y="1127"/>
                    <a:pt x="257" y="1127"/>
                  </a:cubicBezTo>
                  <a:cubicBezTo>
                    <a:pt x="312" y="1127"/>
                    <a:pt x="372" y="1111"/>
                    <a:pt x="434" y="1075"/>
                  </a:cubicBezTo>
                  <a:cubicBezTo>
                    <a:pt x="668" y="908"/>
                    <a:pt x="835" y="608"/>
                    <a:pt x="835" y="308"/>
                  </a:cubicBezTo>
                  <a:cubicBezTo>
                    <a:pt x="835" y="122"/>
                    <a:pt x="754" y="1"/>
                    <a:pt x="62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7"/>
            <p:cNvSpPr/>
            <p:nvPr/>
          </p:nvSpPr>
          <p:spPr>
            <a:xfrm>
              <a:off x="4396650" y="2163175"/>
              <a:ext cx="21700" cy="28200"/>
            </a:xfrm>
            <a:custGeom>
              <a:rect b="b" l="l" r="r" t="t"/>
              <a:pathLst>
                <a:path extrusionOk="0" h="1128" w="868">
                  <a:moveTo>
                    <a:pt x="611" y="1"/>
                  </a:moveTo>
                  <a:cubicBezTo>
                    <a:pt x="557" y="1"/>
                    <a:pt x="496" y="17"/>
                    <a:pt x="434" y="53"/>
                  </a:cubicBezTo>
                  <a:cubicBezTo>
                    <a:pt x="167" y="220"/>
                    <a:pt x="34" y="520"/>
                    <a:pt x="0" y="820"/>
                  </a:cubicBezTo>
                  <a:cubicBezTo>
                    <a:pt x="0" y="1006"/>
                    <a:pt x="97" y="1127"/>
                    <a:pt x="235" y="1127"/>
                  </a:cubicBezTo>
                  <a:cubicBezTo>
                    <a:pt x="295" y="1127"/>
                    <a:pt x="363" y="1104"/>
                    <a:pt x="434" y="1054"/>
                  </a:cubicBezTo>
                  <a:cubicBezTo>
                    <a:pt x="667" y="887"/>
                    <a:pt x="834" y="620"/>
                    <a:pt x="868" y="320"/>
                  </a:cubicBezTo>
                  <a:cubicBezTo>
                    <a:pt x="868" y="125"/>
                    <a:pt x="760" y="1"/>
                    <a:pt x="61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7"/>
            <p:cNvSpPr/>
            <p:nvPr/>
          </p:nvSpPr>
          <p:spPr>
            <a:xfrm>
              <a:off x="4480025" y="2163675"/>
              <a:ext cx="23375" cy="28250"/>
            </a:xfrm>
            <a:custGeom>
              <a:rect b="b" l="l" r="r" t="t"/>
              <a:pathLst>
                <a:path extrusionOk="0" h="1130" w="935">
                  <a:moveTo>
                    <a:pt x="645" y="0"/>
                  </a:moveTo>
                  <a:cubicBezTo>
                    <a:pt x="488" y="0"/>
                    <a:pt x="298" y="133"/>
                    <a:pt x="168" y="367"/>
                  </a:cubicBezTo>
                  <a:cubicBezTo>
                    <a:pt x="1" y="667"/>
                    <a:pt x="1" y="1001"/>
                    <a:pt x="168" y="1101"/>
                  </a:cubicBezTo>
                  <a:cubicBezTo>
                    <a:pt x="201" y="1120"/>
                    <a:pt x="237" y="1130"/>
                    <a:pt x="277" y="1130"/>
                  </a:cubicBezTo>
                  <a:cubicBezTo>
                    <a:pt x="436" y="1130"/>
                    <a:pt x="634" y="975"/>
                    <a:pt x="768" y="734"/>
                  </a:cubicBezTo>
                  <a:cubicBezTo>
                    <a:pt x="935" y="433"/>
                    <a:pt x="935" y="133"/>
                    <a:pt x="768" y="33"/>
                  </a:cubicBezTo>
                  <a:cubicBezTo>
                    <a:pt x="731" y="11"/>
                    <a:pt x="689" y="0"/>
                    <a:pt x="64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7"/>
            <p:cNvSpPr/>
            <p:nvPr/>
          </p:nvSpPr>
          <p:spPr>
            <a:xfrm>
              <a:off x="4564275" y="2163675"/>
              <a:ext cx="24200" cy="28250"/>
            </a:xfrm>
            <a:custGeom>
              <a:rect b="b" l="l" r="r" t="t"/>
              <a:pathLst>
                <a:path extrusionOk="0" h="1130" w="968">
                  <a:moveTo>
                    <a:pt x="677" y="0"/>
                  </a:moveTo>
                  <a:cubicBezTo>
                    <a:pt x="521" y="0"/>
                    <a:pt x="330" y="133"/>
                    <a:pt x="200" y="367"/>
                  </a:cubicBezTo>
                  <a:cubicBezTo>
                    <a:pt x="0" y="667"/>
                    <a:pt x="0" y="1001"/>
                    <a:pt x="167" y="1101"/>
                  </a:cubicBezTo>
                  <a:cubicBezTo>
                    <a:pt x="206" y="1120"/>
                    <a:pt x="248" y="1130"/>
                    <a:pt x="292" y="1130"/>
                  </a:cubicBezTo>
                  <a:cubicBezTo>
                    <a:pt x="468" y="1130"/>
                    <a:pt x="667" y="975"/>
                    <a:pt x="801" y="734"/>
                  </a:cubicBezTo>
                  <a:cubicBezTo>
                    <a:pt x="967" y="433"/>
                    <a:pt x="967" y="100"/>
                    <a:pt x="801" y="33"/>
                  </a:cubicBezTo>
                  <a:cubicBezTo>
                    <a:pt x="764" y="11"/>
                    <a:pt x="722" y="0"/>
                    <a:pt x="67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7"/>
            <p:cNvSpPr/>
            <p:nvPr/>
          </p:nvSpPr>
          <p:spPr>
            <a:xfrm>
              <a:off x="4650150" y="2114650"/>
              <a:ext cx="21725" cy="27975"/>
            </a:xfrm>
            <a:custGeom>
              <a:rect b="b" l="l" r="r" t="t"/>
              <a:pathLst>
                <a:path extrusionOk="0" h="1119" w="869">
                  <a:moveTo>
                    <a:pt x="656" y="1"/>
                  </a:moveTo>
                  <a:cubicBezTo>
                    <a:pt x="601" y="1"/>
                    <a:pt x="538" y="20"/>
                    <a:pt x="468" y="59"/>
                  </a:cubicBezTo>
                  <a:cubicBezTo>
                    <a:pt x="201" y="226"/>
                    <a:pt x="34" y="493"/>
                    <a:pt x="1" y="793"/>
                  </a:cubicBezTo>
                  <a:cubicBezTo>
                    <a:pt x="1" y="1006"/>
                    <a:pt x="101" y="1118"/>
                    <a:pt x="255" y="1118"/>
                  </a:cubicBezTo>
                  <a:cubicBezTo>
                    <a:pt x="318" y="1118"/>
                    <a:pt x="390" y="1099"/>
                    <a:pt x="468" y="1060"/>
                  </a:cubicBezTo>
                  <a:cubicBezTo>
                    <a:pt x="701" y="893"/>
                    <a:pt x="868" y="593"/>
                    <a:pt x="868" y="293"/>
                  </a:cubicBezTo>
                  <a:cubicBezTo>
                    <a:pt x="868" y="106"/>
                    <a:pt x="786" y="1"/>
                    <a:pt x="65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7"/>
            <p:cNvSpPr/>
            <p:nvPr/>
          </p:nvSpPr>
          <p:spPr>
            <a:xfrm>
              <a:off x="3218300" y="2125775"/>
              <a:ext cx="1446050" cy="885175"/>
            </a:xfrm>
            <a:custGeom>
              <a:rect b="b" l="l" r="r" t="t"/>
              <a:pathLst>
                <a:path extrusionOk="0" h="35407" w="57842">
                  <a:moveTo>
                    <a:pt x="57711" y="1"/>
                  </a:moveTo>
                  <a:cubicBezTo>
                    <a:pt x="57698" y="1"/>
                    <a:pt x="57685" y="5"/>
                    <a:pt x="57675" y="15"/>
                  </a:cubicBezTo>
                  <a:lnTo>
                    <a:pt x="54306" y="1983"/>
                  </a:lnTo>
                  <a:lnTo>
                    <a:pt x="47535" y="1983"/>
                  </a:lnTo>
                  <a:cubicBezTo>
                    <a:pt x="47525" y="1973"/>
                    <a:pt x="47518" y="1969"/>
                    <a:pt x="47512" y="1969"/>
                  </a:cubicBezTo>
                  <a:cubicBezTo>
                    <a:pt x="47498" y="1969"/>
                    <a:pt x="47491" y="1993"/>
                    <a:pt x="47468" y="2016"/>
                  </a:cubicBezTo>
                  <a:lnTo>
                    <a:pt x="44099" y="6720"/>
                  </a:lnTo>
                  <a:lnTo>
                    <a:pt x="40730" y="7854"/>
                  </a:lnTo>
                  <a:cubicBezTo>
                    <a:pt x="40730" y="7854"/>
                    <a:pt x="40696" y="7854"/>
                    <a:pt x="40696" y="7887"/>
                  </a:cubicBezTo>
                  <a:lnTo>
                    <a:pt x="37361" y="13691"/>
                  </a:lnTo>
                  <a:lnTo>
                    <a:pt x="30689" y="13691"/>
                  </a:lnTo>
                  <a:lnTo>
                    <a:pt x="27320" y="7854"/>
                  </a:lnTo>
                  <a:cubicBezTo>
                    <a:pt x="27287" y="7820"/>
                    <a:pt x="27253" y="7820"/>
                    <a:pt x="27220" y="7820"/>
                  </a:cubicBezTo>
                  <a:cubicBezTo>
                    <a:pt x="27187" y="7820"/>
                    <a:pt x="27120" y="7854"/>
                    <a:pt x="27120" y="7887"/>
                  </a:cubicBezTo>
                  <a:lnTo>
                    <a:pt x="23751" y="18561"/>
                  </a:lnTo>
                  <a:lnTo>
                    <a:pt x="20415" y="19529"/>
                  </a:lnTo>
                  <a:cubicBezTo>
                    <a:pt x="20415" y="19529"/>
                    <a:pt x="20382" y="19562"/>
                    <a:pt x="20382" y="19562"/>
                  </a:cubicBezTo>
                  <a:lnTo>
                    <a:pt x="17013" y="23465"/>
                  </a:lnTo>
                  <a:lnTo>
                    <a:pt x="13644" y="24699"/>
                  </a:lnTo>
                  <a:lnTo>
                    <a:pt x="13610" y="24732"/>
                  </a:lnTo>
                  <a:lnTo>
                    <a:pt x="10241" y="28235"/>
                  </a:lnTo>
                  <a:lnTo>
                    <a:pt x="6872" y="29336"/>
                  </a:lnTo>
                  <a:lnTo>
                    <a:pt x="3503" y="31270"/>
                  </a:lnTo>
                  <a:lnTo>
                    <a:pt x="3470" y="31304"/>
                  </a:lnTo>
                  <a:lnTo>
                    <a:pt x="34" y="35240"/>
                  </a:lnTo>
                  <a:cubicBezTo>
                    <a:pt x="1" y="35273"/>
                    <a:pt x="1" y="35340"/>
                    <a:pt x="34" y="35373"/>
                  </a:cubicBezTo>
                  <a:cubicBezTo>
                    <a:pt x="67" y="35407"/>
                    <a:pt x="101" y="35407"/>
                    <a:pt x="134" y="35407"/>
                  </a:cubicBezTo>
                  <a:cubicBezTo>
                    <a:pt x="134" y="35407"/>
                    <a:pt x="167" y="35407"/>
                    <a:pt x="201" y="35373"/>
                  </a:cubicBezTo>
                  <a:lnTo>
                    <a:pt x="3603" y="31504"/>
                  </a:lnTo>
                  <a:lnTo>
                    <a:pt x="6939" y="29569"/>
                  </a:lnTo>
                  <a:lnTo>
                    <a:pt x="10341" y="28468"/>
                  </a:lnTo>
                  <a:cubicBezTo>
                    <a:pt x="10341" y="28468"/>
                    <a:pt x="10375" y="28468"/>
                    <a:pt x="10375" y="28435"/>
                  </a:cubicBezTo>
                  <a:lnTo>
                    <a:pt x="13744" y="24933"/>
                  </a:lnTo>
                  <a:lnTo>
                    <a:pt x="17113" y="23698"/>
                  </a:lnTo>
                  <a:lnTo>
                    <a:pt x="17146" y="23665"/>
                  </a:lnTo>
                  <a:lnTo>
                    <a:pt x="20515" y="19762"/>
                  </a:lnTo>
                  <a:lnTo>
                    <a:pt x="23884" y="18795"/>
                  </a:lnTo>
                  <a:cubicBezTo>
                    <a:pt x="23918" y="18795"/>
                    <a:pt x="23951" y="18761"/>
                    <a:pt x="23951" y="18728"/>
                  </a:cubicBezTo>
                  <a:lnTo>
                    <a:pt x="27253" y="8187"/>
                  </a:lnTo>
                  <a:lnTo>
                    <a:pt x="30522" y="13858"/>
                  </a:lnTo>
                  <a:cubicBezTo>
                    <a:pt x="30556" y="13891"/>
                    <a:pt x="30589" y="13891"/>
                    <a:pt x="30622" y="13891"/>
                  </a:cubicBezTo>
                  <a:lnTo>
                    <a:pt x="37394" y="13891"/>
                  </a:lnTo>
                  <a:cubicBezTo>
                    <a:pt x="37427" y="13891"/>
                    <a:pt x="37461" y="13891"/>
                    <a:pt x="37494" y="13858"/>
                  </a:cubicBezTo>
                  <a:lnTo>
                    <a:pt x="40863" y="8020"/>
                  </a:lnTo>
                  <a:lnTo>
                    <a:pt x="44199" y="6886"/>
                  </a:lnTo>
                  <a:cubicBezTo>
                    <a:pt x="44199" y="6886"/>
                    <a:pt x="44232" y="6886"/>
                    <a:pt x="44232" y="6853"/>
                  </a:cubicBezTo>
                  <a:lnTo>
                    <a:pt x="47601" y="2150"/>
                  </a:lnTo>
                  <a:lnTo>
                    <a:pt x="54306" y="2150"/>
                  </a:lnTo>
                  <a:cubicBezTo>
                    <a:pt x="54323" y="2166"/>
                    <a:pt x="54339" y="2175"/>
                    <a:pt x="54352" y="2175"/>
                  </a:cubicBezTo>
                  <a:cubicBezTo>
                    <a:pt x="54364" y="2175"/>
                    <a:pt x="54373" y="2166"/>
                    <a:pt x="54373" y="2150"/>
                  </a:cubicBezTo>
                  <a:lnTo>
                    <a:pt x="57775" y="215"/>
                  </a:lnTo>
                  <a:cubicBezTo>
                    <a:pt x="57809" y="182"/>
                    <a:pt x="57842" y="115"/>
                    <a:pt x="57809" y="48"/>
                  </a:cubicBezTo>
                  <a:cubicBezTo>
                    <a:pt x="57785" y="24"/>
                    <a:pt x="57745" y="1"/>
                    <a:pt x="5771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7"/>
            <p:cNvSpPr/>
            <p:nvPr/>
          </p:nvSpPr>
          <p:spPr>
            <a:xfrm>
              <a:off x="3215800" y="2221525"/>
              <a:ext cx="1452050" cy="841975"/>
            </a:xfrm>
            <a:custGeom>
              <a:rect b="b" l="l" r="r" t="t"/>
              <a:pathLst>
                <a:path extrusionOk="0" h="33679" w="58082">
                  <a:moveTo>
                    <a:pt x="57800" y="1"/>
                  </a:moveTo>
                  <a:cubicBezTo>
                    <a:pt x="57771" y="1"/>
                    <a:pt x="57741" y="7"/>
                    <a:pt x="57708" y="21"/>
                  </a:cubicBezTo>
                  <a:lnTo>
                    <a:pt x="134" y="33278"/>
                  </a:lnTo>
                  <a:cubicBezTo>
                    <a:pt x="34" y="33345"/>
                    <a:pt x="1" y="33445"/>
                    <a:pt x="34" y="33545"/>
                  </a:cubicBezTo>
                  <a:cubicBezTo>
                    <a:pt x="67" y="33612"/>
                    <a:pt x="167" y="33645"/>
                    <a:pt x="234" y="33678"/>
                  </a:cubicBezTo>
                  <a:cubicBezTo>
                    <a:pt x="267" y="33645"/>
                    <a:pt x="301" y="33645"/>
                    <a:pt x="334" y="33612"/>
                  </a:cubicBezTo>
                  <a:lnTo>
                    <a:pt x="57909" y="388"/>
                  </a:lnTo>
                  <a:cubicBezTo>
                    <a:pt x="58081" y="244"/>
                    <a:pt x="57981" y="1"/>
                    <a:pt x="5780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7"/>
            <p:cNvSpPr/>
            <p:nvPr/>
          </p:nvSpPr>
          <p:spPr>
            <a:xfrm>
              <a:off x="3210800" y="2945400"/>
              <a:ext cx="20875" cy="28500"/>
            </a:xfrm>
            <a:custGeom>
              <a:rect b="b" l="l" r="r" t="t"/>
              <a:pathLst>
                <a:path extrusionOk="0" h="1140" w="835">
                  <a:moveTo>
                    <a:pt x="605" y="1"/>
                  </a:moveTo>
                  <a:cubicBezTo>
                    <a:pt x="554" y="1"/>
                    <a:pt x="497" y="17"/>
                    <a:pt x="434" y="53"/>
                  </a:cubicBezTo>
                  <a:cubicBezTo>
                    <a:pt x="167" y="220"/>
                    <a:pt x="34" y="520"/>
                    <a:pt x="0" y="820"/>
                  </a:cubicBezTo>
                  <a:cubicBezTo>
                    <a:pt x="0" y="1016"/>
                    <a:pt x="108" y="1140"/>
                    <a:pt x="257" y="1140"/>
                  </a:cubicBezTo>
                  <a:cubicBezTo>
                    <a:pt x="311" y="1140"/>
                    <a:pt x="371" y="1123"/>
                    <a:pt x="434" y="1087"/>
                  </a:cubicBezTo>
                  <a:cubicBezTo>
                    <a:pt x="668" y="887"/>
                    <a:pt x="834" y="620"/>
                    <a:pt x="834" y="320"/>
                  </a:cubicBezTo>
                  <a:cubicBezTo>
                    <a:pt x="834" y="125"/>
                    <a:pt x="745" y="1"/>
                    <a:pt x="60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7"/>
            <p:cNvSpPr/>
            <p:nvPr/>
          </p:nvSpPr>
          <p:spPr>
            <a:xfrm>
              <a:off x="3295850" y="2798950"/>
              <a:ext cx="21725" cy="28175"/>
            </a:xfrm>
            <a:custGeom>
              <a:rect b="b" l="l" r="r" t="t"/>
              <a:pathLst>
                <a:path extrusionOk="0" h="1127" w="869">
                  <a:moveTo>
                    <a:pt x="633" y="0"/>
                  </a:moveTo>
                  <a:cubicBezTo>
                    <a:pt x="573" y="0"/>
                    <a:pt x="505" y="23"/>
                    <a:pt x="434" y="74"/>
                  </a:cubicBezTo>
                  <a:cubicBezTo>
                    <a:pt x="168" y="240"/>
                    <a:pt x="1" y="507"/>
                    <a:pt x="1" y="808"/>
                  </a:cubicBezTo>
                  <a:cubicBezTo>
                    <a:pt x="1" y="1003"/>
                    <a:pt x="90" y="1127"/>
                    <a:pt x="243" y="1127"/>
                  </a:cubicBezTo>
                  <a:cubicBezTo>
                    <a:pt x="299" y="1127"/>
                    <a:pt x="363" y="1110"/>
                    <a:pt x="434" y="1074"/>
                  </a:cubicBezTo>
                  <a:cubicBezTo>
                    <a:pt x="668" y="908"/>
                    <a:pt x="835" y="607"/>
                    <a:pt x="868" y="307"/>
                  </a:cubicBezTo>
                  <a:cubicBezTo>
                    <a:pt x="868" y="121"/>
                    <a:pt x="771" y="0"/>
                    <a:pt x="63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7"/>
            <p:cNvSpPr/>
            <p:nvPr/>
          </p:nvSpPr>
          <p:spPr>
            <a:xfrm>
              <a:off x="3379250" y="2780875"/>
              <a:ext cx="23375" cy="28175"/>
            </a:xfrm>
            <a:custGeom>
              <a:rect b="b" l="l" r="r" t="t"/>
              <a:pathLst>
                <a:path extrusionOk="0" h="1127" w="935">
                  <a:moveTo>
                    <a:pt x="657" y="0"/>
                  </a:moveTo>
                  <a:cubicBezTo>
                    <a:pt x="498" y="0"/>
                    <a:pt x="301" y="150"/>
                    <a:pt x="167" y="363"/>
                  </a:cubicBezTo>
                  <a:cubicBezTo>
                    <a:pt x="1" y="663"/>
                    <a:pt x="1" y="997"/>
                    <a:pt x="167" y="1097"/>
                  </a:cubicBezTo>
                  <a:cubicBezTo>
                    <a:pt x="200" y="1117"/>
                    <a:pt x="237" y="1126"/>
                    <a:pt x="276" y="1126"/>
                  </a:cubicBezTo>
                  <a:cubicBezTo>
                    <a:pt x="435" y="1126"/>
                    <a:pt x="634" y="971"/>
                    <a:pt x="768" y="730"/>
                  </a:cubicBezTo>
                  <a:cubicBezTo>
                    <a:pt x="935" y="430"/>
                    <a:pt x="935" y="130"/>
                    <a:pt x="768" y="29"/>
                  </a:cubicBezTo>
                  <a:cubicBezTo>
                    <a:pt x="734" y="9"/>
                    <a:pt x="697" y="0"/>
                    <a:pt x="65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7"/>
            <p:cNvSpPr/>
            <p:nvPr/>
          </p:nvSpPr>
          <p:spPr>
            <a:xfrm>
              <a:off x="3465150" y="2602975"/>
              <a:ext cx="20875" cy="28175"/>
            </a:xfrm>
            <a:custGeom>
              <a:rect b="b" l="l" r="r" t="t"/>
              <a:pathLst>
                <a:path extrusionOk="0" h="1127" w="835">
                  <a:moveTo>
                    <a:pt x="614" y="0"/>
                  </a:moveTo>
                  <a:cubicBezTo>
                    <a:pt x="553" y="0"/>
                    <a:pt x="482" y="23"/>
                    <a:pt x="401" y="74"/>
                  </a:cubicBezTo>
                  <a:cubicBezTo>
                    <a:pt x="167" y="241"/>
                    <a:pt x="0" y="507"/>
                    <a:pt x="0" y="808"/>
                  </a:cubicBezTo>
                  <a:cubicBezTo>
                    <a:pt x="0" y="1003"/>
                    <a:pt x="90" y="1127"/>
                    <a:pt x="229" y="1127"/>
                  </a:cubicBezTo>
                  <a:cubicBezTo>
                    <a:pt x="280" y="1127"/>
                    <a:pt x="338" y="1110"/>
                    <a:pt x="401" y="1074"/>
                  </a:cubicBezTo>
                  <a:cubicBezTo>
                    <a:pt x="667" y="874"/>
                    <a:pt x="834" y="607"/>
                    <a:pt x="834" y="307"/>
                  </a:cubicBezTo>
                  <a:cubicBezTo>
                    <a:pt x="834" y="121"/>
                    <a:pt x="753" y="0"/>
                    <a:pt x="61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37"/>
            <p:cNvSpPr/>
            <p:nvPr/>
          </p:nvSpPr>
          <p:spPr>
            <a:xfrm>
              <a:off x="3550200" y="2652175"/>
              <a:ext cx="20875" cy="28325"/>
            </a:xfrm>
            <a:custGeom>
              <a:rect b="b" l="l" r="r" t="t"/>
              <a:pathLst>
                <a:path extrusionOk="0" h="1133" w="835">
                  <a:moveTo>
                    <a:pt x="600" y="0"/>
                  </a:moveTo>
                  <a:cubicBezTo>
                    <a:pt x="540" y="0"/>
                    <a:pt x="472" y="23"/>
                    <a:pt x="401" y="74"/>
                  </a:cubicBezTo>
                  <a:cubicBezTo>
                    <a:pt x="168" y="241"/>
                    <a:pt x="1" y="507"/>
                    <a:pt x="1" y="808"/>
                  </a:cubicBezTo>
                  <a:cubicBezTo>
                    <a:pt x="1" y="1020"/>
                    <a:pt x="84" y="1133"/>
                    <a:pt x="216" y="1133"/>
                  </a:cubicBezTo>
                  <a:cubicBezTo>
                    <a:pt x="270" y="1133"/>
                    <a:pt x="333" y="1113"/>
                    <a:pt x="401" y="1075"/>
                  </a:cubicBezTo>
                  <a:cubicBezTo>
                    <a:pt x="668" y="908"/>
                    <a:pt x="801" y="608"/>
                    <a:pt x="835" y="307"/>
                  </a:cubicBezTo>
                  <a:cubicBezTo>
                    <a:pt x="835" y="121"/>
                    <a:pt x="738" y="0"/>
                    <a:pt x="60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7"/>
            <p:cNvSpPr/>
            <p:nvPr/>
          </p:nvSpPr>
          <p:spPr>
            <a:xfrm>
              <a:off x="3634425" y="2627675"/>
              <a:ext cx="20875" cy="28200"/>
            </a:xfrm>
            <a:custGeom>
              <a:rect b="b" l="l" r="r" t="t"/>
              <a:pathLst>
                <a:path extrusionOk="0" h="1128" w="835">
                  <a:moveTo>
                    <a:pt x="606" y="1"/>
                  </a:moveTo>
                  <a:cubicBezTo>
                    <a:pt x="555" y="1"/>
                    <a:pt x="497" y="17"/>
                    <a:pt x="434" y="53"/>
                  </a:cubicBezTo>
                  <a:cubicBezTo>
                    <a:pt x="168" y="220"/>
                    <a:pt x="1" y="520"/>
                    <a:pt x="1" y="820"/>
                  </a:cubicBezTo>
                  <a:cubicBezTo>
                    <a:pt x="1" y="1006"/>
                    <a:pt x="82" y="1127"/>
                    <a:pt x="221" y="1127"/>
                  </a:cubicBezTo>
                  <a:cubicBezTo>
                    <a:pt x="282" y="1127"/>
                    <a:pt x="354" y="1104"/>
                    <a:pt x="434" y="1054"/>
                  </a:cubicBezTo>
                  <a:cubicBezTo>
                    <a:pt x="668" y="887"/>
                    <a:pt x="835" y="620"/>
                    <a:pt x="835" y="320"/>
                  </a:cubicBezTo>
                  <a:cubicBezTo>
                    <a:pt x="835" y="125"/>
                    <a:pt x="745" y="1"/>
                    <a:pt x="60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7"/>
            <p:cNvSpPr/>
            <p:nvPr/>
          </p:nvSpPr>
          <p:spPr>
            <a:xfrm>
              <a:off x="3719500" y="2554300"/>
              <a:ext cx="20875" cy="28500"/>
            </a:xfrm>
            <a:custGeom>
              <a:rect b="b" l="l" r="r" t="t"/>
              <a:pathLst>
                <a:path extrusionOk="0" h="1140" w="835">
                  <a:moveTo>
                    <a:pt x="578" y="0"/>
                  </a:moveTo>
                  <a:cubicBezTo>
                    <a:pt x="523" y="0"/>
                    <a:pt x="463" y="17"/>
                    <a:pt x="401" y="53"/>
                  </a:cubicBezTo>
                  <a:cubicBezTo>
                    <a:pt x="167" y="253"/>
                    <a:pt x="0" y="520"/>
                    <a:pt x="0" y="820"/>
                  </a:cubicBezTo>
                  <a:cubicBezTo>
                    <a:pt x="0" y="1015"/>
                    <a:pt x="90" y="1139"/>
                    <a:pt x="229" y="1139"/>
                  </a:cubicBezTo>
                  <a:cubicBezTo>
                    <a:pt x="280" y="1139"/>
                    <a:pt x="338" y="1123"/>
                    <a:pt x="401" y="1087"/>
                  </a:cubicBezTo>
                  <a:cubicBezTo>
                    <a:pt x="667" y="887"/>
                    <a:pt x="834" y="620"/>
                    <a:pt x="834" y="320"/>
                  </a:cubicBezTo>
                  <a:cubicBezTo>
                    <a:pt x="834" y="124"/>
                    <a:pt x="727" y="0"/>
                    <a:pt x="57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37"/>
            <p:cNvSpPr/>
            <p:nvPr/>
          </p:nvSpPr>
          <p:spPr>
            <a:xfrm>
              <a:off x="3803725" y="2457025"/>
              <a:ext cx="20875" cy="28200"/>
            </a:xfrm>
            <a:custGeom>
              <a:rect b="b" l="l" r="r" t="t"/>
              <a:pathLst>
                <a:path extrusionOk="0" h="1128" w="835">
                  <a:moveTo>
                    <a:pt x="625" y="1"/>
                  </a:moveTo>
                  <a:cubicBezTo>
                    <a:pt x="569" y="1"/>
                    <a:pt x="505" y="24"/>
                    <a:pt x="434" y="74"/>
                  </a:cubicBezTo>
                  <a:cubicBezTo>
                    <a:pt x="167" y="241"/>
                    <a:pt x="0" y="508"/>
                    <a:pt x="0" y="808"/>
                  </a:cubicBezTo>
                  <a:cubicBezTo>
                    <a:pt x="0" y="1003"/>
                    <a:pt x="90" y="1127"/>
                    <a:pt x="242" y="1127"/>
                  </a:cubicBezTo>
                  <a:cubicBezTo>
                    <a:pt x="298" y="1127"/>
                    <a:pt x="362" y="1111"/>
                    <a:pt x="434" y="1075"/>
                  </a:cubicBezTo>
                  <a:cubicBezTo>
                    <a:pt x="667" y="875"/>
                    <a:pt x="834" y="608"/>
                    <a:pt x="834" y="308"/>
                  </a:cubicBezTo>
                  <a:cubicBezTo>
                    <a:pt x="834" y="122"/>
                    <a:pt x="753" y="1"/>
                    <a:pt x="62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7"/>
            <p:cNvSpPr/>
            <p:nvPr/>
          </p:nvSpPr>
          <p:spPr>
            <a:xfrm>
              <a:off x="3888775" y="2432375"/>
              <a:ext cx="20875" cy="27975"/>
            </a:xfrm>
            <a:custGeom>
              <a:rect b="b" l="l" r="r" t="t"/>
              <a:pathLst>
                <a:path extrusionOk="0" h="1119" w="835">
                  <a:moveTo>
                    <a:pt x="597" y="1"/>
                  </a:moveTo>
                  <a:cubicBezTo>
                    <a:pt x="537" y="1"/>
                    <a:pt x="471" y="20"/>
                    <a:pt x="401" y="60"/>
                  </a:cubicBezTo>
                  <a:cubicBezTo>
                    <a:pt x="168" y="226"/>
                    <a:pt x="1" y="493"/>
                    <a:pt x="1" y="793"/>
                  </a:cubicBezTo>
                  <a:cubicBezTo>
                    <a:pt x="1" y="1006"/>
                    <a:pt x="84" y="1118"/>
                    <a:pt x="216" y="1118"/>
                  </a:cubicBezTo>
                  <a:cubicBezTo>
                    <a:pt x="270" y="1118"/>
                    <a:pt x="333" y="1099"/>
                    <a:pt x="401" y="1060"/>
                  </a:cubicBezTo>
                  <a:cubicBezTo>
                    <a:pt x="668" y="893"/>
                    <a:pt x="801" y="593"/>
                    <a:pt x="835" y="293"/>
                  </a:cubicBezTo>
                  <a:cubicBezTo>
                    <a:pt x="835" y="106"/>
                    <a:pt x="736" y="1"/>
                    <a:pt x="59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7"/>
            <p:cNvSpPr/>
            <p:nvPr/>
          </p:nvSpPr>
          <p:spPr>
            <a:xfrm>
              <a:off x="3973850" y="2359000"/>
              <a:ext cx="20875" cy="27950"/>
            </a:xfrm>
            <a:custGeom>
              <a:rect b="b" l="l" r="r" t="t"/>
              <a:pathLst>
                <a:path extrusionOk="0" h="1118" w="835">
                  <a:moveTo>
                    <a:pt x="596" y="0"/>
                  </a:moveTo>
                  <a:cubicBezTo>
                    <a:pt x="537" y="0"/>
                    <a:pt x="470" y="19"/>
                    <a:pt x="400" y="59"/>
                  </a:cubicBezTo>
                  <a:cubicBezTo>
                    <a:pt x="167" y="226"/>
                    <a:pt x="0" y="493"/>
                    <a:pt x="0" y="793"/>
                  </a:cubicBezTo>
                  <a:cubicBezTo>
                    <a:pt x="0" y="1006"/>
                    <a:pt x="84" y="1118"/>
                    <a:pt x="216" y="1118"/>
                  </a:cubicBezTo>
                  <a:cubicBezTo>
                    <a:pt x="270" y="1118"/>
                    <a:pt x="332" y="1099"/>
                    <a:pt x="400" y="1060"/>
                  </a:cubicBezTo>
                  <a:cubicBezTo>
                    <a:pt x="634" y="893"/>
                    <a:pt x="801" y="593"/>
                    <a:pt x="834" y="293"/>
                  </a:cubicBezTo>
                  <a:cubicBezTo>
                    <a:pt x="834" y="105"/>
                    <a:pt x="736" y="0"/>
                    <a:pt x="59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7"/>
            <p:cNvSpPr/>
            <p:nvPr/>
          </p:nvSpPr>
          <p:spPr>
            <a:xfrm>
              <a:off x="4058075" y="2359000"/>
              <a:ext cx="20875" cy="27950"/>
            </a:xfrm>
            <a:custGeom>
              <a:rect b="b" l="l" r="r" t="t"/>
              <a:pathLst>
                <a:path extrusionOk="0" h="1118" w="835">
                  <a:moveTo>
                    <a:pt x="611" y="0"/>
                  </a:moveTo>
                  <a:cubicBezTo>
                    <a:pt x="551" y="0"/>
                    <a:pt x="480" y="19"/>
                    <a:pt x="401" y="59"/>
                  </a:cubicBezTo>
                  <a:cubicBezTo>
                    <a:pt x="167" y="226"/>
                    <a:pt x="0" y="493"/>
                    <a:pt x="0" y="793"/>
                  </a:cubicBezTo>
                  <a:cubicBezTo>
                    <a:pt x="0" y="1006"/>
                    <a:pt x="84" y="1118"/>
                    <a:pt x="216" y="1118"/>
                  </a:cubicBezTo>
                  <a:cubicBezTo>
                    <a:pt x="270" y="1118"/>
                    <a:pt x="332" y="1099"/>
                    <a:pt x="401" y="1060"/>
                  </a:cubicBezTo>
                  <a:cubicBezTo>
                    <a:pt x="667" y="893"/>
                    <a:pt x="801" y="593"/>
                    <a:pt x="834" y="293"/>
                  </a:cubicBezTo>
                  <a:cubicBezTo>
                    <a:pt x="834" y="105"/>
                    <a:pt x="752" y="0"/>
                    <a:pt x="61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7"/>
            <p:cNvSpPr/>
            <p:nvPr/>
          </p:nvSpPr>
          <p:spPr>
            <a:xfrm>
              <a:off x="4142300" y="2163175"/>
              <a:ext cx="20875" cy="28200"/>
            </a:xfrm>
            <a:custGeom>
              <a:rect b="b" l="l" r="r" t="t"/>
              <a:pathLst>
                <a:path extrusionOk="0" h="1128" w="835">
                  <a:moveTo>
                    <a:pt x="605" y="1"/>
                  </a:moveTo>
                  <a:cubicBezTo>
                    <a:pt x="554" y="1"/>
                    <a:pt x="497" y="17"/>
                    <a:pt x="434" y="53"/>
                  </a:cubicBezTo>
                  <a:cubicBezTo>
                    <a:pt x="167" y="220"/>
                    <a:pt x="34" y="520"/>
                    <a:pt x="0" y="820"/>
                  </a:cubicBezTo>
                  <a:cubicBezTo>
                    <a:pt x="0" y="1006"/>
                    <a:pt x="97" y="1127"/>
                    <a:pt x="235" y="1127"/>
                  </a:cubicBezTo>
                  <a:cubicBezTo>
                    <a:pt x="295" y="1127"/>
                    <a:pt x="363" y="1104"/>
                    <a:pt x="434" y="1054"/>
                  </a:cubicBezTo>
                  <a:cubicBezTo>
                    <a:pt x="667" y="887"/>
                    <a:pt x="834" y="620"/>
                    <a:pt x="834" y="320"/>
                  </a:cubicBezTo>
                  <a:cubicBezTo>
                    <a:pt x="834" y="125"/>
                    <a:pt x="745" y="1"/>
                    <a:pt x="60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7"/>
            <p:cNvSpPr/>
            <p:nvPr/>
          </p:nvSpPr>
          <p:spPr>
            <a:xfrm>
              <a:off x="4226525" y="2260600"/>
              <a:ext cx="21700" cy="27950"/>
            </a:xfrm>
            <a:custGeom>
              <a:rect b="b" l="l" r="r" t="t"/>
              <a:pathLst>
                <a:path extrusionOk="0" h="1118" w="868">
                  <a:moveTo>
                    <a:pt x="644" y="0"/>
                  </a:moveTo>
                  <a:cubicBezTo>
                    <a:pt x="584" y="0"/>
                    <a:pt x="514" y="19"/>
                    <a:pt x="434" y="59"/>
                  </a:cubicBezTo>
                  <a:cubicBezTo>
                    <a:pt x="201" y="226"/>
                    <a:pt x="34" y="493"/>
                    <a:pt x="0" y="793"/>
                  </a:cubicBezTo>
                  <a:cubicBezTo>
                    <a:pt x="0" y="1005"/>
                    <a:pt x="101" y="1118"/>
                    <a:pt x="242" y="1118"/>
                  </a:cubicBezTo>
                  <a:cubicBezTo>
                    <a:pt x="301" y="1118"/>
                    <a:pt x="366" y="1099"/>
                    <a:pt x="434" y="1060"/>
                  </a:cubicBezTo>
                  <a:cubicBezTo>
                    <a:pt x="701" y="893"/>
                    <a:pt x="868" y="593"/>
                    <a:pt x="868" y="292"/>
                  </a:cubicBezTo>
                  <a:cubicBezTo>
                    <a:pt x="868" y="105"/>
                    <a:pt x="786" y="0"/>
                    <a:pt x="64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7"/>
            <p:cNvSpPr/>
            <p:nvPr/>
          </p:nvSpPr>
          <p:spPr>
            <a:xfrm>
              <a:off x="4311575" y="2163175"/>
              <a:ext cx="20875" cy="28200"/>
            </a:xfrm>
            <a:custGeom>
              <a:rect b="b" l="l" r="r" t="t"/>
              <a:pathLst>
                <a:path extrusionOk="0" h="1128" w="835">
                  <a:moveTo>
                    <a:pt x="606" y="1"/>
                  </a:moveTo>
                  <a:cubicBezTo>
                    <a:pt x="555" y="1"/>
                    <a:pt x="497" y="17"/>
                    <a:pt x="434" y="53"/>
                  </a:cubicBezTo>
                  <a:cubicBezTo>
                    <a:pt x="168" y="220"/>
                    <a:pt x="34" y="520"/>
                    <a:pt x="1" y="820"/>
                  </a:cubicBezTo>
                  <a:cubicBezTo>
                    <a:pt x="1" y="1006"/>
                    <a:pt x="98" y="1127"/>
                    <a:pt x="236" y="1127"/>
                  </a:cubicBezTo>
                  <a:cubicBezTo>
                    <a:pt x="296" y="1127"/>
                    <a:pt x="364" y="1104"/>
                    <a:pt x="434" y="1054"/>
                  </a:cubicBezTo>
                  <a:cubicBezTo>
                    <a:pt x="668" y="887"/>
                    <a:pt x="835" y="620"/>
                    <a:pt x="835" y="320"/>
                  </a:cubicBezTo>
                  <a:cubicBezTo>
                    <a:pt x="835" y="125"/>
                    <a:pt x="745" y="1"/>
                    <a:pt x="60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7"/>
            <p:cNvSpPr/>
            <p:nvPr/>
          </p:nvSpPr>
          <p:spPr>
            <a:xfrm>
              <a:off x="4395800" y="2114650"/>
              <a:ext cx="21725" cy="27975"/>
            </a:xfrm>
            <a:custGeom>
              <a:rect b="b" l="l" r="r" t="t"/>
              <a:pathLst>
                <a:path extrusionOk="0" h="1119" w="869">
                  <a:moveTo>
                    <a:pt x="656" y="1"/>
                  </a:moveTo>
                  <a:cubicBezTo>
                    <a:pt x="601" y="1"/>
                    <a:pt x="538" y="20"/>
                    <a:pt x="468" y="59"/>
                  </a:cubicBezTo>
                  <a:cubicBezTo>
                    <a:pt x="201" y="226"/>
                    <a:pt x="34" y="493"/>
                    <a:pt x="1" y="793"/>
                  </a:cubicBezTo>
                  <a:cubicBezTo>
                    <a:pt x="1" y="1006"/>
                    <a:pt x="101" y="1118"/>
                    <a:pt x="255" y="1118"/>
                  </a:cubicBezTo>
                  <a:cubicBezTo>
                    <a:pt x="318" y="1118"/>
                    <a:pt x="390" y="1099"/>
                    <a:pt x="468" y="1060"/>
                  </a:cubicBezTo>
                  <a:cubicBezTo>
                    <a:pt x="701" y="893"/>
                    <a:pt x="868" y="593"/>
                    <a:pt x="868" y="293"/>
                  </a:cubicBezTo>
                  <a:cubicBezTo>
                    <a:pt x="868" y="106"/>
                    <a:pt x="786" y="1"/>
                    <a:pt x="65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7"/>
            <p:cNvSpPr/>
            <p:nvPr/>
          </p:nvSpPr>
          <p:spPr>
            <a:xfrm>
              <a:off x="4481700" y="2114650"/>
              <a:ext cx="20875" cy="27975"/>
            </a:xfrm>
            <a:custGeom>
              <a:rect b="b" l="l" r="r" t="t"/>
              <a:pathLst>
                <a:path extrusionOk="0" h="1119" w="835">
                  <a:moveTo>
                    <a:pt x="597" y="1"/>
                  </a:moveTo>
                  <a:cubicBezTo>
                    <a:pt x="537" y="1"/>
                    <a:pt x="471" y="20"/>
                    <a:pt x="401" y="59"/>
                  </a:cubicBezTo>
                  <a:cubicBezTo>
                    <a:pt x="167" y="226"/>
                    <a:pt x="1" y="493"/>
                    <a:pt x="1" y="793"/>
                  </a:cubicBezTo>
                  <a:cubicBezTo>
                    <a:pt x="1" y="1006"/>
                    <a:pt x="84" y="1118"/>
                    <a:pt x="216" y="1118"/>
                  </a:cubicBezTo>
                  <a:cubicBezTo>
                    <a:pt x="270" y="1118"/>
                    <a:pt x="333" y="1099"/>
                    <a:pt x="401" y="1060"/>
                  </a:cubicBezTo>
                  <a:cubicBezTo>
                    <a:pt x="668" y="893"/>
                    <a:pt x="801" y="593"/>
                    <a:pt x="835" y="293"/>
                  </a:cubicBezTo>
                  <a:cubicBezTo>
                    <a:pt x="835" y="106"/>
                    <a:pt x="736" y="1"/>
                    <a:pt x="59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7"/>
            <p:cNvSpPr/>
            <p:nvPr/>
          </p:nvSpPr>
          <p:spPr>
            <a:xfrm>
              <a:off x="4565925" y="2065475"/>
              <a:ext cx="21725" cy="27950"/>
            </a:xfrm>
            <a:custGeom>
              <a:rect b="b" l="l" r="r" t="t"/>
              <a:pathLst>
                <a:path extrusionOk="0" h="1118" w="869">
                  <a:moveTo>
                    <a:pt x="614" y="0"/>
                  </a:moveTo>
                  <a:cubicBezTo>
                    <a:pt x="551" y="0"/>
                    <a:pt x="479" y="19"/>
                    <a:pt x="401" y="58"/>
                  </a:cubicBezTo>
                  <a:cubicBezTo>
                    <a:pt x="168" y="225"/>
                    <a:pt x="1" y="525"/>
                    <a:pt x="1" y="826"/>
                  </a:cubicBezTo>
                  <a:cubicBezTo>
                    <a:pt x="1" y="1013"/>
                    <a:pt x="83" y="1118"/>
                    <a:pt x="212" y="1118"/>
                  </a:cubicBezTo>
                  <a:cubicBezTo>
                    <a:pt x="268" y="1118"/>
                    <a:pt x="331" y="1099"/>
                    <a:pt x="401" y="1059"/>
                  </a:cubicBezTo>
                  <a:cubicBezTo>
                    <a:pt x="668" y="892"/>
                    <a:pt x="835" y="625"/>
                    <a:pt x="868" y="325"/>
                  </a:cubicBezTo>
                  <a:cubicBezTo>
                    <a:pt x="868" y="113"/>
                    <a:pt x="768" y="0"/>
                    <a:pt x="61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7"/>
            <p:cNvSpPr/>
            <p:nvPr/>
          </p:nvSpPr>
          <p:spPr>
            <a:xfrm>
              <a:off x="4650150" y="2065475"/>
              <a:ext cx="21725" cy="27950"/>
            </a:xfrm>
            <a:custGeom>
              <a:rect b="b" l="l" r="r" t="t"/>
              <a:pathLst>
                <a:path extrusionOk="0" h="1118" w="869">
                  <a:moveTo>
                    <a:pt x="653" y="0"/>
                  </a:moveTo>
                  <a:cubicBezTo>
                    <a:pt x="598" y="0"/>
                    <a:pt x="536" y="19"/>
                    <a:pt x="468" y="58"/>
                  </a:cubicBezTo>
                  <a:cubicBezTo>
                    <a:pt x="201" y="225"/>
                    <a:pt x="34" y="492"/>
                    <a:pt x="1" y="826"/>
                  </a:cubicBezTo>
                  <a:cubicBezTo>
                    <a:pt x="1" y="1013"/>
                    <a:pt x="99" y="1118"/>
                    <a:pt x="250" y="1118"/>
                  </a:cubicBezTo>
                  <a:cubicBezTo>
                    <a:pt x="315" y="1118"/>
                    <a:pt x="388" y="1099"/>
                    <a:pt x="468" y="1059"/>
                  </a:cubicBezTo>
                  <a:cubicBezTo>
                    <a:pt x="701" y="892"/>
                    <a:pt x="868" y="625"/>
                    <a:pt x="868" y="325"/>
                  </a:cubicBezTo>
                  <a:cubicBezTo>
                    <a:pt x="868" y="113"/>
                    <a:pt x="784" y="0"/>
                    <a:pt x="65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7"/>
            <p:cNvSpPr/>
            <p:nvPr/>
          </p:nvSpPr>
          <p:spPr>
            <a:xfrm>
              <a:off x="3218300" y="2077775"/>
              <a:ext cx="1446900" cy="884825"/>
            </a:xfrm>
            <a:custGeom>
              <a:rect b="b" l="l" r="r" t="t"/>
              <a:pathLst>
                <a:path extrusionOk="0" h="35393" w="57876">
                  <a:moveTo>
                    <a:pt x="54273" y="0"/>
                  </a:moveTo>
                  <a:lnTo>
                    <a:pt x="50937" y="1935"/>
                  </a:lnTo>
                  <a:lnTo>
                    <a:pt x="47501" y="1935"/>
                  </a:lnTo>
                  <a:lnTo>
                    <a:pt x="44132" y="3903"/>
                  </a:lnTo>
                  <a:lnTo>
                    <a:pt x="44099" y="3903"/>
                  </a:lnTo>
                  <a:lnTo>
                    <a:pt x="40796" y="7739"/>
                  </a:lnTo>
                  <a:lnTo>
                    <a:pt x="37461" y="3903"/>
                  </a:lnTo>
                  <a:cubicBezTo>
                    <a:pt x="37461" y="3903"/>
                    <a:pt x="37427" y="3869"/>
                    <a:pt x="37394" y="3869"/>
                  </a:cubicBezTo>
                  <a:cubicBezTo>
                    <a:pt x="37327" y="3869"/>
                    <a:pt x="37294" y="3903"/>
                    <a:pt x="37294" y="3936"/>
                  </a:cubicBezTo>
                  <a:lnTo>
                    <a:pt x="33958" y="11708"/>
                  </a:lnTo>
                  <a:lnTo>
                    <a:pt x="30556" y="11708"/>
                  </a:lnTo>
                  <a:lnTo>
                    <a:pt x="27187" y="14644"/>
                  </a:lnTo>
                  <a:lnTo>
                    <a:pt x="23818" y="15611"/>
                  </a:lnTo>
                  <a:cubicBezTo>
                    <a:pt x="23784" y="15611"/>
                    <a:pt x="23784" y="15645"/>
                    <a:pt x="23751" y="15645"/>
                  </a:cubicBezTo>
                  <a:lnTo>
                    <a:pt x="20382" y="19547"/>
                  </a:lnTo>
                  <a:lnTo>
                    <a:pt x="17013" y="22483"/>
                  </a:lnTo>
                  <a:lnTo>
                    <a:pt x="13677" y="23450"/>
                  </a:lnTo>
                  <a:lnTo>
                    <a:pt x="10341" y="21515"/>
                  </a:lnTo>
                  <a:cubicBezTo>
                    <a:pt x="10325" y="21499"/>
                    <a:pt x="10308" y="21490"/>
                    <a:pt x="10295" y="21490"/>
                  </a:cubicBezTo>
                  <a:cubicBezTo>
                    <a:pt x="10283" y="21490"/>
                    <a:pt x="10275" y="21499"/>
                    <a:pt x="10275" y="21515"/>
                  </a:cubicBezTo>
                  <a:cubicBezTo>
                    <a:pt x="10241" y="21515"/>
                    <a:pt x="10208" y="21515"/>
                    <a:pt x="10208" y="21549"/>
                  </a:cubicBezTo>
                  <a:lnTo>
                    <a:pt x="6839" y="28587"/>
                  </a:lnTo>
                  <a:lnTo>
                    <a:pt x="3503" y="29321"/>
                  </a:lnTo>
                  <a:cubicBezTo>
                    <a:pt x="3470" y="29321"/>
                    <a:pt x="3470" y="29321"/>
                    <a:pt x="3436" y="29354"/>
                  </a:cubicBezTo>
                  <a:lnTo>
                    <a:pt x="34" y="35225"/>
                  </a:lnTo>
                  <a:cubicBezTo>
                    <a:pt x="1" y="35292"/>
                    <a:pt x="34" y="35359"/>
                    <a:pt x="67" y="35392"/>
                  </a:cubicBezTo>
                  <a:lnTo>
                    <a:pt x="134" y="35392"/>
                  </a:lnTo>
                  <a:cubicBezTo>
                    <a:pt x="167" y="35359"/>
                    <a:pt x="201" y="35325"/>
                    <a:pt x="201" y="35292"/>
                  </a:cubicBezTo>
                  <a:lnTo>
                    <a:pt x="3570" y="29454"/>
                  </a:lnTo>
                  <a:lnTo>
                    <a:pt x="6906" y="28754"/>
                  </a:lnTo>
                  <a:cubicBezTo>
                    <a:pt x="6939" y="28754"/>
                    <a:pt x="6972" y="28721"/>
                    <a:pt x="6972" y="28721"/>
                  </a:cubicBezTo>
                  <a:lnTo>
                    <a:pt x="10308" y="21716"/>
                  </a:lnTo>
                  <a:lnTo>
                    <a:pt x="13610" y="23617"/>
                  </a:lnTo>
                  <a:lnTo>
                    <a:pt x="13710" y="23617"/>
                  </a:lnTo>
                  <a:lnTo>
                    <a:pt x="17079" y="22650"/>
                  </a:lnTo>
                  <a:lnTo>
                    <a:pt x="17113" y="22616"/>
                  </a:lnTo>
                  <a:lnTo>
                    <a:pt x="20515" y="19681"/>
                  </a:lnTo>
                  <a:lnTo>
                    <a:pt x="23884" y="15778"/>
                  </a:lnTo>
                  <a:lnTo>
                    <a:pt x="27253" y="14811"/>
                  </a:lnTo>
                  <a:lnTo>
                    <a:pt x="27287" y="14811"/>
                  </a:lnTo>
                  <a:lnTo>
                    <a:pt x="30689" y="11942"/>
                  </a:lnTo>
                  <a:lnTo>
                    <a:pt x="34025" y="11942"/>
                  </a:lnTo>
                  <a:cubicBezTo>
                    <a:pt x="34058" y="11942"/>
                    <a:pt x="34092" y="11909"/>
                    <a:pt x="34125" y="11875"/>
                  </a:cubicBezTo>
                  <a:lnTo>
                    <a:pt x="37461" y="4203"/>
                  </a:lnTo>
                  <a:lnTo>
                    <a:pt x="40730" y="7972"/>
                  </a:lnTo>
                  <a:cubicBezTo>
                    <a:pt x="40746" y="8006"/>
                    <a:pt x="40771" y="8022"/>
                    <a:pt x="40801" y="8022"/>
                  </a:cubicBezTo>
                  <a:cubicBezTo>
                    <a:pt x="40830" y="8022"/>
                    <a:pt x="40863" y="8006"/>
                    <a:pt x="40896" y="7972"/>
                  </a:cubicBezTo>
                  <a:lnTo>
                    <a:pt x="44266" y="4070"/>
                  </a:lnTo>
                  <a:lnTo>
                    <a:pt x="47635" y="2135"/>
                  </a:lnTo>
                  <a:lnTo>
                    <a:pt x="51037" y="2135"/>
                  </a:lnTo>
                  <a:lnTo>
                    <a:pt x="54373" y="200"/>
                  </a:lnTo>
                  <a:lnTo>
                    <a:pt x="57742" y="200"/>
                  </a:lnTo>
                  <a:cubicBezTo>
                    <a:pt x="57875" y="200"/>
                    <a:pt x="57875" y="0"/>
                    <a:pt x="5774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7"/>
            <p:cNvSpPr/>
            <p:nvPr/>
          </p:nvSpPr>
          <p:spPr>
            <a:xfrm>
              <a:off x="3210800" y="2945400"/>
              <a:ext cx="20875" cy="28500"/>
            </a:xfrm>
            <a:custGeom>
              <a:rect b="b" l="l" r="r" t="t"/>
              <a:pathLst>
                <a:path extrusionOk="0" h="1140" w="835">
                  <a:moveTo>
                    <a:pt x="605" y="1"/>
                  </a:moveTo>
                  <a:cubicBezTo>
                    <a:pt x="554" y="1"/>
                    <a:pt x="497" y="17"/>
                    <a:pt x="434" y="53"/>
                  </a:cubicBezTo>
                  <a:cubicBezTo>
                    <a:pt x="167" y="220"/>
                    <a:pt x="34" y="520"/>
                    <a:pt x="0" y="820"/>
                  </a:cubicBezTo>
                  <a:cubicBezTo>
                    <a:pt x="0" y="1016"/>
                    <a:pt x="108" y="1140"/>
                    <a:pt x="257" y="1140"/>
                  </a:cubicBezTo>
                  <a:cubicBezTo>
                    <a:pt x="311" y="1140"/>
                    <a:pt x="371" y="1123"/>
                    <a:pt x="434" y="1087"/>
                  </a:cubicBezTo>
                  <a:cubicBezTo>
                    <a:pt x="668" y="887"/>
                    <a:pt x="834" y="620"/>
                    <a:pt x="834" y="320"/>
                  </a:cubicBezTo>
                  <a:cubicBezTo>
                    <a:pt x="834" y="125"/>
                    <a:pt x="745" y="1"/>
                    <a:pt x="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37"/>
            <p:cNvSpPr/>
            <p:nvPr/>
          </p:nvSpPr>
          <p:spPr>
            <a:xfrm>
              <a:off x="3295850" y="2798950"/>
              <a:ext cx="21725" cy="28175"/>
            </a:xfrm>
            <a:custGeom>
              <a:rect b="b" l="l" r="r" t="t"/>
              <a:pathLst>
                <a:path extrusionOk="0" h="1127" w="869">
                  <a:moveTo>
                    <a:pt x="633" y="0"/>
                  </a:moveTo>
                  <a:cubicBezTo>
                    <a:pt x="573" y="0"/>
                    <a:pt x="505" y="23"/>
                    <a:pt x="434" y="74"/>
                  </a:cubicBezTo>
                  <a:cubicBezTo>
                    <a:pt x="168" y="240"/>
                    <a:pt x="1" y="507"/>
                    <a:pt x="1" y="808"/>
                  </a:cubicBezTo>
                  <a:cubicBezTo>
                    <a:pt x="1" y="1003"/>
                    <a:pt x="90" y="1127"/>
                    <a:pt x="243" y="1127"/>
                  </a:cubicBezTo>
                  <a:cubicBezTo>
                    <a:pt x="299" y="1127"/>
                    <a:pt x="363" y="1110"/>
                    <a:pt x="434" y="1074"/>
                  </a:cubicBezTo>
                  <a:cubicBezTo>
                    <a:pt x="668" y="908"/>
                    <a:pt x="835" y="607"/>
                    <a:pt x="868" y="307"/>
                  </a:cubicBezTo>
                  <a:cubicBezTo>
                    <a:pt x="868" y="121"/>
                    <a:pt x="771" y="0"/>
                    <a:pt x="63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7"/>
            <p:cNvSpPr/>
            <p:nvPr/>
          </p:nvSpPr>
          <p:spPr>
            <a:xfrm>
              <a:off x="3379250" y="2780875"/>
              <a:ext cx="23375" cy="28175"/>
            </a:xfrm>
            <a:custGeom>
              <a:rect b="b" l="l" r="r" t="t"/>
              <a:pathLst>
                <a:path extrusionOk="0" h="1127" w="935">
                  <a:moveTo>
                    <a:pt x="657" y="0"/>
                  </a:moveTo>
                  <a:cubicBezTo>
                    <a:pt x="498" y="0"/>
                    <a:pt x="301" y="150"/>
                    <a:pt x="167" y="363"/>
                  </a:cubicBezTo>
                  <a:cubicBezTo>
                    <a:pt x="1" y="663"/>
                    <a:pt x="1" y="997"/>
                    <a:pt x="167" y="1097"/>
                  </a:cubicBezTo>
                  <a:cubicBezTo>
                    <a:pt x="200" y="1117"/>
                    <a:pt x="237" y="1126"/>
                    <a:pt x="276" y="1126"/>
                  </a:cubicBezTo>
                  <a:cubicBezTo>
                    <a:pt x="435" y="1126"/>
                    <a:pt x="634" y="971"/>
                    <a:pt x="768" y="730"/>
                  </a:cubicBezTo>
                  <a:cubicBezTo>
                    <a:pt x="935" y="430"/>
                    <a:pt x="935" y="130"/>
                    <a:pt x="768" y="29"/>
                  </a:cubicBezTo>
                  <a:cubicBezTo>
                    <a:pt x="734" y="9"/>
                    <a:pt x="697" y="0"/>
                    <a:pt x="6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7"/>
            <p:cNvSpPr/>
            <p:nvPr/>
          </p:nvSpPr>
          <p:spPr>
            <a:xfrm>
              <a:off x="3465150" y="2602975"/>
              <a:ext cx="20875" cy="28175"/>
            </a:xfrm>
            <a:custGeom>
              <a:rect b="b" l="l" r="r" t="t"/>
              <a:pathLst>
                <a:path extrusionOk="0" h="1127" w="835">
                  <a:moveTo>
                    <a:pt x="614" y="0"/>
                  </a:moveTo>
                  <a:cubicBezTo>
                    <a:pt x="553" y="0"/>
                    <a:pt x="482" y="23"/>
                    <a:pt x="401" y="74"/>
                  </a:cubicBezTo>
                  <a:cubicBezTo>
                    <a:pt x="167" y="241"/>
                    <a:pt x="0" y="507"/>
                    <a:pt x="0" y="808"/>
                  </a:cubicBezTo>
                  <a:cubicBezTo>
                    <a:pt x="0" y="1003"/>
                    <a:pt x="90" y="1127"/>
                    <a:pt x="229" y="1127"/>
                  </a:cubicBezTo>
                  <a:cubicBezTo>
                    <a:pt x="280" y="1127"/>
                    <a:pt x="338" y="1110"/>
                    <a:pt x="401" y="1074"/>
                  </a:cubicBezTo>
                  <a:cubicBezTo>
                    <a:pt x="667" y="874"/>
                    <a:pt x="834" y="607"/>
                    <a:pt x="834" y="307"/>
                  </a:cubicBezTo>
                  <a:cubicBezTo>
                    <a:pt x="834" y="121"/>
                    <a:pt x="753" y="0"/>
                    <a:pt x="6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7"/>
            <p:cNvSpPr/>
            <p:nvPr/>
          </p:nvSpPr>
          <p:spPr>
            <a:xfrm>
              <a:off x="3550200" y="2652175"/>
              <a:ext cx="20875" cy="28325"/>
            </a:xfrm>
            <a:custGeom>
              <a:rect b="b" l="l" r="r" t="t"/>
              <a:pathLst>
                <a:path extrusionOk="0" h="1133" w="835">
                  <a:moveTo>
                    <a:pt x="600" y="0"/>
                  </a:moveTo>
                  <a:cubicBezTo>
                    <a:pt x="540" y="0"/>
                    <a:pt x="472" y="23"/>
                    <a:pt x="401" y="74"/>
                  </a:cubicBezTo>
                  <a:cubicBezTo>
                    <a:pt x="168" y="241"/>
                    <a:pt x="1" y="507"/>
                    <a:pt x="1" y="808"/>
                  </a:cubicBezTo>
                  <a:cubicBezTo>
                    <a:pt x="1" y="1020"/>
                    <a:pt x="84" y="1133"/>
                    <a:pt x="216" y="1133"/>
                  </a:cubicBezTo>
                  <a:cubicBezTo>
                    <a:pt x="270" y="1133"/>
                    <a:pt x="333" y="1113"/>
                    <a:pt x="401" y="1075"/>
                  </a:cubicBezTo>
                  <a:cubicBezTo>
                    <a:pt x="668" y="908"/>
                    <a:pt x="801" y="608"/>
                    <a:pt x="835" y="307"/>
                  </a:cubicBezTo>
                  <a:cubicBezTo>
                    <a:pt x="835" y="121"/>
                    <a:pt x="738" y="0"/>
                    <a:pt x="6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7"/>
            <p:cNvSpPr/>
            <p:nvPr/>
          </p:nvSpPr>
          <p:spPr>
            <a:xfrm>
              <a:off x="3634425" y="2627675"/>
              <a:ext cx="20875" cy="28200"/>
            </a:xfrm>
            <a:custGeom>
              <a:rect b="b" l="l" r="r" t="t"/>
              <a:pathLst>
                <a:path extrusionOk="0" h="1128" w="835">
                  <a:moveTo>
                    <a:pt x="606" y="1"/>
                  </a:moveTo>
                  <a:cubicBezTo>
                    <a:pt x="555" y="1"/>
                    <a:pt x="497" y="17"/>
                    <a:pt x="434" y="53"/>
                  </a:cubicBezTo>
                  <a:cubicBezTo>
                    <a:pt x="168" y="220"/>
                    <a:pt x="1" y="520"/>
                    <a:pt x="1" y="820"/>
                  </a:cubicBezTo>
                  <a:cubicBezTo>
                    <a:pt x="1" y="1006"/>
                    <a:pt x="82" y="1127"/>
                    <a:pt x="221" y="1127"/>
                  </a:cubicBezTo>
                  <a:cubicBezTo>
                    <a:pt x="282" y="1127"/>
                    <a:pt x="354" y="1104"/>
                    <a:pt x="434" y="1054"/>
                  </a:cubicBezTo>
                  <a:cubicBezTo>
                    <a:pt x="668" y="887"/>
                    <a:pt x="835" y="620"/>
                    <a:pt x="835" y="320"/>
                  </a:cubicBezTo>
                  <a:cubicBezTo>
                    <a:pt x="835" y="125"/>
                    <a:pt x="745" y="1"/>
                    <a:pt x="6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7"/>
            <p:cNvSpPr/>
            <p:nvPr/>
          </p:nvSpPr>
          <p:spPr>
            <a:xfrm>
              <a:off x="3719500" y="2554300"/>
              <a:ext cx="20875" cy="28500"/>
            </a:xfrm>
            <a:custGeom>
              <a:rect b="b" l="l" r="r" t="t"/>
              <a:pathLst>
                <a:path extrusionOk="0" h="1140" w="835">
                  <a:moveTo>
                    <a:pt x="578" y="0"/>
                  </a:moveTo>
                  <a:cubicBezTo>
                    <a:pt x="523" y="0"/>
                    <a:pt x="463" y="17"/>
                    <a:pt x="401" y="53"/>
                  </a:cubicBezTo>
                  <a:cubicBezTo>
                    <a:pt x="167" y="253"/>
                    <a:pt x="0" y="520"/>
                    <a:pt x="0" y="820"/>
                  </a:cubicBezTo>
                  <a:cubicBezTo>
                    <a:pt x="0" y="1015"/>
                    <a:pt x="90" y="1139"/>
                    <a:pt x="229" y="1139"/>
                  </a:cubicBezTo>
                  <a:cubicBezTo>
                    <a:pt x="280" y="1139"/>
                    <a:pt x="338" y="1123"/>
                    <a:pt x="401" y="1087"/>
                  </a:cubicBezTo>
                  <a:cubicBezTo>
                    <a:pt x="667" y="887"/>
                    <a:pt x="834" y="620"/>
                    <a:pt x="834" y="320"/>
                  </a:cubicBezTo>
                  <a:cubicBezTo>
                    <a:pt x="834" y="124"/>
                    <a:pt x="727" y="0"/>
                    <a:pt x="57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7"/>
            <p:cNvSpPr/>
            <p:nvPr/>
          </p:nvSpPr>
          <p:spPr>
            <a:xfrm>
              <a:off x="3803725" y="2457025"/>
              <a:ext cx="20875" cy="28200"/>
            </a:xfrm>
            <a:custGeom>
              <a:rect b="b" l="l" r="r" t="t"/>
              <a:pathLst>
                <a:path extrusionOk="0" h="1128" w="835">
                  <a:moveTo>
                    <a:pt x="625" y="1"/>
                  </a:moveTo>
                  <a:cubicBezTo>
                    <a:pt x="569" y="1"/>
                    <a:pt x="505" y="24"/>
                    <a:pt x="434" y="74"/>
                  </a:cubicBezTo>
                  <a:cubicBezTo>
                    <a:pt x="167" y="241"/>
                    <a:pt x="0" y="508"/>
                    <a:pt x="0" y="808"/>
                  </a:cubicBezTo>
                  <a:cubicBezTo>
                    <a:pt x="0" y="1003"/>
                    <a:pt x="90" y="1127"/>
                    <a:pt x="242" y="1127"/>
                  </a:cubicBezTo>
                  <a:cubicBezTo>
                    <a:pt x="298" y="1127"/>
                    <a:pt x="362" y="1111"/>
                    <a:pt x="434" y="1075"/>
                  </a:cubicBezTo>
                  <a:cubicBezTo>
                    <a:pt x="667" y="875"/>
                    <a:pt x="834" y="608"/>
                    <a:pt x="834" y="308"/>
                  </a:cubicBezTo>
                  <a:cubicBezTo>
                    <a:pt x="834" y="122"/>
                    <a:pt x="753" y="1"/>
                    <a:pt x="62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7"/>
            <p:cNvSpPr/>
            <p:nvPr/>
          </p:nvSpPr>
          <p:spPr>
            <a:xfrm>
              <a:off x="3888775" y="2432375"/>
              <a:ext cx="20875" cy="27975"/>
            </a:xfrm>
            <a:custGeom>
              <a:rect b="b" l="l" r="r" t="t"/>
              <a:pathLst>
                <a:path extrusionOk="0" h="1119" w="835">
                  <a:moveTo>
                    <a:pt x="597" y="1"/>
                  </a:moveTo>
                  <a:cubicBezTo>
                    <a:pt x="537" y="1"/>
                    <a:pt x="471" y="20"/>
                    <a:pt x="401" y="60"/>
                  </a:cubicBezTo>
                  <a:cubicBezTo>
                    <a:pt x="168" y="226"/>
                    <a:pt x="1" y="493"/>
                    <a:pt x="1" y="793"/>
                  </a:cubicBezTo>
                  <a:cubicBezTo>
                    <a:pt x="1" y="1006"/>
                    <a:pt x="84" y="1118"/>
                    <a:pt x="216" y="1118"/>
                  </a:cubicBezTo>
                  <a:cubicBezTo>
                    <a:pt x="270" y="1118"/>
                    <a:pt x="333" y="1099"/>
                    <a:pt x="401" y="1060"/>
                  </a:cubicBezTo>
                  <a:cubicBezTo>
                    <a:pt x="668" y="893"/>
                    <a:pt x="801" y="593"/>
                    <a:pt x="835" y="293"/>
                  </a:cubicBezTo>
                  <a:cubicBezTo>
                    <a:pt x="835" y="106"/>
                    <a:pt x="736" y="1"/>
                    <a:pt x="5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7"/>
            <p:cNvSpPr/>
            <p:nvPr/>
          </p:nvSpPr>
          <p:spPr>
            <a:xfrm>
              <a:off x="3973850" y="2359000"/>
              <a:ext cx="20875" cy="27950"/>
            </a:xfrm>
            <a:custGeom>
              <a:rect b="b" l="l" r="r" t="t"/>
              <a:pathLst>
                <a:path extrusionOk="0" h="1118" w="835">
                  <a:moveTo>
                    <a:pt x="596" y="0"/>
                  </a:moveTo>
                  <a:cubicBezTo>
                    <a:pt x="537" y="0"/>
                    <a:pt x="470" y="19"/>
                    <a:pt x="400" y="59"/>
                  </a:cubicBezTo>
                  <a:cubicBezTo>
                    <a:pt x="167" y="226"/>
                    <a:pt x="0" y="493"/>
                    <a:pt x="0" y="793"/>
                  </a:cubicBezTo>
                  <a:cubicBezTo>
                    <a:pt x="0" y="1006"/>
                    <a:pt x="84" y="1118"/>
                    <a:pt x="216" y="1118"/>
                  </a:cubicBezTo>
                  <a:cubicBezTo>
                    <a:pt x="270" y="1118"/>
                    <a:pt x="332" y="1099"/>
                    <a:pt x="400" y="1060"/>
                  </a:cubicBezTo>
                  <a:cubicBezTo>
                    <a:pt x="634" y="893"/>
                    <a:pt x="801" y="593"/>
                    <a:pt x="834" y="293"/>
                  </a:cubicBezTo>
                  <a:cubicBezTo>
                    <a:pt x="834" y="105"/>
                    <a:pt x="736" y="0"/>
                    <a:pt x="59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7"/>
            <p:cNvSpPr/>
            <p:nvPr/>
          </p:nvSpPr>
          <p:spPr>
            <a:xfrm>
              <a:off x="4058075" y="2359000"/>
              <a:ext cx="20875" cy="27950"/>
            </a:xfrm>
            <a:custGeom>
              <a:rect b="b" l="l" r="r" t="t"/>
              <a:pathLst>
                <a:path extrusionOk="0" h="1118" w="835">
                  <a:moveTo>
                    <a:pt x="611" y="0"/>
                  </a:moveTo>
                  <a:cubicBezTo>
                    <a:pt x="551" y="0"/>
                    <a:pt x="480" y="19"/>
                    <a:pt x="401" y="59"/>
                  </a:cubicBezTo>
                  <a:cubicBezTo>
                    <a:pt x="167" y="226"/>
                    <a:pt x="0" y="493"/>
                    <a:pt x="0" y="793"/>
                  </a:cubicBezTo>
                  <a:cubicBezTo>
                    <a:pt x="0" y="1006"/>
                    <a:pt x="84" y="1118"/>
                    <a:pt x="216" y="1118"/>
                  </a:cubicBezTo>
                  <a:cubicBezTo>
                    <a:pt x="270" y="1118"/>
                    <a:pt x="332" y="1099"/>
                    <a:pt x="401" y="1060"/>
                  </a:cubicBezTo>
                  <a:cubicBezTo>
                    <a:pt x="667" y="893"/>
                    <a:pt x="801" y="593"/>
                    <a:pt x="834" y="293"/>
                  </a:cubicBezTo>
                  <a:cubicBezTo>
                    <a:pt x="834" y="105"/>
                    <a:pt x="752" y="0"/>
                    <a:pt x="6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7"/>
            <p:cNvSpPr/>
            <p:nvPr/>
          </p:nvSpPr>
          <p:spPr>
            <a:xfrm>
              <a:off x="4142300" y="2163175"/>
              <a:ext cx="20875" cy="28200"/>
            </a:xfrm>
            <a:custGeom>
              <a:rect b="b" l="l" r="r" t="t"/>
              <a:pathLst>
                <a:path extrusionOk="0" h="1128" w="835">
                  <a:moveTo>
                    <a:pt x="605" y="1"/>
                  </a:moveTo>
                  <a:cubicBezTo>
                    <a:pt x="554" y="1"/>
                    <a:pt x="497" y="17"/>
                    <a:pt x="434" y="53"/>
                  </a:cubicBezTo>
                  <a:cubicBezTo>
                    <a:pt x="167" y="220"/>
                    <a:pt x="34" y="520"/>
                    <a:pt x="0" y="820"/>
                  </a:cubicBezTo>
                  <a:cubicBezTo>
                    <a:pt x="0" y="1006"/>
                    <a:pt x="97" y="1127"/>
                    <a:pt x="235" y="1127"/>
                  </a:cubicBezTo>
                  <a:cubicBezTo>
                    <a:pt x="295" y="1127"/>
                    <a:pt x="363" y="1104"/>
                    <a:pt x="434" y="1054"/>
                  </a:cubicBezTo>
                  <a:cubicBezTo>
                    <a:pt x="667" y="887"/>
                    <a:pt x="834" y="620"/>
                    <a:pt x="834" y="320"/>
                  </a:cubicBezTo>
                  <a:cubicBezTo>
                    <a:pt x="834" y="125"/>
                    <a:pt x="745" y="1"/>
                    <a:pt x="6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7"/>
            <p:cNvSpPr/>
            <p:nvPr/>
          </p:nvSpPr>
          <p:spPr>
            <a:xfrm>
              <a:off x="4226525" y="2260600"/>
              <a:ext cx="21700" cy="27950"/>
            </a:xfrm>
            <a:custGeom>
              <a:rect b="b" l="l" r="r" t="t"/>
              <a:pathLst>
                <a:path extrusionOk="0" h="1118" w="868">
                  <a:moveTo>
                    <a:pt x="644" y="0"/>
                  </a:moveTo>
                  <a:cubicBezTo>
                    <a:pt x="584" y="0"/>
                    <a:pt x="514" y="19"/>
                    <a:pt x="434" y="59"/>
                  </a:cubicBezTo>
                  <a:cubicBezTo>
                    <a:pt x="201" y="226"/>
                    <a:pt x="34" y="493"/>
                    <a:pt x="0" y="793"/>
                  </a:cubicBezTo>
                  <a:cubicBezTo>
                    <a:pt x="0" y="1005"/>
                    <a:pt x="101" y="1118"/>
                    <a:pt x="242" y="1118"/>
                  </a:cubicBezTo>
                  <a:cubicBezTo>
                    <a:pt x="301" y="1118"/>
                    <a:pt x="366" y="1099"/>
                    <a:pt x="434" y="1060"/>
                  </a:cubicBezTo>
                  <a:cubicBezTo>
                    <a:pt x="701" y="893"/>
                    <a:pt x="868" y="593"/>
                    <a:pt x="868" y="292"/>
                  </a:cubicBezTo>
                  <a:cubicBezTo>
                    <a:pt x="868" y="105"/>
                    <a:pt x="786" y="0"/>
                    <a:pt x="6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7"/>
            <p:cNvSpPr/>
            <p:nvPr/>
          </p:nvSpPr>
          <p:spPr>
            <a:xfrm>
              <a:off x="4311575" y="2163175"/>
              <a:ext cx="20875" cy="28200"/>
            </a:xfrm>
            <a:custGeom>
              <a:rect b="b" l="l" r="r" t="t"/>
              <a:pathLst>
                <a:path extrusionOk="0" h="1128" w="835">
                  <a:moveTo>
                    <a:pt x="606" y="1"/>
                  </a:moveTo>
                  <a:cubicBezTo>
                    <a:pt x="555" y="1"/>
                    <a:pt x="497" y="17"/>
                    <a:pt x="434" y="53"/>
                  </a:cubicBezTo>
                  <a:cubicBezTo>
                    <a:pt x="168" y="220"/>
                    <a:pt x="34" y="520"/>
                    <a:pt x="1" y="820"/>
                  </a:cubicBezTo>
                  <a:cubicBezTo>
                    <a:pt x="1" y="1006"/>
                    <a:pt x="98" y="1127"/>
                    <a:pt x="236" y="1127"/>
                  </a:cubicBezTo>
                  <a:cubicBezTo>
                    <a:pt x="296" y="1127"/>
                    <a:pt x="364" y="1104"/>
                    <a:pt x="434" y="1054"/>
                  </a:cubicBezTo>
                  <a:cubicBezTo>
                    <a:pt x="668" y="887"/>
                    <a:pt x="835" y="620"/>
                    <a:pt x="835" y="320"/>
                  </a:cubicBezTo>
                  <a:cubicBezTo>
                    <a:pt x="835" y="125"/>
                    <a:pt x="745" y="1"/>
                    <a:pt x="6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7"/>
            <p:cNvSpPr/>
            <p:nvPr/>
          </p:nvSpPr>
          <p:spPr>
            <a:xfrm>
              <a:off x="4395800" y="2114650"/>
              <a:ext cx="21725" cy="27975"/>
            </a:xfrm>
            <a:custGeom>
              <a:rect b="b" l="l" r="r" t="t"/>
              <a:pathLst>
                <a:path extrusionOk="0" h="1119" w="869">
                  <a:moveTo>
                    <a:pt x="656" y="1"/>
                  </a:moveTo>
                  <a:cubicBezTo>
                    <a:pt x="601" y="1"/>
                    <a:pt x="538" y="20"/>
                    <a:pt x="468" y="59"/>
                  </a:cubicBezTo>
                  <a:cubicBezTo>
                    <a:pt x="201" y="226"/>
                    <a:pt x="34" y="493"/>
                    <a:pt x="1" y="793"/>
                  </a:cubicBezTo>
                  <a:cubicBezTo>
                    <a:pt x="1" y="1006"/>
                    <a:pt x="101" y="1118"/>
                    <a:pt x="255" y="1118"/>
                  </a:cubicBezTo>
                  <a:cubicBezTo>
                    <a:pt x="318" y="1118"/>
                    <a:pt x="390" y="1099"/>
                    <a:pt x="468" y="1060"/>
                  </a:cubicBezTo>
                  <a:cubicBezTo>
                    <a:pt x="701" y="893"/>
                    <a:pt x="868" y="593"/>
                    <a:pt x="868" y="293"/>
                  </a:cubicBezTo>
                  <a:cubicBezTo>
                    <a:pt x="868" y="106"/>
                    <a:pt x="786" y="1"/>
                    <a:pt x="65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7"/>
            <p:cNvSpPr/>
            <p:nvPr/>
          </p:nvSpPr>
          <p:spPr>
            <a:xfrm>
              <a:off x="4481700" y="2114650"/>
              <a:ext cx="20875" cy="27975"/>
            </a:xfrm>
            <a:custGeom>
              <a:rect b="b" l="l" r="r" t="t"/>
              <a:pathLst>
                <a:path extrusionOk="0" h="1119" w="835">
                  <a:moveTo>
                    <a:pt x="597" y="1"/>
                  </a:moveTo>
                  <a:cubicBezTo>
                    <a:pt x="537" y="1"/>
                    <a:pt x="471" y="20"/>
                    <a:pt x="401" y="59"/>
                  </a:cubicBezTo>
                  <a:cubicBezTo>
                    <a:pt x="167" y="226"/>
                    <a:pt x="1" y="493"/>
                    <a:pt x="1" y="793"/>
                  </a:cubicBezTo>
                  <a:cubicBezTo>
                    <a:pt x="1" y="1006"/>
                    <a:pt x="84" y="1118"/>
                    <a:pt x="216" y="1118"/>
                  </a:cubicBezTo>
                  <a:cubicBezTo>
                    <a:pt x="270" y="1118"/>
                    <a:pt x="333" y="1099"/>
                    <a:pt x="401" y="1060"/>
                  </a:cubicBezTo>
                  <a:cubicBezTo>
                    <a:pt x="668" y="893"/>
                    <a:pt x="801" y="593"/>
                    <a:pt x="835" y="293"/>
                  </a:cubicBezTo>
                  <a:cubicBezTo>
                    <a:pt x="835" y="106"/>
                    <a:pt x="736" y="1"/>
                    <a:pt x="5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7"/>
            <p:cNvSpPr/>
            <p:nvPr/>
          </p:nvSpPr>
          <p:spPr>
            <a:xfrm>
              <a:off x="4565925" y="2065475"/>
              <a:ext cx="21725" cy="27950"/>
            </a:xfrm>
            <a:custGeom>
              <a:rect b="b" l="l" r="r" t="t"/>
              <a:pathLst>
                <a:path extrusionOk="0" h="1118" w="869">
                  <a:moveTo>
                    <a:pt x="614" y="0"/>
                  </a:moveTo>
                  <a:cubicBezTo>
                    <a:pt x="551" y="0"/>
                    <a:pt x="479" y="19"/>
                    <a:pt x="401" y="58"/>
                  </a:cubicBezTo>
                  <a:cubicBezTo>
                    <a:pt x="168" y="225"/>
                    <a:pt x="1" y="525"/>
                    <a:pt x="1" y="826"/>
                  </a:cubicBezTo>
                  <a:cubicBezTo>
                    <a:pt x="1" y="1013"/>
                    <a:pt x="83" y="1118"/>
                    <a:pt x="212" y="1118"/>
                  </a:cubicBezTo>
                  <a:cubicBezTo>
                    <a:pt x="268" y="1118"/>
                    <a:pt x="331" y="1099"/>
                    <a:pt x="401" y="1059"/>
                  </a:cubicBezTo>
                  <a:cubicBezTo>
                    <a:pt x="668" y="892"/>
                    <a:pt x="835" y="625"/>
                    <a:pt x="868" y="325"/>
                  </a:cubicBezTo>
                  <a:cubicBezTo>
                    <a:pt x="868" y="113"/>
                    <a:pt x="768" y="0"/>
                    <a:pt x="6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7"/>
            <p:cNvSpPr/>
            <p:nvPr/>
          </p:nvSpPr>
          <p:spPr>
            <a:xfrm>
              <a:off x="4650150" y="2065475"/>
              <a:ext cx="21725" cy="27950"/>
            </a:xfrm>
            <a:custGeom>
              <a:rect b="b" l="l" r="r" t="t"/>
              <a:pathLst>
                <a:path extrusionOk="0" h="1118" w="869">
                  <a:moveTo>
                    <a:pt x="653" y="0"/>
                  </a:moveTo>
                  <a:cubicBezTo>
                    <a:pt x="598" y="0"/>
                    <a:pt x="536" y="19"/>
                    <a:pt x="468" y="58"/>
                  </a:cubicBezTo>
                  <a:cubicBezTo>
                    <a:pt x="201" y="225"/>
                    <a:pt x="34" y="492"/>
                    <a:pt x="1" y="826"/>
                  </a:cubicBezTo>
                  <a:cubicBezTo>
                    <a:pt x="1" y="1013"/>
                    <a:pt x="99" y="1118"/>
                    <a:pt x="250" y="1118"/>
                  </a:cubicBezTo>
                  <a:cubicBezTo>
                    <a:pt x="315" y="1118"/>
                    <a:pt x="388" y="1099"/>
                    <a:pt x="468" y="1059"/>
                  </a:cubicBezTo>
                  <a:cubicBezTo>
                    <a:pt x="701" y="892"/>
                    <a:pt x="868" y="625"/>
                    <a:pt x="868" y="325"/>
                  </a:cubicBezTo>
                  <a:cubicBezTo>
                    <a:pt x="868" y="113"/>
                    <a:pt x="784" y="0"/>
                    <a:pt x="6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7"/>
            <p:cNvSpPr/>
            <p:nvPr/>
          </p:nvSpPr>
          <p:spPr>
            <a:xfrm>
              <a:off x="3218300" y="2077775"/>
              <a:ext cx="1446900" cy="884825"/>
            </a:xfrm>
            <a:custGeom>
              <a:rect b="b" l="l" r="r" t="t"/>
              <a:pathLst>
                <a:path extrusionOk="0" h="35393" w="57876">
                  <a:moveTo>
                    <a:pt x="54273" y="0"/>
                  </a:moveTo>
                  <a:lnTo>
                    <a:pt x="50937" y="1935"/>
                  </a:lnTo>
                  <a:lnTo>
                    <a:pt x="47501" y="1935"/>
                  </a:lnTo>
                  <a:lnTo>
                    <a:pt x="44132" y="3903"/>
                  </a:lnTo>
                  <a:lnTo>
                    <a:pt x="44099" y="3903"/>
                  </a:lnTo>
                  <a:lnTo>
                    <a:pt x="40796" y="7739"/>
                  </a:lnTo>
                  <a:lnTo>
                    <a:pt x="37461" y="3903"/>
                  </a:lnTo>
                  <a:cubicBezTo>
                    <a:pt x="37461" y="3903"/>
                    <a:pt x="37427" y="3869"/>
                    <a:pt x="37394" y="3869"/>
                  </a:cubicBezTo>
                  <a:cubicBezTo>
                    <a:pt x="37327" y="3869"/>
                    <a:pt x="37294" y="3903"/>
                    <a:pt x="37294" y="3936"/>
                  </a:cubicBezTo>
                  <a:lnTo>
                    <a:pt x="33958" y="11708"/>
                  </a:lnTo>
                  <a:lnTo>
                    <a:pt x="30556" y="11708"/>
                  </a:lnTo>
                  <a:lnTo>
                    <a:pt x="27187" y="14644"/>
                  </a:lnTo>
                  <a:lnTo>
                    <a:pt x="23818" y="15611"/>
                  </a:lnTo>
                  <a:cubicBezTo>
                    <a:pt x="23784" y="15611"/>
                    <a:pt x="23784" y="15645"/>
                    <a:pt x="23751" y="15645"/>
                  </a:cubicBezTo>
                  <a:lnTo>
                    <a:pt x="20382" y="19547"/>
                  </a:lnTo>
                  <a:lnTo>
                    <a:pt x="17013" y="22483"/>
                  </a:lnTo>
                  <a:lnTo>
                    <a:pt x="13677" y="23450"/>
                  </a:lnTo>
                  <a:lnTo>
                    <a:pt x="10341" y="21515"/>
                  </a:lnTo>
                  <a:cubicBezTo>
                    <a:pt x="10325" y="21499"/>
                    <a:pt x="10308" y="21490"/>
                    <a:pt x="10295" y="21490"/>
                  </a:cubicBezTo>
                  <a:cubicBezTo>
                    <a:pt x="10283" y="21490"/>
                    <a:pt x="10275" y="21499"/>
                    <a:pt x="10275" y="21515"/>
                  </a:cubicBezTo>
                  <a:cubicBezTo>
                    <a:pt x="10241" y="21515"/>
                    <a:pt x="10208" y="21515"/>
                    <a:pt x="10208" y="21549"/>
                  </a:cubicBezTo>
                  <a:lnTo>
                    <a:pt x="6839" y="28587"/>
                  </a:lnTo>
                  <a:lnTo>
                    <a:pt x="3503" y="29321"/>
                  </a:lnTo>
                  <a:cubicBezTo>
                    <a:pt x="3470" y="29321"/>
                    <a:pt x="3470" y="29321"/>
                    <a:pt x="3436" y="29354"/>
                  </a:cubicBezTo>
                  <a:lnTo>
                    <a:pt x="34" y="35225"/>
                  </a:lnTo>
                  <a:cubicBezTo>
                    <a:pt x="1" y="35292"/>
                    <a:pt x="34" y="35359"/>
                    <a:pt x="67" y="35392"/>
                  </a:cubicBezTo>
                  <a:lnTo>
                    <a:pt x="134" y="35392"/>
                  </a:lnTo>
                  <a:cubicBezTo>
                    <a:pt x="167" y="35359"/>
                    <a:pt x="201" y="35325"/>
                    <a:pt x="201" y="35292"/>
                  </a:cubicBezTo>
                  <a:lnTo>
                    <a:pt x="3570" y="29454"/>
                  </a:lnTo>
                  <a:lnTo>
                    <a:pt x="6906" y="28754"/>
                  </a:lnTo>
                  <a:cubicBezTo>
                    <a:pt x="6939" y="28754"/>
                    <a:pt x="6972" y="28721"/>
                    <a:pt x="6972" y="28721"/>
                  </a:cubicBezTo>
                  <a:lnTo>
                    <a:pt x="10308" y="21716"/>
                  </a:lnTo>
                  <a:lnTo>
                    <a:pt x="13610" y="23617"/>
                  </a:lnTo>
                  <a:lnTo>
                    <a:pt x="13710" y="23617"/>
                  </a:lnTo>
                  <a:lnTo>
                    <a:pt x="17079" y="22650"/>
                  </a:lnTo>
                  <a:lnTo>
                    <a:pt x="17113" y="22616"/>
                  </a:lnTo>
                  <a:lnTo>
                    <a:pt x="20515" y="19681"/>
                  </a:lnTo>
                  <a:lnTo>
                    <a:pt x="23884" y="15778"/>
                  </a:lnTo>
                  <a:lnTo>
                    <a:pt x="27253" y="14811"/>
                  </a:lnTo>
                  <a:lnTo>
                    <a:pt x="27287" y="14811"/>
                  </a:lnTo>
                  <a:lnTo>
                    <a:pt x="30689" y="11942"/>
                  </a:lnTo>
                  <a:lnTo>
                    <a:pt x="34025" y="11942"/>
                  </a:lnTo>
                  <a:cubicBezTo>
                    <a:pt x="34058" y="11942"/>
                    <a:pt x="34092" y="11909"/>
                    <a:pt x="34125" y="11875"/>
                  </a:cubicBezTo>
                  <a:lnTo>
                    <a:pt x="37461" y="4203"/>
                  </a:lnTo>
                  <a:lnTo>
                    <a:pt x="40730" y="7972"/>
                  </a:lnTo>
                  <a:cubicBezTo>
                    <a:pt x="40746" y="8006"/>
                    <a:pt x="40771" y="8022"/>
                    <a:pt x="40801" y="8022"/>
                  </a:cubicBezTo>
                  <a:cubicBezTo>
                    <a:pt x="40830" y="8022"/>
                    <a:pt x="40863" y="8006"/>
                    <a:pt x="40896" y="7972"/>
                  </a:cubicBezTo>
                  <a:lnTo>
                    <a:pt x="44266" y="4070"/>
                  </a:lnTo>
                  <a:lnTo>
                    <a:pt x="47635" y="2135"/>
                  </a:lnTo>
                  <a:lnTo>
                    <a:pt x="51037" y="2135"/>
                  </a:lnTo>
                  <a:lnTo>
                    <a:pt x="54373" y="200"/>
                  </a:lnTo>
                  <a:lnTo>
                    <a:pt x="57742" y="200"/>
                  </a:lnTo>
                  <a:cubicBezTo>
                    <a:pt x="57875" y="200"/>
                    <a:pt x="57875" y="0"/>
                    <a:pt x="5774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7"/>
            <p:cNvSpPr/>
            <p:nvPr/>
          </p:nvSpPr>
          <p:spPr>
            <a:xfrm>
              <a:off x="3258325" y="2535275"/>
              <a:ext cx="97600" cy="66525"/>
            </a:xfrm>
            <a:custGeom>
              <a:rect b="b" l="l" r="r" t="t"/>
              <a:pathLst>
                <a:path extrusionOk="0" h="2661" w="3904">
                  <a:moveTo>
                    <a:pt x="3746" y="1"/>
                  </a:moveTo>
                  <a:cubicBezTo>
                    <a:pt x="3703" y="1"/>
                    <a:pt x="3655" y="15"/>
                    <a:pt x="3603" y="46"/>
                  </a:cubicBezTo>
                  <a:lnTo>
                    <a:pt x="301" y="1948"/>
                  </a:lnTo>
                  <a:cubicBezTo>
                    <a:pt x="134" y="2081"/>
                    <a:pt x="34" y="2248"/>
                    <a:pt x="1" y="2448"/>
                  </a:cubicBezTo>
                  <a:cubicBezTo>
                    <a:pt x="1" y="2586"/>
                    <a:pt x="64" y="2661"/>
                    <a:pt x="159" y="2661"/>
                  </a:cubicBezTo>
                  <a:cubicBezTo>
                    <a:pt x="201" y="2661"/>
                    <a:pt x="249" y="2646"/>
                    <a:pt x="301" y="2615"/>
                  </a:cubicBezTo>
                  <a:lnTo>
                    <a:pt x="3603" y="714"/>
                  </a:lnTo>
                  <a:cubicBezTo>
                    <a:pt x="3770" y="614"/>
                    <a:pt x="3870" y="413"/>
                    <a:pt x="3904" y="213"/>
                  </a:cubicBezTo>
                  <a:cubicBezTo>
                    <a:pt x="3904" y="75"/>
                    <a:pt x="3840" y="1"/>
                    <a:pt x="374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7"/>
            <p:cNvSpPr/>
            <p:nvPr/>
          </p:nvSpPr>
          <p:spPr>
            <a:xfrm>
              <a:off x="3210800" y="2602975"/>
              <a:ext cx="20875" cy="28175"/>
            </a:xfrm>
            <a:custGeom>
              <a:rect b="b" l="l" r="r" t="t"/>
              <a:pathLst>
                <a:path extrusionOk="0" h="1127" w="835">
                  <a:moveTo>
                    <a:pt x="625" y="0"/>
                  </a:moveTo>
                  <a:cubicBezTo>
                    <a:pt x="570" y="0"/>
                    <a:pt x="505" y="23"/>
                    <a:pt x="434" y="74"/>
                  </a:cubicBezTo>
                  <a:cubicBezTo>
                    <a:pt x="167" y="207"/>
                    <a:pt x="0" y="507"/>
                    <a:pt x="0" y="808"/>
                  </a:cubicBezTo>
                  <a:cubicBezTo>
                    <a:pt x="0" y="1003"/>
                    <a:pt x="108" y="1127"/>
                    <a:pt x="257" y="1127"/>
                  </a:cubicBezTo>
                  <a:cubicBezTo>
                    <a:pt x="311" y="1127"/>
                    <a:pt x="371" y="1110"/>
                    <a:pt x="434" y="1074"/>
                  </a:cubicBezTo>
                  <a:cubicBezTo>
                    <a:pt x="668" y="908"/>
                    <a:pt x="834" y="607"/>
                    <a:pt x="834" y="307"/>
                  </a:cubicBezTo>
                  <a:cubicBezTo>
                    <a:pt x="834" y="121"/>
                    <a:pt x="753" y="0"/>
                    <a:pt x="62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7"/>
            <p:cNvSpPr/>
            <p:nvPr/>
          </p:nvSpPr>
          <p:spPr>
            <a:xfrm>
              <a:off x="3210800" y="2602975"/>
              <a:ext cx="20875" cy="28175"/>
            </a:xfrm>
            <a:custGeom>
              <a:rect b="b" l="l" r="r" t="t"/>
              <a:pathLst>
                <a:path extrusionOk="0" h="1127" w="835">
                  <a:moveTo>
                    <a:pt x="625" y="0"/>
                  </a:moveTo>
                  <a:cubicBezTo>
                    <a:pt x="570" y="0"/>
                    <a:pt x="505" y="23"/>
                    <a:pt x="434" y="74"/>
                  </a:cubicBezTo>
                  <a:cubicBezTo>
                    <a:pt x="167" y="207"/>
                    <a:pt x="0" y="507"/>
                    <a:pt x="0" y="808"/>
                  </a:cubicBezTo>
                  <a:cubicBezTo>
                    <a:pt x="0" y="1003"/>
                    <a:pt x="108" y="1127"/>
                    <a:pt x="257" y="1127"/>
                  </a:cubicBezTo>
                  <a:cubicBezTo>
                    <a:pt x="311" y="1127"/>
                    <a:pt x="371" y="1110"/>
                    <a:pt x="434" y="1074"/>
                  </a:cubicBezTo>
                  <a:cubicBezTo>
                    <a:pt x="668" y="908"/>
                    <a:pt x="834" y="607"/>
                    <a:pt x="834" y="307"/>
                  </a:cubicBezTo>
                  <a:cubicBezTo>
                    <a:pt x="834" y="121"/>
                    <a:pt x="753" y="0"/>
                    <a:pt x="6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7"/>
            <p:cNvSpPr/>
            <p:nvPr/>
          </p:nvSpPr>
          <p:spPr>
            <a:xfrm>
              <a:off x="3258325" y="2584450"/>
              <a:ext cx="96775" cy="65750"/>
            </a:xfrm>
            <a:custGeom>
              <a:rect b="b" l="l" r="r" t="t"/>
              <a:pathLst>
                <a:path extrusionOk="0" h="2630" w="3871">
                  <a:moveTo>
                    <a:pt x="3717" y="1"/>
                  </a:moveTo>
                  <a:cubicBezTo>
                    <a:pt x="3673" y="1"/>
                    <a:pt x="3623" y="15"/>
                    <a:pt x="3570" y="48"/>
                  </a:cubicBezTo>
                  <a:lnTo>
                    <a:pt x="301" y="1949"/>
                  </a:lnTo>
                  <a:cubicBezTo>
                    <a:pt x="134" y="2049"/>
                    <a:pt x="1" y="2249"/>
                    <a:pt x="1" y="2449"/>
                  </a:cubicBezTo>
                  <a:cubicBezTo>
                    <a:pt x="1" y="2563"/>
                    <a:pt x="62" y="2630"/>
                    <a:pt x="154" y="2630"/>
                  </a:cubicBezTo>
                  <a:cubicBezTo>
                    <a:pt x="197" y="2630"/>
                    <a:pt x="247" y="2615"/>
                    <a:pt x="301" y="2583"/>
                  </a:cubicBezTo>
                  <a:lnTo>
                    <a:pt x="3570" y="681"/>
                  </a:lnTo>
                  <a:cubicBezTo>
                    <a:pt x="3737" y="581"/>
                    <a:pt x="3870" y="381"/>
                    <a:pt x="3870" y="181"/>
                  </a:cubicBezTo>
                  <a:cubicBezTo>
                    <a:pt x="3870" y="68"/>
                    <a:pt x="3809" y="1"/>
                    <a:pt x="371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7"/>
            <p:cNvSpPr/>
            <p:nvPr/>
          </p:nvSpPr>
          <p:spPr>
            <a:xfrm>
              <a:off x="3210800" y="2652175"/>
              <a:ext cx="20875" cy="28325"/>
            </a:xfrm>
            <a:custGeom>
              <a:rect b="b" l="l" r="r" t="t"/>
              <a:pathLst>
                <a:path extrusionOk="0" h="1133" w="835">
                  <a:moveTo>
                    <a:pt x="625" y="0"/>
                  </a:moveTo>
                  <a:cubicBezTo>
                    <a:pt x="570" y="0"/>
                    <a:pt x="505" y="23"/>
                    <a:pt x="434" y="74"/>
                  </a:cubicBezTo>
                  <a:cubicBezTo>
                    <a:pt x="167" y="241"/>
                    <a:pt x="0" y="507"/>
                    <a:pt x="0" y="808"/>
                  </a:cubicBezTo>
                  <a:cubicBezTo>
                    <a:pt x="0" y="1020"/>
                    <a:pt x="101" y="1133"/>
                    <a:pt x="242" y="1133"/>
                  </a:cubicBezTo>
                  <a:cubicBezTo>
                    <a:pt x="301" y="1133"/>
                    <a:pt x="366" y="1113"/>
                    <a:pt x="434" y="1075"/>
                  </a:cubicBezTo>
                  <a:cubicBezTo>
                    <a:pt x="668" y="908"/>
                    <a:pt x="834" y="608"/>
                    <a:pt x="834" y="307"/>
                  </a:cubicBezTo>
                  <a:cubicBezTo>
                    <a:pt x="834" y="121"/>
                    <a:pt x="753" y="0"/>
                    <a:pt x="62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7"/>
            <p:cNvSpPr/>
            <p:nvPr/>
          </p:nvSpPr>
          <p:spPr>
            <a:xfrm>
              <a:off x="3218300" y="3055350"/>
              <a:ext cx="386975" cy="249975"/>
            </a:xfrm>
            <a:custGeom>
              <a:rect b="b" l="l" r="r" t="t"/>
              <a:pathLst>
                <a:path extrusionOk="0" h="9999" w="15479">
                  <a:moveTo>
                    <a:pt x="15378" y="0"/>
                  </a:moveTo>
                  <a:cubicBezTo>
                    <a:pt x="15353" y="0"/>
                    <a:pt x="15328" y="8"/>
                    <a:pt x="15312" y="25"/>
                  </a:cubicBezTo>
                  <a:lnTo>
                    <a:pt x="13644" y="1493"/>
                  </a:lnTo>
                  <a:lnTo>
                    <a:pt x="11942" y="959"/>
                  </a:lnTo>
                  <a:lnTo>
                    <a:pt x="10208" y="3361"/>
                  </a:lnTo>
                  <a:lnTo>
                    <a:pt x="8507" y="4361"/>
                  </a:lnTo>
                  <a:lnTo>
                    <a:pt x="6839" y="5863"/>
                  </a:lnTo>
                  <a:lnTo>
                    <a:pt x="5138" y="5629"/>
                  </a:lnTo>
                  <a:lnTo>
                    <a:pt x="3436" y="7831"/>
                  </a:lnTo>
                  <a:lnTo>
                    <a:pt x="1769" y="8064"/>
                  </a:lnTo>
                  <a:lnTo>
                    <a:pt x="67" y="9832"/>
                  </a:lnTo>
                  <a:cubicBezTo>
                    <a:pt x="1" y="9865"/>
                    <a:pt x="1" y="9932"/>
                    <a:pt x="67" y="9965"/>
                  </a:cubicBezTo>
                  <a:cubicBezTo>
                    <a:pt x="67" y="9999"/>
                    <a:pt x="101" y="9999"/>
                    <a:pt x="134" y="9999"/>
                  </a:cubicBezTo>
                  <a:cubicBezTo>
                    <a:pt x="134" y="9999"/>
                    <a:pt x="167" y="9965"/>
                    <a:pt x="201" y="9932"/>
                  </a:cubicBezTo>
                  <a:lnTo>
                    <a:pt x="1869" y="8231"/>
                  </a:lnTo>
                  <a:lnTo>
                    <a:pt x="3637" y="8031"/>
                  </a:lnTo>
                  <a:lnTo>
                    <a:pt x="5304" y="5863"/>
                  </a:lnTo>
                  <a:lnTo>
                    <a:pt x="6972" y="6096"/>
                  </a:lnTo>
                  <a:lnTo>
                    <a:pt x="8673" y="4528"/>
                  </a:lnTo>
                  <a:lnTo>
                    <a:pt x="10375" y="3528"/>
                  </a:lnTo>
                  <a:lnTo>
                    <a:pt x="12043" y="1193"/>
                  </a:lnTo>
                  <a:lnTo>
                    <a:pt x="13710" y="1726"/>
                  </a:lnTo>
                  <a:lnTo>
                    <a:pt x="15445" y="192"/>
                  </a:lnTo>
                  <a:cubicBezTo>
                    <a:pt x="15478" y="125"/>
                    <a:pt x="15478" y="58"/>
                    <a:pt x="15445" y="25"/>
                  </a:cubicBezTo>
                  <a:cubicBezTo>
                    <a:pt x="15428" y="8"/>
                    <a:pt x="15403" y="0"/>
                    <a:pt x="1537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7"/>
            <p:cNvSpPr/>
            <p:nvPr/>
          </p:nvSpPr>
          <p:spPr>
            <a:xfrm>
              <a:off x="3224150" y="3135400"/>
              <a:ext cx="32550" cy="73200"/>
            </a:xfrm>
            <a:custGeom>
              <a:rect b="b" l="l" r="r" t="t"/>
              <a:pathLst>
                <a:path extrusionOk="0" h="2928" w="1302">
                  <a:moveTo>
                    <a:pt x="834" y="1293"/>
                  </a:moveTo>
                  <a:cubicBezTo>
                    <a:pt x="867" y="1293"/>
                    <a:pt x="901" y="1326"/>
                    <a:pt x="934" y="1360"/>
                  </a:cubicBezTo>
                  <a:cubicBezTo>
                    <a:pt x="1001" y="1393"/>
                    <a:pt x="1001" y="1426"/>
                    <a:pt x="1034" y="1493"/>
                  </a:cubicBezTo>
                  <a:cubicBezTo>
                    <a:pt x="1034" y="1560"/>
                    <a:pt x="1068" y="1626"/>
                    <a:pt x="1068" y="1693"/>
                  </a:cubicBezTo>
                  <a:cubicBezTo>
                    <a:pt x="1068" y="1860"/>
                    <a:pt x="1034" y="1993"/>
                    <a:pt x="934" y="2160"/>
                  </a:cubicBezTo>
                  <a:cubicBezTo>
                    <a:pt x="901" y="2227"/>
                    <a:pt x="867" y="2294"/>
                    <a:pt x="834" y="2360"/>
                  </a:cubicBezTo>
                  <a:cubicBezTo>
                    <a:pt x="767" y="2394"/>
                    <a:pt x="701" y="2460"/>
                    <a:pt x="634" y="2494"/>
                  </a:cubicBezTo>
                  <a:cubicBezTo>
                    <a:pt x="601" y="2527"/>
                    <a:pt x="534" y="2560"/>
                    <a:pt x="467" y="2560"/>
                  </a:cubicBezTo>
                  <a:cubicBezTo>
                    <a:pt x="434" y="2560"/>
                    <a:pt x="400" y="2527"/>
                    <a:pt x="367" y="2494"/>
                  </a:cubicBezTo>
                  <a:cubicBezTo>
                    <a:pt x="300" y="2460"/>
                    <a:pt x="300" y="2394"/>
                    <a:pt x="267" y="2360"/>
                  </a:cubicBezTo>
                  <a:cubicBezTo>
                    <a:pt x="267" y="2294"/>
                    <a:pt x="234" y="2227"/>
                    <a:pt x="234" y="2160"/>
                  </a:cubicBezTo>
                  <a:cubicBezTo>
                    <a:pt x="234" y="2093"/>
                    <a:pt x="267" y="1993"/>
                    <a:pt x="267" y="1927"/>
                  </a:cubicBezTo>
                  <a:cubicBezTo>
                    <a:pt x="300" y="1827"/>
                    <a:pt x="334" y="1760"/>
                    <a:pt x="367" y="1693"/>
                  </a:cubicBezTo>
                  <a:cubicBezTo>
                    <a:pt x="400" y="1626"/>
                    <a:pt x="434" y="1560"/>
                    <a:pt x="467" y="1493"/>
                  </a:cubicBezTo>
                  <a:cubicBezTo>
                    <a:pt x="534" y="1426"/>
                    <a:pt x="601" y="1393"/>
                    <a:pt x="634" y="1326"/>
                  </a:cubicBezTo>
                  <a:cubicBezTo>
                    <a:pt x="701" y="1326"/>
                    <a:pt x="767" y="1293"/>
                    <a:pt x="834" y="1293"/>
                  </a:cubicBezTo>
                  <a:close/>
                  <a:moveTo>
                    <a:pt x="851" y="0"/>
                  </a:moveTo>
                  <a:cubicBezTo>
                    <a:pt x="842" y="0"/>
                    <a:pt x="834" y="9"/>
                    <a:pt x="834" y="25"/>
                  </a:cubicBezTo>
                  <a:lnTo>
                    <a:pt x="701" y="92"/>
                  </a:lnTo>
                  <a:cubicBezTo>
                    <a:pt x="667" y="92"/>
                    <a:pt x="667" y="125"/>
                    <a:pt x="634" y="159"/>
                  </a:cubicBezTo>
                  <a:cubicBezTo>
                    <a:pt x="634" y="159"/>
                    <a:pt x="634" y="192"/>
                    <a:pt x="634" y="225"/>
                  </a:cubicBezTo>
                  <a:lnTo>
                    <a:pt x="167" y="1493"/>
                  </a:lnTo>
                  <a:cubicBezTo>
                    <a:pt x="134" y="1560"/>
                    <a:pt x="134" y="1626"/>
                    <a:pt x="100" y="1693"/>
                  </a:cubicBezTo>
                  <a:cubicBezTo>
                    <a:pt x="100" y="1760"/>
                    <a:pt x="33" y="1793"/>
                    <a:pt x="33" y="1860"/>
                  </a:cubicBezTo>
                  <a:cubicBezTo>
                    <a:pt x="33" y="1927"/>
                    <a:pt x="33" y="1993"/>
                    <a:pt x="0" y="2093"/>
                  </a:cubicBezTo>
                  <a:cubicBezTo>
                    <a:pt x="0" y="2160"/>
                    <a:pt x="0" y="2227"/>
                    <a:pt x="0" y="2294"/>
                  </a:cubicBezTo>
                  <a:cubicBezTo>
                    <a:pt x="0" y="2394"/>
                    <a:pt x="33" y="2527"/>
                    <a:pt x="67" y="2627"/>
                  </a:cubicBezTo>
                  <a:cubicBezTo>
                    <a:pt x="67" y="2694"/>
                    <a:pt x="134" y="2794"/>
                    <a:pt x="200" y="2827"/>
                  </a:cubicBezTo>
                  <a:cubicBezTo>
                    <a:pt x="234" y="2894"/>
                    <a:pt x="334" y="2927"/>
                    <a:pt x="400" y="2927"/>
                  </a:cubicBezTo>
                  <a:cubicBezTo>
                    <a:pt x="467" y="2927"/>
                    <a:pt x="567" y="2894"/>
                    <a:pt x="667" y="2827"/>
                  </a:cubicBezTo>
                  <a:cubicBezTo>
                    <a:pt x="734" y="2794"/>
                    <a:pt x="834" y="2694"/>
                    <a:pt x="901" y="2627"/>
                  </a:cubicBezTo>
                  <a:cubicBezTo>
                    <a:pt x="1001" y="2527"/>
                    <a:pt x="1068" y="2427"/>
                    <a:pt x="1101" y="2327"/>
                  </a:cubicBezTo>
                  <a:cubicBezTo>
                    <a:pt x="1168" y="2194"/>
                    <a:pt x="1201" y="2060"/>
                    <a:pt x="1234" y="1927"/>
                  </a:cubicBezTo>
                  <a:cubicBezTo>
                    <a:pt x="1268" y="1827"/>
                    <a:pt x="1301" y="1693"/>
                    <a:pt x="1301" y="1560"/>
                  </a:cubicBezTo>
                  <a:cubicBezTo>
                    <a:pt x="1301" y="1426"/>
                    <a:pt x="1268" y="1326"/>
                    <a:pt x="1234" y="1226"/>
                  </a:cubicBezTo>
                  <a:cubicBezTo>
                    <a:pt x="1201" y="1126"/>
                    <a:pt x="1168" y="1059"/>
                    <a:pt x="1101" y="993"/>
                  </a:cubicBezTo>
                  <a:cubicBezTo>
                    <a:pt x="1068" y="959"/>
                    <a:pt x="967" y="926"/>
                    <a:pt x="901" y="926"/>
                  </a:cubicBezTo>
                  <a:cubicBezTo>
                    <a:pt x="801" y="926"/>
                    <a:pt x="734" y="959"/>
                    <a:pt x="667" y="993"/>
                  </a:cubicBezTo>
                  <a:cubicBezTo>
                    <a:pt x="634" y="1026"/>
                    <a:pt x="634" y="1026"/>
                    <a:pt x="601" y="1026"/>
                  </a:cubicBezTo>
                  <a:cubicBezTo>
                    <a:pt x="601" y="1059"/>
                    <a:pt x="567" y="1059"/>
                    <a:pt x="567" y="1059"/>
                  </a:cubicBezTo>
                  <a:lnTo>
                    <a:pt x="867" y="125"/>
                  </a:lnTo>
                  <a:lnTo>
                    <a:pt x="867" y="92"/>
                  </a:lnTo>
                  <a:lnTo>
                    <a:pt x="867" y="59"/>
                  </a:lnTo>
                  <a:lnTo>
                    <a:pt x="867" y="25"/>
                  </a:lnTo>
                  <a:cubicBezTo>
                    <a:pt x="867" y="9"/>
                    <a:pt x="859" y="0"/>
                    <a:pt x="85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7"/>
            <p:cNvSpPr/>
            <p:nvPr/>
          </p:nvSpPr>
          <p:spPr>
            <a:xfrm>
              <a:off x="3260825" y="3111000"/>
              <a:ext cx="31725" cy="76750"/>
            </a:xfrm>
            <a:custGeom>
              <a:rect b="b" l="l" r="r" t="t"/>
              <a:pathLst>
                <a:path extrusionOk="0" h="3070" w="1269">
                  <a:moveTo>
                    <a:pt x="1135" y="1"/>
                  </a:moveTo>
                  <a:lnTo>
                    <a:pt x="168" y="568"/>
                  </a:lnTo>
                  <a:cubicBezTo>
                    <a:pt x="134" y="568"/>
                    <a:pt x="134" y="601"/>
                    <a:pt x="101" y="601"/>
                  </a:cubicBezTo>
                  <a:cubicBezTo>
                    <a:pt x="101" y="634"/>
                    <a:pt x="101" y="668"/>
                    <a:pt x="101" y="701"/>
                  </a:cubicBezTo>
                  <a:lnTo>
                    <a:pt x="101" y="835"/>
                  </a:lnTo>
                  <a:cubicBezTo>
                    <a:pt x="101" y="868"/>
                    <a:pt x="101" y="901"/>
                    <a:pt x="101" y="901"/>
                  </a:cubicBezTo>
                  <a:lnTo>
                    <a:pt x="168" y="901"/>
                  </a:lnTo>
                  <a:lnTo>
                    <a:pt x="868" y="468"/>
                  </a:lnTo>
                  <a:lnTo>
                    <a:pt x="434" y="1468"/>
                  </a:lnTo>
                  <a:lnTo>
                    <a:pt x="401" y="1535"/>
                  </a:lnTo>
                  <a:cubicBezTo>
                    <a:pt x="401" y="1568"/>
                    <a:pt x="401" y="1602"/>
                    <a:pt x="401" y="1602"/>
                  </a:cubicBezTo>
                  <a:lnTo>
                    <a:pt x="401" y="1735"/>
                  </a:lnTo>
                  <a:cubicBezTo>
                    <a:pt x="401" y="1769"/>
                    <a:pt x="401" y="1802"/>
                    <a:pt x="401" y="1802"/>
                  </a:cubicBezTo>
                  <a:cubicBezTo>
                    <a:pt x="401" y="1819"/>
                    <a:pt x="409" y="1827"/>
                    <a:pt x="418" y="1827"/>
                  </a:cubicBezTo>
                  <a:cubicBezTo>
                    <a:pt x="426" y="1827"/>
                    <a:pt x="434" y="1819"/>
                    <a:pt x="434" y="1802"/>
                  </a:cubicBezTo>
                  <a:lnTo>
                    <a:pt x="668" y="1702"/>
                  </a:lnTo>
                  <a:cubicBezTo>
                    <a:pt x="701" y="1668"/>
                    <a:pt x="768" y="1635"/>
                    <a:pt x="801" y="1635"/>
                  </a:cubicBezTo>
                  <a:cubicBezTo>
                    <a:pt x="818" y="1618"/>
                    <a:pt x="843" y="1610"/>
                    <a:pt x="868" y="1610"/>
                  </a:cubicBezTo>
                  <a:cubicBezTo>
                    <a:pt x="893" y="1610"/>
                    <a:pt x="918" y="1618"/>
                    <a:pt x="935" y="1635"/>
                  </a:cubicBezTo>
                  <a:cubicBezTo>
                    <a:pt x="968" y="1635"/>
                    <a:pt x="1002" y="1668"/>
                    <a:pt x="1002" y="1702"/>
                  </a:cubicBezTo>
                  <a:cubicBezTo>
                    <a:pt x="1035" y="1769"/>
                    <a:pt x="1035" y="1835"/>
                    <a:pt x="1035" y="1902"/>
                  </a:cubicBezTo>
                  <a:cubicBezTo>
                    <a:pt x="1035" y="1969"/>
                    <a:pt x="1035" y="2069"/>
                    <a:pt x="1002" y="2135"/>
                  </a:cubicBezTo>
                  <a:cubicBezTo>
                    <a:pt x="1002" y="2202"/>
                    <a:pt x="968" y="2269"/>
                    <a:pt x="935" y="2336"/>
                  </a:cubicBezTo>
                  <a:cubicBezTo>
                    <a:pt x="901" y="2402"/>
                    <a:pt x="835" y="2436"/>
                    <a:pt x="801" y="2502"/>
                  </a:cubicBezTo>
                  <a:cubicBezTo>
                    <a:pt x="768" y="2536"/>
                    <a:pt x="701" y="2569"/>
                    <a:pt x="668" y="2602"/>
                  </a:cubicBezTo>
                  <a:cubicBezTo>
                    <a:pt x="601" y="2636"/>
                    <a:pt x="535" y="2669"/>
                    <a:pt x="468" y="2703"/>
                  </a:cubicBezTo>
                  <a:lnTo>
                    <a:pt x="334" y="2703"/>
                  </a:lnTo>
                  <a:cubicBezTo>
                    <a:pt x="334" y="2669"/>
                    <a:pt x="301" y="2636"/>
                    <a:pt x="268" y="2636"/>
                  </a:cubicBezTo>
                  <a:cubicBezTo>
                    <a:pt x="268" y="2602"/>
                    <a:pt x="268" y="2569"/>
                    <a:pt x="234" y="2536"/>
                  </a:cubicBezTo>
                  <a:cubicBezTo>
                    <a:pt x="234" y="2502"/>
                    <a:pt x="234" y="2469"/>
                    <a:pt x="201" y="2469"/>
                  </a:cubicBezTo>
                  <a:lnTo>
                    <a:pt x="168" y="2469"/>
                  </a:lnTo>
                  <a:lnTo>
                    <a:pt x="34" y="2536"/>
                  </a:lnTo>
                  <a:cubicBezTo>
                    <a:pt x="34" y="2536"/>
                    <a:pt x="1" y="2569"/>
                    <a:pt x="1" y="2569"/>
                  </a:cubicBezTo>
                  <a:cubicBezTo>
                    <a:pt x="1" y="2602"/>
                    <a:pt x="1" y="2602"/>
                    <a:pt x="1" y="2636"/>
                  </a:cubicBezTo>
                  <a:cubicBezTo>
                    <a:pt x="1" y="2703"/>
                    <a:pt x="34" y="2803"/>
                    <a:pt x="34" y="2869"/>
                  </a:cubicBezTo>
                  <a:cubicBezTo>
                    <a:pt x="68" y="2936"/>
                    <a:pt x="101" y="2969"/>
                    <a:pt x="168" y="3003"/>
                  </a:cubicBezTo>
                  <a:cubicBezTo>
                    <a:pt x="234" y="3036"/>
                    <a:pt x="301" y="3069"/>
                    <a:pt x="368" y="3069"/>
                  </a:cubicBezTo>
                  <a:cubicBezTo>
                    <a:pt x="468" y="3036"/>
                    <a:pt x="568" y="3003"/>
                    <a:pt x="635" y="2936"/>
                  </a:cubicBezTo>
                  <a:cubicBezTo>
                    <a:pt x="735" y="2903"/>
                    <a:pt x="835" y="2836"/>
                    <a:pt x="901" y="2769"/>
                  </a:cubicBezTo>
                  <a:cubicBezTo>
                    <a:pt x="968" y="2669"/>
                    <a:pt x="1035" y="2569"/>
                    <a:pt x="1068" y="2469"/>
                  </a:cubicBezTo>
                  <a:cubicBezTo>
                    <a:pt x="1135" y="2369"/>
                    <a:pt x="1202" y="2269"/>
                    <a:pt x="1202" y="2135"/>
                  </a:cubicBezTo>
                  <a:cubicBezTo>
                    <a:pt x="1268" y="2035"/>
                    <a:pt x="1268" y="1902"/>
                    <a:pt x="1268" y="1769"/>
                  </a:cubicBezTo>
                  <a:cubicBezTo>
                    <a:pt x="1268" y="1668"/>
                    <a:pt x="1268" y="1568"/>
                    <a:pt x="1235" y="1468"/>
                  </a:cubicBezTo>
                  <a:cubicBezTo>
                    <a:pt x="1202" y="1402"/>
                    <a:pt x="1168" y="1335"/>
                    <a:pt x="1102" y="1302"/>
                  </a:cubicBezTo>
                  <a:cubicBezTo>
                    <a:pt x="1068" y="1235"/>
                    <a:pt x="1002" y="1235"/>
                    <a:pt x="935" y="1235"/>
                  </a:cubicBezTo>
                  <a:cubicBezTo>
                    <a:pt x="868" y="1235"/>
                    <a:pt x="768" y="1268"/>
                    <a:pt x="701" y="1302"/>
                  </a:cubicBezTo>
                  <a:lnTo>
                    <a:pt x="1135" y="334"/>
                  </a:lnTo>
                  <a:cubicBezTo>
                    <a:pt x="1168" y="301"/>
                    <a:pt x="1168" y="267"/>
                    <a:pt x="1168" y="234"/>
                  </a:cubicBezTo>
                  <a:cubicBezTo>
                    <a:pt x="1168" y="234"/>
                    <a:pt x="1168" y="201"/>
                    <a:pt x="1168" y="167"/>
                  </a:cubicBezTo>
                  <a:lnTo>
                    <a:pt x="1168" y="67"/>
                  </a:lnTo>
                  <a:cubicBezTo>
                    <a:pt x="1202" y="34"/>
                    <a:pt x="1202" y="1"/>
                    <a:pt x="116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7"/>
            <p:cNvSpPr/>
            <p:nvPr/>
          </p:nvSpPr>
          <p:spPr>
            <a:xfrm>
              <a:off x="3298350" y="3089325"/>
              <a:ext cx="31725" cy="77575"/>
            </a:xfrm>
            <a:custGeom>
              <a:rect b="b" l="l" r="r" t="t"/>
              <a:pathLst>
                <a:path extrusionOk="0" h="3103" w="1269">
                  <a:moveTo>
                    <a:pt x="1102" y="0"/>
                  </a:moveTo>
                  <a:lnTo>
                    <a:pt x="134" y="567"/>
                  </a:lnTo>
                  <a:cubicBezTo>
                    <a:pt x="101" y="567"/>
                    <a:pt x="101" y="601"/>
                    <a:pt x="68" y="634"/>
                  </a:cubicBezTo>
                  <a:cubicBezTo>
                    <a:pt x="68" y="667"/>
                    <a:pt x="68" y="667"/>
                    <a:pt x="68" y="701"/>
                  </a:cubicBezTo>
                  <a:lnTo>
                    <a:pt x="68" y="834"/>
                  </a:lnTo>
                  <a:cubicBezTo>
                    <a:pt x="68" y="868"/>
                    <a:pt x="68" y="901"/>
                    <a:pt x="68" y="901"/>
                  </a:cubicBezTo>
                  <a:cubicBezTo>
                    <a:pt x="84" y="918"/>
                    <a:pt x="101" y="926"/>
                    <a:pt x="113" y="926"/>
                  </a:cubicBezTo>
                  <a:cubicBezTo>
                    <a:pt x="126" y="926"/>
                    <a:pt x="134" y="918"/>
                    <a:pt x="134" y="901"/>
                  </a:cubicBezTo>
                  <a:lnTo>
                    <a:pt x="835" y="501"/>
                  </a:lnTo>
                  <a:lnTo>
                    <a:pt x="401" y="1501"/>
                  </a:lnTo>
                  <a:cubicBezTo>
                    <a:pt x="401" y="1501"/>
                    <a:pt x="368" y="1535"/>
                    <a:pt x="368" y="1568"/>
                  </a:cubicBezTo>
                  <a:cubicBezTo>
                    <a:pt x="368" y="1568"/>
                    <a:pt x="368" y="1601"/>
                    <a:pt x="368" y="1635"/>
                  </a:cubicBezTo>
                  <a:lnTo>
                    <a:pt x="368" y="1768"/>
                  </a:lnTo>
                  <a:cubicBezTo>
                    <a:pt x="368" y="1768"/>
                    <a:pt x="368" y="1802"/>
                    <a:pt x="368" y="1835"/>
                  </a:cubicBezTo>
                  <a:lnTo>
                    <a:pt x="435" y="1835"/>
                  </a:lnTo>
                  <a:lnTo>
                    <a:pt x="635" y="1702"/>
                  </a:lnTo>
                  <a:cubicBezTo>
                    <a:pt x="668" y="1668"/>
                    <a:pt x="735" y="1668"/>
                    <a:pt x="768" y="1635"/>
                  </a:cubicBezTo>
                  <a:lnTo>
                    <a:pt x="902" y="1635"/>
                  </a:lnTo>
                  <a:cubicBezTo>
                    <a:pt x="935" y="1668"/>
                    <a:pt x="968" y="1702"/>
                    <a:pt x="968" y="1735"/>
                  </a:cubicBezTo>
                  <a:cubicBezTo>
                    <a:pt x="1002" y="1802"/>
                    <a:pt x="1002" y="1868"/>
                    <a:pt x="1002" y="1935"/>
                  </a:cubicBezTo>
                  <a:cubicBezTo>
                    <a:pt x="1002" y="2002"/>
                    <a:pt x="1002" y="2068"/>
                    <a:pt x="968" y="2169"/>
                  </a:cubicBezTo>
                  <a:cubicBezTo>
                    <a:pt x="968" y="2235"/>
                    <a:pt x="935" y="2302"/>
                    <a:pt x="902" y="2369"/>
                  </a:cubicBezTo>
                  <a:cubicBezTo>
                    <a:pt x="868" y="2402"/>
                    <a:pt x="835" y="2469"/>
                    <a:pt x="768" y="2502"/>
                  </a:cubicBezTo>
                  <a:cubicBezTo>
                    <a:pt x="735" y="2569"/>
                    <a:pt x="668" y="2602"/>
                    <a:pt x="635" y="2636"/>
                  </a:cubicBezTo>
                  <a:cubicBezTo>
                    <a:pt x="568" y="2669"/>
                    <a:pt x="501" y="2702"/>
                    <a:pt x="435" y="2702"/>
                  </a:cubicBezTo>
                  <a:cubicBezTo>
                    <a:pt x="418" y="2719"/>
                    <a:pt x="401" y="2727"/>
                    <a:pt x="385" y="2727"/>
                  </a:cubicBezTo>
                  <a:cubicBezTo>
                    <a:pt x="368" y="2727"/>
                    <a:pt x="351" y="2719"/>
                    <a:pt x="334" y="2702"/>
                  </a:cubicBezTo>
                  <a:cubicBezTo>
                    <a:pt x="301" y="2702"/>
                    <a:pt x="268" y="2669"/>
                    <a:pt x="268" y="2636"/>
                  </a:cubicBezTo>
                  <a:cubicBezTo>
                    <a:pt x="234" y="2602"/>
                    <a:pt x="234" y="2569"/>
                    <a:pt x="234" y="2535"/>
                  </a:cubicBezTo>
                  <a:cubicBezTo>
                    <a:pt x="234" y="2535"/>
                    <a:pt x="201" y="2502"/>
                    <a:pt x="201" y="2502"/>
                  </a:cubicBezTo>
                  <a:cubicBezTo>
                    <a:pt x="201" y="2485"/>
                    <a:pt x="193" y="2477"/>
                    <a:pt x="184" y="2477"/>
                  </a:cubicBezTo>
                  <a:cubicBezTo>
                    <a:pt x="176" y="2477"/>
                    <a:pt x="168" y="2485"/>
                    <a:pt x="168" y="2502"/>
                  </a:cubicBezTo>
                  <a:lnTo>
                    <a:pt x="34" y="2569"/>
                  </a:lnTo>
                  <a:cubicBezTo>
                    <a:pt x="34" y="2569"/>
                    <a:pt x="1" y="2602"/>
                    <a:pt x="1" y="2602"/>
                  </a:cubicBezTo>
                  <a:cubicBezTo>
                    <a:pt x="1" y="2636"/>
                    <a:pt x="1" y="2636"/>
                    <a:pt x="1" y="2669"/>
                  </a:cubicBezTo>
                  <a:cubicBezTo>
                    <a:pt x="1" y="2736"/>
                    <a:pt x="1" y="2836"/>
                    <a:pt x="34" y="2902"/>
                  </a:cubicBezTo>
                  <a:cubicBezTo>
                    <a:pt x="68" y="2969"/>
                    <a:pt x="101" y="3002"/>
                    <a:pt x="168" y="3036"/>
                  </a:cubicBezTo>
                  <a:cubicBezTo>
                    <a:pt x="234" y="3069"/>
                    <a:pt x="301" y="3103"/>
                    <a:pt x="368" y="3103"/>
                  </a:cubicBezTo>
                  <a:cubicBezTo>
                    <a:pt x="468" y="3069"/>
                    <a:pt x="568" y="3036"/>
                    <a:pt x="635" y="2969"/>
                  </a:cubicBezTo>
                  <a:cubicBezTo>
                    <a:pt x="735" y="2936"/>
                    <a:pt x="801" y="2869"/>
                    <a:pt x="902" y="2802"/>
                  </a:cubicBezTo>
                  <a:cubicBezTo>
                    <a:pt x="968" y="2702"/>
                    <a:pt x="1035" y="2602"/>
                    <a:pt x="1068" y="2502"/>
                  </a:cubicBezTo>
                  <a:cubicBezTo>
                    <a:pt x="1135" y="2402"/>
                    <a:pt x="1168" y="2302"/>
                    <a:pt x="1202" y="2169"/>
                  </a:cubicBezTo>
                  <a:cubicBezTo>
                    <a:pt x="1235" y="2068"/>
                    <a:pt x="1268" y="1935"/>
                    <a:pt x="1268" y="1802"/>
                  </a:cubicBezTo>
                  <a:cubicBezTo>
                    <a:pt x="1268" y="1702"/>
                    <a:pt x="1235" y="1601"/>
                    <a:pt x="1235" y="1501"/>
                  </a:cubicBezTo>
                  <a:cubicBezTo>
                    <a:pt x="1202" y="1435"/>
                    <a:pt x="1168" y="1368"/>
                    <a:pt x="1102" y="1335"/>
                  </a:cubicBezTo>
                  <a:cubicBezTo>
                    <a:pt x="1068" y="1268"/>
                    <a:pt x="1002" y="1268"/>
                    <a:pt x="935" y="1268"/>
                  </a:cubicBezTo>
                  <a:cubicBezTo>
                    <a:pt x="835" y="1268"/>
                    <a:pt x="768" y="1301"/>
                    <a:pt x="701" y="1335"/>
                  </a:cubicBezTo>
                  <a:lnTo>
                    <a:pt x="1135" y="367"/>
                  </a:lnTo>
                  <a:cubicBezTo>
                    <a:pt x="1168" y="334"/>
                    <a:pt x="1168" y="301"/>
                    <a:pt x="1168" y="267"/>
                  </a:cubicBezTo>
                  <a:cubicBezTo>
                    <a:pt x="1168" y="267"/>
                    <a:pt x="1168" y="234"/>
                    <a:pt x="1168" y="200"/>
                  </a:cubicBezTo>
                  <a:lnTo>
                    <a:pt x="1168" y="67"/>
                  </a:lnTo>
                  <a:cubicBezTo>
                    <a:pt x="1168" y="34"/>
                    <a:pt x="1168" y="34"/>
                    <a:pt x="11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7"/>
            <p:cNvSpPr/>
            <p:nvPr/>
          </p:nvSpPr>
          <p:spPr>
            <a:xfrm>
              <a:off x="3221650" y="3125675"/>
              <a:ext cx="381125" cy="230325"/>
            </a:xfrm>
            <a:custGeom>
              <a:rect b="b" l="l" r="r" t="t"/>
              <a:pathLst>
                <a:path extrusionOk="0" h="9213" w="15245">
                  <a:moveTo>
                    <a:pt x="15091" y="0"/>
                  </a:moveTo>
                  <a:cubicBezTo>
                    <a:pt x="15048" y="0"/>
                    <a:pt x="14998" y="15"/>
                    <a:pt x="14944" y="47"/>
                  </a:cubicBezTo>
                  <a:lnTo>
                    <a:pt x="300" y="8520"/>
                  </a:lnTo>
                  <a:cubicBezTo>
                    <a:pt x="133" y="8620"/>
                    <a:pt x="0" y="8820"/>
                    <a:pt x="0" y="9020"/>
                  </a:cubicBezTo>
                  <a:cubicBezTo>
                    <a:pt x="0" y="9144"/>
                    <a:pt x="73" y="9213"/>
                    <a:pt x="179" y="9213"/>
                  </a:cubicBezTo>
                  <a:cubicBezTo>
                    <a:pt x="216" y="9213"/>
                    <a:pt x="257" y="9204"/>
                    <a:pt x="300" y="9187"/>
                  </a:cubicBezTo>
                  <a:lnTo>
                    <a:pt x="14944" y="681"/>
                  </a:lnTo>
                  <a:cubicBezTo>
                    <a:pt x="15111" y="581"/>
                    <a:pt x="15211" y="414"/>
                    <a:pt x="15244" y="181"/>
                  </a:cubicBezTo>
                  <a:cubicBezTo>
                    <a:pt x="15244" y="67"/>
                    <a:pt x="15183" y="0"/>
                    <a:pt x="1509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7"/>
            <p:cNvSpPr/>
            <p:nvPr/>
          </p:nvSpPr>
          <p:spPr>
            <a:xfrm>
              <a:off x="3221650" y="3045650"/>
              <a:ext cx="96750" cy="66025"/>
            </a:xfrm>
            <a:custGeom>
              <a:rect b="b" l="l" r="r" t="t"/>
              <a:pathLst>
                <a:path extrusionOk="0" h="2641" w="3870">
                  <a:moveTo>
                    <a:pt x="3712" y="0"/>
                  </a:moveTo>
                  <a:cubicBezTo>
                    <a:pt x="3669" y="0"/>
                    <a:pt x="3621" y="15"/>
                    <a:pt x="3569" y="46"/>
                  </a:cubicBezTo>
                  <a:lnTo>
                    <a:pt x="300" y="1947"/>
                  </a:lnTo>
                  <a:cubicBezTo>
                    <a:pt x="133" y="2048"/>
                    <a:pt x="0" y="2248"/>
                    <a:pt x="0" y="2448"/>
                  </a:cubicBezTo>
                  <a:cubicBezTo>
                    <a:pt x="0" y="2572"/>
                    <a:pt x="73" y="2640"/>
                    <a:pt x="179" y="2640"/>
                  </a:cubicBezTo>
                  <a:cubicBezTo>
                    <a:pt x="216" y="2640"/>
                    <a:pt x="257" y="2632"/>
                    <a:pt x="300" y="2615"/>
                  </a:cubicBezTo>
                  <a:lnTo>
                    <a:pt x="3569" y="713"/>
                  </a:lnTo>
                  <a:cubicBezTo>
                    <a:pt x="3736" y="580"/>
                    <a:pt x="3869" y="413"/>
                    <a:pt x="3869" y="213"/>
                  </a:cubicBezTo>
                  <a:cubicBezTo>
                    <a:pt x="3869" y="75"/>
                    <a:pt x="3806" y="0"/>
                    <a:pt x="371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7"/>
            <p:cNvSpPr/>
            <p:nvPr/>
          </p:nvSpPr>
          <p:spPr>
            <a:xfrm>
              <a:off x="3218300" y="3312900"/>
              <a:ext cx="388650" cy="285150"/>
            </a:xfrm>
            <a:custGeom>
              <a:rect b="b" l="l" r="r" t="t"/>
              <a:pathLst>
                <a:path extrusionOk="0" h="11406" w="15546">
                  <a:moveTo>
                    <a:pt x="15407" y="1"/>
                  </a:moveTo>
                  <a:cubicBezTo>
                    <a:pt x="15371" y="1"/>
                    <a:pt x="15334" y="19"/>
                    <a:pt x="15312" y="64"/>
                  </a:cubicBezTo>
                  <a:lnTo>
                    <a:pt x="13644" y="2932"/>
                  </a:lnTo>
                  <a:lnTo>
                    <a:pt x="12009" y="3266"/>
                  </a:lnTo>
                  <a:lnTo>
                    <a:pt x="11976" y="3266"/>
                  </a:lnTo>
                  <a:lnTo>
                    <a:pt x="10308" y="4734"/>
                  </a:lnTo>
                  <a:lnTo>
                    <a:pt x="8573" y="3900"/>
                  </a:lnTo>
                  <a:lnTo>
                    <a:pt x="6839" y="7302"/>
                  </a:lnTo>
                  <a:lnTo>
                    <a:pt x="5171" y="7769"/>
                  </a:lnTo>
                  <a:lnTo>
                    <a:pt x="3470" y="9270"/>
                  </a:lnTo>
                  <a:lnTo>
                    <a:pt x="1769" y="9470"/>
                  </a:lnTo>
                  <a:lnTo>
                    <a:pt x="67" y="11238"/>
                  </a:lnTo>
                  <a:cubicBezTo>
                    <a:pt x="1" y="11272"/>
                    <a:pt x="1" y="11338"/>
                    <a:pt x="67" y="11372"/>
                  </a:cubicBezTo>
                  <a:cubicBezTo>
                    <a:pt x="67" y="11405"/>
                    <a:pt x="101" y="11405"/>
                    <a:pt x="134" y="11405"/>
                  </a:cubicBezTo>
                  <a:cubicBezTo>
                    <a:pt x="167" y="11405"/>
                    <a:pt x="201" y="11405"/>
                    <a:pt x="234" y="11372"/>
                  </a:cubicBezTo>
                  <a:lnTo>
                    <a:pt x="1902" y="9671"/>
                  </a:lnTo>
                  <a:lnTo>
                    <a:pt x="3570" y="9437"/>
                  </a:lnTo>
                  <a:lnTo>
                    <a:pt x="5271" y="7936"/>
                  </a:lnTo>
                  <a:lnTo>
                    <a:pt x="7006" y="7469"/>
                  </a:lnTo>
                  <a:lnTo>
                    <a:pt x="8673" y="4133"/>
                  </a:lnTo>
                  <a:lnTo>
                    <a:pt x="10341" y="4967"/>
                  </a:lnTo>
                  <a:lnTo>
                    <a:pt x="12076" y="3466"/>
                  </a:lnTo>
                  <a:lnTo>
                    <a:pt x="13777" y="3133"/>
                  </a:lnTo>
                  <a:lnTo>
                    <a:pt x="15478" y="164"/>
                  </a:lnTo>
                  <a:cubicBezTo>
                    <a:pt x="15545" y="75"/>
                    <a:pt x="15478" y="1"/>
                    <a:pt x="1540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7"/>
            <p:cNvSpPr/>
            <p:nvPr/>
          </p:nvSpPr>
          <p:spPr>
            <a:xfrm>
              <a:off x="3218300" y="3312900"/>
              <a:ext cx="388650" cy="285150"/>
            </a:xfrm>
            <a:custGeom>
              <a:rect b="b" l="l" r="r" t="t"/>
              <a:pathLst>
                <a:path extrusionOk="0" h="11406" w="15546">
                  <a:moveTo>
                    <a:pt x="15407" y="1"/>
                  </a:moveTo>
                  <a:cubicBezTo>
                    <a:pt x="15371" y="1"/>
                    <a:pt x="15334" y="19"/>
                    <a:pt x="15312" y="64"/>
                  </a:cubicBezTo>
                  <a:lnTo>
                    <a:pt x="13644" y="2932"/>
                  </a:lnTo>
                  <a:lnTo>
                    <a:pt x="12009" y="3266"/>
                  </a:lnTo>
                  <a:lnTo>
                    <a:pt x="11976" y="3266"/>
                  </a:lnTo>
                  <a:lnTo>
                    <a:pt x="10308" y="4734"/>
                  </a:lnTo>
                  <a:lnTo>
                    <a:pt x="8573" y="3900"/>
                  </a:lnTo>
                  <a:lnTo>
                    <a:pt x="6839" y="7302"/>
                  </a:lnTo>
                  <a:lnTo>
                    <a:pt x="5171" y="7769"/>
                  </a:lnTo>
                  <a:lnTo>
                    <a:pt x="3470" y="9270"/>
                  </a:lnTo>
                  <a:lnTo>
                    <a:pt x="1769" y="9470"/>
                  </a:lnTo>
                  <a:lnTo>
                    <a:pt x="67" y="11238"/>
                  </a:lnTo>
                  <a:cubicBezTo>
                    <a:pt x="1" y="11272"/>
                    <a:pt x="1" y="11338"/>
                    <a:pt x="67" y="11372"/>
                  </a:cubicBezTo>
                  <a:cubicBezTo>
                    <a:pt x="67" y="11405"/>
                    <a:pt x="101" y="11405"/>
                    <a:pt x="134" y="11405"/>
                  </a:cubicBezTo>
                  <a:cubicBezTo>
                    <a:pt x="167" y="11405"/>
                    <a:pt x="201" y="11405"/>
                    <a:pt x="234" y="11372"/>
                  </a:cubicBezTo>
                  <a:lnTo>
                    <a:pt x="1902" y="9671"/>
                  </a:lnTo>
                  <a:lnTo>
                    <a:pt x="3570" y="9437"/>
                  </a:lnTo>
                  <a:lnTo>
                    <a:pt x="5271" y="7936"/>
                  </a:lnTo>
                  <a:lnTo>
                    <a:pt x="7006" y="7469"/>
                  </a:lnTo>
                  <a:lnTo>
                    <a:pt x="8673" y="4133"/>
                  </a:lnTo>
                  <a:lnTo>
                    <a:pt x="10341" y="4967"/>
                  </a:lnTo>
                  <a:lnTo>
                    <a:pt x="12076" y="3466"/>
                  </a:lnTo>
                  <a:lnTo>
                    <a:pt x="13777" y="3133"/>
                  </a:lnTo>
                  <a:lnTo>
                    <a:pt x="15478" y="164"/>
                  </a:lnTo>
                  <a:cubicBezTo>
                    <a:pt x="15545" y="75"/>
                    <a:pt x="15478" y="1"/>
                    <a:pt x="1540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7"/>
            <p:cNvSpPr/>
            <p:nvPr/>
          </p:nvSpPr>
          <p:spPr>
            <a:xfrm>
              <a:off x="3223300" y="3431450"/>
              <a:ext cx="20050" cy="68200"/>
            </a:xfrm>
            <a:custGeom>
              <a:rect b="b" l="l" r="r" t="t"/>
              <a:pathLst>
                <a:path extrusionOk="0" h="2728" w="802">
                  <a:moveTo>
                    <a:pt x="785" y="0"/>
                  </a:moveTo>
                  <a:cubicBezTo>
                    <a:pt x="776" y="0"/>
                    <a:pt x="768" y="8"/>
                    <a:pt x="768" y="25"/>
                  </a:cubicBezTo>
                  <a:lnTo>
                    <a:pt x="668" y="92"/>
                  </a:lnTo>
                  <a:lnTo>
                    <a:pt x="635" y="92"/>
                  </a:lnTo>
                  <a:cubicBezTo>
                    <a:pt x="601" y="125"/>
                    <a:pt x="601" y="125"/>
                    <a:pt x="568" y="159"/>
                  </a:cubicBezTo>
                  <a:lnTo>
                    <a:pt x="34" y="1093"/>
                  </a:lnTo>
                  <a:cubicBezTo>
                    <a:pt x="34" y="1126"/>
                    <a:pt x="34" y="1126"/>
                    <a:pt x="34" y="1159"/>
                  </a:cubicBezTo>
                  <a:cubicBezTo>
                    <a:pt x="1" y="1193"/>
                    <a:pt x="1" y="1226"/>
                    <a:pt x="34" y="1226"/>
                  </a:cubicBezTo>
                  <a:lnTo>
                    <a:pt x="67" y="1326"/>
                  </a:lnTo>
                  <a:lnTo>
                    <a:pt x="134" y="1326"/>
                  </a:lnTo>
                  <a:cubicBezTo>
                    <a:pt x="134" y="1326"/>
                    <a:pt x="168" y="1293"/>
                    <a:pt x="168" y="1259"/>
                  </a:cubicBezTo>
                  <a:lnTo>
                    <a:pt x="601" y="559"/>
                  </a:lnTo>
                  <a:lnTo>
                    <a:pt x="601" y="2660"/>
                  </a:lnTo>
                  <a:cubicBezTo>
                    <a:pt x="601" y="2660"/>
                    <a:pt x="601" y="2694"/>
                    <a:pt x="601" y="2727"/>
                  </a:cubicBezTo>
                  <a:lnTo>
                    <a:pt x="635" y="2727"/>
                  </a:lnTo>
                  <a:lnTo>
                    <a:pt x="735" y="2660"/>
                  </a:lnTo>
                  <a:cubicBezTo>
                    <a:pt x="768" y="2660"/>
                    <a:pt x="768" y="2627"/>
                    <a:pt x="801" y="2594"/>
                  </a:cubicBezTo>
                  <a:cubicBezTo>
                    <a:pt x="801" y="2594"/>
                    <a:pt x="801" y="2560"/>
                    <a:pt x="801" y="2527"/>
                  </a:cubicBezTo>
                  <a:lnTo>
                    <a:pt x="801" y="92"/>
                  </a:lnTo>
                  <a:cubicBezTo>
                    <a:pt x="801" y="58"/>
                    <a:pt x="801" y="25"/>
                    <a:pt x="801" y="25"/>
                  </a:cubicBezTo>
                  <a:cubicBezTo>
                    <a:pt x="801" y="8"/>
                    <a:pt x="793" y="0"/>
                    <a:pt x="78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7"/>
            <p:cNvSpPr/>
            <p:nvPr/>
          </p:nvSpPr>
          <p:spPr>
            <a:xfrm>
              <a:off x="3250825" y="3413725"/>
              <a:ext cx="30050" cy="78200"/>
            </a:xfrm>
            <a:custGeom>
              <a:rect b="b" l="l" r="r" t="t"/>
              <a:pathLst>
                <a:path extrusionOk="0" h="3128" w="1202">
                  <a:moveTo>
                    <a:pt x="868" y="0"/>
                  </a:moveTo>
                  <a:cubicBezTo>
                    <a:pt x="768" y="34"/>
                    <a:pt x="701" y="34"/>
                    <a:pt x="634" y="100"/>
                  </a:cubicBezTo>
                  <a:cubicBezTo>
                    <a:pt x="534" y="134"/>
                    <a:pt x="434" y="234"/>
                    <a:pt x="367" y="300"/>
                  </a:cubicBezTo>
                  <a:cubicBezTo>
                    <a:pt x="301" y="401"/>
                    <a:pt x="234" y="501"/>
                    <a:pt x="201" y="601"/>
                  </a:cubicBezTo>
                  <a:cubicBezTo>
                    <a:pt x="134" y="701"/>
                    <a:pt x="101" y="834"/>
                    <a:pt x="67" y="934"/>
                  </a:cubicBezTo>
                  <a:cubicBezTo>
                    <a:pt x="34" y="1034"/>
                    <a:pt x="34" y="1134"/>
                    <a:pt x="34" y="1268"/>
                  </a:cubicBezTo>
                  <a:cubicBezTo>
                    <a:pt x="34" y="1268"/>
                    <a:pt x="34" y="1301"/>
                    <a:pt x="34" y="1301"/>
                  </a:cubicBezTo>
                  <a:lnTo>
                    <a:pt x="67" y="1301"/>
                  </a:lnTo>
                  <a:lnTo>
                    <a:pt x="201" y="1234"/>
                  </a:lnTo>
                  <a:cubicBezTo>
                    <a:pt x="201" y="1234"/>
                    <a:pt x="201" y="1201"/>
                    <a:pt x="234" y="1201"/>
                  </a:cubicBezTo>
                  <a:cubicBezTo>
                    <a:pt x="234" y="1168"/>
                    <a:pt x="234" y="1134"/>
                    <a:pt x="267" y="1101"/>
                  </a:cubicBezTo>
                  <a:cubicBezTo>
                    <a:pt x="267" y="1034"/>
                    <a:pt x="267" y="968"/>
                    <a:pt x="301" y="901"/>
                  </a:cubicBezTo>
                  <a:cubicBezTo>
                    <a:pt x="301" y="834"/>
                    <a:pt x="334" y="767"/>
                    <a:pt x="367" y="734"/>
                  </a:cubicBezTo>
                  <a:cubicBezTo>
                    <a:pt x="367" y="667"/>
                    <a:pt x="401" y="601"/>
                    <a:pt x="468" y="567"/>
                  </a:cubicBezTo>
                  <a:cubicBezTo>
                    <a:pt x="501" y="501"/>
                    <a:pt x="534" y="467"/>
                    <a:pt x="601" y="434"/>
                  </a:cubicBezTo>
                  <a:cubicBezTo>
                    <a:pt x="651" y="401"/>
                    <a:pt x="701" y="384"/>
                    <a:pt x="743" y="384"/>
                  </a:cubicBezTo>
                  <a:cubicBezTo>
                    <a:pt x="784" y="384"/>
                    <a:pt x="818" y="401"/>
                    <a:pt x="834" y="434"/>
                  </a:cubicBezTo>
                  <a:cubicBezTo>
                    <a:pt x="901" y="534"/>
                    <a:pt x="935" y="634"/>
                    <a:pt x="935" y="734"/>
                  </a:cubicBezTo>
                  <a:cubicBezTo>
                    <a:pt x="935" y="834"/>
                    <a:pt x="901" y="934"/>
                    <a:pt x="901" y="1034"/>
                  </a:cubicBezTo>
                  <a:cubicBezTo>
                    <a:pt x="868" y="1134"/>
                    <a:pt x="834" y="1201"/>
                    <a:pt x="768" y="1301"/>
                  </a:cubicBezTo>
                  <a:lnTo>
                    <a:pt x="67" y="2736"/>
                  </a:lnTo>
                  <a:cubicBezTo>
                    <a:pt x="34" y="2769"/>
                    <a:pt x="34" y="2802"/>
                    <a:pt x="34" y="2836"/>
                  </a:cubicBezTo>
                  <a:cubicBezTo>
                    <a:pt x="1" y="2869"/>
                    <a:pt x="1" y="2902"/>
                    <a:pt x="34" y="2902"/>
                  </a:cubicBezTo>
                  <a:lnTo>
                    <a:pt x="34" y="3036"/>
                  </a:lnTo>
                  <a:cubicBezTo>
                    <a:pt x="34" y="3069"/>
                    <a:pt x="34" y="3102"/>
                    <a:pt x="34" y="3102"/>
                  </a:cubicBezTo>
                  <a:cubicBezTo>
                    <a:pt x="51" y="3119"/>
                    <a:pt x="59" y="3128"/>
                    <a:pt x="67" y="3128"/>
                  </a:cubicBezTo>
                  <a:cubicBezTo>
                    <a:pt x="76" y="3128"/>
                    <a:pt x="84" y="3119"/>
                    <a:pt x="101" y="3102"/>
                  </a:cubicBezTo>
                  <a:lnTo>
                    <a:pt x="1168" y="2502"/>
                  </a:lnTo>
                  <a:cubicBezTo>
                    <a:pt x="1168" y="2469"/>
                    <a:pt x="1201" y="2469"/>
                    <a:pt x="1201" y="2435"/>
                  </a:cubicBezTo>
                  <a:cubicBezTo>
                    <a:pt x="1201" y="2402"/>
                    <a:pt x="1201" y="2369"/>
                    <a:pt x="1201" y="2335"/>
                  </a:cubicBezTo>
                  <a:lnTo>
                    <a:pt x="1201" y="2202"/>
                  </a:lnTo>
                  <a:lnTo>
                    <a:pt x="1201" y="2168"/>
                  </a:lnTo>
                  <a:cubicBezTo>
                    <a:pt x="1201" y="2152"/>
                    <a:pt x="1193" y="2143"/>
                    <a:pt x="1185" y="2143"/>
                  </a:cubicBezTo>
                  <a:cubicBezTo>
                    <a:pt x="1176" y="2143"/>
                    <a:pt x="1168" y="2152"/>
                    <a:pt x="1168" y="2168"/>
                  </a:cubicBezTo>
                  <a:lnTo>
                    <a:pt x="401" y="2602"/>
                  </a:lnTo>
                  <a:lnTo>
                    <a:pt x="968" y="1468"/>
                  </a:lnTo>
                  <a:cubicBezTo>
                    <a:pt x="1001" y="1401"/>
                    <a:pt x="1035" y="1335"/>
                    <a:pt x="1068" y="1234"/>
                  </a:cubicBezTo>
                  <a:cubicBezTo>
                    <a:pt x="1101" y="1168"/>
                    <a:pt x="1101" y="1101"/>
                    <a:pt x="1135" y="1034"/>
                  </a:cubicBezTo>
                  <a:cubicBezTo>
                    <a:pt x="1135" y="968"/>
                    <a:pt x="1168" y="901"/>
                    <a:pt x="1168" y="801"/>
                  </a:cubicBezTo>
                  <a:cubicBezTo>
                    <a:pt x="1168" y="734"/>
                    <a:pt x="1168" y="667"/>
                    <a:pt x="1168" y="601"/>
                  </a:cubicBezTo>
                  <a:cubicBezTo>
                    <a:pt x="1168" y="501"/>
                    <a:pt x="1168" y="401"/>
                    <a:pt x="1135" y="300"/>
                  </a:cubicBezTo>
                  <a:cubicBezTo>
                    <a:pt x="1135" y="200"/>
                    <a:pt x="1068" y="134"/>
                    <a:pt x="1035" y="100"/>
                  </a:cubicBezTo>
                  <a:cubicBezTo>
                    <a:pt x="1001" y="34"/>
                    <a:pt x="935" y="34"/>
                    <a:pt x="8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7"/>
            <p:cNvSpPr/>
            <p:nvPr/>
          </p:nvSpPr>
          <p:spPr>
            <a:xfrm>
              <a:off x="3287525" y="3392025"/>
              <a:ext cx="31700" cy="73425"/>
            </a:xfrm>
            <a:custGeom>
              <a:rect b="b" l="l" r="r" t="t"/>
              <a:pathLst>
                <a:path extrusionOk="0" h="2937" w="1268">
                  <a:moveTo>
                    <a:pt x="809" y="393"/>
                  </a:moveTo>
                  <a:cubicBezTo>
                    <a:pt x="859" y="393"/>
                    <a:pt x="901" y="418"/>
                    <a:pt x="934" y="468"/>
                  </a:cubicBezTo>
                  <a:cubicBezTo>
                    <a:pt x="1001" y="601"/>
                    <a:pt x="1034" y="768"/>
                    <a:pt x="1034" y="935"/>
                  </a:cubicBezTo>
                  <a:lnTo>
                    <a:pt x="1034" y="1569"/>
                  </a:lnTo>
                  <a:cubicBezTo>
                    <a:pt x="1034" y="1769"/>
                    <a:pt x="1001" y="1969"/>
                    <a:pt x="934" y="2169"/>
                  </a:cubicBezTo>
                  <a:cubicBezTo>
                    <a:pt x="868" y="2303"/>
                    <a:pt x="767" y="2436"/>
                    <a:pt x="634" y="2503"/>
                  </a:cubicBezTo>
                  <a:cubicBezTo>
                    <a:pt x="567" y="2553"/>
                    <a:pt x="509" y="2578"/>
                    <a:pt x="459" y="2578"/>
                  </a:cubicBezTo>
                  <a:cubicBezTo>
                    <a:pt x="409" y="2578"/>
                    <a:pt x="367" y="2553"/>
                    <a:pt x="334" y="2503"/>
                  </a:cubicBezTo>
                  <a:cubicBezTo>
                    <a:pt x="267" y="2369"/>
                    <a:pt x="234" y="2203"/>
                    <a:pt x="234" y="2036"/>
                  </a:cubicBezTo>
                  <a:lnTo>
                    <a:pt x="234" y="1402"/>
                  </a:lnTo>
                  <a:cubicBezTo>
                    <a:pt x="234" y="1202"/>
                    <a:pt x="267" y="1002"/>
                    <a:pt x="334" y="802"/>
                  </a:cubicBezTo>
                  <a:cubicBezTo>
                    <a:pt x="401" y="668"/>
                    <a:pt x="501" y="535"/>
                    <a:pt x="634" y="468"/>
                  </a:cubicBezTo>
                  <a:cubicBezTo>
                    <a:pt x="701" y="418"/>
                    <a:pt x="759" y="393"/>
                    <a:pt x="809" y="393"/>
                  </a:cubicBezTo>
                  <a:close/>
                  <a:moveTo>
                    <a:pt x="901" y="1"/>
                  </a:moveTo>
                  <a:cubicBezTo>
                    <a:pt x="801" y="1"/>
                    <a:pt x="701" y="34"/>
                    <a:pt x="634" y="68"/>
                  </a:cubicBezTo>
                  <a:cubicBezTo>
                    <a:pt x="534" y="134"/>
                    <a:pt x="434" y="234"/>
                    <a:pt x="367" y="335"/>
                  </a:cubicBezTo>
                  <a:cubicBezTo>
                    <a:pt x="267" y="435"/>
                    <a:pt x="200" y="535"/>
                    <a:pt x="167" y="668"/>
                  </a:cubicBezTo>
                  <a:cubicBezTo>
                    <a:pt x="100" y="802"/>
                    <a:pt x="67" y="935"/>
                    <a:pt x="34" y="1068"/>
                  </a:cubicBezTo>
                  <a:cubicBezTo>
                    <a:pt x="34" y="1235"/>
                    <a:pt x="0" y="1369"/>
                    <a:pt x="0" y="1535"/>
                  </a:cubicBezTo>
                  <a:lnTo>
                    <a:pt x="0" y="2169"/>
                  </a:lnTo>
                  <a:cubicBezTo>
                    <a:pt x="0" y="2303"/>
                    <a:pt x="0" y="2436"/>
                    <a:pt x="34" y="2569"/>
                  </a:cubicBezTo>
                  <a:cubicBezTo>
                    <a:pt x="67" y="2670"/>
                    <a:pt x="100" y="2770"/>
                    <a:pt x="167" y="2836"/>
                  </a:cubicBezTo>
                  <a:cubicBezTo>
                    <a:pt x="200" y="2903"/>
                    <a:pt x="267" y="2936"/>
                    <a:pt x="367" y="2936"/>
                  </a:cubicBezTo>
                  <a:cubicBezTo>
                    <a:pt x="467" y="2936"/>
                    <a:pt x="534" y="2903"/>
                    <a:pt x="634" y="2870"/>
                  </a:cubicBezTo>
                  <a:cubicBezTo>
                    <a:pt x="734" y="2803"/>
                    <a:pt x="834" y="2703"/>
                    <a:pt x="901" y="2603"/>
                  </a:cubicBezTo>
                  <a:cubicBezTo>
                    <a:pt x="1001" y="2503"/>
                    <a:pt x="1068" y="2403"/>
                    <a:pt x="1101" y="2269"/>
                  </a:cubicBezTo>
                  <a:cubicBezTo>
                    <a:pt x="1168" y="2136"/>
                    <a:pt x="1201" y="2002"/>
                    <a:pt x="1234" y="1869"/>
                  </a:cubicBezTo>
                  <a:cubicBezTo>
                    <a:pt x="1268" y="1736"/>
                    <a:pt x="1268" y="1569"/>
                    <a:pt x="1268" y="1435"/>
                  </a:cubicBezTo>
                  <a:lnTo>
                    <a:pt x="1268" y="1102"/>
                  </a:lnTo>
                  <a:lnTo>
                    <a:pt x="1268" y="802"/>
                  </a:lnTo>
                  <a:cubicBezTo>
                    <a:pt x="1268" y="668"/>
                    <a:pt x="1268" y="501"/>
                    <a:pt x="1234" y="368"/>
                  </a:cubicBezTo>
                  <a:cubicBezTo>
                    <a:pt x="1201" y="268"/>
                    <a:pt x="1168" y="201"/>
                    <a:pt x="1101" y="101"/>
                  </a:cubicBezTo>
                  <a:cubicBezTo>
                    <a:pt x="1068" y="34"/>
                    <a:pt x="1001" y="1"/>
                    <a:pt x="9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7"/>
            <p:cNvSpPr/>
            <p:nvPr/>
          </p:nvSpPr>
          <p:spPr>
            <a:xfrm>
              <a:off x="3221650" y="3418925"/>
              <a:ext cx="381125" cy="230325"/>
            </a:xfrm>
            <a:custGeom>
              <a:rect b="b" l="l" r="r" t="t"/>
              <a:pathLst>
                <a:path extrusionOk="0" h="9213" w="15245">
                  <a:moveTo>
                    <a:pt x="15065" y="0"/>
                  </a:moveTo>
                  <a:cubicBezTo>
                    <a:pt x="15028" y="0"/>
                    <a:pt x="14987" y="9"/>
                    <a:pt x="14944" y="26"/>
                  </a:cubicBezTo>
                  <a:lnTo>
                    <a:pt x="300" y="8532"/>
                  </a:lnTo>
                  <a:cubicBezTo>
                    <a:pt x="133" y="8632"/>
                    <a:pt x="0" y="8799"/>
                    <a:pt x="0" y="9032"/>
                  </a:cubicBezTo>
                  <a:cubicBezTo>
                    <a:pt x="0" y="9146"/>
                    <a:pt x="62" y="9213"/>
                    <a:pt x="153" y="9213"/>
                  </a:cubicBezTo>
                  <a:cubicBezTo>
                    <a:pt x="197" y="9213"/>
                    <a:pt x="247" y="9198"/>
                    <a:pt x="300" y="9166"/>
                  </a:cubicBezTo>
                  <a:lnTo>
                    <a:pt x="14944" y="693"/>
                  </a:lnTo>
                  <a:cubicBezTo>
                    <a:pt x="15111" y="593"/>
                    <a:pt x="15211" y="393"/>
                    <a:pt x="15244" y="193"/>
                  </a:cubicBezTo>
                  <a:cubicBezTo>
                    <a:pt x="15244" y="69"/>
                    <a:pt x="15171" y="0"/>
                    <a:pt x="1506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7"/>
            <p:cNvSpPr/>
            <p:nvPr/>
          </p:nvSpPr>
          <p:spPr>
            <a:xfrm>
              <a:off x="3221650" y="3338500"/>
              <a:ext cx="96750" cy="66375"/>
            </a:xfrm>
            <a:custGeom>
              <a:rect b="b" l="l" r="r" t="t"/>
              <a:pathLst>
                <a:path extrusionOk="0" h="2655" w="3870">
                  <a:moveTo>
                    <a:pt x="3697" y="1"/>
                  </a:moveTo>
                  <a:cubicBezTo>
                    <a:pt x="3659" y="1"/>
                    <a:pt x="3615" y="13"/>
                    <a:pt x="3569" y="40"/>
                  </a:cubicBezTo>
                  <a:lnTo>
                    <a:pt x="300" y="1942"/>
                  </a:lnTo>
                  <a:cubicBezTo>
                    <a:pt x="133" y="2075"/>
                    <a:pt x="0" y="2242"/>
                    <a:pt x="0" y="2442"/>
                  </a:cubicBezTo>
                  <a:cubicBezTo>
                    <a:pt x="0" y="2580"/>
                    <a:pt x="64" y="2655"/>
                    <a:pt x="158" y="2655"/>
                  </a:cubicBezTo>
                  <a:cubicBezTo>
                    <a:pt x="200" y="2655"/>
                    <a:pt x="249" y="2640"/>
                    <a:pt x="300" y="2609"/>
                  </a:cubicBezTo>
                  <a:lnTo>
                    <a:pt x="3569" y="708"/>
                  </a:lnTo>
                  <a:cubicBezTo>
                    <a:pt x="3736" y="608"/>
                    <a:pt x="3869" y="407"/>
                    <a:pt x="3869" y="207"/>
                  </a:cubicBezTo>
                  <a:cubicBezTo>
                    <a:pt x="3869" y="86"/>
                    <a:pt x="3799" y="1"/>
                    <a:pt x="369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7"/>
            <p:cNvSpPr/>
            <p:nvPr/>
          </p:nvSpPr>
          <p:spPr>
            <a:xfrm>
              <a:off x="3726175" y="2760950"/>
              <a:ext cx="386950" cy="250000"/>
            </a:xfrm>
            <a:custGeom>
              <a:rect b="b" l="l" r="r" t="t"/>
              <a:pathLst>
                <a:path extrusionOk="0" h="10000" w="15478">
                  <a:moveTo>
                    <a:pt x="15361" y="1"/>
                  </a:moveTo>
                  <a:cubicBezTo>
                    <a:pt x="15328" y="1"/>
                    <a:pt x="15294" y="9"/>
                    <a:pt x="15278" y="26"/>
                  </a:cubicBezTo>
                  <a:lnTo>
                    <a:pt x="13610" y="1527"/>
                  </a:lnTo>
                  <a:lnTo>
                    <a:pt x="11909" y="1494"/>
                  </a:lnTo>
                  <a:lnTo>
                    <a:pt x="10241" y="4162"/>
                  </a:lnTo>
                  <a:lnTo>
                    <a:pt x="8573" y="3862"/>
                  </a:lnTo>
                  <a:lnTo>
                    <a:pt x="6838" y="5897"/>
                  </a:lnTo>
                  <a:lnTo>
                    <a:pt x="5170" y="6264"/>
                  </a:lnTo>
                  <a:lnTo>
                    <a:pt x="3469" y="6497"/>
                  </a:lnTo>
                  <a:lnTo>
                    <a:pt x="1735" y="8465"/>
                  </a:lnTo>
                  <a:lnTo>
                    <a:pt x="67" y="9800"/>
                  </a:lnTo>
                  <a:cubicBezTo>
                    <a:pt x="0" y="9866"/>
                    <a:pt x="0" y="9933"/>
                    <a:pt x="67" y="9966"/>
                  </a:cubicBezTo>
                  <a:cubicBezTo>
                    <a:pt x="67" y="9966"/>
                    <a:pt x="100" y="10000"/>
                    <a:pt x="134" y="10000"/>
                  </a:cubicBezTo>
                  <a:lnTo>
                    <a:pt x="200" y="10000"/>
                  </a:lnTo>
                  <a:lnTo>
                    <a:pt x="1901" y="8599"/>
                  </a:lnTo>
                  <a:lnTo>
                    <a:pt x="3569" y="6697"/>
                  </a:lnTo>
                  <a:lnTo>
                    <a:pt x="5237" y="6464"/>
                  </a:lnTo>
                  <a:lnTo>
                    <a:pt x="6972" y="6064"/>
                  </a:lnTo>
                  <a:lnTo>
                    <a:pt x="8640" y="4096"/>
                  </a:lnTo>
                  <a:lnTo>
                    <a:pt x="10341" y="4396"/>
                  </a:lnTo>
                  <a:lnTo>
                    <a:pt x="12042" y="1694"/>
                  </a:lnTo>
                  <a:lnTo>
                    <a:pt x="13710" y="1727"/>
                  </a:lnTo>
                  <a:lnTo>
                    <a:pt x="15444" y="193"/>
                  </a:lnTo>
                  <a:cubicBezTo>
                    <a:pt x="15478" y="159"/>
                    <a:pt x="15478" y="93"/>
                    <a:pt x="15444" y="26"/>
                  </a:cubicBezTo>
                  <a:cubicBezTo>
                    <a:pt x="15428" y="9"/>
                    <a:pt x="15394" y="1"/>
                    <a:pt x="1536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7"/>
            <p:cNvSpPr/>
            <p:nvPr/>
          </p:nvSpPr>
          <p:spPr>
            <a:xfrm>
              <a:off x="3732000" y="2841650"/>
              <a:ext cx="32550" cy="73400"/>
            </a:xfrm>
            <a:custGeom>
              <a:rect b="b" l="l" r="r" t="t"/>
              <a:pathLst>
                <a:path extrusionOk="0" h="2936" w="1302">
                  <a:moveTo>
                    <a:pt x="835" y="1268"/>
                  </a:moveTo>
                  <a:cubicBezTo>
                    <a:pt x="868" y="1301"/>
                    <a:pt x="935" y="1301"/>
                    <a:pt x="968" y="1335"/>
                  </a:cubicBezTo>
                  <a:cubicBezTo>
                    <a:pt x="1001" y="1368"/>
                    <a:pt x="1035" y="1435"/>
                    <a:pt x="1035" y="1468"/>
                  </a:cubicBezTo>
                  <a:cubicBezTo>
                    <a:pt x="1068" y="1535"/>
                    <a:pt x="1068" y="1601"/>
                    <a:pt x="1068" y="1668"/>
                  </a:cubicBezTo>
                  <a:cubicBezTo>
                    <a:pt x="1068" y="1768"/>
                    <a:pt x="1068" y="1835"/>
                    <a:pt x="1035" y="1902"/>
                  </a:cubicBezTo>
                  <a:cubicBezTo>
                    <a:pt x="1035" y="2002"/>
                    <a:pt x="1001" y="2068"/>
                    <a:pt x="968" y="2135"/>
                  </a:cubicBezTo>
                  <a:cubicBezTo>
                    <a:pt x="935" y="2202"/>
                    <a:pt x="868" y="2269"/>
                    <a:pt x="835" y="2335"/>
                  </a:cubicBezTo>
                  <a:cubicBezTo>
                    <a:pt x="768" y="2402"/>
                    <a:pt x="734" y="2435"/>
                    <a:pt x="668" y="2502"/>
                  </a:cubicBezTo>
                  <a:cubicBezTo>
                    <a:pt x="601" y="2535"/>
                    <a:pt x="568" y="2535"/>
                    <a:pt x="501" y="2535"/>
                  </a:cubicBezTo>
                  <a:cubicBezTo>
                    <a:pt x="434" y="2535"/>
                    <a:pt x="401" y="2535"/>
                    <a:pt x="368" y="2502"/>
                  </a:cubicBezTo>
                  <a:cubicBezTo>
                    <a:pt x="334" y="2435"/>
                    <a:pt x="301" y="2402"/>
                    <a:pt x="301" y="2335"/>
                  </a:cubicBezTo>
                  <a:cubicBezTo>
                    <a:pt x="267" y="2269"/>
                    <a:pt x="267" y="2202"/>
                    <a:pt x="267" y="2135"/>
                  </a:cubicBezTo>
                  <a:cubicBezTo>
                    <a:pt x="267" y="2068"/>
                    <a:pt x="267" y="2002"/>
                    <a:pt x="301" y="1902"/>
                  </a:cubicBezTo>
                  <a:cubicBezTo>
                    <a:pt x="301" y="1835"/>
                    <a:pt x="334" y="1768"/>
                    <a:pt x="368" y="1701"/>
                  </a:cubicBezTo>
                  <a:cubicBezTo>
                    <a:pt x="401" y="1601"/>
                    <a:pt x="434" y="1535"/>
                    <a:pt x="501" y="1468"/>
                  </a:cubicBezTo>
                  <a:cubicBezTo>
                    <a:pt x="534" y="1435"/>
                    <a:pt x="601" y="1368"/>
                    <a:pt x="668" y="1335"/>
                  </a:cubicBezTo>
                  <a:cubicBezTo>
                    <a:pt x="701" y="1301"/>
                    <a:pt x="768" y="1301"/>
                    <a:pt x="835" y="1268"/>
                  </a:cubicBezTo>
                  <a:close/>
                  <a:moveTo>
                    <a:pt x="868" y="0"/>
                  </a:moveTo>
                  <a:lnTo>
                    <a:pt x="701" y="67"/>
                  </a:lnTo>
                  <a:cubicBezTo>
                    <a:pt x="701" y="67"/>
                    <a:pt x="668" y="100"/>
                    <a:pt x="668" y="134"/>
                  </a:cubicBezTo>
                  <a:lnTo>
                    <a:pt x="634" y="200"/>
                  </a:lnTo>
                  <a:lnTo>
                    <a:pt x="167" y="1468"/>
                  </a:lnTo>
                  <a:cubicBezTo>
                    <a:pt x="167" y="1535"/>
                    <a:pt x="134" y="1601"/>
                    <a:pt x="101" y="1668"/>
                  </a:cubicBezTo>
                  <a:lnTo>
                    <a:pt x="67" y="1835"/>
                  </a:lnTo>
                  <a:cubicBezTo>
                    <a:pt x="34" y="1902"/>
                    <a:pt x="34" y="1968"/>
                    <a:pt x="34" y="2068"/>
                  </a:cubicBezTo>
                  <a:cubicBezTo>
                    <a:pt x="1" y="2135"/>
                    <a:pt x="1" y="2202"/>
                    <a:pt x="34" y="2269"/>
                  </a:cubicBezTo>
                  <a:cubicBezTo>
                    <a:pt x="1" y="2369"/>
                    <a:pt x="34" y="2502"/>
                    <a:pt x="67" y="2602"/>
                  </a:cubicBezTo>
                  <a:cubicBezTo>
                    <a:pt x="67" y="2702"/>
                    <a:pt x="134" y="2769"/>
                    <a:pt x="167" y="2836"/>
                  </a:cubicBezTo>
                  <a:cubicBezTo>
                    <a:pt x="234" y="2902"/>
                    <a:pt x="301" y="2936"/>
                    <a:pt x="401" y="2936"/>
                  </a:cubicBezTo>
                  <a:cubicBezTo>
                    <a:pt x="468" y="2936"/>
                    <a:pt x="568" y="2902"/>
                    <a:pt x="634" y="2836"/>
                  </a:cubicBezTo>
                  <a:cubicBezTo>
                    <a:pt x="734" y="2802"/>
                    <a:pt x="835" y="2702"/>
                    <a:pt x="901" y="2635"/>
                  </a:cubicBezTo>
                  <a:cubicBezTo>
                    <a:pt x="968" y="2535"/>
                    <a:pt x="1035" y="2435"/>
                    <a:pt x="1101" y="2335"/>
                  </a:cubicBezTo>
                  <a:cubicBezTo>
                    <a:pt x="1168" y="2202"/>
                    <a:pt x="1201" y="2068"/>
                    <a:pt x="1235" y="1935"/>
                  </a:cubicBezTo>
                  <a:cubicBezTo>
                    <a:pt x="1268" y="1835"/>
                    <a:pt x="1268" y="1701"/>
                    <a:pt x="1302" y="1568"/>
                  </a:cubicBezTo>
                  <a:cubicBezTo>
                    <a:pt x="1302" y="1435"/>
                    <a:pt x="1268" y="1335"/>
                    <a:pt x="1235" y="1234"/>
                  </a:cubicBezTo>
                  <a:cubicBezTo>
                    <a:pt x="1201" y="1134"/>
                    <a:pt x="1168" y="1068"/>
                    <a:pt x="1101" y="1001"/>
                  </a:cubicBezTo>
                  <a:cubicBezTo>
                    <a:pt x="1035" y="968"/>
                    <a:pt x="968" y="934"/>
                    <a:pt x="901" y="934"/>
                  </a:cubicBezTo>
                  <a:cubicBezTo>
                    <a:pt x="801" y="934"/>
                    <a:pt x="734" y="968"/>
                    <a:pt x="668" y="1001"/>
                  </a:cubicBezTo>
                  <a:lnTo>
                    <a:pt x="601" y="1034"/>
                  </a:lnTo>
                  <a:lnTo>
                    <a:pt x="568" y="1068"/>
                  </a:lnTo>
                  <a:lnTo>
                    <a:pt x="901" y="100"/>
                  </a:lnTo>
                  <a:cubicBezTo>
                    <a:pt x="901" y="100"/>
                    <a:pt x="901" y="67"/>
                    <a:pt x="901" y="67"/>
                  </a:cubicBezTo>
                  <a:cubicBezTo>
                    <a:pt x="901" y="67"/>
                    <a:pt x="901" y="34"/>
                    <a:pt x="901" y="34"/>
                  </a:cubicBezTo>
                  <a:cubicBezTo>
                    <a:pt x="901" y="34"/>
                    <a:pt x="901" y="0"/>
                    <a:pt x="90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7"/>
            <p:cNvSpPr/>
            <p:nvPr/>
          </p:nvSpPr>
          <p:spPr>
            <a:xfrm>
              <a:off x="3770375" y="2820800"/>
              <a:ext cx="30025" cy="77575"/>
            </a:xfrm>
            <a:custGeom>
              <a:rect b="b" l="l" r="r" t="t"/>
              <a:pathLst>
                <a:path extrusionOk="0" h="3103" w="1201">
                  <a:moveTo>
                    <a:pt x="834" y="0"/>
                  </a:moveTo>
                  <a:cubicBezTo>
                    <a:pt x="734" y="0"/>
                    <a:pt x="667" y="34"/>
                    <a:pt x="600" y="67"/>
                  </a:cubicBezTo>
                  <a:cubicBezTo>
                    <a:pt x="500" y="134"/>
                    <a:pt x="434" y="200"/>
                    <a:pt x="367" y="301"/>
                  </a:cubicBezTo>
                  <a:cubicBezTo>
                    <a:pt x="267" y="401"/>
                    <a:pt x="200" y="501"/>
                    <a:pt x="167" y="601"/>
                  </a:cubicBezTo>
                  <a:cubicBezTo>
                    <a:pt x="133" y="701"/>
                    <a:pt x="67" y="801"/>
                    <a:pt x="67" y="934"/>
                  </a:cubicBezTo>
                  <a:cubicBezTo>
                    <a:pt x="33" y="1034"/>
                    <a:pt x="0" y="1134"/>
                    <a:pt x="0" y="1235"/>
                  </a:cubicBezTo>
                  <a:cubicBezTo>
                    <a:pt x="0" y="1235"/>
                    <a:pt x="0" y="1268"/>
                    <a:pt x="0" y="1301"/>
                  </a:cubicBezTo>
                  <a:lnTo>
                    <a:pt x="67" y="1301"/>
                  </a:lnTo>
                  <a:lnTo>
                    <a:pt x="167" y="1235"/>
                  </a:lnTo>
                  <a:cubicBezTo>
                    <a:pt x="167" y="1201"/>
                    <a:pt x="200" y="1201"/>
                    <a:pt x="200" y="1168"/>
                  </a:cubicBezTo>
                  <a:cubicBezTo>
                    <a:pt x="234" y="1134"/>
                    <a:pt x="234" y="1134"/>
                    <a:pt x="234" y="1101"/>
                  </a:cubicBezTo>
                  <a:cubicBezTo>
                    <a:pt x="234" y="1034"/>
                    <a:pt x="267" y="968"/>
                    <a:pt x="267" y="901"/>
                  </a:cubicBezTo>
                  <a:cubicBezTo>
                    <a:pt x="300" y="834"/>
                    <a:pt x="300" y="768"/>
                    <a:pt x="334" y="701"/>
                  </a:cubicBezTo>
                  <a:cubicBezTo>
                    <a:pt x="367" y="634"/>
                    <a:pt x="400" y="601"/>
                    <a:pt x="434" y="534"/>
                  </a:cubicBezTo>
                  <a:cubicBezTo>
                    <a:pt x="467" y="501"/>
                    <a:pt x="534" y="434"/>
                    <a:pt x="600" y="434"/>
                  </a:cubicBezTo>
                  <a:cubicBezTo>
                    <a:pt x="651" y="401"/>
                    <a:pt x="692" y="384"/>
                    <a:pt x="730" y="384"/>
                  </a:cubicBezTo>
                  <a:cubicBezTo>
                    <a:pt x="767" y="384"/>
                    <a:pt x="801" y="401"/>
                    <a:pt x="834" y="434"/>
                  </a:cubicBezTo>
                  <a:cubicBezTo>
                    <a:pt x="901" y="501"/>
                    <a:pt x="901" y="601"/>
                    <a:pt x="901" y="701"/>
                  </a:cubicBezTo>
                  <a:cubicBezTo>
                    <a:pt x="901" y="801"/>
                    <a:pt x="901" y="901"/>
                    <a:pt x="867" y="1001"/>
                  </a:cubicBezTo>
                  <a:cubicBezTo>
                    <a:pt x="834" y="1101"/>
                    <a:pt x="801" y="1201"/>
                    <a:pt x="767" y="1301"/>
                  </a:cubicBezTo>
                  <a:lnTo>
                    <a:pt x="67" y="2702"/>
                  </a:lnTo>
                  <a:cubicBezTo>
                    <a:pt x="33" y="2736"/>
                    <a:pt x="33" y="2769"/>
                    <a:pt x="0" y="2802"/>
                  </a:cubicBezTo>
                  <a:cubicBezTo>
                    <a:pt x="0" y="2836"/>
                    <a:pt x="0" y="2869"/>
                    <a:pt x="0" y="2902"/>
                  </a:cubicBezTo>
                  <a:lnTo>
                    <a:pt x="0" y="3036"/>
                  </a:lnTo>
                  <a:cubicBezTo>
                    <a:pt x="0" y="3036"/>
                    <a:pt x="0" y="3069"/>
                    <a:pt x="0" y="3103"/>
                  </a:cubicBezTo>
                  <a:lnTo>
                    <a:pt x="67" y="3103"/>
                  </a:lnTo>
                  <a:lnTo>
                    <a:pt x="1134" y="2469"/>
                  </a:lnTo>
                  <a:cubicBezTo>
                    <a:pt x="1168" y="2469"/>
                    <a:pt x="1168" y="2435"/>
                    <a:pt x="1168" y="2435"/>
                  </a:cubicBezTo>
                  <a:cubicBezTo>
                    <a:pt x="1201" y="2402"/>
                    <a:pt x="1201" y="2369"/>
                    <a:pt x="1201" y="2335"/>
                  </a:cubicBezTo>
                  <a:lnTo>
                    <a:pt x="1201" y="2202"/>
                  </a:lnTo>
                  <a:cubicBezTo>
                    <a:pt x="1201" y="2169"/>
                    <a:pt x="1201" y="2169"/>
                    <a:pt x="1168" y="2135"/>
                  </a:cubicBezTo>
                  <a:lnTo>
                    <a:pt x="1134" y="2135"/>
                  </a:lnTo>
                  <a:lnTo>
                    <a:pt x="367" y="2569"/>
                  </a:lnTo>
                  <a:lnTo>
                    <a:pt x="934" y="1468"/>
                  </a:lnTo>
                  <a:cubicBezTo>
                    <a:pt x="967" y="1368"/>
                    <a:pt x="1001" y="1301"/>
                    <a:pt x="1034" y="1235"/>
                  </a:cubicBezTo>
                  <a:cubicBezTo>
                    <a:pt x="1067" y="1168"/>
                    <a:pt x="1101" y="1101"/>
                    <a:pt x="1101" y="1001"/>
                  </a:cubicBezTo>
                  <a:cubicBezTo>
                    <a:pt x="1134" y="934"/>
                    <a:pt x="1134" y="868"/>
                    <a:pt x="1134" y="801"/>
                  </a:cubicBezTo>
                  <a:cubicBezTo>
                    <a:pt x="1168" y="734"/>
                    <a:pt x="1168" y="634"/>
                    <a:pt x="1134" y="567"/>
                  </a:cubicBezTo>
                  <a:cubicBezTo>
                    <a:pt x="1168" y="467"/>
                    <a:pt x="1134" y="367"/>
                    <a:pt x="1101" y="267"/>
                  </a:cubicBezTo>
                  <a:cubicBezTo>
                    <a:pt x="1101" y="200"/>
                    <a:pt x="1067" y="134"/>
                    <a:pt x="1001" y="67"/>
                  </a:cubicBezTo>
                  <a:cubicBezTo>
                    <a:pt x="967" y="34"/>
                    <a:pt x="901" y="0"/>
                    <a:pt x="83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7"/>
            <p:cNvSpPr/>
            <p:nvPr/>
          </p:nvSpPr>
          <p:spPr>
            <a:xfrm>
              <a:off x="3804550" y="2796600"/>
              <a:ext cx="28375" cy="77600"/>
            </a:xfrm>
            <a:custGeom>
              <a:rect b="b" l="l" r="r" t="t"/>
              <a:pathLst>
                <a:path extrusionOk="0" h="3104" w="1135">
                  <a:moveTo>
                    <a:pt x="1068" y="1"/>
                  </a:moveTo>
                  <a:lnTo>
                    <a:pt x="67" y="635"/>
                  </a:lnTo>
                  <a:cubicBezTo>
                    <a:pt x="67" y="668"/>
                    <a:pt x="34" y="668"/>
                    <a:pt x="34" y="701"/>
                  </a:cubicBezTo>
                  <a:cubicBezTo>
                    <a:pt x="34" y="735"/>
                    <a:pt x="1" y="768"/>
                    <a:pt x="1" y="768"/>
                  </a:cubicBezTo>
                  <a:lnTo>
                    <a:pt x="1" y="935"/>
                  </a:lnTo>
                  <a:cubicBezTo>
                    <a:pt x="1" y="935"/>
                    <a:pt x="1" y="968"/>
                    <a:pt x="34" y="1002"/>
                  </a:cubicBezTo>
                  <a:lnTo>
                    <a:pt x="67" y="1002"/>
                  </a:lnTo>
                  <a:lnTo>
                    <a:pt x="901" y="501"/>
                  </a:lnTo>
                  <a:lnTo>
                    <a:pt x="368" y="3003"/>
                  </a:lnTo>
                  <a:cubicBezTo>
                    <a:pt x="368" y="3036"/>
                    <a:pt x="368" y="3036"/>
                    <a:pt x="368" y="3036"/>
                  </a:cubicBezTo>
                  <a:cubicBezTo>
                    <a:pt x="368" y="3070"/>
                    <a:pt x="368" y="3070"/>
                    <a:pt x="368" y="3103"/>
                  </a:cubicBezTo>
                  <a:lnTo>
                    <a:pt x="401" y="3103"/>
                  </a:lnTo>
                  <a:lnTo>
                    <a:pt x="501" y="3036"/>
                  </a:lnTo>
                  <a:cubicBezTo>
                    <a:pt x="534" y="3036"/>
                    <a:pt x="568" y="3003"/>
                    <a:pt x="568" y="2970"/>
                  </a:cubicBezTo>
                  <a:cubicBezTo>
                    <a:pt x="568" y="2970"/>
                    <a:pt x="568" y="2936"/>
                    <a:pt x="601" y="2903"/>
                  </a:cubicBezTo>
                  <a:lnTo>
                    <a:pt x="1135" y="401"/>
                  </a:lnTo>
                  <a:cubicBezTo>
                    <a:pt x="1135" y="368"/>
                    <a:pt x="1135" y="334"/>
                    <a:pt x="1135" y="301"/>
                  </a:cubicBezTo>
                  <a:cubicBezTo>
                    <a:pt x="1135" y="301"/>
                    <a:pt x="1135" y="268"/>
                    <a:pt x="1135" y="234"/>
                  </a:cubicBezTo>
                  <a:lnTo>
                    <a:pt x="1135" y="68"/>
                  </a:lnTo>
                  <a:cubicBezTo>
                    <a:pt x="1135" y="68"/>
                    <a:pt x="1135" y="34"/>
                    <a:pt x="113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7"/>
            <p:cNvSpPr/>
            <p:nvPr/>
          </p:nvSpPr>
          <p:spPr>
            <a:xfrm>
              <a:off x="3729500" y="2831825"/>
              <a:ext cx="381125" cy="230350"/>
            </a:xfrm>
            <a:custGeom>
              <a:rect b="b" l="l" r="r" t="t"/>
              <a:pathLst>
                <a:path extrusionOk="0" h="9214" w="15245">
                  <a:moveTo>
                    <a:pt x="15065" y="1"/>
                  </a:moveTo>
                  <a:cubicBezTo>
                    <a:pt x="15028" y="1"/>
                    <a:pt x="14988" y="9"/>
                    <a:pt x="14945" y="26"/>
                  </a:cubicBezTo>
                  <a:lnTo>
                    <a:pt x="301" y="8532"/>
                  </a:lnTo>
                  <a:cubicBezTo>
                    <a:pt x="134" y="8632"/>
                    <a:pt x="34" y="8833"/>
                    <a:pt x="1" y="9033"/>
                  </a:cubicBezTo>
                  <a:cubicBezTo>
                    <a:pt x="1" y="9146"/>
                    <a:pt x="62" y="9213"/>
                    <a:pt x="154" y="9213"/>
                  </a:cubicBezTo>
                  <a:cubicBezTo>
                    <a:pt x="197" y="9213"/>
                    <a:pt x="247" y="9198"/>
                    <a:pt x="301" y="9166"/>
                  </a:cubicBezTo>
                  <a:lnTo>
                    <a:pt x="14945" y="693"/>
                  </a:lnTo>
                  <a:cubicBezTo>
                    <a:pt x="15111" y="593"/>
                    <a:pt x="15245" y="393"/>
                    <a:pt x="15245" y="193"/>
                  </a:cubicBezTo>
                  <a:cubicBezTo>
                    <a:pt x="15245" y="69"/>
                    <a:pt x="15171" y="1"/>
                    <a:pt x="1506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7"/>
            <p:cNvSpPr/>
            <p:nvPr/>
          </p:nvSpPr>
          <p:spPr>
            <a:xfrm>
              <a:off x="3729500" y="2751775"/>
              <a:ext cx="97600" cy="66025"/>
            </a:xfrm>
            <a:custGeom>
              <a:rect b="b" l="l" r="r" t="t"/>
              <a:pathLst>
                <a:path extrusionOk="0" h="2641" w="3904">
                  <a:moveTo>
                    <a:pt x="3724" y="0"/>
                  </a:moveTo>
                  <a:cubicBezTo>
                    <a:pt x="3687" y="0"/>
                    <a:pt x="3646" y="9"/>
                    <a:pt x="3603" y="26"/>
                  </a:cubicBezTo>
                  <a:lnTo>
                    <a:pt x="301" y="1927"/>
                  </a:lnTo>
                  <a:cubicBezTo>
                    <a:pt x="134" y="2061"/>
                    <a:pt x="34" y="2228"/>
                    <a:pt x="1" y="2428"/>
                  </a:cubicBezTo>
                  <a:cubicBezTo>
                    <a:pt x="1" y="2566"/>
                    <a:pt x="64" y="2640"/>
                    <a:pt x="158" y="2640"/>
                  </a:cubicBezTo>
                  <a:cubicBezTo>
                    <a:pt x="201" y="2640"/>
                    <a:pt x="249" y="2625"/>
                    <a:pt x="301" y="2595"/>
                  </a:cubicBezTo>
                  <a:lnTo>
                    <a:pt x="3603" y="693"/>
                  </a:lnTo>
                  <a:cubicBezTo>
                    <a:pt x="3770" y="593"/>
                    <a:pt x="3870" y="393"/>
                    <a:pt x="3903" y="193"/>
                  </a:cubicBezTo>
                  <a:cubicBezTo>
                    <a:pt x="3903" y="69"/>
                    <a:pt x="3830" y="0"/>
                    <a:pt x="372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7"/>
            <p:cNvSpPr/>
            <p:nvPr/>
          </p:nvSpPr>
          <p:spPr>
            <a:xfrm>
              <a:off x="3727000" y="3055275"/>
              <a:ext cx="386475" cy="249225"/>
            </a:xfrm>
            <a:custGeom>
              <a:rect b="b" l="l" r="r" t="t"/>
              <a:pathLst>
                <a:path extrusionOk="0" h="9969" w="15459">
                  <a:moveTo>
                    <a:pt x="15305" y="1"/>
                  </a:moveTo>
                  <a:cubicBezTo>
                    <a:pt x="15285" y="1"/>
                    <a:pt x="15264" y="9"/>
                    <a:pt x="15245" y="28"/>
                  </a:cubicBezTo>
                  <a:lnTo>
                    <a:pt x="13577" y="1529"/>
                  </a:lnTo>
                  <a:lnTo>
                    <a:pt x="11942" y="1829"/>
                  </a:lnTo>
                  <a:lnTo>
                    <a:pt x="10208" y="1329"/>
                  </a:lnTo>
                  <a:lnTo>
                    <a:pt x="8473" y="4364"/>
                  </a:lnTo>
                  <a:lnTo>
                    <a:pt x="6805" y="4798"/>
                  </a:lnTo>
                  <a:lnTo>
                    <a:pt x="5137" y="6833"/>
                  </a:lnTo>
                  <a:lnTo>
                    <a:pt x="3503" y="7300"/>
                  </a:lnTo>
                  <a:lnTo>
                    <a:pt x="1735" y="6966"/>
                  </a:lnTo>
                  <a:lnTo>
                    <a:pt x="0" y="9802"/>
                  </a:lnTo>
                  <a:cubicBezTo>
                    <a:pt x="0" y="9868"/>
                    <a:pt x="0" y="9935"/>
                    <a:pt x="34" y="9968"/>
                  </a:cubicBezTo>
                  <a:lnTo>
                    <a:pt x="101" y="9968"/>
                  </a:lnTo>
                  <a:cubicBezTo>
                    <a:pt x="134" y="9968"/>
                    <a:pt x="167" y="9935"/>
                    <a:pt x="201" y="9902"/>
                  </a:cubicBezTo>
                  <a:lnTo>
                    <a:pt x="1868" y="7200"/>
                  </a:lnTo>
                  <a:lnTo>
                    <a:pt x="3470" y="7500"/>
                  </a:lnTo>
                  <a:lnTo>
                    <a:pt x="3503" y="7500"/>
                  </a:lnTo>
                  <a:lnTo>
                    <a:pt x="5238" y="7033"/>
                  </a:lnTo>
                  <a:lnTo>
                    <a:pt x="6939" y="4965"/>
                  </a:lnTo>
                  <a:lnTo>
                    <a:pt x="8640" y="4565"/>
                  </a:lnTo>
                  <a:lnTo>
                    <a:pt x="10308" y="1562"/>
                  </a:lnTo>
                  <a:lnTo>
                    <a:pt x="11942" y="2029"/>
                  </a:lnTo>
                  <a:lnTo>
                    <a:pt x="13644" y="1696"/>
                  </a:lnTo>
                  <a:lnTo>
                    <a:pt x="13677" y="1696"/>
                  </a:lnTo>
                  <a:lnTo>
                    <a:pt x="15378" y="195"/>
                  </a:lnTo>
                  <a:cubicBezTo>
                    <a:pt x="15459" y="141"/>
                    <a:pt x="15388" y="1"/>
                    <a:pt x="1530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7"/>
            <p:cNvSpPr/>
            <p:nvPr/>
          </p:nvSpPr>
          <p:spPr>
            <a:xfrm>
              <a:off x="3727000" y="3055275"/>
              <a:ext cx="386475" cy="249225"/>
            </a:xfrm>
            <a:custGeom>
              <a:rect b="b" l="l" r="r" t="t"/>
              <a:pathLst>
                <a:path extrusionOk="0" h="9969" w="15459">
                  <a:moveTo>
                    <a:pt x="15305" y="1"/>
                  </a:moveTo>
                  <a:cubicBezTo>
                    <a:pt x="15285" y="1"/>
                    <a:pt x="15264" y="9"/>
                    <a:pt x="15245" y="28"/>
                  </a:cubicBezTo>
                  <a:lnTo>
                    <a:pt x="13577" y="1529"/>
                  </a:lnTo>
                  <a:lnTo>
                    <a:pt x="11942" y="1829"/>
                  </a:lnTo>
                  <a:lnTo>
                    <a:pt x="10208" y="1329"/>
                  </a:lnTo>
                  <a:lnTo>
                    <a:pt x="8473" y="4364"/>
                  </a:lnTo>
                  <a:lnTo>
                    <a:pt x="6805" y="4798"/>
                  </a:lnTo>
                  <a:lnTo>
                    <a:pt x="5137" y="6833"/>
                  </a:lnTo>
                  <a:lnTo>
                    <a:pt x="3503" y="7300"/>
                  </a:lnTo>
                  <a:lnTo>
                    <a:pt x="1735" y="6966"/>
                  </a:lnTo>
                  <a:lnTo>
                    <a:pt x="0" y="9802"/>
                  </a:lnTo>
                  <a:cubicBezTo>
                    <a:pt x="0" y="9868"/>
                    <a:pt x="0" y="9935"/>
                    <a:pt x="34" y="9968"/>
                  </a:cubicBezTo>
                  <a:lnTo>
                    <a:pt x="101" y="9968"/>
                  </a:lnTo>
                  <a:cubicBezTo>
                    <a:pt x="134" y="9968"/>
                    <a:pt x="167" y="9935"/>
                    <a:pt x="201" y="9902"/>
                  </a:cubicBezTo>
                  <a:lnTo>
                    <a:pt x="1868" y="7200"/>
                  </a:lnTo>
                  <a:lnTo>
                    <a:pt x="3470" y="7500"/>
                  </a:lnTo>
                  <a:lnTo>
                    <a:pt x="3503" y="7500"/>
                  </a:lnTo>
                  <a:lnTo>
                    <a:pt x="5238" y="7033"/>
                  </a:lnTo>
                  <a:lnTo>
                    <a:pt x="6939" y="4965"/>
                  </a:lnTo>
                  <a:lnTo>
                    <a:pt x="8640" y="4565"/>
                  </a:lnTo>
                  <a:lnTo>
                    <a:pt x="10308" y="1562"/>
                  </a:lnTo>
                  <a:lnTo>
                    <a:pt x="11942" y="2029"/>
                  </a:lnTo>
                  <a:lnTo>
                    <a:pt x="13644" y="1696"/>
                  </a:lnTo>
                  <a:lnTo>
                    <a:pt x="13677" y="1696"/>
                  </a:lnTo>
                  <a:lnTo>
                    <a:pt x="15378" y="195"/>
                  </a:lnTo>
                  <a:cubicBezTo>
                    <a:pt x="15459" y="141"/>
                    <a:pt x="15388" y="1"/>
                    <a:pt x="153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7"/>
            <p:cNvSpPr/>
            <p:nvPr/>
          </p:nvSpPr>
          <p:spPr>
            <a:xfrm>
              <a:off x="3732000" y="3135175"/>
              <a:ext cx="31725" cy="73425"/>
            </a:xfrm>
            <a:custGeom>
              <a:rect b="b" l="l" r="r" t="t"/>
              <a:pathLst>
                <a:path extrusionOk="0" h="2937" w="1269">
                  <a:moveTo>
                    <a:pt x="768" y="401"/>
                  </a:moveTo>
                  <a:cubicBezTo>
                    <a:pt x="835" y="401"/>
                    <a:pt x="868" y="435"/>
                    <a:pt x="901" y="468"/>
                  </a:cubicBezTo>
                  <a:cubicBezTo>
                    <a:pt x="935" y="468"/>
                    <a:pt x="968" y="535"/>
                    <a:pt x="968" y="568"/>
                  </a:cubicBezTo>
                  <a:cubicBezTo>
                    <a:pt x="1001" y="635"/>
                    <a:pt x="1001" y="701"/>
                    <a:pt x="1001" y="768"/>
                  </a:cubicBezTo>
                  <a:cubicBezTo>
                    <a:pt x="1001" y="868"/>
                    <a:pt x="1001" y="935"/>
                    <a:pt x="968" y="1035"/>
                  </a:cubicBezTo>
                  <a:cubicBezTo>
                    <a:pt x="968" y="1102"/>
                    <a:pt x="935" y="1168"/>
                    <a:pt x="901" y="1235"/>
                  </a:cubicBezTo>
                  <a:cubicBezTo>
                    <a:pt x="868" y="1302"/>
                    <a:pt x="835" y="1369"/>
                    <a:pt x="768" y="1435"/>
                  </a:cubicBezTo>
                  <a:cubicBezTo>
                    <a:pt x="734" y="1502"/>
                    <a:pt x="668" y="1535"/>
                    <a:pt x="634" y="1569"/>
                  </a:cubicBezTo>
                  <a:cubicBezTo>
                    <a:pt x="568" y="1602"/>
                    <a:pt x="534" y="1602"/>
                    <a:pt x="468" y="1602"/>
                  </a:cubicBezTo>
                  <a:cubicBezTo>
                    <a:pt x="434" y="1602"/>
                    <a:pt x="368" y="1602"/>
                    <a:pt x="334" y="1569"/>
                  </a:cubicBezTo>
                  <a:cubicBezTo>
                    <a:pt x="301" y="1535"/>
                    <a:pt x="267" y="1502"/>
                    <a:pt x="267" y="1435"/>
                  </a:cubicBezTo>
                  <a:cubicBezTo>
                    <a:pt x="234" y="1369"/>
                    <a:pt x="234" y="1302"/>
                    <a:pt x="234" y="1235"/>
                  </a:cubicBezTo>
                  <a:cubicBezTo>
                    <a:pt x="234" y="1068"/>
                    <a:pt x="267" y="902"/>
                    <a:pt x="334" y="768"/>
                  </a:cubicBezTo>
                  <a:cubicBezTo>
                    <a:pt x="368" y="701"/>
                    <a:pt x="401" y="635"/>
                    <a:pt x="468" y="601"/>
                  </a:cubicBezTo>
                  <a:cubicBezTo>
                    <a:pt x="501" y="535"/>
                    <a:pt x="568" y="501"/>
                    <a:pt x="634" y="468"/>
                  </a:cubicBezTo>
                  <a:cubicBezTo>
                    <a:pt x="668" y="435"/>
                    <a:pt x="734" y="401"/>
                    <a:pt x="768" y="401"/>
                  </a:cubicBezTo>
                  <a:close/>
                  <a:moveTo>
                    <a:pt x="901" y="1"/>
                  </a:moveTo>
                  <a:cubicBezTo>
                    <a:pt x="801" y="1"/>
                    <a:pt x="701" y="34"/>
                    <a:pt x="634" y="101"/>
                  </a:cubicBezTo>
                  <a:cubicBezTo>
                    <a:pt x="534" y="134"/>
                    <a:pt x="468" y="201"/>
                    <a:pt x="401" y="301"/>
                  </a:cubicBezTo>
                  <a:cubicBezTo>
                    <a:pt x="334" y="401"/>
                    <a:pt x="267" y="501"/>
                    <a:pt x="201" y="601"/>
                  </a:cubicBezTo>
                  <a:cubicBezTo>
                    <a:pt x="134" y="701"/>
                    <a:pt x="101" y="835"/>
                    <a:pt x="67" y="968"/>
                  </a:cubicBezTo>
                  <a:cubicBezTo>
                    <a:pt x="34" y="1102"/>
                    <a:pt x="1" y="1202"/>
                    <a:pt x="1" y="1335"/>
                  </a:cubicBezTo>
                  <a:cubicBezTo>
                    <a:pt x="1" y="1469"/>
                    <a:pt x="34" y="1602"/>
                    <a:pt x="67" y="1702"/>
                  </a:cubicBezTo>
                  <a:cubicBezTo>
                    <a:pt x="101" y="1769"/>
                    <a:pt x="134" y="1836"/>
                    <a:pt x="201" y="1902"/>
                  </a:cubicBezTo>
                  <a:cubicBezTo>
                    <a:pt x="234" y="1936"/>
                    <a:pt x="301" y="1936"/>
                    <a:pt x="401" y="1936"/>
                  </a:cubicBezTo>
                  <a:cubicBezTo>
                    <a:pt x="468" y="1936"/>
                    <a:pt x="534" y="1902"/>
                    <a:pt x="601" y="1869"/>
                  </a:cubicBezTo>
                  <a:lnTo>
                    <a:pt x="634" y="1869"/>
                  </a:lnTo>
                  <a:lnTo>
                    <a:pt x="701" y="1836"/>
                  </a:lnTo>
                  <a:lnTo>
                    <a:pt x="368" y="2836"/>
                  </a:lnTo>
                  <a:cubicBezTo>
                    <a:pt x="368" y="2836"/>
                    <a:pt x="368" y="2836"/>
                    <a:pt x="368" y="2870"/>
                  </a:cubicBezTo>
                  <a:cubicBezTo>
                    <a:pt x="368" y="2903"/>
                    <a:pt x="368" y="2936"/>
                    <a:pt x="368" y="2936"/>
                  </a:cubicBezTo>
                  <a:lnTo>
                    <a:pt x="401" y="2936"/>
                  </a:lnTo>
                  <a:lnTo>
                    <a:pt x="534" y="2870"/>
                  </a:lnTo>
                  <a:cubicBezTo>
                    <a:pt x="568" y="2836"/>
                    <a:pt x="601" y="2836"/>
                    <a:pt x="601" y="2803"/>
                  </a:cubicBezTo>
                  <a:lnTo>
                    <a:pt x="634" y="2736"/>
                  </a:lnTo>
                  <a:lnTo>
                    <a:pt x="1068" y="1435"/>
                  </a:lnTo>
                  <a:cubicBezTo>
                    <a:pt x="1101" y="1402"/>
                    <a:pt x="1101" y="1335"/>
                    <a:pt x="1135" y="1269"/>
                  </a:cubicBezTo>
                  <a:cubicBezTo>
                    <a:pt x="1168" y="1202"/>
                    <a:pt x="1201" y="1135"/>
                    <a:pt x="1201" y="1035"/>
                  </a:cubicBezTo>
                  <a:cubicBezTo>
                    <a:pt x="1235" y="968"/>
                    <a:pt x="1268" y="902"/>
                    <a:pt x="1268" y="835"/>
                  </a:cubicBezTo>
                  <a:cubicBezTo>
                    <a:pt x="1268" y="768"/>
                    <a:pt x="1268" y="701"/>
                    <a:pt x="1268" y="635"/>
                  </a:cubicBezTo>
                  <a:cubicBezTo>
                    <a:pt x="1268" y="501"/>
                    <a:pt x="1235" y="401"/>
                    <a:pt x="1201" y="301"/>
                  </a:cubicBezTo>
                  <a:cubicBezTo>
                    <a:pt x="1201" y="201"/>
                    <a:pt x="1135" y="134"/>
                    <a:pt x="1101" y="68"/>
                  </a:cubicBezTo>
                  <a:cubicBezTo>
                    <a:pt x="1035" y="34"/>
                    <a:pt x="968" y="1"/>
                    <a:pt x="9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7"/>
            <p:cNvSpPr/>
            <p:nvPr/>
          </p:nvSpPr>
          <p:spPr>
            <a:xfrm>
              <a:off x="3767850" y="3111000"/>
              <a:ext cx="31725" cy="77100"/>
            </a:xfrm>
            <a:custGeom>
              <a:rect b="b" l="l" r="r" t="t"/>
              <a:pathLst>
                <a:path extrusionOk="0" h="3084" w="1269">
                  <a:moveTo>
                    <a:pt x="1102" y="1"/>
                  </a:moveTo>
                  <a:lnTo>
                    <a:pt x="134" y="568"/>
                  </a:lnTo>
                  <a:cubicBezTo>
                    <a:pt x="101" y="568"/>
                    <a:pt x="101" y="601"/>
                    <a:pt x="68" y="634"/>
                  </a:cubicBezTo>
                  <a:cubicBezTo>
                    <a:pt x="68" y="634"/>
                    <a:pt x="68" y="668"/>
                    <a:pt x="68" y="701"/>
                  </a:cubicBezTo>
                  <a:lnTo>
                    <a:pt x="68" y="835"/>
                  </a:lnTo>
                  <a:cubicBezTo>
                    <a:pt x="68" y="868"/>
                    <a:pt x="68" y="868"/>
                    <a:pt x="68" y="901"/>
                  </a:cubicBezTo>
                  <a:lnTo>
                    <a:pt x="134" y="901"/>
                  </a:lnTo>
                  <a:lnTo>
                    <a:pt x="835" y="501"/>
                  </a:lnTo>
                  <a:lnTo>
                    <a:pt x="835" y="501"/>
                  </a:lnTo>
                  <a:lnTo>
                    <a:pt x="401" y="1502"/>
                  </a:lnTo>
                  <a:lnTo>
                    <a:pt x="368" y="1568"/>
                  </a:lnTo>
                  <a:cubicBezTo>
                    <a:pt x="368" y="1568"/>
                    <a:pt x="368" y="1602"/>
                    <a:pt x="368" y="1635"/>
                  </a:cubicBezTo>
                  <a:lnTo>
                    <a:pt x="368" y="1769"/>
                  </a:lnTo>
                  <a:cubicBezTo>
                    <a:pt x="368" y="1769"/>
                    <a:pt x="368" y="1802"/>
                    <a:pt x="368" y="1835"/>
                  </a:cubicBezTo>
                  <a:lnTo>
                    <a:pt x="401" y="1835"/>
                  </a:lnTo>
                  <a:lnTo>
                    <a:pt x="635" y="1702"/>
                  </a:lnTo>
                  <a:cubicBezTo>
                    <a:pt x="668" y="1668"/>
                    <a:pt x="735" y="1635"/>
                    <a:pt x="768" y="1635"/>
                  </a:cubicBezTo>
                  <a:lnTo>
                    <a:pt x="902" y="1635"/>
                  </a:lnTo>
                  <a:cubicBezTo>
                    <a:pt x="935" y="1668"/>
                    <a:pt x="968" y="1702"/>
                    <a:pt x="968" y="1735"/>
                  </a:cubicBezTo>
                  <a:cubicBezTo>
                    <a:pt x="1002" y="1802"/>
                    <a:pt x="1002" y="1869"/>
                    <a:pt x="1002" y="1935"/>
                  </a:cubicBezTo>
                  <a:cubicBezTo>
                    <a:pt x="1002" y="2002"/>
                    <a:pt x="1002" y="2069"/>
                    <a:pt x="968" y="2169"/>
                  </a:cubicBezTo>
                  <a:cubicBezTo>
                    <a:pt x="968" y="2236"/>
                    <a:pt x="935" y="2302"/>
                    <a:pt x="902" y="2369"/>
                  </a:cubicBezTo>
                  <a:cubicBezTo>
                    <a:pt x="868" y="2402"/>
                    <a:pt x="802" y="2469"/>
                    <a:pt x="768" y="2502"/>
                  </a:cubicBezTo>
                  <a:cubicBezTo>
                    <a:pt x="735" y="2569"/>
                    <a:pt x="668" y="2602"/>
                    <a:pt x="635" y="2636"/>
                  </a:cubicBezTo>
                  <a:cubicBezTo>
                    <a:pt x="568" y="2669"/>
                    <a:pt x="501" y="2703"/>
                    <a:pt x="435" y="2703"/>
                  </a:cubicBezTo>
                  <a:lnTo>
                    <a:pt x="335" y="2703"/>
                  </a:lnTo>
                  <a:cubicBezTo>
                    <a:pt x="301" y="2703"/>
                    <a:pt x="268" y="2669"/>
                    <a:pt x="268" y="2636"/>
                  </a:cubicBezTo>
                  <a:cubicBezTo>
                    <a:pt x="234" y="2602"/>
                    <a:pt x="234" y="2569"/>
                    <a:pt x="201" y="2536"/>
                  </a:cubicBezTo>
                  <a:cubicBezTo>
                    <a:pt x="201" y="2502"/>
                    <a:pt x="201" y="2502"/>
                    <a:pt x="201" y="2502"/>
                  </a:cubicBezTo>
                  <a:lnTo>
                    <a:pt x="168" y="2502"/>
                  </a:lnTo>
                  <a:lnTo>
                    <a:pt x="34" y="2569"/>
                  </a:lnTo>
                  <a:cubicBezTo>
                    <a:pt x="34" y="2569"/>
                    <a:pt x="1" y="2569"/>
                    <a:pt x="1" y="2602"/>
                  </a:cubicBezTo>
                  <a:cubicBezTo>
                    <a:pt x="1" y="2636"/>
                    <a:pt x="1" y="2636"/>
                    <a:pt x="1" y="2669"/>
                  </a:cubicBezTo>
                  <a:cubicBezTo>
                    <a:pt x="1" y="2736"/>
                    <a:pt x="1" y="2836"/>
                    <a:pt x="34" y="2903"/>
                  </a:cubicBezTo>
                  <a:cubicBezTo>
                    <a:pt x="68" y="2936"/>
                    <a:pt x="101" y="3003"/>
                    <a:pt x="168" y="3036"/>
                  </a:cubicBezTo>
                  <a:cubicBezTo>
                    <a:pt x="215" y="3060"/>
                    <a:pt x="262" y="3083"/>
                    <a:pt x="309" y="3083"/>
                  </a:cubicBezTo>
                  <a:cubicBezTo>
                    <a:pt x="329" y="3083"/>
                    <a:pt x="348" y="3079"/>
                    <a:pt x="368" y="3069"/>
                  </a:cubicBezTo>
                  <a:cubicBezTo>
                    <a:pt x="468" y="3069"/>
                    <a:pt x="568" y="3036"/>
                    <a:pt x="635" y="2969"/>
                  </a:cubicBezTo>
                  <a:cubicBezTo>
                    <a:pt x="735" y="2936"/>
                    <a:pt x="802" y="2869"/>
                    <a:pt x="868" y="2769"/>
                  </a:cubicBezTo>
                  <a:cubicBezTo>
                    <a:pt x="968" y="2703"/>
                    <a:pt x="1035" y="2602"/>
                    <a:pt x="1068" y="2502"/>
                  </a:cubicBezTo>
                  <a:cubicBezTo>
                    <a:pt x="1135" y="2402"/>
                    <a:pt x="1168" y="2302"/>
                    <a:pt x="1202" y="2169"/>
                  </a:cubicBezTo>
                  <a:cubicBezTo>
                    <a:pt x="1235" y="2035"/>
                    <a:pt x="1269" y="1902"/>
                    <a:pt x="1269" y="1802"/>
                  </a:cubicBezTo>
                  <a:cubicBezTo>
                    <a:pt x="1269" y="1702"/>
                    <a:pt x="1235" y="1602"/>
                    <a:pt x="1235" y="1502"/>
                  </a:cubicBezTo>
                  <a:cubicBezTo>
                    <a:pt x="1202" y="1435"/>
                    <a:pt x="1168" y="1368"/>
                    <a:pt x="1102" y="1302"/>
                  </a:cubicBezTo>
                  <a:cubicBezTo>
                    <a:pt x="1068" y="1268"/>
                    <a:pt x="1002" y="1268"/>
                    <a:pt x="935" y="1268"/>
                  </a:cubicBezTo>
                  <a:cubicBezTo>
                    <a:pt x="835" y="1268"/>
                    <a:pt x="768" y="1302"/>
                    <a:pt x="701" y="1335"/>
                  </a:cubicBezTo>
                  <a:lnTo>
                    <a:pt x="1135" y="334"/>
                  </a:lnTo>
                  <a:cubicBezTo>
                    <a:pt x="1168" y="334"/>
                    <a:pt x="1168" y="301"/>
                    <a:pt x="1168" y="267"/>
                  </a:cubicBezTo>
                  <a:cubicBezTo>
                    <a:pt x="1168" y="234"/>
                    <a:pt x="1168" y="201"/>
                    <a:pt x="1168" y="201"/>
                  </a:cubicBezTo>
                  <a:lnTo>
                    <a:pt x="1168" y="67"/>
                  </a:lnTo>
                  <a:cubicBezTo>
                    <a:pt x="1168" y="34"/>
                    <a:pt x="1168" y="1"/>
                    <a:pt x="116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7"/>
            <p:cNvSpPr/>
            <p:nvPr/>
          </p:nvSpPr>
          <p:spPr>
            <a:xfrm>
              <a:off x="3729500" y="3124850"/>
              <a:ext cx="381125" cy="230025"/>
            </a:xfrm>
            <a:custGeom>
              <a:rect b="b" l="l" r="r" t="t"/>
              <a:pathLst>
                <a:path extrusionOk="0" h="9201" w="15245">
                  <a:moveTo>
                    <a:pt x="15091" y="0"/>
                  </a:moveTo>
                  <a:cubicBezTo>
                    <a:pt x="15048" y="0"/>
                    <a:pt x="14998" y="15"/>
                    <a:pt x="14945" y="47"/>
                  </a:cubicBezTo>
                  <a:lnTo>
                    <a:pt x="301" y="8520"/>
                  </a:lnTo>
                  <a:cubicBezTo>
                    <a:pt x="134" y="8620"/>
                    <a:pt x="34" y="8820"/>
                    <a:pt x="1" y="9020"/>
                  </a:cubicBezTo>
                  <a:cubicBezTo>
                    <a:pt x="1" y="9133"/>
                    <a:pt x="62" y="9201"/>
                    <a:pt x="154" y="9201"/>
                  </a:cubicBezTo>
                  <a:cubicBezTo>
                    <a:pt x="197" y="9201"/>
                    <a:pt x="247" y="9186"/>
                    <a:pt x="301" y="9154"/>
                  </a:cubicBezTo>
                  <a:lnTo>
                    <a:pt x="14945" y="681"/>
                  </a:lnTo>
                  <a:cubicBezTo>
                    <a:pt x="15111" y="581"/>
                    <a:pt x="15245" y="381"/>
                    <a:pt x="15245" y="180"/>
                  </a:cubicBezTo>
                  <a:cubicBezTo>
                    <a:pt x="15245" y="67"/>
                    <a:pt x="15183" y="0"/>
                    <a:pt x="1509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7"/>
            <p:cNvSpPr/>
            <p:nvPr/>
          </p:nvSpPr>
          <p:spPr>
            <a:xfrm>
              <a:off x="3729500" y="3044775"/>
              <a:ext cx="97600" cy="65750"/>
            </a:xfrm>
            <a:custGeom>
              <a:rect b="b" l="l" r="r" t="t"/>
              <a:pathLst>
                <a:path extrusionOk="0" h="2630" w="3904">
                  <a:moveTo>
                    <a:pt x="3750" y="1"/>
                  </a:moveTo>
                  <a:cubicBezTo>
                    <a:pt x="3707" y="1"/>
                    <a:pt x="3657" y="16"/>
                    <a:pt x="3603" y="48"/>
                  </a:cubicBezTo>
                  <a:lnTo>
                    <a:pt x="301" y="1949"/>
                  </a:lnTo>
                  <a:cubicBezTo>
                    <a:pt x="134" y="2049"/>
                    <a:pt x="34" y="2249"/>
                    <a:pt x="1" y="2449"/>
                  </a:cubicBezTo>
                  <a:cubicBezTo>
                    <a:pt x="1" y="2563"/>
                    <a:pt x="62" y="2630"/>
                    <a:pt x="154" y="2630"/>
                  </a:cubicBezTo>
                  <a:cubicBezTo>
                    <a:pt x="197" y="2630"/>
                    <a:pt x="247" y="2615"/>
                    <a:pt x="301" y="2583"/>
                  </a:cubicBezTo>
                  <a:lnTo>
                    <a:pt x="3603" y="682"/>
                  </a:lnTo>
                  <a:cubicBezTo>
                    <a:pt x="3770" y="581"/>
                    <a:pt x="3870" y="415"/>
                    <a:pt x="3903" y="181"/>
                  </a:cubicBezTo>
                  <a:cubicBezTo>
                    <a:pt x="3903" y="68"/>
                    <a:pt x="3842" y="1"/>
                    <a:pt x="375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7"/>
            <p:cNvSpPr/>
            <p:nvPr/>
          </p:nvSpPr>
          <p:spPr>
            <a:xfrm>
              <a:off x="4279900" y="2526750"/>
              <a:ext cx="48375" cy="134800"/>
            </a:xfrm>
            <a:custGeom>
              <a:rect b="b" l="l" r="r" t="t"/>
              <a:pathLst>
                <a:path extrusionOk="0" h="5392" w="1935">
                  <a:moveTo>
                    <a:pt x="1109" y="1"/>
                  </a:moveTo>
                  <a:cubicBezTo>
                    <a:pt x="718" y="1"/>
                    <a:pt x="331" y="121"/>
                    <a:pt x="0" y="354"/>
                  </a:cubicBezTo>
                  <a:lnTo>
                    <a:pt x="0" y="5391"/>
                  </a:lnTo>
                  <a:lnTo>
                    <a:pt x="1935" y="187"/>
                  </a:lnTo>
                  <a:cubicBezTo>
                    <a:pt x="1671" y="62"/>
                    <a:pt x="1389" y="1"/>
                    <a:pt x="110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37"/>
            <p:cNvSpPr/>
            <p:nvPr/>
          </p:nvSpPr>
          <p:spPr>
            <a:xfrm>
              <a:off x="4231525" y="2535600"/>
              <a:ext cx="48400" cy="126775"/>
            </a:xfrm>
            <a:custGeom>
              <a:rect b="b" l="l" r="r" t="t"/>
              <a:pathLst>
                <a:path extrusionOk="0" h="5071" w="1936">
                  <a:moveTo>
                    <a:pt x="1935" y="0"/>
                  </a:moveTo>
                  <a:cubicBezTo>
                    <a:pt x="1135" y="500"/>
                    <a:pt x="468" y="1234"/>
                    <a:pt x="1" y="2068"/>
                  </a:cubicBezTo>
                  <a:lnTo>
                    <a:pt x="1935" y="5070"/>
                  </a:lnTo>
                  <a:lnTo>
                    <a:pt x="1935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7"/>
            <p:cNvSpPr/>
            <p:nvPr/>
          </p:nvSpPr>
          <p:spPr>
            <a:xfrm>
              <a:off x="4201500" y="2587300"/>
              <a:ext cx="78425" cy="80900"/>
            </a:xfrm>
            <a:custGeom>
              <a:rect b="b" l="l" r="r" t="t"/>
              <a:pathLst>
                <a:path extrusionOk="0" h="3236" w="3137">
                  <a:moveTo>
                    <a:pt x="1202" y="0"/>
                  </a:moveTo>
                  <a:cubicBezTo>
                    <a:pt x="634" y="1001"/>
                    <a:pt x="234" y="2102"/>
                    <a:pt x="1" y="3236"/>
                  </a:cubicBezTo>
                  <a:lnTo>
                    <a:pt x="3136" y="3002"/>
                  </a:lnTo>
                  <a:lnTo>
                    <a:pt x="12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7"/>
            <p:cNvSpPr/>
            <p:nvPr/>
          </p:nvSpPr>
          <p:spPr>
            <a:xfrm>
              <a:off x="4201500" y="2535600"/>
              <a:ext cx="78425" cy="132600"/>
            </a:xfrm>
            <a:custGeom>
              <a:rect b="b" l="l" r="r" t="t"/>
              <a:pathLst>
                <a:path extrusionOk="0" h="5304" w="3137">
                  <a:moveTo>
                    <a:pt x="3136" y="0"/>
                  </a:moveTo>
                  <a:cubicBezTo>
                    <a:pt x="2336" y="500"/>
                    <a:pt x="1669" y="1234"/>
                    <a:pt x="1202" y="2068"/>
                  </a:cubicBezTo>
                  <a:cubicBezTo>
                    <a:pt x="634" y="3069"/>
                    <a:pt x="234" y="4170"/>
                    <a:pt x="1" y="5304"/>
                  </a:cubicBezTo>
                  <a:lnTo>
                    <a:pt x="3136" y="5070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7"/>
            <p:cNvSpPr/>
            <p:nvPr/>
          </p:nvSpPr>
          <p:spPr>
            <a:xfrm>
              <a:off x="4279900" y="2531425"/>
              <a:ext cx="77575" cy="130125"/>
            </a:xfrm>
            <a:custGeom>
              <a:rect b="b" l="l" r="r" t="t"/>
              <a:pathLst>
                <a:path extrusionOk="0" h="5205" w="3103">
                  <a:moveTo>
                    <a:pt x="1935" y="0"/>
                  </a:moveTo>
                  <a:lnTo>
                    <a:pt x="0" y="5204"/>
                  </a:lnTo>
                  <a:lnTo>
                    <a:pt x="3102" y="1835"/>
                  </a:lnTo>
                  <a:cubicBezTo>
                    <a:pt x="3002" y="1068"/>
                    <a:pt x="2569" y="401"/>
                    <a:pt x="193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7"/>
            <p:cNvSpPr/>
            <p:nvPr/>
          </p:nvSpPr>
          <p:spPr>
            <a:xfrm>
              <a:off x="4197325" y="2661525"/>
              <a:ext cx="82600" cy="85075"/>
            </a:xfrm>
            <a:custGeom>
              <a:rect b="b" l="l" r="r" t="t"/>
              <a:pathLst>
                <a:path extrusionOk="0" h="3403" w="3304">
                  <a:moveTo>
                    <a:pt x="3303" y="0"/>
                  </a:moveTo>
                  <a:lnTo>
                    <a:pt x="168" y="234"/>
                  </a:lnTo>
                  <a:cubicBezTo>
                    <a:pt x="68" y="801"/>
                    <a:pt x="34" y="1368"/>
                    <a:pt x="34" y="1901"/>
                  </a:cubicBezTo>
                  <a:cubicBezTo>
                    <a:pt x="1" y="2402"/>
                    <a:pt x="68" y="2902"/>
                    <a:pt x="168" y="3402"/>
                  </a:cubicBezTo>
                  <a:lnTo>
                    <a:pt x="3303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7"/>
            <p:cNvSpPr/>
            <p:nvPr/>
          </p:nvSpPr>
          <p:spPr>
            <a:xfrm>
              <a:off x="4279900" y="2655675"/>
              <a:ext cx="78400" cy="80925"/>
            </a:xfrm>
            <a:custGeom>
              <a:rect b="b" l="l" r="r" t="t"/>
              <a:pathLst>
                <a:path extrusionOk="0" h="3237" w="3136">
                  <a:moveTo>
                    <a:pt x="3136" y="1"/>
                  </a:moveTo>
                  <a:lnTo>
                    <a:pt x="0" y="267"/>
                  </a:lnTo>
                  <a:lnTo>
                    <a:pt x="1935" y="3236"/>
                  </a:lnTo>
                  <a:cubicBezTo>
                    <a:pt x="2502" y="2235"/>
                    <a:pt x="2902" y="1135"/>
                    <a:pt x="313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7"/>
            <p:cNvSpPr/>
            <p:nvPr/>
          </p:nvSpPr>
          <p:spPr>
            <a:xfrm>
              <a:off x="4231525" y="2662350"/>
              <a:ext cx="48400" cy="134775"/>
            </a:xfrm>
            <a:custGeom>
              <a:rect b="b" l="l" r="r" t="t"/>
              <a:pathLst>
                <a:path extrusionOk="0" h="5391" w="1936">
                  <a:moveTo>
                    <a:pt x="1935" y="0"/>
                  </a:moveTo>
                  <a:lnTo>
                    <a:pt x="1" y="5204"/>
                  </a:lnTo>
                  <a:cubicBezTo>
                    <a:pt x="265" y="5329"/>
                    <a:pt x="547" y="5391"/>
                    <a:pt x="826" y="5391"/>
                  </a:cubicBezTo>
                  <a:cubicBezTo>
                    <a:pt x="1217" y="5391"/>
                    <a:pt x="1605" y="5271"/>
                    <a:pt x="1935" y="5037"/>
                  </a:cubicBezTo>
                  <a:lnTo>
                    <a:pt x="1935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7"/>
            <p:cNvSpPr/>
            <p:nvPr/>
          </p:nvSpPr>
          <p:spPr>
            <a:xfrm>
              <a:off x="4201500" y="2662350"/>
              <a:ext cx="78425" cy="130125"/>
            </a:xfrm>
            <a:custGeom>
              <a:rect b="b" l="l" r="r" t="t"/>
              <a:pathLst>
                <a:path extrusionOk="0" h="5205" w="3137">
                  <a:moveTo>
                    <a:pt x="3136" y="0"/>
                  </a:moveTo>
                  <a:lnTo>
                    <a:pt x="1" y="3369"/>
                  </a:lnTo>
                  <a:cubicBezTo>
                    <a:pt x="134" y="4103"/>
                    <a:pt x="568" y="4770"/>
                    <a:pt x="1202" y="5204"/>
                  </a:cubicBezTo>
                  <a:lnTo>
                    <a:pt x="3136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7"/>
            <p:cNvSpPr/>
            <p:nvPr/>
          </p:nvSpPr>
          <p:spPr>
            <a:xfrm>
              <a:off x="4279900" y="2578125"/>
              <a:ext cx="82575" cy="84250"/>
            </a:xfrm>
            <a:custGeom>
              <a:rect b="b" l="l" r="r" t="t"/>
              <a:pathLst>
                <a:path extrusionOk="0" h="3370" w="3303">
                  <a:moveTo>
                    <a:pt x="3136" y="0"/>
                  </a:moveTo>
                  <a:lnTo>
                    <a:pt x="0" y="3369"/>
                  </a:lnTo>
                  <a:lnTo>
                    <a:pt x="3136" y="3136"/>
                  </a:lnTo>
                  <a:cubicBezTo>
                    <a:pt x="3236" y="2569"/>
                    <a:pt x="3303" y="2002"/>
                    <a:pt x="3303" y="1468"/>
                  </a:cubicBezTo>
                  <a:cubicBezTo>
                    <a:pt x="3303" y="968"/>
                    <a:pt x="3236" y="467"/>
                    <a:pt x="313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37"/>
            <p:cNvSpPr/>
            <p:nvPr/>
          </p:nvSpPr>
          <p:spPr>
            <a:xfrm>
              <a:off x="4279900" y="2662350"/>
              <a:ext cx="48375" cy="125950"/>
            </a:xfrm>
            <a:custGeom>
              <a:rect b="b" l="l" r="r" t="t"/>
              <a:pathLst>
                <a:path extrusionOk="0" h="5038" w="1935">
                  <a:moveTo>
                    <a:pt x="0" y="0"/>
                  </a:moveTo>
                  <a:lnTo>
                    <a:pt x="0" y="5037"/>
                  </a:lnTo>
                  <a:cubicBezTo>
                    <a:pt x="801" y="4537"/>
                    <a:pt x="1468" y="3803"/>
                    <a:pt x="1935" y="296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37"/>
            <p:cNvSpPr/>
            <p:nvPr/>
          </p:nvSpPr>
          <p:spPr>
            <a:xfrm>
              <a:off x="4231525" y="2804600"/>
              <a:ext cx="96750" cy="65775"/>
            </a:xfrm>
            <a:custGeom>
              <a:rect b="b" l="l" r="r" t="t"/>
              <a:pathLst>
                <a:path extrusionOk="0" h="2631" w="3870">
                  <a:moveTo>
                    <a:pt x="3717" y="1"/>
                  </a:moveTo>
                  <a:cubicBezTo>
                    <a:pt x="3673" y="1"/>
                    <a:pt x="3623" y="16"/>
                    <a:pt x="3570" y="48"/>
                  </a:cubicBezTo>
                  <a:lnTo>
                    <a:pt x="301" y="1949"/>
                  </a:lnTo>
                  <a:cubicBezTo>
                    <a:pt x="134" y="2049"/>
                    <a:pt x="1" y="2216"/>
                    <a:pt x="1" y="2450"/>
                  </a:cubicBezTo>
                  <a:cubicBezTo>
                    <a:pt x="1" y="2563"/>
                    <a:pt x="62" y="2630"/>
                    <a:pt x="154" y="2630"/>
                  </a:cubicBezTo>
                  <a:cubicBezTo>
                    <a:pt x="197" y="2630"/>
                    <a:pt x="247" y="2615"/>
                    <a:pt x="301" y="2583"/>
                  </a:cubicBezTo>
                  <a:lnTo>
                    <a:pt x="3570" y="682"/>
                  </a:lnTo>
                  <a:cubicBezTo>
                    <a:pt x="3737" y="582"/>
                    <a:pt x="3870" y="381"/>
                    <a:pt x="3870" y="181"/>
                  </a:cubicBezTo>
                  <a:cubicBezTo>
                    <a:pt x="3870" y="68"/>
                    <a:pt x="3808" y="1"/>
                    <a:pt x="371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7"/>
            <p:cNvSpPr/>
            <p:nvPr/>
          </p:nvSpPr>
          <p:spPr>
            <a:xfrm>
              <a:off x="4213175" y="2843000"/>
              <a:ext cx="133450" cy="87375"/>
            </a:xfrm>
            <a:custGeom>
              <a:rect b="b" l="l" r="r" t="t"/>
              <a:pathLst>
                <a:path extrusionOk="0" h="3495" w="5338">
                  <a:moveTo>
                    <a:pt x="5180" y="0"/>
                  </a:moveTo>
                  <a:cubicBezTo>
                    <a:pt x="5138" y="0"/>
                    <a:pt x="5089" y="15"/>
                    <a:pt x="5038" y="46"/>
                  </a:cubicBezTo>
                  <a:lnTo>
                    <a:pt x="301" y="2782"/>
                  </a:lnTo>
                  <a:cubicBezTo>
                    <a:pt x="134" y="2882"/>
                    <a:pt x="34" y="3082"/>
                    <a:pt x="1" y="3282"/>
                  </a:cubicBezTo>
                  <a:cubicBezTo>
                    <a:pt x="1" y="3420"/>
                    <a:pt x="64" y="3495"/>
                    <a:pt x="159" y="3495"/>
                  </a:cubicBezTo>
                  <a:cubicBezTo>
                    <a:pt x="201" y="3495"/>
                    <a:pt x="249" y="3480"/>
                    <a:pt x="301" y="3449"/>
                  </a:cubicBezTo>
                  <a:lnTo>
                    <a:pt x="5038" y="713"/>
                  </a:lnTo>
                  <a:cubicBezTo>
                    <a:pt x="5204" y="580"/>
                    <a:pt x="5338" y="413"/>
                    <a:pt x="5338" y="213"/>
                  </a:cubicBezTo>
                  <a:cubicBezTo>
                    <a:pt x="5338" y="75"/>
                    <a:pt x="5274" y="0"/>
                    <a:pt x="518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7"/>
            <p:cNvSpPr/>
            <p:nvPr/>
          </p:nvSpPr>
          <p:spPr>
            <a:xfrm>
              <a:off x="4213175" y="2891875"/>
              <a:ext cx="133450" cy="86900"/>
            </a:xfrm>
            <a:custGeom>
              <a:rect b="b" l="l" r="r" t="t"/>
              <a:pathLst>
                <a:path extrusionOk="0" h="3476" w="5338">
                  <a:moveTo>
                    <a:pt x="5158" y="0"/>
                  </a:moveTo>
                  <a:cubicBezTo>
                    <a:pt x="5122" y="0"/>
                    <a:pt x="5081" y="9"/>
                    <a:pt x="5038" y="26"/>
                  </a:cubicBezTo>
                  <a:lnTo>
                    <a:pt x="301" y="2795"/>
                  </a:lnTo>
                  <a:cubicBezTo>
                    <a:pt x="134" y="2895"/>
                    <a:pt x="34" y="3095"/>
                    <a:pt x="1" y="3295"/>
                  </a:cubicBezTo>
                  <a:cubicBezTo>
                    <a:pt x="1" y="3408"/>
                    <a:pt x="62" y="3475"/>
                    <a:pt x="154" y="3475"/>
                  </a:cubicBezTo>
                  <a:cubicBezTo>
                    <a:pt x="197" y="3475"/>
                    <a:pt x="247" y="3461"/>
                    <a:pt x="301" y="3428"/>
                  </a:cubicBezTo>
                  <a:lnTo>
                    <a:pt x="5038" y="693"/>
                  </a:lnTo>
                  <a:cubicBezTo>
                    <a:pt x="5204" y="593"/>
                    <a:pt x="5338" y="393"/>
                    <a:pt x="5338" y="193"/>
                  </a:cubicBezTo>
                  <a:cubicBezTo>
                    <a:pt x="5338" y="69"/>
                    <a:pt x="5264" y="0"/>
                    <a:pt x="515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7"/>
            <p:cNvSpPr/>
            <p:nvPr/>
          </p:nvSpPr>
          <p:spPr>
            <a:xfrm>
              <a:off x="4213175" y="2941375"/>
              <a:ext cx="133450" cy="86900"/>
            </a:xfrm>
            <a:custGeom>
              <a:rect b="b" l="l" r="r" t="t"/>
              <a:pathLst>
                <a:path extrusionOk="0" h="3476" w="5338">
                  <a:moveTo>
                    <a:pt x="5184" y="0"/>
                  </a:moveTo>
                  <a:cubicBezTo>
                    <a:pt x="5141" y="0"/>
                    <a:pt x="5091" y="15"/>
                    <a:pt x="5038" y="47"/>
                  </a:cubicBezTo>
                  <a:lnTo>
                    <a:pt x="301" y="2783"/>
                  </a:lnTo>
                  <a:cubicBezTo>
                    <a:pt x="134" y="2883"/>
                    <a:pt x="34" y="3083"/>
                    <a:pt x="1" y="3283"/>
                  </a:cubicBezTo>
                  <a:cubicBezTo>
                    <a:pt x="1" y="3407"/>
                    <a:pt x="74" y="3475"/>
                    <a:pt x="180" y="3475"/>
                  </a:cubicBezTo>
                  <a:cubicBezTo>
                    <a:pt x="217" y="3475"/>
                    <a:pt x="258" y="3467"/>
                    <a:pt x="301" y="3450"/>
                  </a:cubicBezTo>
                  <a:lnTo>
                    <a:pt x="5038" y="681"/>
                  </a:lnTo>
                  <a:cubicBezTo>
                    <a:pt x="5204" y="581"/>
                    <a:pt x="5338" y="414"/>
                    <a:pt x="5338" y="181"/>
                  </a:cubicBezTo>
                  <a:cubicBezTo>
                    <a:pt x="5338" y="68"/>
                    <a:pt x="5276" y="0"/>
                    <a:pt x="518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7"/>
            <p:cNvSpPr/>
            <p:nvPr/>
          </p:nvSpPr>
          <p:spPr>
            <a:xfrm>
              <a:off x="4575950" y="2355125"/>
              <a:ext cx="48375" cy="134625"/>
            </a:xfrm>
            <a:custGeom>
              <a:rect b="b" l="l" r="r" t="t"/>
              <a:pathLst>
                <a:path extrusionOk="0" h="5385" w="1935">
                  <a:moveTo>
                    <a:pt x="1103" y="1"/>
                  </a:moveTo>
                  <a:cubicBezTo>
                    <a:pt x="725" y="1"/>
                    <a:pt x="341" y="120"/>
                    <a:pt x="0" y="348"/>
                  </a:cubicBezTo>
                  <a:lnTo>
                    <a:pt x="0" y="5384"/>
                  </a:lnTo>
                  <a:lnTo>
                    <a:pt x="1935" y="214"/>
                  </a:lnTo>
                  <a:cubicBezTo>
                    <a:pt x="1675" y="70"/>
                    <a:pt x="1391" y="1"/>
                    <a:pt x="110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7"/>
            <p:cNvSpPr/>
            <p:nvPr/>
          </p:nvSpPr>
          <p:spPr>
            <a:xfrm>
              <a:off x="4528400" y="2363800"/>
              <a:ext cx="47575" cy="125950"/>
            </a:xfrm>
            <a:custGeom>
              <a:rect b="b" l="l" r="r" t="t"/>
              <a:pathLst>
                <a:path extrusionOk="0" h="5038" w="1903">
                  <a:moveTo>
                    <a:pt x="1902" y="1"/>
                  </a:moveTo>
                  <a:cubicBezTo>
                    <a:pt x="1101" y="501"/>
                    <a:pt x="434" y="1235"/>
                    <a:pt x="1" y="2069"/>
                  </a:cubicBezTo>
                  <a:lnTo>
                    <a:pt x="1902" y="5037"/>
                  </a:lnTo>
                  <a:lnTo>
                    <a:pt x="190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7"/>
            <p:cNvSpPr/>
            <p:nvPr/>
          </p:nvSpPr>
          <p:spPr>
            <a:xfrm>
              <a:off x="4498375" y="2415500"/>
              <a:ext cx="78425" cy="80925"/>
            </a:xfrm>
            <a:custGeom>
              <a:rect b="b" l="l" r="r" t="t"/>
              <a:pathLst>
                <a:path extrusionOk="0" h="3237" w="3137">
                  <a:moveTo>
                    <a:pt x="1202" y="1"/>
                  </a:moveTo>
                  <a:cubicBezTo>
                    <a:pt x="601" y="1001"/>
                    <a:pt x="201" y="2102"/>
                    <a:pt x="1" y="3236"/>
                  </a:cubicBezTo>
                  <a:lnTo>
                    <a:pt x="3136" y="3003"/>
                  </a:lnTo>
                  <a:lnTo>
                    <a:pt x="120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7"/>
            <p:cNvSpPr/>
            <p:nvPr/>
          </p:nvSpPr>
          <p:spPr>
            <a:xfrm>
              <a:off x="4576775" y="2360475"/>
              <a:ext cx="77575" cy="130100"/>
            </a:xfrm>
            <a:custGeom>
              <a:rect b="b" l="l" r="r" t="t"/>
              <a:pathLst>
                <a:path extrusionOk="0" h="5204" w="3103">
                  <a:moveTo>
                    <a:pt x="1902" y="0"/>
                  </a:moveTo>
                  <a:lnTo>
                    <a:pt x="0" y="5204"/>
                  </a:lnTo>
                  <a:lnTo>
                    <a:pt x="3103" y="1835"/>
                  </a:lnTo>
                  <a:cubicBezTo>
                    <a:pt x="3003" y="1068"/>
                    <a:pt x="2569" y="400"/>
                    <a:pt x="190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37"/>
            <p:cNvSpPr/>
            <p:nvPr/>
          </p:nvSpPr>
          <p:spPr>
            <a:xfrm>
              <a:off x="4494225" y="2489725"/>
              <a:ext cx="82575" cy="85075"/>
            </a:xfrm>
            <a:custGeom>
              <a:rect b="b" l="l" r="r" t="t"/>
              <a:pathLst>
                <a:path extrusionOk="0" h="3403" w="3303">
                  <a:moveTo>
                    <a:pt x="3302" y="0"/>
                  </a:moveTo>
                  <a:lnTo>
                    <a:pt x="167" y="234"/>
                  </a:lnTo>
                  <a:cubicBezTo>
                    <a:pt x="67" y="801"/>
                    <a:pt x="0" y="1368"/>
                    <a:pt x="0" y="1902"/>
                  </a:cubicBezTo>
                  <a:cubicBezTo>
                    <a:pt x="0" y="2402"/>
                    <a:pt x="67" y="2903"/>
                    <a:pt x="167" y="3403"/>
                  </a:cubicBezTo>
                  <a:lnTo>
                    <a:pt x="33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7"/>
            <p:cNvSpPr/>
            <p:nvPr/>
          </p:nvSpPr>
          <p:spPr>
            <a:xfrm>
              <a:off x="4575950" y="2483875"/>
              <a:ext cx="78400" cy="80925"/>
            </a:xfrm>
            <a:custGeom>
              <a:rect b="b" l="l" r="r" t="t"/>
              <a:pathLst>
                <a:path extrusionOk="0" h="3237" w="3136">
                  <a:moveTo>
                    <a:pt x="3136" y="1"/>
                  </a:moveTo>
                  <a:lnTo>
                    <a:pt x="0" y="234"/>
                  </a:lnTo>
                  <a:lnTo>
                    <a:pt x="1935" y="3237"/>
                  </a:lnTo>
                  <a:cubicBezTo>
                    <a:pt x="2535" y="2236"/>
                    <a:pt x="2935" y="1135"/>
                    <a:pt x="313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7"/>
            <p:cNvSpPr/>
            <p:nvPr/>
          </p:nvSpPr>
          <p:spPr>
            <a:xfrm>
              <a:off x="4528400" y="2489725"/>
              <a:ext cx="47575" cy="135625"/>
            </a:xfrm>
            <a:custGeom>
              <a:rect b="b" l="l" r="r" t="t"/>
              <a:pathLst>
                <a:path extrusionOk="0" h="5425" w="1903">
                  <a:moveTo>
                    <a:pt x="1902" y="0"/>
                  </a:moveTo>
                  <a:lnTo>
                    <a:pt x="1" y="5238"/>
                  </a:lnTo>
                  <a:cubicBezTo>
                    <a:pt x="251" y="5363"/>
                    <a:pt x="525" y="5424"/>
                    <a:pt x="800" y="5424"/>
                  </a:cubicBezTo>
                  <a:cubicBezTo>
                    <a:pt x="1184" y="5424"/>
                    <a:pt x="1571" y="5304"/>
                    <a:pt x="1902" y="5071"/>
                  </a:cubicBezTo>
                  <a:lnTo>
                    <a:pt x="19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7"/>
            <p:cNvSpPr/>
            <p:nvPr/>
          </p:nvSpPr>
          <p:spPr>
            <a:xfrm>
              <a:off x="4498375" y="2490550"/>
              <a:ext cx="78425" cy="130125"/>
            </a:xfrm>
            <a:custGeom>
              <a:rect b="b" l="l" r="r" t="t"/>
              <a:pathLst>
                <a:path extrusionOk="0" h="5205" w="3137">
                  <a:moveTo>
                    <a:pt x="3136" y="1"/>
                  </a:moveTo>
                  <a:lnTo>
                    <a:pt x="1" y="3370"/>
                  </a:lnTo>
                  <a:cubicBezTo>
                    <a:pt x="134" y="4104"/>
                    <a:pt x="568" y="4771"/>
                    <a:pt x="1202" y="5205"/>
                  </a:cubicBezTo>
                  <a:lnTo>
                    <a:pt x="3136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7"/>
            <p:cNvSpPr/>
            <p:nvPr/>
          </p:nvSpPr>
          <p:spPr>
            <a:xfrm>
              <a:off x="4494225" y="2363800"/>
              <a:ext cx="81750" cy="256875"/>
            </a:xfrm>
            <a:custGeom>
              <a:rect b="b" l="l" r="r" t="t"/>
              <a:pathLst>
                <a:path extrusionOk="0" h="10275" w="3270">
                  <a:moveTo>
                    <a:pt x="3269" y="1"/>
                  </a:moveTo>
                  <a:cubicBezTo>
                    <a:pt x="2468" y="501"/>
                    <a:pt x="1801" y="1235"/>
                    <a:pt x="1368" y="2069"/>
                  </a:cubicBezTo>
                  <a:cubicBezTo>
                    <a:pt x="767" y="3069"/>
                    <a:pt x="367" y="4170"/>
                    <a:pt x="167" y="5304"/>
                  </a:cubicBezTo>
                  <a:cubicBezTo>
                    <a:pt x="67" y="5838"/>
                    <a:pt x="0" y="6405"/>
                    <a:pt x="0" y="6972"/>
                  </a:cubicBezTo>
                  <a:cubicBezTo>
                    <a:pt x="0" y="7473"/>
                    <a:pt x="67" y="7940"/>
                    <a:pt x="167" y="8440"/>
                  </a:cubicBezTo>
                  <a:cubicBezTo>
                    <a:pt x="300" y="9174"/>
                    <a:pt x="734" y="9841"/>
                    <a:pt x="1368" y="10275"/>
                  </a:cubicBezTo>
                  <a:lnTo>
                    <a:pt x="3269" y="5037"/>
                  </a:lnTo>
                  <a:lnTo>
                    <a:pt x="326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7"/>
            <p:cNvSpPr/>
            <p:nvPr/>
          </p:nvSpPr>
          <p:spPr>
            <a:xfrm>
              <a:off x="4575950" y="2406325"/>
              <a:ext cx="82575" cy="84250"/>
            </a:xfrm>
            <a:custGeom>
              <a:rect b="b" l="l" r="r" t="t"/>
              <a:pathLst>
                <a:path extrusionOk="0" h="3370" w="3303">
                  <a:moveTo>
                    <a:pt x="3136" y="1"/>
                  </a:moveTo>
                  <a:lnTo>
                    <a:pt x="0" y="3370"/>
                  </a:lnTo>
                  <a:lnTo>
                    <a:pt x="3136" y="3136"/>
                  </a:lnTo>
                  <a:cubicBezTo>
                    <a:pt x="3236" y="2603"/>
                    <a:pt x="3302" y="2036"/>
                    <a:pt x="3302" y="1468"/>
                  </a:cubicBezTo>
                  <a:cubicBezTo>
                    <a:pt x="3302" y="968"/>
                    <a:pt x="3269" y="468"/>
                    <a:pt x="313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7"/>
            <p:cNvSpPr/>
            <p:nvPr/>
          </p:nvSpPr>
          <p:spPr>
            <a:xfrm>
              <a:off x="4576775" y="2489725"/>
              <a:ext cx="47550" cy="126775"/>
            </a:xfrm>
            <a:custGeom>
              <a:rect b="b" l="l" r="r" t="t"/>
              <a:pathLst>
                <a:path extrusionOk="0" h="5071" w="1902">
                  <a:moveTo>
                    <a:pt x="0" y="0"/>
                  </a:moveTo>
                  <a:lnTo>
                    <a:pt x="0" y="5071"/>
                  </a:lnTo>
                  <a:cubicBezTo>
                    <a:pt x="801" y="4570"/>
                    <a:pt x="1468" y="3837"/>
                    <a:pt x="1902" y="300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7"/>
            <p:cNvSpPr/>
            <p:nvPr/>
          </p:nvSpPr>
          <p:spPr>
            <a:xfrm>
              <a:off x="4527575" y="2633350"/>
              <a:ext cx="97600" cy="66025"/>
            </a:xfrm>
            <a:custGeom>
              <a:rect b="b" l="l" r="r" t="t"/>
              <a:pathLst>
                <a:path extrusionOk="0" h="2641" w="3904">
                  <a:moveTo>
                    <a:pt x="3724" y="1"/>
                  </a:moveTo>
                  <a:cubicBezTo>
                    <a:pt x="3687" y="1"/>
                    <a:pt x="3646" y="9"/>
                    <a:pt x="3603" y="26"/>
                  </a:cubicBezTo>
                  <a:lnTo>
                    <a:pt x="301" y="1928"/>
                  </a:lnTo>
                  <a:cubicBezTo>
                    <a:pt x="134" y="2061"/>
                    <a:pt x="34" y="2228"/>
                    <a:pt x="0" y="2428"/>
                  </a:cubicBezTo>
                  <a:cubicBezTo>
                    <a:pt x="0" y="2566"/>
                    <a:pt x="64" y="2641"/>
                    <a:pt x="158" y="2641"/>
                  </a:cubicBezTo>
                  <a:cubicBezTo>
                    <a:pt x="200" y="2641"/>
                    <a:pt x="249" y="2626"/>
                    <a:pt x="301" y="2595"/>
                  </a:cubicBezTo>
                  <a:lnTo>
                    <a:pt x="3603" y="693"/>
                  </a:lnTo>
                  <a:cubicBezTo>
                    <a:pt x="3770" y="593"/>
                    <a:pt x="3870" y="393"/>
                    <a:pt x="3903" y="193"/>
                  </a:cubicBezTo>
                  <a:cubicBezTo>
                    <a:pt x="3903" y="69"/>
                    <a:pt x="3830" y="1"/>
                    <a:pt x="372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7"/>
            <p:cNvSpPr/>
            <p:nvPr/>
          </p:nvSpPr>
          <p:spPr>
            <a:xfrm>
              <a:off x="4510050" y="2671725"/>
              <a:ext cx="132625" cy="86900"/>
            </a:xfrm>
            <a:custGeom>
              <a:rect b="b" l="l" r="r" t="t"/>
              <a:pathLst>
                <a:path extrusionOk="0" h="3476" w="5305">
                  <a:moveTo>
                    <a:pt x="5125" y="0"/>
                  </a:moveTo>
                  <a:cubicBezTo>
                    <a:pt x="5088" y="0"/>
                    <a:pt x="5047" y="8"/>
                    <a:pt x="5004" y="26"/>
                  </a:cubicBezTo>
                  <a:lnTo>
                    <a:pt x="301" y="2794"/>
                  </a:lnTo>
                  <a:cubicBezTo>
                    <a:pt x="134" y="2894"/>
                    <a:pt x="1" y="3095"/>
                    <a:pt x="1" y="3295"/>
                  </a:cubicBezTo>
                  <a:cubicBezTo>
                    <a:pt x="1" y="3408"/>
                    <a:pt x="62" y="3475"/>
                    <a:pt x="154" y="3475"/>
                  </a:cubicBezTo>
                  <a:cubicBezTo>
                    <a:pt x="198" y="3475"/>
                    <a:pt x="248" y="3460"/>
                    <a:pt x="301" y="3428"/>
                  </a:cubicBezTo>
                  <a:lnTo>
                    <a:pt x="5004" y="693"/>
                  </a:lnTo>
                  <a:cubicBezTo>
                    <a:pt x="5205" y="593"/>
                    <a:pt x="5305" y="393"/>
                    <a:pt x="5305" y="192"/>
                  </a:cubicBezTo>
                  <a:cubicBezTo>
                    <a:pt x="5305" y="69"/>
                    <a:pt x="5231" y="0"/>
                    <a:pt x="51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7"/>
            <p:cNvSpPr/>
            <p:nvPr/>
          </p:nvSpPr>
          <p:spPr>
            <a:xfrm>
              <a:off x="4510050" y="2720925"/>
              <a:ext cx="132625" cy="86900"/>
            </a:xfrm>
            <a:custGeom>
              <a:rect b="b" l="l" r="r" t="t"/>
              <a:pathLst>
                <a:path extrusionOk="0" h="3476" w="5305">
                  <a:moveTo>
                    <a:pt x="5125" y="0"/>
                  </a:moveTo>
                  <a:cubicBezTo>
                    <a:pt x="5088" y="0"/>
                    <a:pt x="5047" y="9"/>
                    <a:pt x="5004" y="26"/>
                  </a:cubicBezTo>
                  <a:lnTo>
                    <a:pt x="301" y="2794"/>
                  </a:lnTo>
                  <a:cubicBezTo>
                    <a:pt x="134" y="2894"/>
                    <a:pt x="1" y="3061"/>
                    <a:pt x="1" y="3295"/>
                  </a:cubicBezTo>
                  <a:cubicBezTo>
                    <a:pt x="1" y="3408"/>
                    <a:pt x="62" y="3475"/>
                    <a:pt x="154" y="3475"/>
                  </a:cubicBezTo>
                  <a:cubicBezTo>
                    <a:pt x="198" y="3475"/>
                    <a:pt x="248" y="3460"/>
                    <a:pt x="301" y="3428"/>
                  </a:cubicBezTo>
                  <a:lnTo>
                    <a:pt x="5004" y="693"/>
                  </a:lnTo>
                  <a:cubicBezTo>
                    <a:pt x="5205" y="593"/>
                    <a:pt x="5305" y="393"/>
                    <a:pt x="5305" y="193"/>
                  </a:cubicBezTo>
                  <a:cubicBezTo>
                    <a:pt x="5305" y="69"/>
                    <a:pt x="5231" y="0"/>
                    <a:pt x="51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7"/>
            <p:cNvSpPr/>
            <p:nvPr/>
          </p:nvSpPr>
          <p:spPr>
            <a:xfrm>
              <a:off x="4510050" y="2770425"/>
              <a:ext cx="132625" cy="86600"/>
            </a:xfrm>
            <a:custGeom>
              <a:rect b="b" l="l" r="r" t="t"/>
              <a:pathLst>
                <a:path extrusionOk="0" h="3464" w="5305">
                  <a:moveTo>
                    <a:pt x="5151" y="0"/>
                  </a:moveTo>
                  <a:cubicBezTo>
                    <a:pt x="5108" y="0"/>
                    <a:pt x="5058" y="15"/>
                    <a:pt x="5004" y="47"/>
                  </a:cubicBezTo>
                  <a:lnTo>
                    <a:pt x="301" y="2749"/>
                  </a:lnTo>
                  <a:cubicBezTo>
                    <a:pt x="101" y="2883"/>
                    <a:pt x="1" y="3049"/>
                    <a:pt x="1" y="3283"/>
                  </a:cubicBezTo>
                  <a:cubicBezTo>
                    <a:pt x="1" y="3396"/>
                    <a:pt x="62" y="3463"/>
                    <a:pt x="154" y="3463"/>
                  </a:cubicBezTo>
                  <a:cubicBezTo>
                    <a:pt x="198" y="3463"/>
                    <a:pt x="248" y="3448"/>
                    <a:pt x="301" y="3416"/>
                  </a:cubicBezTo>
                  <a:lnTo>
                    <a:pt x="5004" y="681"/>
                  </a:lnTo>
                  <a:cubicBezTo>
                    <a:pt x="5205" y="581"/>
                    <a:pt x="5305" y="381"/>
                    <a:pt x="5305" y="181"/>
                  </a:cubicBezTo>
                  <a:cubicBezTo>
                    <a:pt x="5305" y="67"/>
                    <a:pt x="5243" y="0"/>
                    <a:pt x="515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7"/>
            <p:cNvSpPr/>
            <p:nvPr/>
          </p:nvSpPr>
          <p:spPr>
            <a:xfrm>
              <a:off x="3869600" y="3939900"/>
              <a:ext cx="705525" cy="449050"/>
            </a:xfrm>
            <a:custGeom>
              <a:rect b="b" l="l" r="r" t="t"/>
              <a:pathLst>
                <a:path extrusionOk="0" h="17962" w="28221">
                  <a:moveTo>
                    <a:pt x="24674" y="1"/>
                  </a:moveTo>
                  <a:cubicBezTo>
                    <a:pt x="24459" y="1"/>
                    <a:pt x="24262" y="46"/>
                    <a:pt x="24084" y="135"/>
                  </a:cubicBezTo>
                  <a:cubicBezTo>
                    <a:pt x="21282" y="1536"/>
                    <a:pt x="1702" y="14112"/>
                    <a:pt x="434" y="14712"/>
                  </a:cubicBezTo>
                  <a:cubicBezTo>
                    <a:pt x="167" y="14879"/>
                    <a:pt x="1" y="15213"/>
                    <a:pt x="1" y="15546"/>
                  </a:cubicBezTo>
                  <a:cubicBezTo>
                    <a:pt x="34" y="16413"/>
                    <a:pt x="468" y="17247"/>
                    <a:pt x="1201" y="17781"/>
                  </a:cubicBezTo>
                  <a:cubicBezTo>
                    <a:pt x="1362" y="17901"/>
                    <a:pt x="1546" y="17961"/>
                    <a:pt x="1732" y="17961"/>
                  </a:cubicBezTo>
                  <a:cubicBezTo>
                    <a:pt x="1857" y="17961"/>
                    <a:pt x="1982" y="17935"/>
                    <a:pt x="2102" y="17881"/>
                  </a:cubicBezTo>
                  <a:cubicBezTo>
                    <a:pt x="4070" y="16780"/>
                    <a:pt x="23451" y="8541"/>
                    <a:pt x="27387" y="6440"/>
                  </a:cubicBezTo>
                  <a:cubicBezTo>
                    <a:pt x="27887" y="6173"/>
                    <a:pt x="28187" y="5639"/>
                    <a:pt x="28221" y="4838"/>
                  </a:cubicBezTo>
                  <a:cubicBezTo>
                    <a:pt x="28187" y="3037"/>
                    <a:pt x="27287" y="1403"/>
                    <a:pt x="25852" y="369"/>
                  </a:cubicBezTo>
                  <a:cubicBezTo>
                    <a:pt x="25419" y="121"/>
                    <a:pt x="25023" y="1"/>
                    <a:pt x="2467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7"/>
            <p:cNvSpPr/>
            <p:nvPr/>
          </p:nvSpPr>
          <p:spPr>
            <a:xfrm>
              <a:off x="3870425" y="3939900"/>
              <a:ext cx="684700" cy="412025"/>
            </a:xfrm>
            <a:custGeom>
              <a:rect b="b" l="l" r="r" t="t"/>
              <a:pathLst>
                <a:path extrusionOk="0" h="16481" w="27388">
                  <a:moveTo>
                    <a:pt x="24641" y="1"/>
                  </a:moveTo>
                  <a:cubicBezTo>
                    <a:pt x="24426" y="1"/>
                    <a:pt x="24229" y="46"/>
                    <a:pt x="24051" y="135"/>
                  </a:cubicBezTo>
                  <a:lnTo>
                    <a:pt x="23985" y="168"/>
                  </a:lnTo>
                  <a:cubicBezTo>
                    <a:pt x="21450" y="1469"/>
                    <a:pt x="6872" y="10776"/>
                    <a:pt x="1936" y="13778"/>
                  </a:cubicBezTo>
                  <a:lnTo>
                    <a:pt x="1902" y="13778"/>
                  </a:lnTo>
                  <a:lnTo>
                    <a:pt x="1702" y="13912"/>
                  </a:lnTo>
                  <a:lnTo>
                    <a:pt x="1669" y="13945"/>
                  </a:lnTo>
                  <a:lnTo>
                    <a:pt x="1535" y="14012"/>
                  </a:lnTo>
                  <a:lnTo>
                    <a:pt x="1402" y="14112"/>
                  </a:lnTo>
                  <a:cubicBezTo>
                    <a:pt x="902" y="14412"/>
                    <a:pt x="535" y="14612"/>
                    <a:pt x="401" y="14679"/>
                  </a:cubicBezTo>
                  <a:cubicBezTo>
                    <a:pt x="368" y="14712"/>
                    <a:pt x="334" y="14746"/>
                    <a:pt x="301" y="14779"/>
                  </a:cubicBezTo>
                  <a:cubicBezTo>
                    <a:pt x="101" y="14979"/>
                    <a:pt x="1" y="15213"/>
                    <a:pt x="1" y="15513"/>
                  </a:cubicBezTo>
                  <a:cubicBezTo>
                    <a:pt x="1" y="15579"/>
                    <a:pt x="1" y="15680"/>
                    <a:pt x="1" y="15780"/>
                  </a:cubicBezTo>
                  <a:lnTo>
                    <a:pt x="1" y="15880"/>
                  </a:lnTo>
                  <a:cubicBezTo>
                    <a:pt x="1" y="15913"/>
                    <a:pt x="1" y="16013"/>
                    <a:pt x="34" y="16046"/>
                  </a:cubicBezTo>
                  <a:lnTo>
                    <a:pt x="68" y="16213"/>
                  </a:lnTo>
                  <a:cubicBezTo>
                    <a:pt x="68" y="16247"/>
                    <a:pt x="101" y="16313"/>
                    <a:pt x="134" y="16347"/>
                  </a:cubicBezTo>
                  <a:cubicBezTo>
                    <a:pt x="134" y="16380"/>
                    <a:pt x="168" y="16447"/>
                    <a:pt x="168" y="16480"/>
                  </a:cubicBezTo>
                  <a:lnTo>
                    <a:pt x="27387" y="2103"/>
                  </a:lnTo>
                  <a:cubicBezTo>
                    <a:pt x="27020" y="1403"/>
                    <a:pt x="26453" y="802"/>
                    <a:pt x="25819" y="369"/>
                  </a:cubicBezTo>
                  <a:cubicBezTo>
                    <a:pt x="25386" y="121"/>
                    <a:pt x="24990" y="1"/>
                    <a:pt x="2464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7"/>
            <p:cNvSpPr/>
            <p:nvPr/>
          </p:nvSpPr>
          <p:spPr>
            <a:xfrm>
              <a:off x="3870425" y="4306625"/>
              <a:ext cx="61750" cy="82600"/>
            </a:xfrm>
            <a:custGeom>
              <a:rect b="b" l="l" r="r" t="t"/>
              <a:pathLst>
                <a:path extrusionOk="0" h="3304" w="2470">
                  <a:moveTo>
                    <a:pt x="703" y="0"/>
                  </a:moveTo>
                  <a:cubicBezTo>
                    <a:pt x="296" y="0"/>
                    <a:pt x="1" y="315"/>
                    <a:pt x="1" y="877"/>
                  </a:cubicBezTo>
                  <a:cubicBezTo>
                    <a:pt x="1" y="1778"/>
                    <a:pt x="435" y="2612"/>
                    <a:pt x="1168" y="3112"/>
                  </a:cubicBezTo>
                  <a:cubicBezTo>
                    <a:pt x="1379" y="3242"/>
                    <a:pt x="1580" y="3303"/>
                    <a:pt x="1759" y="3303"/>
                  </a:cubicBezTo>
                  <a:cubicBezTo>
                    <a:pt x="2175" y="3303"/>
                    <a:pt x="2469" y="2972"/>
                    <a:pt x="2469" y="2412"/>
                  </a:cubicBezTo>
                  <a:cubicBezTo>
                    <a:pt x="2436" y="1544"/>
                    <a:pt x="2002" y="710"/>
                    <a:pt x="1268" y="177"/>
                  </a:cubicBezTo>
                  <a:cubicBezTo>
                    <a:pt x="1069" y="57"/>
                    <a:pt x="876" y="0"/>
                    <a:pt x="70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7"/>
            <p:cNvSpPr/>
            <p:nvPr/>
          </p:nvSpPr>
          <p:spPr>
            <a:xfrm>
              <a:off x="3752850" y="4317950"/>
              <a:ext cx="166800" cy="126325"/>
            </a:xfrm>
            <a:custGeom>
              <a:rect b="b" l="l" r="r" t="t"/>
              <a:pathLst>
                <a:path extrusionOk="0" h="5053" w="6672">
                  <a:moveTo>
                    <a:pt x="5341" y="1"/>
                  </a:moveTo>
                  <a:cubicBezTo>
                    <a:pt x="5251" y="1"/>
                    <a:pt x="5158" y="20"/>
                    <a:pt x="5071" y="57"/>
                  </a:cubicBezTo>
                  <a:lnTo>
                    <a:pt x="334" y="2592"/>
                  </a:lnTo>
                  <a:cubicBezTo>
                    <a:pt x="134" y="2726"/>
                    <a:pt x="1" y="2959"/>
                    <a:pt x="34" y="3193"/>
                  </a:cubicBezTo>
                  <a:cubicBezTo>
                    <a:pt x="34" y="3893"/>
                    <a:pt x="367" y="4527"/>
                    <a:pt x="935" y="4927"/>
                  </a:cubicBezTo>
                  <a:cubicBezTo>
                    <a:pt x="1056" y="5008"/>
                    <a:pt x="1201" y="5052"/>
                    <a:pt x="1342" y="5052"/>
                  </a:cubicBezTo>
                  <a:cubicBezTo>
                    <a:pt x="1433" y="5052"/>
                    <a:pt x="1523" y="5034"/>
                    <a:pt x="1602" y="4994"/>
                  </a:cubicBezTo>
                  <a:lnTo>
                    <a:pt x="6372" y="2492"/>
                  </a:lnTo>
                  <a:cubicBezTo>
                    <a:pt x="6572" y="2359"/>
                    <a:pt x="6672" y="2092"/>
                    <a:pt x="6672" y="1858"/>
                  </a:cubicBezTo>
                  <a:cubicBezTo>
                    <a:pt x="6639" y="1191"/>
                    <a:pt x="6305" y="558"/>
                    <a:pt x="5738" y="157"/>
                  </a:cubicBezTo>
                  <a:cubicBezTo>
                    <a:pt x="5634" y="53"/>
                    <a:pt x="5490" y="1"/>
                    <a:pt x="5341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7"/>
            <p:cNvSpPr/>
            <p:nvPr/>
          </p:nvSpPr>
          <p:spPr>
            <a:xfrm>
              <a:off x="3752850" y="4317950"/>
              <a:ext cx="156800" cy="98175"/>
            </a:xfrm>
            <a:custGeom>
              <a:rect b="b" l="l" r="r" t="t"/>
              <a:pathLst>
                <a:path extrusionOk="0" h="3927" w="6272">
                  <a:moveTo>
                    <a:pt x="5342" y="1"/>
                  </a:moveTo>
                  <a:cubicBezTo>
                    <a:pt x="5251" y="1"/>
                    <a:pt x="5158" y="20"/>
                    <a:pt x="5071" y="57"/>
                  </a:cubicBezTo>
                  <a:lnTo>
                    <a:pt x="334" y="2592"/>
                  </a:lnTo>
                  <a:cubicBezTo>
                    <a:pt x="134" y="2726"/>
                    <a:pt x="1" y="2959"/>
                    <a:pt x="34" y="3193"/>
                  </a:cubicBezTo>
                  <a:cubicBezTo>
                    <a:pt x="34" y="3460"/>
                    <a:pt x="67" y="3693"/>
                    <a:pt x="167" y="3927"/>
                  </a:cubicBezTo>
                  <a:lnTo>
                    <a:pt x="6272" y="691"/>
                  </a:lnTo>
                  <a:cubicBezTo>
                    <a:pt x="6138" y="457"/>
                    <a:pt x="5971" y="291"/>
                    <a:pt x="5771" y="157"/>
                  </a:cubicBezTo>
                  <a:cubicBezTo>
                    <a:pt x="5646" y="53"/>
                    <a:pt x="5495" y="1"/>
                    <a:pt x="534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7"/>
            <p:cNvSpPr/>
            <p:nvPr/>
          </p:nvSpPr>
          <p:spPr>
            <a:xfrm>
              <a:off x="2877225" y="4206575"/>
              <a:ext cx="1028250" cy="733475"/>
            </a:xfrm>
            <a:custGeom>
              <a:rect b="b" l="l" r="r" t="t"/>
              <a:pathLst>
                <a:path extrusionOk="0" h="29339" w="41130">
                  <a:moveTo>
                    <a:pt x="20582" y="1977"/>
                  </a:moveTo>
                  <a:cubicBezTo>
                    <a:pt x="25719" y="1977"/>
                    <a:pt x="30522" y="3111"/>
                    <a:pt x="34125" y="5179"/>
                  </a:cubicBezTo>
                  <a:cubicBezTo>
                    <a:pt x="37361" y="7047"/>
                    <a:pt x="39128" y="9416"/>
                    <a:pt x="39128" y="11851"/>
                  </a:cubicBezTo>
                  <a:cubicBezTo>
                    <a:pt x="39128" y="14286"/>
                    <a:pt x="37361" y="16654"/>
                    <a:pt x="34125" y="18522"/>
                  </a:cubicBezTo>
                  <a:cubicBezTo>
                    <a:pt x="30522" y="20624"/>
                    <a:pt x="25719" y="21758"/>
                    <a:pt x="20582" y="21758"/>
                  </a:cubicBezTo>
                  <a:cubicBezTo>
                    <a:pt x="15412" y="21758"/>
                    <a:pt x="10608" y="20590"/>
                    <a:pt x="7006" y="18522"/>
                  </a:cubicBezTo>
                  <a:cubicBezTo>
                    <a:pt x="3770" y="16654"/>
                    <a:pt x="2002" y="14286"/>
                    <a:pt x="2002" y="11851"/>
                  </a:cubicBezTo>
                  <a:cubicBezTo>
                    <a:pt x="2002" y="9449"/>
                    <a:pt x="3770" y="7047"/>
                    <a:pt x="7006" y="5179"/>
                  </a:cubicBezTo>
                  <a:cubicBezTo>
                    <a:pt x="10608" y="3111"/>
                    <a:pt x="15412" y="1977"/>
                    <a:pt x="20582" y="1977"/>
                  </a:cubicBezTo>
                  <a:close/>
                  <a:moveTo>
                    <a:pt x="20565" y="1"/>
                  </a:moveTo>
                  <a:cubicBezTo>
                    <a:pt x="15303" y="1"/>
                    <a:pt x="10041" y="1160"/>
                    <a:pt x="6038" y="3478"/>
                  </a:cubicBezTo>
                  <a:cubicBezTo>
                    <a:pt x="2002" y="5780"/>
                    <a:pt x="1" y="8815"/>
                    <a:pt x="1" y="11851"/>
                  </a:cubicBezTo>
                  <a:lnTo>
                    <a:pt x="1" y="17455"/>
                  </a:lnTo>
                  <a:cubicBezTo>
                    <a:pt x="1" y="20490"/>
                    <a:pt x="2002" y="23526"/>
                    <a:pt x="6038" y="25861"/>
                  </a:cubicBezTo>
                  <a:cubicBezTo>
                    <a:pt x="10041" y="28179"/>
                    <a:pt x="15303" y="29338"/>
                    <a:pt x="20565" y="29338"/>
                  </a:cubicBezTo>
                  <a:cubicBezTo>
                    <a:pt x="25827" y="29338"/>
                    <a:pt x="31089" y="28179"/>
                    <a:pt x="35092" y="25861"/>
                  </a:cubicBezTo>
                  <a:cubicBezTo>
                    <a:pt x="39128" y="23526"/>
                    <a:pt x="41130" y="20490"/>
                    <a:pt x="41130" y="17455"/>
                  </a:cubicBezTo>
                  <a:lnTo>
                    <a:pt x="41130" y="11851"/>
                  </a:lnTo>
                  <a:cubicBezTo>
                    <a:pt x="41130" y="8815"/>
                    <a:pt x="39128" y="5780"/>
                    <a:pt x="35092" y="3478"/>
                  </a:cubicBezTo>
                  <a:cubicBezTo>
                    <a:pt x="31089" y="1160"/>
                    <a:pt x="25827" y="1"/>
                    <a:pt x="2056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7"/>
            <p:cNvSpPr/>
            <p:nvPr/>
          </p:nvSpPr>
          <p:spPr>
            <a:xfrm>
              <a:off x="2827200" y="4206575"/>
              <a:ext cx="1128325" cy="593375"/>
            </a:xfrm>
            <a:custGeom>
              <a:rect b="b" l="l" r="r" t="t"/>
              <a:pathLst>
                <a:path extrusionOk="0" h="23735" w="45133">
                  <a:moveTo>
                    <a:pt x="22550" y="1977"/>
                  </a:moveTo>
                  <a:cubicBezTo>
                    <a:pt x="27720" y="1977"/>
                    <a:pt x="32523" y="3111"/>
                    <a:pt x="36126" y="5179"/>
                  </a:cubicBezTo>
                  <a:cubicBezTo>
                    <a:pt x="39362" y="7047"/>
                    <a:pt x="41129" y="9416"/>
                    <a:pt x="41129" y="11851"/>
                  </a:cubicBezTo>
                  <a:cubicBezTo>
                    <a:pt x="41129" y="14286"/>
                    <a:pt x="39362" y="16654"/>
                    <a:pt x="36126" y="18522"/>
                  </a:cubicBezTo>
                  <a:cubicBezTo>
                    <a:pt x="32523" y="20624"/>
                    <a:pt x="27720" y="21758"/>
                    <a:pt x="22550" y="21758"/>
                  </a:cubicBezTo>
                  <a:cubicBezTo>
                    <a:pt x="17413" y="21758"/>
                    <a:pt x="12609" y="20590"/>
                    <a:pt x="9007" y="18522"/>
                  </a:cubicBezTo>
                  <a:cubicBezTo>
                    <a:pt x="5771" y="16654"/>
                    <a:pt x="4003" y="14319"/>
                    <a:pt x="4003" y="11851"/>
                  </a:cubicBezTo>
                  <a:cubicBezTo>
                    <a:pt x="4003" y="9416"/>
                    <a:pt x="5771" y="7047"/>
                    <a:pt x="9007" y="5179"/>
                  </a:cubicBezTo>
                  <a:cubicBezTo>
                    <a:pt x="12609" y="3111"/>
                    <a:pt x="17413" y="1977"/>
                    <a:pt x="22550" y="1977"/>
                  </a:cubicBezTo>
                  <a:close/>
                  <a:moveTo>
                    <a:pt x="22566" y="1"/>
                  </a:moveTo>
                  <a:cubicBezTo>
                    <a:pt x="17304" y="1"/>
                    <a:pt x="12042" y="1160"/>
                    <a:pt x="8039" y="3478"/>
                  </a:cubicBezTo>
                  <a:cubicBezTo>
                    <a:pt x="0" y="8115"/>
                    <a:pt x="0" y="15620"/>
                    <a:pt x="8039" y="20257"/>
                  </a:cubicBezTo>
                  <a:cubicBezTo>
                    <a:pt x="12042" y="22575"/>
                    <a:pt x="17304" y="23734"/>
                    <a:pt x="22566" y="23734"/>
                  </a:cubicBezTo>
                  <a:cubicBezTo>
                    <a:pt x="27828" y="23734"/>
                    <a:pt x="33090" y="22575"/>
                    <a:pt x="37093" y="20257"/>
                  </a:cubicBezTo>
                  <a:cubicBezTo>
                    <a:pt x="45132" y="15620"/>
                    <a:pt x="45132" y="8115"/>
                    <a:pt x="37093" y="3478"/>
                  </a:cubicBezTo>
                  <a:cubicBezTo>
                    <a:pt x="33090" y="1160"/>
                    <a:pt x="27828" y="1"/>
                    <a:pt x="225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7"/>
            <p:cNvSpPr/>
            <p:nvPr/>
          </p:nvSpPr>
          <p:spPr>
            <a:xfrm>
              <a:off x="2927250" y="4256000"/>
              <a:ext cx="928200" cy="316900"/>
            </a:xfrm>
            <a:custGeom>
              <a:rect b="b" l="l" r="r" t="t"/>
              <a:pathLst>
                <a:path extrusionOk="0" h="12676" w="37128">
                  <a:moveTo>
                    <a:pt x="18581" y="0"/>
                  </a:moveTo>
                  <a:cubicBezTo>
                    <a:pt x="13411" y="0"/>
                    <a:pt x="8607" y="1134"/>
                    <a:pt x="5005" y="3202"/>
                  </a:cubicBezTo>
                  <a:cubicBezTo>
                    <a:pt x="1769" y="5070"/>
                    <a:pt x="1" y="7439"/>
                    <a:pt x="1" y="9874"/>
                  </a:cubicBezTo>
                  <a:cubicBezTo>
                    <a:pt x="1" y="10875"/>
                    <a:pt x="268" y="11842"/>
                    <a:pt x="802" y="12676"/>
                  </a:cubicBezTo>
                  <a:cubicBezTo>
                    <a:pt x="1635" y="11275"/>
                    <a:pt x="3036" y="9940"/>
                    <a:pt x="5005" y="8806"/>
                  </a:cubicBezTo>
                  <a:cubicBezTo>
                    <a:pt x="8607" y="6738"/>
                    <a:pt x="13411" y="5604"/>
                    <a:pt x="18581" y="5604"/>
                  </a:cubicBezTo>
                  <a:cubicBezTo>
                    <a:pt x="23718" y="5604"/>
                    <a:pt x="28521" y="6738"/>
                    <a:pt x="32124" y="8806"/>
                  </a:cubicBezTo>
                  <a:cubicBezTo>
                    <a:pt x="34092" y="9940"/>
                    <a:pt x="35526" y="11275"/>
                    <a:pt x="36327" y="12676"/>
                  </a:cubicBezTo>
                  <a:cubicBezTo>
                    <a:pt x="36861" y="11842"/>
                    <a:pt x="37127" y="10875"/>
                    <a:pt x="37127" y="9874"/>
                  </a:cubicBezTo>
                  <a:cubicBezTo>
                    <a:pt x="37127" y="7439"/>
                    <a:pt x="35360" y="5070"/>
                    <a:pt x="32124" y="3202"/>
                  </a:cubicBezTo>
                  <a:cubicBezTo>
                    <a:pt x="28521" y="1134"/>
                    <a:pt x="23718" y="0"/>
                    <a:pt x="1858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7"/>
            <p:cNvSpPr/>
            <p:nvPr/>
          </p:nvSpPr>
          <p:spPr>
            <a:xfrm>
              <a:off x="2927250" y="4256000"/>
              <a:ext cx="928200" cy="316900"/>
            </a:xfrm>
            <a:custGeom>
              <a:rect b="b" l="l" r="r" t="t"/>
              <a:pathLst>
                <a:path extrusionOk="0" h="12676" w="37128">
                  <a:moveTo>
                    <a:pt x="18581" y="0"/>
                  </a:moveTo>
                  <a:cubicBezTo>
                    <a:pt x="13411" y="0"/>
                    <a:pt x="8607" y="1134"/>
                    <a:pt x="5005" y="3202"/>
                  </a:cubicBezTo>
                  <a:cubicBezTo>
                    <a:pt x="1769" y="5070"/>
                    <a:pt x="1" y="7439"/>
                    <a:pt x="1" y="9874"/>
                  </a:cubicBezTo>
                  <a:cubicBezTo>
                    <a:pt x="1" y="10875"/>
                    <a:pt x="268" y="11842"/>
                    <a:pt x="802" y="12676"/>
                  </a:cubicBezTo>
                  <a:cubicBezTo>
                    <a:pt x="1635" y="11275"/>
                    <a:pt x="3036" y="9940"/>
                    <a:pt x="5005" y="8806"/>
                  </a:cubicBezTo>
                  <a:cubicBezTo>
                    <a:pt x="8607" y="6738"/>
                    <a:pt x="13411" y="5604"/>
                    <a:pt x="18581" y="5604"/>
                  </a:cubicBezTo>
                  <a:cubicBezTo>
                    <a:pt x="23718" y="5604"/>
                    <a:pt x="28521" y="6738"/>
                    <a:pt x="32124" y="8806"/>
                  </a:cubicBezTo>
                  <a:cubicBezTo>
                    <a:pt x="34092" y="9940"/>
                    <a:pt x="35526" y="11275"/>
                    <a:pt x="36327" y="12676"/>
                  </a:cubicBezTo>
                  <a:cubicBezTo>
                    <a:pt x="36861" y="11842"/>
                    <a:pt x="37127" y="10875"/>
                    <a:pt x="37127" y="9874"/>
                  </a:cubicBezTo>
                  <a:cubicBezTo>
                    <a:pt x="37127" y="7439"/>
                    <a:pt x="35360" y="5070"/>
                    <a:pt x="32124" y="3202"/>
                  </a:cubicBezTo>
                  <a:cubicBezTo>
                    <a:pt x="28521" y="1134"/>
                    <a:pt x="23718" y="0"/>
                    <a:pt x="1858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7"/>
            <p:cNvSpPr/>
            <p:nvPr/>
          </p:nvSpPr>
          <p:spPr>
            <a:xfrm>
              <a:off x="2931425" y="4319375"/>
              <a:ext cx="919850" cy="431150"/>
            </a:xfrm>
            <a:custGeom>
              <a:rect b="b" l="l" r="r" t="t"/>
              <a:pathLst>
                <a:path extrusionOk="0" h="17246" w="36794">
                  <a:moveTo>
                    <a:pt x="18381" y="0"/>
                  </a:moveTo>
                  <a:cubicBezTo>
                    <a:pt x="13244" y="0"/>
                    <a:pt x="8440" y="1134"/>
                    <a:pt x="4838" y="3202"/>
                  </a:cubicBezTo>
                  <a:cubicBezTo>
                    <a:pt x="2169" y="4770"/>
                    <a:pt x="501" y="6638"/>
                    <a:pt x="1" y="8640"/>
                  </a:cubicBezTo>
                  <a:cubicBezTo>
                    <a:pt x="501" y="10608"/>
                    <a:pt x="2169" y="12509"/>
                    <a:pt x="4838" y="14044"/>
                  </a:cubicBezTo>
                  <a:cubicBezTo>
                    <a:pt x="8440" y="16112"/>
                    <a:pt x="13244" y="17246"/>
                    <a:pt x="18381" y="17246"/>
                  </a:cubicBezTo>
                  <a:cubicBezTo>
                    <a:pt x="23551" y="17246"/>
                    <a:pt x="28354" y="16145"/>
                    <a:pt x="31957" y="14044"/>
                  </a:cubicBezTo>
                  <a:cubicBezTo>
                    <a:pt x="34625" y="12476"/>
                    <a:pt x="36293" y="10608"/>
                    <a:pt x="36794" y="8640"/>
                  </a:cubicBezTo>
                  <a:cubicBezTo>
                    <a:pt x="36293" y="6638"/>
                    <a:pt x="34625" y="4737"/>
                    <a:pt x="31957" y="3202"/>
                  </a:cubicBezTo>
                  <a:cubicBezTo>
                    <a:pt x="28354" y="1134"/>
                    <a:pt x="23551" y="0"/>
                    <a:pt x="18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7"/>
            <p:cNvSpPr/>
            <p:nvPr/>
          </p:nvSpPr>
          <p:spPr>
            <a:xfrm>
              <a:off x="2876575" y="4456975"/>
              <a:ext cx="393450" cy="474525"/>
            </a:xfrm>
            <a:custGeom>
              <a:rect b="b" l="l" r="r" t="t"/>
              <a:pathLst>
                <a:path extrusionOk="0" h="18981" w="15738">
                  <a:moveTo>
                    <a:pt x="260" y="0"/>
                  </a:moveTo>
                  <a:lnTo>
                    <a:pt x="260" y="0"/>
                  </a:lnTo>
                  <a:cubicBezTo>
                    <a:pt x="204" y="200"/>
                    <a:pt x="160" y="404"/>
                    <a:pt x="125" y="609"/>
                  </a:cubicBezTo>
                  <a:lnTo>
                    <a:pt x="125" y="609"/>
                  </a:lnTo>
                  <a:cubicBezTo>
                    <a:pt x="161" y="405"/>
                    <a:pt x="206" y="203"/>
                    <a:pt x="260" y="0"/>
                  </a:cubicBezTo>
                  <a:close/>
                  <a:moveTo>
                    <a:pt x="125" y="609"/>
                  </a:moveTo>
                  <a:cubicBezTo>
                    <a:pt x="34" y="1129"/>
                    <a:pt x="1" y="1651"/>
                    <a:pt x="27" y="2171"/>
                  </a:cubicBezTo>
                  <a:lnTo>
                    <a:pt x="27" y="2171"/>
                  </a:lnTo>
                  <a:lnTo>
                    <a:pt x="27" y="1835"/>
                  </a:lnTo>
                  <a:cubicBezTo>
                    <a:pt x="27" y="1434"/>
                    <a:pt x="56" y="1019"/>
                    <a:pt x="125" y="609"/>
                  </a:cubicBezTo>
                  <a:close/>
                  <a:moveTo>
                    <a:pt x="27" y="2171"/>
                  </a:moveTo>
                  <a:lnTo>
                    <a:pt x="27" y="7439"/>
                  </a:lnTo>
                  <a:cubicBezTo>
                    <a:pt x="27" y="10474"/>
                    <a:pt x="2028" y="13510"/>
                    <a:pt x="6064" y="15845"/>
                  </a:cubicBezTo>
                  <a:cubicBezTo>
                    <a:pt x="9033" y="17479"/>
                    <a:pt x="12335" y="18547"/>
                    <a:pt x="15738" y="18980"/>
                  </a:cubicBezTo>
                  <a:lnTo>
                    <a:pt x="15738" y="13376"/>
                  </a:lnTo>
                  <a:cubicBezTo>
                    <a:pt x="12335" y="12976"/>
                    <a:pt x="9033" y="11909"/>
                    <a:pt x="6031" y="10241"/>
                  </a:cubicBezTo>
                  <a:cubicBezTo>
                    <a:pt x="2179" y="7994"/>
                    <a:pt x="172" y="5103"/>
                    <a:pt x="27" y="217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7"/>
            <p:cNvSpPr/>
            <p:nvPr/>
          </p:nvSpPr>
          <p:spPr>
            <a:xfrm>
              <a:off x="5541625" y="3824800"/>
              <a:ext cx="190175" cy="206525"/>
            </a:xfrm>
            <a:custGeom>
              <a:rect b="b" l="l" r="r" t="t"/>
              <a:pathLst>
                <a:path extrusionOk="0" h="8261" w="7607">
                  <a:moveTo>
                    <a:pt x="1435" y="0"/>
                  </a:moveTo>
                  <a:cubicBezTo>
                    <a:pt x="1296" y="0"/>
                    <a:pt x="1161" y="22"/>
                    <a:pt x="1035" y="69"/>
                  </a:cubicBezTo>
                  <a:cubicBezTo>
                    <a:pt x="267" y="403"/>
                    <a:pt x="1" y="870"/>
                    <a:pt x="267" y="1970"/>
                  </a:cubicBezTo>
                  <a:cubicBezTo>
                    <a:pt x="568" y="3205"/>
                    <a:pt x="1435" y="4039"/>
                    <a:pt x="2236" y="4939"/>
                  </a:cubicBezTo>
                  <a:cubicBezTo>
                    <a:pt x="3170" y="5973"/>
                    <a:pt x="3603" y="6741"/>
                    <a:pt x="4237" y="7574"/>
                  </a:cubicBezTo>
                  <a:cubicBezTo>
                    <a:pt x="4599" y="8057"/>
                    <a:pt x="5344" y="8260"/>
                    <a:pt x="6032" y="8260"/>
                  </a:cubicBezTo>
                  <a:cubicBezTo>
                    <a:pt x="6295" y="8260"/>
                    <a:pt x="6550" y="8230"/>
                    <a:pt x="6772" y="8175"/>
                  </a:cubicBezTo>
                  <a:cubicBezTo>
                    <a:pt x="7606" y="7941"/>
                    <a:pt x="7473" y="6707"/>
                    <a:pt x="7473" y="6007"/>
                  </a:cubicBezTo>
                  <a:cubicBezTo>
                    <a:pt x="7473" y="5073"/>
                    <a:pt x="7406" y="4606"/>
                    <a:pt x="7172" y="4506"/>
                  </a:cubicBezTo>
                  <a:cubicBezTo>
                    <a:pt x="6906" y="4406"/>
                    <a:pt x="5204" y="1604"/>
                    <a:pt x="4504" y="1403"/>
                  </a:cubicBezTo>
                  <a:cubicBezTo>
                    <a:pt x="3798" y="1168"/>
                    <a:pt x="2471" y="0"/>
                    <a:pt x="14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7"/>
            <p:cNvSpPr/>
            <p:nvPr/>
          </p:nvSpPr>
          <p:spPr>
            <a:xfrm>
              <a:off x="5641700" y="3903225"/>
              <a:ext cx="79250" cy="50900"/>
            </a:xfrm>
            <a:custGeom>
              <a:rect b="b" l="l" r="r" t="t"/>
              <a:pathLst>
                <a:path extrusionOk="0" h="2036" w="3170">
                  <a:moveTo>
                    <a:pt x="0" y="1"/>
                  </a:moveTo>
                  <a:cubicBezTo>
                    <a:pt x="1" y="1"/>
                    <a:pt x="234" y="1535"/>
                    <a:pt x="267" y="1635"/>
                  </a:cubicBezTo>
                  <a:cubicBezTo>
                    <a:pt x="718" y="1902"/>
                    <a:pt x="1218" y="2036"/>
                    <a:pt x="1718" y="2036"/>
                  </a:cubicBezTo>
                  <a:cubicBezTo>
                    <a:pt x="2219" y="2036"/>
                    <a:pt x="2719" y="1902"/>
                    <a:pt x="3169" y="1635"/>
                  </a:cubicBezTo>
                  <a:lnTo>
                    <a:pt x="3169" y="5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7"/>
            <p:cNvSpPr/>
            <p:nvPr/>
          </p:nvSpPr>
          <p:spPr>
            <a:xfrm>
              <a:off x="5161350" y="4096700"/>
              <a:ext cx="343600" cy="169475"/>
            </a:xfrm>
            <a:custGeom>
              <a:rect b="b" l="l" r="r" t="t"/>
              <a:pathLst>
                <a:path extrusionOk="0" h="6779" w="13744">
                  <a:moveTo>
                    <a:pt x="9207" y="1"/>
                  </a:moveTo>
                  <a:cubicBezTo>
                    <a:pt x="7706" y="1602"/>
                    <a:pt x="3437" y="2870"/>
                    <a:pt x="3403" y="2870"/>
                  </a:cubicBezTo>
                  <a:cubicBezTo>
                    <a:pt x="301" y="4104"/>
                    <a:pt x="1" y="4671"/>
                    <a:pt x="201" y="5205"/>
                  </a:cubicBezTo>
                  <a:cubicBezTo>
                    <a:pt x="401" y="5772"/>
                    <a:pt x="1735" y="6539"/>
                    <a:pt x="3036" y="6739"/>
                  </a:cubicBezTo>
                  <a:cubicBezTo>
                    <a:pt x="3256" y="6766"/>
                    <a:pt x="3521" y="6779"/>
                    <a:pt x="3811" y="6779"/>
                  </a:cubicBezTo>
                  <a:cubicBezTo>
                    <a:pt x="4971" y="6779"/>
                    <a:pt x="6545" y="6566"/>
                    <a:pt x="7373" y="6139"/>
                  </a:cubicBezTo>
                  <a:cubicBezTo>
                    <a:pt x="8381" y="5618"/>
                    <a:pt x="9800" y="5003"/>
                    <a:pt x="10767" y="5003"/>
                  </a:cubicBezTo>
                  <a:cubicBezTo>
                    <a:pt x="10792" y="5003"/>
                    <a:pt x="10817" y="5004"/>
                    <a:pt x="10842" y="5004"/>
                  </a:cubicBezTo>
                  <a:cubicBezTo>
                    <a:pt x="10964" y="5010"/>
                    <a:pt x="11084" y="5013"/>
                    <a:pt x="11199" y="5013"/>
                  </a:cubicBezTo>
                  <a:cubicBezTo>
                    <a:pt x="12436" y="5013"/>
                    <a:pt x="13264" y="4695"/>
                    <a:pt x="13477" y="4237"/>
                  </a:cubicBezTo>
                  <a:cubicBezTo>
                    <a:pt x="13744" y="3703"/>
                    <a:pt x="13577" y="2569"/>
                    <a:pt x="13444" y="1869"/>
                  </a:cubicBezTo>
                  <a:cubicBezTo>
                    <a:pt x="13277" y="1002"/>
                    <a:pt x="12977" y="1"/>
                    <a:pt x="1297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7"/>
            <p:cNvSpPr/>
            <p:nvPr/>
          </p:nvSpPr>
          <p:spPr>
            <a:xfrm>
              <a:off x="5389850" y="4065025"/>
              <a:ext cx="96775" cy="61850"/>
            </a:xfrm>
            <a:custGeom>
              <a:rect b="b" l="l" r="r" t="t"/>
              <a:pathLst>
                <a:path extrusionOk="0" h="2474" w="3871">
                  <a:moveTo>
                    <a:pt x="101" y="0"/>
                  </a:moveTo>
                  <a:lnTo>
                    <a:pt x="67" y="1268"/>
                  </a:lnTo>
                  <a:cubicBezTo>
                    <a:pt x="1" y="2102"/>
                    <a:pt x="701" y="2402"/>
                    <a:pt x="1769" y="2469"/>
                  </a:cubicBezTo>
                  <a:cubicBezTo>
                    <a:pt x="1837" y="2472"/>
                    <a:pt x="1904" y="2473"/>
                    <a:pt x="1969" y="2473"/>
                  </a:cubicBezTo>
                  <a:cubicBezTo>
                    <a:pt x="3291" y="2473"/>
                    <a:pt x="3837" y="1845"/>
                    <a:pt x="3837" y="1368"/>
                  </a:cubicBezTo>
                  <a:cubicBezTo>
                    <a:pt x="3837" y="868"/>
                    <a:pt x="3870" y="34"/>
                    <a:pt x="3870" y="34"/>
                  </a:cubicBezTo>
                  <a:lnTo>
                    <a:pt x="101" y="0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7"/>
            <p:cNvSpPr/>
            <p:nvPr/>
          </p:nvSpPr>
          <p:spPr>
            <a:xfrm>
              <a:off x="5304800" y="2746850"/>
              <a:ext cx="454500" cy="1330275"/>
            </a:xfrm>
            <a:custGeom>
              <a:rect b="b" l="l" r="r" t="t"/>
              <a:pathLst>
                <a:path extrusionOk="0" h="53211" w="18180">
                  <a:moveTo>
                    <a:pt x="12945" y="0"/>
                  </a:moveTo>
                  <a:cubicBezTo>
                    <a:pt x="8142" y="0"/>
                    <a:pt x="726" y="667"/>
                    <a:pt x="434" y="4760"/>
                  </a:cubicBezTo>
                  <a:cubicBezTo>
                    <a:pt x="0" y="10831"/>
                    <a:pt x="634" y="26308"/>
                    <a:pt x="767" y="28977"/>
                  </a:cubicBezTo>
                  <a:cubicBezTo>
                    <a:pt x="901" y="31645"/>
                    <a:pt x="1301" y="34014"/>
                    <a:pt x="1768" y="38350"/>
                  </a:cubicBezTo>
                  <a:cubicBezTo>
                    <a:pt x="2202" y="42687"/>
                    <a:pt x="3503" y="52761"/>
                    <a:pt x="3503" y="52761"/>
                  </a:cubicBezTo>
                  <a:cubicBezTo>
                    <a:pt x="4086" y="53061"/>
                    <a:pt x="4737" y="53211"/>
                    <a:pt x="5387" y="53211"/>
                  </a:cubicBezTo>
                  <a:cubicBezTo>
                    <a:pt x="6038" y="53211"/>
                    <a:pt x="6688" y="53061"/>
                    <a:pt x="7272" y="52761"/>
                  </a:cubicBezTo>
                  <a:cubicBezTo>
                    <a:pt x="7272" y="52761"/>
                    <a:pt x="8740" y="40619"/>
                    <a:pt x="8673" y="37550"/>
                  </a:cubicBezTo>
                  <a:cubicBezTo>
                    <a:pt x="8640" y="35281"/>
                    <a:pt x="8306" y="33013"/>
                    <a:pt x="7672" y="30812"/>
                  </a:cubicBezTo>
                  <a:cubicBezTo>
                    <a:pt x="7672" y="30812"/>
                    <a:pt x="8073" y="25808"/>
                    <a:pt x="8506" y="21472"/>
                  </a:cubicBezTo>
                  <a:cubicBezTo>
                    <a:pt x="8907" y="17102"/>
                    <a:pt x="9240" y="15034"/>
                    <a:pt x="9340" y="13132"/>
                  </a:cubicBezTo>
                  <a:lnTo>
                    <a:pt x="9707" y="12932"/>
                  </a:lnTo>
                  <a:cubicBezTo>
                    <a:pt x="9707" y="12932"/>
                    <a:pt x="9907" y="20437"/>
                    <a:pt x="10041" y="23139"/>
                  </a:cubicBezTo>
                  <a:cubicBezTo>
                    <a:pt x="10207" y="25808"/>
                    <a:pt x="10541" y="28376"/>
                    <a:pt x="11208" y="33347"/>
                  </a:cubicBezTo>
                  <a:cubicBezTo>
                    <a:pt x="11809" y="37683"/>
                    <a:pt x="13577" y="46856"/>
                    <a:pt x="13577" y="46856"/>
                  </a:cubicBezTo>
                  <a:cubicBezTo>
                    <a:pt x="14185" y="47198"/>
                    <a:pt x="14718" y="47314"/>
                    <a:pt x="15162" y="47314"/>
                  </a:cubicBezTo>
                  <a:cubicBezTo>
                    <a:pt x="16106" y="47314"/>
                    <a:pt x="16645" y="46790"/>
                    <a:pt x="16645" y="46790"/>
                  </a:cubicBezTo>
                  <a:cubicBezTo>
                    <a:pt x="16645" y="46790"/>
                    <a:pt x="18180" y="35381"/>
                    <a:pt x="17746" y="31612"/>
                  </a:cubicBezTo>
                  <a:cubicBezTo>
                    <a:pt x="17546" y="29611"/>
                    <a:pt x="17112" y="27609"/>
                    <a:pt x="16512" y="25641"/>
                  </a:cubicBezTo>
                  <a:cubicBezTo>
                    <a:pt x="16512" y="25641"/>
                    <a:pt x="17046" y="20538"/>
                    <a:pt x="17346" y="15667"/>
                  </a:cubicBezTo>
                  <a:cubicBezTo>
                    <a:pt x="17679" y="10430"/>
                    <a:pt x="17980" y="7728"/>
                    <a:pt x="16979" y="156"/>
                  </a:cubicBezTo>
                  <a:cubicBezTo>
                    <a:pt x="16979" y="156"/>
                    <a:pt x="15268" y="0"/>
                    <a:pt x="12945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7"/>
            <p:cNvSpPr/>
            <p:nvPr/>
          </p:nvSpPr>
          <p:spPr>
            <a:xfrm>
              <a:off x="5537450" y="2982575"/>
              <a:ext cx="156800" cy="322825"/>
            </a:xfrm>
            <a:custGeom>
              <a:rect b="b" l="l" r="r" t="t"/>
              <a:pathLst>
                <a:path extrusionOk="0" h="12913" w="6272">
                  <a:moveTo>
                    <a:pt x="6272" y="1"/>
                  </a:moveTo>
                  <a:lnTo>
                    <a:pt x="6272" y="1"/>
                  </a:lnTo>
                  <a:cubicBezTo>
                    <a:pt x="4170" y="1769"/>
                    <a:pt x="1" y="3703"/>
                    <a:pt x="1" y="3703"/>
                  </a:cubicBezTo>
                  <a:lnTo>
                    <a:pt x="368" y="3703"/>
                  </a:lnTo>
                  <a:lnTo>
                    <a:pt x="668" y="12910"/>
                  </a:lnTo>
                  <a:cubicBezTo>
                    <a:pt x="668" y="12911"/>
                    <a:pt x="668" y="12912"/>
                    <a:pt x="668" y="12912"/>
                  </a:cubicBezTo>
                  <a:cubicBezTo>
                    <a:pt x="687" y="12912"/>
                    <a:pt x="1769" y="3770"/>
                    <a:pt x="1769" y="3770"/>
                  </a:cubicBezTo>
                  <a:cubicBezTo>
                    <a:pt x="4304" y="2636"/>
                    <a:pt x="6272" y="1"/>
                    <a:pt x="627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7"/>
            <p:cNvSpPr/>
            <p:nvPr/>
          </p:nvSpPr>
          <p:spPr>
            <a:xfrm>
              <a:off x="5465750" y="2180325"/>
              <a:ext cx="146775" cy="168500"/>
            </a:xfrm>
            <a:custGeom>
              <a:rect b="b" l="l" r="r" t="t"/>
              <a:pathLst>
                <a:path extrusionOk="0" h="6740" w="5871">
                  <a:moveTo>
                    <a:pt x="5304" y="1"/>
                  </a:moveTo>
                  <a:lnTo>
                    <a:pt x="0" y="1168"/>
                  </a:lnTo>
                  <a:lnTo>
                    <a:pt x="634" y="6739"/>
                  </a:lnTo>
                  <a:lnTo>
                    <a:pt x="5871" y="6472"/>
                  </a:lnTo>
                  <a:lnTo>
                    <a:pt x="5304" y="1"/>
                  </a:lnTo>
                  <a:close/>
                </a:path>
              </a:pathLst>
            </a:custGeom>
            <a:solidFill>
              <a:srgbClr val="6845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7"/>
            <p:cNvSpPr/>
            <p:nvPr/>
          </p:nvSpPr>
          <p:spPr>
            <a:xfrm>
              <a:off x="5648375" y="2262475"/>
              <a:ext cx="156800" cy="407400"/>
            </a:xfrm>
            <a:custGeom>
              <a:rect b="b" l="l" r="r" t="t"/>
              <a:pathLst>
                <a:path extrusionOk="0" h="16296" w="6272">
                  <a:moveTo>
                    <a:pt x="1173" y="0"/>
                  </a:moveTo>
                  <a:cubicBezTo>
                    <a:pt x="981" y="0"/>
                    <a:pt x="780" y="6"/>
                    <a:pt x="567" y="17"/>
                  </a:cubicBezTo>
                  <a:lnTo>
                    <a:pt x="0" y="16296"/>
                  </a:lnTo>
                  <a:cubicBezTo>
                    <a:pt x="0" y="16296"/>
                    <a:pt x="4137" y="16196"/>
                    <a:pt x="5204" y="15929"/>
                  </a:cubicBezTo>
                  <a:cubicBezTo>
                    <a:pt x="6271" y="15662"/>
                    <a:pt x="6205" y="13827"/>
                    <a:pt x="5905" y="11225"/>
                  </a:cubicBezTo>
                  <a:cubicBezTo>
                    <a:pt x="5604" y="8623"/>
                    <a:pt x="5271" y="3587"/>
                    <a:pt x="4370" y="1919"/>
                  </a:cubicBezTo>
                  <a:cubicBezTo>
                    <a:pt x="3598" y="404"/>
                    <a:pt x="2720" y="0"/>
                    <a:pt x="1173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7"/>
            <p:cNvSpPr/>
            <p:nvPr/>
          </p:nvSpPr>
          <p:spPr>
            <a:xfrm>
              <a:off x="5311475" y="2262000"/>
              <a:ext cx="448675" cy="683300"/>
            </a:xfrm>
            <a:custGeom>
              <a:rect b="b" l="l" r="r" t="t"/>
              <a:pathLst>
                <a:path extrusionOk="0" h="27332" w="17947">
                  <a:moveTo>
                    <a:pt x="13541" y="0"/>
                  </a:moveTo>
                  <a:cubicBezTo>
                    <a:pt x="13385" y="0"/>
                    <a:pt x="13230" y="12"/>
                    <a:pt x="13076" y="36"/>
                  </a:cubicBezTo>
                  <a:lnTo>
                    <a:pt x="11775" y="270"/>
                  </a:lnTo>
                  <a:cubicBezTo>
                    <a:pt x="11606" y="946"/>
                    <a:pt x="10212" y="1430"/>
                    <a:pt x="8531" y="1430"/>
                  </a:cubicBezTo>
                  <a:cubicBezTo>
                    <a:pt x="7891" y="1430"/>
                    <a:pt x="7209" y="1360"/>
                    <a:pt x="6538" y="1204"/>
                  </a:cubicBezTo>
                  <a:cubicBezTo>
                    <a:pt x="5804" y="1404"/>
                    <a:pt x="3369" y="1871"/>
                    <a:pt x="2769" y="2071"/>
                  </a:cubicBezTo>
                  <a:cubicBezTo>
                    <a:pt x="1001" y="2638"/>
                    <a:pt x="267" y="4373"/>
                    <a:pt x="0" y="10110"/>
                  </a:cubicBezTo>
                  <a:cubicBezTo>
                    <a:pt x="0" y="10110"/>
                    <a:pt x="133" y="23086"/>
                    <a:pt x="67" y="25688"/>
                  </a:cubicBezTo>
                  <a:cubicBezTo>
                    <a:pt x="2949" y="26908"/>
                    <a:pt x="5935" y="27331"/>
                    <a:pt x="8358" y="27331"/>
                  </a:cubicBezTo>
                  <a:cubicBezTo>
                    <a:pt x="9580" y="27331"/>
                    <a:pt x="10658" y="27223"/>
                    <a:pt x="11508" y="27056"/>
                  </a:cubicBezTo>
                  <a:cubicBezTo>
                    <a:pt x="16779" y="26055"/>
                    <a:pt x="17446" y="23887"/>
                    <a:pt x="17446" y="23887"/>
                  </a:cubicBezTo>
                  <a:lnTo>
                    <a:pt x="16679" y="17949"/>
                  </a:lnTo>
                  <a:cubicBezTo>
                    <a:pt x="16679" y="17949"/>
                    <a:pt x="17946" y="6441"/>
                    <a:pt x="17312" y="2905"/>
                  </a:cubicBezTo>
                  <a:cubicBezTo>
                    <a:pt x="17067" y="1495"/>
                    <a:pt x="15301" y="0"/>
                    <a:pt x="1354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7"/>
            <p:cNvSpPr/>
            <p:nvPr/>
          </p:nvSpPr>
          <p:spPr>
            <a:xfrm>
              <a:off x="5434875" y="2232375"/>
              <a:ext cx="195175" cy="84600"/>
            </a:xfrm>
            <a:custGeom>
              <a:rect b="b" l="l" r="r" t="t"/>
              <a:pathLst>
                <a:path extrusionOk="0" h="3384" w="7807">
                  <a:moveTo>
                    <a:pt x="6834" y="1"/>
                  </a:moveTo>
                  <a:cubicBezTo>
                    <a:pt x="6757" y="1"/>
                    <a:pt x="6706" y="20"/>
                    <a:pt x="6706" y="20"/>
                  </a:cubicBezTo>
                  <a:lnTo>
                    <a:pt x="6739" y="421"/>
                  </a:lnTo>
                  <a:cubicBezTo>
                    <a:pt x="6739" y="421"/>
                    <a:pt x="6405" y="888"/>
                    <a:pt x="4704" y="1288"/>
                  </a:cubicBezTo>
                  <a:cubicBezTo>
                    <a:pt x="4171" y="1388"/>
                    <a:pt x="3629" y="1438"/>
                    <a:pt x="3086" y="1438"/>
                  </a:cubicBezTo>
                  <a:cubicBezTo>
                    <a:pt x="2544" y="1438"/>
                    <a:pt x="2002" y="1388"/>
                    <a:pt x="1469" y="1288"/>
                  </a:cubicBezTo>
                  <a:lnTo>
                    <a:pt x="1435" y="921"/>
                  </a:lnTo>
                  <a:lnTo>
                    <a:pt x="1402" y="554"/>
                  </a:lnTo>
                  <a:cubicBezTo>
                    <a:pt x="1202" y="554"/>
                    <a:pt x="1002" y="654"/>
                    <a:pt x="902" y="854"/>
                  </a:cubicBezTo>
                  <a:cubicBezTo>
                    <a:pt x="701" y="1155"/>
                    <a:pt x="1" y="2722"/>
                    <a:pt x="1" y="2722"/>
                  </a:cubicBezTo>
                  <a:lnTo>
                    <a:pt x="801" y="2556"/>
                  </a:lnTo>
                  <a:cubicBezTo>
                    <a:pt x="1747" y="3102"/>
                    <a:pt x="2826" y="3384"/>
                    <a:pt x="3911" y="3384"/>
                  </a:cubicBezTo>
                  <a:cubicBezTo>
                    <a:pt x="4549" y="3384"/>
                    <a:pt x="5188" y="3287"/>
                    <a:pt x="5805" y="3089"/>
                  </a:cubicBezTo>
                  <a:cubicBezTo>
                    <a:pt x="7806" y="2489"/>
                    <a:pt x="7606" y="1288"/>
                    <a:pt x="7606" y="1288"/>
                  </a:cubicBezTo>
                  <a:cubicBezTo>
                    <a:pt x="7540" y="1021"/>
                    <a:pt x="7473" y="754"/>
                    <a:pt x="7373" y="487"/>
                  </a:cubicBezTo>
                  <a:cubicBezTo>
                    <a:pt x="7220" y="72"/>
                    <a:pt x="6981" y="1"/>
                    <a:pt x="6834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7"/>
            <p:cNvSpPr/>
            <p:nvPr/>
          </p:nvSpPr>
          <p:spPr>
            <a:xfrm>
              <a:off x="4810275" y="2106950"/>
              <a:ext cx="371950" cy="488700"/>
            </a:xfrm>
            <a:custGeom>
              <a:rect b="b" l="l" r="r" t="t"/>
              <a:pathLst>
                <a:path extrusionOk="0" h="19548" w="14878">
                  <a:moveTo>
                    <a:pt x="10408" y="1"/>
                  </a:moveTo>
                  <a:lnTo>
                    <a:pt x="0" y="5438"/>
                  </a:lnTo>
                  <a:lnTo>
                    <a:pt x="5171" y="19548"/>
                  </a:lnTo>
                  <a:lnTo>
                    <a:pt x="14878" y="14111"/>
                  </a:lnTo>
                  <a:lnTo>
                    <a:pt x="10408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7"/>
            <p:cNvSpPr/>
            <p:nvPr/>
          </p:nvSpPr>
          <p:spPr>
            <a:xfrm>
              <a:off x="4840300" y="2141150"/>
              <a:ext cx="317750" cy="417825"/>
            </a:xfrm>
            <a:custGeom>
              <a:rect b="b" l="l" r="r" t="t"/>
              <a:pathLst>
                <a:path extrusionOk="0" h="16713" w="12710">
                  <a:moveTo>
                    <a:pt x="8740" y="0"/>
                  </a:moveTo>
                  <a:lnTo>
                    <a:pt x="0" y="4570"/>
                  </a:lnTo>
                  <a:lnTo>
                    <a:pt x="4570" y="16712"/>
                  </a:lnTo>
                  <a:lnTo>
                    <a:pt x="12709" y="12142"/>
                  </a:lnTo>
                  <a:lnTo>
                    <a:pt x="874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7"/>
            <p:cNvSpPr/>
            <p:nvPr/>
          </p:nvSpPr>
          <p:spPr>
            <a:xfrm>
              <a:off x="4894500" y="2160825"/>
              <a:ext cx="118450" cy="70400"/>
            </a:xfrm>
            <a:custGeom>
              <a:rect b="b" l="l" r="r" t="t"/>
              <a:pathLst>
                <a:path extrusionOk="0" h="2816" w="4738">
                  <a:moveTo>
                    <a:pt x="4270" y="0"/>
                  </a:moveTo>
                  <a:cubicBezTo>
                    <a:pt x="3967" y="0"/>
                    <a:pt x="3452" y="156"/>
                    <a:pt x="2936" y="447"/>
                  </a:cubicBezTo>
                  <a:lnTo>
                    <a:pt x="1401" y="1215"/>
                  </a:lnTo>
                  <a:cubicBezTo>
                    <a:pt x="601" y="1648"/>
                    <a:pt x="0" y="2182"/>
                    <a:pt x="101" y="2415"/>
                  </a:cubicBezTo>
                  <a:lnTo>
                    <a:pt x="267" y="2816"/>
                  </a:lnTo>
                  <a:lnTo>
                    <a:pt x="4737" y="547"/>
                  </a:lnTo>
                  <a:cubicBezTo>
                    <a:pt x="4737" y="547"/>
                    <a:pt x="4637" y="347"/>
                    <a:pt x="4537" y="114"/>
                  </a:cubicBezTo>
                  <a:cubicBezTo>
                    <a:pt x="4515" y="37"/>
                    <a:pt x="4418" y="0"/>
                    <a:pt x="42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7"/>
            <p:cNvSpPr/>
            <p:nvPr/>
          </p:nvSpPr>
          <p:spPr>
            <a:xfrm>
              <a:off x="4873650" y="2127300"/>
              <a:ext cx="137625" cy="80575"/>
            </a:xfrm>
            <a:custGeom>
              <a:rect b="b" l="l" r="r" t="t"/>
              <a:pathLst>
                <a:path extrusionOk="0" h="3223" w="5505">
                  <a:moveTo>
                    <a:pt x="3193" y="0"/>
                  </a:moveTo>
                  <a:cubicBezTo>
                    <a:pt x="2964" y="0"/>
                    <a:pt x="2682" y="60"/>
                    <a:pt x="2336" y="221"/>
                  </a:cubicBezTo>
                  <a:cubicBezTo>
                    <a:pt x="935" y="888"/>
                    <a:pt x="1268" y="1955"/>
                    <a:pt x="1268" y="1955"/>
                  </a:cubicBezTo>
                  <a:lnTo>
                    <a:pt x="634" y="2322"/>
                  </a:lnTo>
                  <a:cubicBezTo>
                    <a:pt x="267" y="2522"/>
                    <a:pt x="1" y="2789"/>
                    <a:pt x="67" y="2956"/>
                  </a:cubicBezTo>
                  <a:lnTo>
                    <a:pt x="134" y="3223"/>
                  </a:lnTo>
                  <a:lnTo>
                    <a:pt x="5504" y="421"/>
                  </a:lnTo>
                  <a:lnTo>
                    <a:pt x="5371" y="154"/>
                  </a:lnTo>
                  <a:cubicBezTo>
                    <a:pt x="5356" y="79"/>
                    <a:pt x="5280" y="44"/>
                    <a:pt x="5171" y="44"/>
                  </a:cubicBezTo>
                  <a:cubicBezTo>
                    <a:pt x="5037" y="44"/>
                    <a:pt x="4854" y="96"/>
                    <a:pt x="4671" y="187"/>
                  </a:cubicBezTo>
                  <a:lnTo>
                    <a:pt x="4070" y="521"/>
                  </a:lnTo>
                  <a:cubicBezTo>
                    <a:pt x="4070" y="521"/>
                    <a:pt x="3866" y="0"/>
                    <a:pt x="319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7"/>
            <p:cNvSpPr/>
            <p:nvPr/>
          </p:nvSpPr>
          <p:spPr>
            <a:xfrm>
              <a:off x="4902000" y="2141150"/>
              <a:ext cx="94275" cy="72575"/>
            </a:xfrm>
            <a:custGeom>
              <a:rect b="b" l="l" r="r" t="t"/>
              <a:pathLst>
                <a:path extrusionOk="0" h="2903" w="3771">
                  <a:moveTo>
                    <a:pt x="3770" y="0"/>
                  </a:moveTo>
                  <a:lnTo>
                    <a:pt x="1" y="1935"/>
                  </a:lnTo>
                  <a:lnTo>
                    <a:pt x="134" y="2068"/>
                  </a:lnTo>
                  <a:cubicBezTo>
                    <a:pt x="287" y="1992"/>
                    <a:pt x="406" y="1959"/>
                    <a:pt x="500" y="1959"/>
                  </a:cubicBezTo>
                  <a:cubicBezTo>
                    <a:pt x="652" y="1959"/>
                    <a:pt x="739" y="2045"/>
                    <a:pt x="801" y="2168"/>
                  </a:cubicBezTo>
                  <a:cubicBezTo>
                    <a:pt x="868" y="2369"/>
                    <a:pt x="1068" y="2902"/>
                    <a:pt x="1068" y="2902"/>
                  </a:cubicBezTo>
                  <a:lnTo>
                    <a:pt x="3436" y="1668"/>
                  </a:lnTo>
                  <a:cubicBezTo>
                    <a:pt x="3436" y="1668"/>
                    <a:pt x="3270" y="1301"/>
                    <a:pt x="3136" y="934"/>
                  </a:cubicBezTo>
                  <a:cubicBezTo>
                    <a:pt x="2969" y="567"/>
                    <a:pt x="3170" y="467"/>
                    <a:pt x="3670" y="200"/>
                  </a:cubicBezTo>
                  <a:lnTo>
                    <a:pt x="3770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7"/>
            <p:cNvSpPr/>
            <p:nvPr/>
          </p:nvSpPr>
          <p:spPr>
            <a:xfrm>
              <a:off x="4902000" y="2141150"/>
              <a:ext cx="94275" cy="72575"/>
            </a:xfrm>
            <a:custGeom>
              <a:rect b="b" l="l" r="r" t="t"/>
              <a:pathLst>
                <a:path extrusionOk="0" h="2903" w="3771">
                  <a:moveTo>
                    <a:pt x="3770" y="0"/>
                  </a:moveTo>
                  <a:lnTo>
                    <a:pt x="1" y="1935"/>
                  </a:lnTo>
                  <a:lnTo>
                    <a:pt x="134" y="2068"/>
                  </a:lnTo>
                  <a:cubicBezTo>
                    <a:pt x="287" y="1992"/>
                    <a:pt x="406" y="1959"/>
                    <a:pt x="500" y="1959"/>
                  </a:cubicBezTo>
                  <a:cubicBezTo>
                    <a:pt x="652" y="1959"/>
                    <a:pt x="739" y="2045"/>
                    <a:pt x="801" y="2168"/>
                  </a:cubicBezTo>
                  <a:cubicBezTo>
                    <a:pt x="868" y="2369"/>
                    <a:pt x="1068" y="2902"/>
                    <a:pt x="1068" y="2902"/>
                  </a:cubicBezTo>
                  <a:lnTo>
                    <a:pt x="3436" y="1668"/>
                  </a:lnTo>
                  <a:cubicBezTo>
                    <a:pt x="3436" y="1668"/>
                    <a:pt x="3270" y="1301"/>
                    <a:pt x="3136" y="934"/>
                  </a:cubicBezTo>
                  <a:cubicBezTo>
                    <a:pt x="2969" y="567"/>
                    <a:pt x="3170" y="467"/>
                    <a:pt x="3670" y="200"/>
                  </a:cubicBezTo>
                  <a:lnTo>
                    <a:pt x="377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7"/>
            <p:cNvSpPr/>
            <p:nvPr/>
          </p:nvSpPr>
          <p:spPr>
            <a:xfrm>
              <a:off x="4897825" y="2161250"/>
              <a:ext cx="117625" cy="70825"/>
            </a:xfrm>
            <a:custGeom>
              <a:rect b="b" l="l" r="r" t="t"/>
              <a:pathLst>
                <a:path extrusionOk="0" h="2833" w="4705">
                  <a:moveTo>
                    <a:pt x="4247" y="0"/>
                  </a:moveTo>
                  <a:cubicBezTo>
                    <a:pt x="3941" y="0"/>
                    <a:pt x="3437" y="164"/>
                    <a:pt x="2903" y="430"/>
                  </a:cubicBezTo>
                  <a:lnTo>
                    <a:pt x="1369" y="1231"/>
                  </a:lnTo>
                  <a:cubicBezTo>
                    <a:pt x="568" y="1631"/>
                    <a:pt x="1" y="2165"/>
                    <a:pt x="68" y="2398"/>
                  </a:cubicBezTo>
                  <a:lnTo>
                    <a:pt x="234" y="2832"/>
                  </a:lnTo>
                  <a:lnTo>
                    <a:pt x="4704" y="530"/>
                  </a:lnTo>
                  <a:lnTo>
                    <a:pt x="4537" y="130"/>
                  </a:lnTo>
                  <a:cubicBezTo>
                    <a:pt x="4504" y="41"/>
                    <a:pt x="4400" y="0"/>
                    <a:pt x="424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7"/>
            <p:cNvSpPr/>
            <p:nvPr/>
          </p:nvSpPr>
          <p:spPr>
            <a:xfrm>
              <a:off x="5075450" y="2313775"/>
              <a:ext cx="371975" cy="481475"/>
            </a:xfrm>
            <a:custGeom>
              <a:rect b="b" l="l" r="r" t="t"/>
              <a:pathLst>
                <a:path extrusionOk="0" h="19259" w="14879">
                  <a:moveTo>
                    <a:pt x="12210" y="0"/>
                  </a:moveTo>
                  <a:lnTo>
                    <a:pt x="12210" y="0"/>
                  </a:lnTo>
                  <a:cubicBezTo>
                    <a:pt x="9808" y="200"/>
                    <a:pt x="8774" y="634"/>
                    <a:pt x="6973" y="3870"/>
                  </a:cubicBezTo>
                  <a:cubicBezTo>
                    <a:pt x="5038" y="7405"/>
                    <a:pt x="1269" y="13810"/>
                    <a:pt x="802" y="14611"/>
                  </a:cubicBezTo>
                  <a:cubicBezTo>
                    <a:pt x="134" y="15745"/>
                    <a:pt x="1" y="17446"/>
                    <a:pt x="568" y="18480"/>
                  </a:cubicBezTo>
                  <a:cubicBezTo>
                    <a:pt x="820" y="18922"/>
                    <a:pt x="1334" y="19259"/>
                    <a:pt x="2010" y="19259"/>
                  </a:cubicBezTo>
                  <a:cubicBezTo>
                    <a:pt x="2763" y="19259"/>
                    <a:pt x="3718" y="18840"/>
                    <a:pt x="4738" y="17679"/>
                  </a:cubicBezTo>
                  <a:cubicBezTo>
                    <a:pt x="7039" y="15111"/>
                    <a:pt x="11276" y="8806"/>
                    <a:pt x="11276" y="8806"/>
                  </a:cubicBezTo>
                  <a:cubicBezTo>
                    <a:pt x="11276" y="8806"/>
                    <a:pt x="14878" y="4036"/>
                    <a:pt x="12210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7"/>
            <p:cNvSpPr/>
            <p:nvPr/>
          </p:nvSpPr>
          <p:spPr>
            <a:xfrm>
              <a:off x="4788600" y="2344650"/>
              <a:ext cx="331075" cy="449475"/>
            </a:xfrm>
            <a:custGeom>
              <a:rect b="b" l="l" r="r" t="t"/>
              <a:pathLst>
                <a:path extrusionOk="0" h="17979" w="13243">
                  <a:moveTo>
                    <a:pt x="1804" y="0"/>
                  </a:moveTo>
                  <a:cubicBezTo>
                    <a:pt x="1542" y="0"/>
                    <a:pt x="1268" y="87"/>
                    <a:pt x="1134" y="400"/>
                  </a:cubicBezTo>
                  <a:cubicBezTo>
                    <a:pt x="267" y="2434"/>
                    <a:pt x="0" y="4636"/>
                    <a:pt x="1935" y="6070"/>
                  </a:cubicBezTo>
                  <a:cubicBezTo>
                    <a:pt x="3436" y="7138"/>
                    <a:pt x="4703" y="8472"/>
                    <a:pt x="5671" y="10006"/>
                  </a:cubicBezTo>
                  <a:cubicBezTo>
                    <a:pt x="6905" y="11908"/>
                    <a:pt x="11208" y="17745"/>
                    <a:pt x="13043" y="17979"/>
                  </a:cubicBezTo>
                  <a:lnTo>
                    <a:pt x="13243" y="12508"/>
                  </a:lnTo>
                  <a:cubicBezTo>
                    <a:pt x="13243" y="12508"/>
                    <a:pt x="6805" y="6371"/>
                    <a:pt x="6338" y="5703"/>
                  </a:cubicBezTo>
                  <a:cubicBezTo>
                    <a:pt x="5871" y="5003"/>
                    <a:pt x="6038" y="4002"/>
                    <a:pt x="5637" y="2968"/>
                  </a:cubicBezTo>
                  <a:cubicBezTo>
                    <a:pt x="5404" y="2334"/>
                    <a:pt x="5104" y="1734"/>
                    <a:pt x="4804" y="1133"/>
                  </a:cubicBezTo>
                  <a:cubicBezTo>
                    <a:pt x="4663" y="892"/>
                    <a:pt x="4315" y="528"/>
                    <a:pt x="4061" y="528"/>
                  </a:cubicBezTo>
                  <a:cubicBezTo>
                    <a:pt x="3895" y="528"/>
                    <a:pt x="3769" y="684"/>
                    <a:pt x="3769" y="1133"/>
                  </a:cubicBezTo>
                  <a:cubicBezTo>
                    <a:pt x="3769" y="2067"/>
                    <a:pt x="4103" y="2968"/>
                    <a:pt x="4070" y="3168"/>
                  </a:cubicBezTo>
                  <a:cubicBezTo>
                    <a:pt x="4061" y="3202"/>
                    <a:pt x="4041" y="3218"/>
                    <a:pt x="4007" y="3218"/>
                  </a:cubicBezTo>
                  <a:cubicBezTo>
                    <a:pt x="3907" y="3218"/>
                    <a:pt x="3694" y="3068"/>
                    <a:pt x="3369" y="2768"/>
                  </a:cubicBezTo>
                  <a:lnTo>
                    <a:pt x="2769" y="1100"/>
                  </a:lnTo>
                  <a:lnTo>
                    <a:pt x="2435" y="133"/>
                  </a:lnTo>
                  <a:cubicBezTo>
                    <a:pt x="2435" y="133"/>
                    <a:pt x="2129" y="0"/>
                    <a:pt x="1804" y="0"/>
                  </a:cubicBezTo>
                  <a:close/>
                </a:path>
              </a:pathLst>
            </a:custGeom>
            <a:solidFill>
              <a:srgbClr val="6845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7"/>
            <p:cNvSpPr/>
            <p:nvPr/>
          </p:nvSpPr>
          <p:spPr>
            <a:xfrm>
              <a:off x="4974550" y="2310350"/>
              <a:ext cx="464525" cy="491400"/>
            </a:xfrm>
            <a:custGeom>
              <a:rect b="b" l="l" r="r" t="t"/>
              <a:pathLst>
                <a:path extrusionOk="0" h="19656" w="18581">
                  <a:moveTo>
                    <a:pt x="16467" y="1"/>
                  </a:moveTo>
                  <a:cubicBezTo>
                    <a:pt x="15054" y="1"/>
                    <a:pt x="13435" y="301"/>
                    <a:pt x="12143" y="1972"/>
                  </a:cubicBezTo>
                  <a:cubicBezTo>
                    <a:pt x="10775" y="3706"/>
                    <a:pt x="5371" y="13280"/>
                    <a:pt x="5371" y="13280"/>
                  </a:cubicBezTo>
                  <a:lnTo>
                    <a:pt x="2336" y="10545"/>
                  </a:lnTo>
                  <a:cubicBezTo>
                    <a:pt x="1135" y="11312"/>
                    <a:pt x="301" y="12479"/>
                    <a:pt x="1" y="13847"/>
                  </a:cubicBezTo>
                  <a:cubicBezTo>
                    <a:pt x="801" y="15148"/>
                    <a:pt x="1735" y="16415"/>
                    <a:pt x="2736" y="17616"/>
                  </a:cubicBezTo>
                  <a:cubicBezTo>
                    <a:pt x="3824" y="18787"/>
                    <a:pt x="5004" y="19656"/>
                    <a:pt x="6044" y="19656"/>
                  </a:cubicBezTo>
                  <a:cubicBezTo>
                    <a:pt x="6249" y="19656"/>
                    <a:pt x="6447" y="19622"/>
                    <a:pt x="6639" y="19551"/>
                  </a:cubicBezTo>
                  <a:cubicBezTo>
                    <a:pt x="7806" y="19117"/>
                    <a:pt x="9007" y="18183"/>
                    <a:pt x="11542" y="14681"/>
                  </a:cubicBezTo>
                  <a:cubicBezTo>
                    <a:pt x="14077" y="11145"/>
                    <a:pt x="16846" y="6975"/>
                    <a:pt x="16846" y="6975"/>
                  </a:cubicBezTo>
                  <a:cubicBezTo>
                    <a:pt x="16846" y="6975"/>
                    <a:pt x="18581" y="2906"/>
                    <a:pt x="16713" y="4"/>
                  </a:cubicBezTo>
                  <a:cubicBezTo>
                    <a:pt x="16632" y="2"/>
                    <a:pt x="16550" y="1"/>
                    <a:pt x="16467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7"/>
            <p:cNvSpPr/>
            <p:nvPr/>
          </p:nvSpPr>
          <p:spPr>
            <a:xfrm>
              <a:off x="5340650" y="2040225"/>
              <a:ext cx="32550" cy="63425"/>
            </a:xfrm>
            <a:custGeom>
              <a:rect b="b" l="l" r="r" t="t"/>
              <a:pathLst>
                <a:path extrusionOk="0" h="2537" w="1302">
                  <a:moveTo>
                    <a:pt x="1301" y="1"/>
                  </a:moveTo>
                  <a:lnTo>
                    <a:pt x="1301" y="1"/>
                  </a:lnTo>
                  <a:cubicBezTo>
                    <a:pt x="1301" y="1"/>
                    <a:pt x="1" y="1969"/>
                    <a:pt x="134" y="2169"/>
                  </a:cubicBezTo>
                  <a:cubicBezTo>
                    <a:pt x="301" y="2369"/>
                    <a:pt x="1268" y="2536"/>
                    <a:pt x="1268" y="2536"/>
                  </a:cubicBezTo>
                  <a:lnTo>
                    <a:pt x="1301" y="1"/>
                  </a:lnTo>
                  <a:close/>
                </a:path>
              </a:pathLst>
            </a:custGeom>
            <a:solidFill>
              <a:srgbClr val="6845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5336475" y="1993425"/>
              <a:ext cx="90925" cy="78525"/>
            </a:xfrm>
            <a:custGeom>
              <a:rect b="b" l="l" r="r" t="t"/>
              <a:pathLst>
                <a:path extrusionOk="0" h="3141" w="3637">
                  <a:moveTo>
                    <a:pt x="2062" y="371"/>
                  </a:moveTo>
                  <a:cubicBezTo>
                    <a:pt x="2075" y="371"/>
                    <a:pt x="2089" y="371"/>
                    <a:pt x="2102" y="372"/>
                  </a:cubicBezTo>
                  <a:cubicBezTo>
                    <a:pt x="2769" y="372"/>
                    <a:pt x="3303" y="906"/>
                    <a:pt x="3303" y="1573"/>
                  </a:cubicBezTo>
                  <a:cubicBezTo>
                    <a:pt x="3303" y="2316"/>
                    <a:pt x="2694" y="2801"/>
                    <a:pt x="2073" y="2801"/>
                  </a:cubicBezTo>
                  <a:cubicBezTo>
                    <a:pt x="1775" y="2801"/>
                    <a:pt x="1473" y="2689"/>
                    <a:pt x="1235" y="2440"/>
                  </a:cubicBezTo>
                  <a:cubicBezTo>
                    <a:pt x="477" y="1682"/>
                    <a:pt x="989" y="371"/>
                    <a:pt x="2062" y="371"/>
                  </a:cubicBezTo>
                  <a:close/>
                  <a:moveTo>
                    <a:pt x="2076" y="1"/>
                  </a:moveTo>
                  <a:cubicBezTo>
                    <a:pt x="1690" y="1"/>
                    <a:pt x="1294" y="146"/>
                    <a:pt x="968" y="472"/>
                  </a:cubicBezTo>
                  <a:cubicBezTo>
                    <a:pt x="1" y="1439"/>
                    <a:pt x="701" y="3141"/>
                    <a:pt x="2102" y="3141"/>
                  </a:cubicBezTo>
                  <a:cubicBezTo>
                    <a:pt x="2936" y="3141"/>
                    <a:pt x="3637" y="2440"/>
                    <a:pt x="3637" y="1573"/>
                  </a:cubicBezTo>
                  <a:cubicBezTo>
                    <a:pt x="3637" y="627"/>
                    <a:pt x="2877" y="1"/>
                    <a:pt x="207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5365675" y="1895975"/>
              <a:ext cx="318575" cy="323250"/>
            </a:xfrm>
            <a:custGeom>
              <a:rect b="b" l="l" r="r" t="t"/>
              <a:pathLst>
                <a:path extrusionOk="0" h="12930" w="12743">
                  <a:moveTo>
                    <a:pt x="6333" y="1"/>
                  </a:moveTo>
                  <a:cubicBezTo>
                    <a:pt x="5283" y="1"/>
                    <a:pt x="4406" y="167"/>
                    <a:pt x="3936" y="267"/>
                  </a:cubicBezTo>
                  <a:cubicBezTo>
                    <a:pt x="1301" y="801"/>
                    <a:pt x="534" y="1968"/>
                    <a:pt x="267" y="6205"/>
                  </a:cubicBezTo>
                  <a:cubicBezTo>
                    <a:pt x="0" y="10608"/>
                    <a:pt x="467" y="11975"/>
                    <a:pt x="1034" y="12576"/>
                  </a:cubicBezTo>
                  <a:cubicBezTo>
                    <a:pt x="1268" y="12809"/>
                    <a:pt x="2102" y="12929"/>
                    <a:pt x="2969" y="12929"/>
                  </a:cubicBezTo>
                  <a:cubicBezTo>
                    <a:pt x="3589" y="12929"/>
                    <a:pt x="4225" y="12868"/>
                    <a:pt x="4670" y="12743"/>
                  </a:cubicBezTo>
                  <a:cubicBezTo>
                    <a:pt x="6071" y="12342"/>
                    <a:pt x="9140" y="11275"/>
                    <a:pt x="10608" y="9040"/>
                  </a:cubicBezTo>
                  <a:cubicBezTo>
                    <a:pt x="12309" y="6438"/>
                    <a:pt x="12743" y="2902"/>
                    <a:pt x="10941" y="1468"/>
                  </a:cubicBezTo>
                  <a:cubicBezTo>
                    <a:pt x="9469" y="301"/>
                    <a:pt x="7744" y="1"/>
                    <a:pt x="6333" y="1"/>
                  </a:cubicBezTo>
                  <a:close/>
                </a:path>
              </a:pathLst>
            </a:custGeom>
            <a:solidFill>
              <a:srgbClr val="6845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7"/>
            <p:cNvSpPr/>
            <p:nvPr/>
          </p:nvSpPr>
          <p:spPr>
            <a:xfrm>
              <a:off x="5395700" y="2197025"/>
              <a:ext cx="70900" cy="22000"/>
            </a:xfrm>
            <a:custGeom>
              <a:rect b="b" l="l" r="r" t="t"/>
              <a:pathLst>
                <a:path extrusionOk="0" h="880" w="2836">
                  <a:moveTo>
                    <a:pt x="2702" y="0"/>
                  </a:moveTo>
                  <a:cubicBezTo>
                    <a:pt x="1927" y="434"/>
                    <a:pt x="1066" y="637"/>
                    <a:pt x="199" y="637"/>
                  </a:cubicBezTo>
                  <a:cubicBezTo>
                    <a:pt x="133" y="637"/>
                    <a:pt x="67" y="636"/>
                    <a:pt x="0" y="634"/>
                  </a:cubicBezTo>
                  <a:lnTo>
                    <a:pt x="0" y="634"/>
                  </a:lnTo>
                  <a:cubicBezTo>
                    <a:pt x="350" y="797"/>
                    <a:pt x="1109" y="879"/>
                    <a:pt x="1876" y="879"/>
                  </a:cubicBezTo>
                  <a:cubicBezTo>
                    <a:pt x="2205" y="879"/>
                    <a:pt x="2535" y="864"/>
                    <a:pt x="2835" y="834"/>
                  </a:cubicBezTo>
                  <a:lnTo>
                    <a:pt x="2702" y="0"/>
                  </a:lnTo>
                  <a:close/>
                </a:path>
              </a:pathLst>
            </a:custGeom>
            <a:solidFill>
              <a:srgbClr val="442B2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7"/>
            <p:cNvSpPr/>
            <p:nvPr/>
          </p:nvSpPr>
          <p:spPr>
            <a:xfrm>
              <a:off x="5353150" y="2024400"/>
              <a:ext cx="117625" cy="23375"/>
            </a:xfrm>
            <a:custGeom>
              <a:rect b="b" l="l" r="r" t="t"/>
              <a:pathLst>
                <a:path extrusionOk="0" h="935" w="4705">
                  <a:moveTo>
                    <a:pt x="1" y="0"/>
                  </a:moveTo>
                  <a:lnTo>
                    <a:pt x="1" y="367"/>
                  </a:lnTo>
                  <a:lnTo>
                    <a:pt x="4537" y="934"/>
                  </a:lnTo>
                  <a:lnTo>
                    <a:pt x="4704" y="6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7"/>
            <p:cNvSpPr/>
            <p:nvPr/>
          </p:nvSpPr>
          <p:spPr>
            <a:xfrm>
              <a:off x="5333150" y="1797225"/>
              <a:ext cx="400300" cy="411575"/>
            </a:xfrm>
            <a:custGeom>
              <a:rect b="b" l="l" r="r" t="t"/>
              <a:pathLst>
                <a:path extrusionOk="0" h="16463" w="16012">
                  <a:moveTo>
                    <a:pt x="6005" y="12723"/>
                  </a:moveTo>
                  <a:lnTo>
                    <a:pt x="6005" y="12723"/>
                  </a:lnTo>
                  <a:cubicBezTo>
                    <a:pt x="6005" y="12723"/>
                    <a:pt x="6005" y="12723"/>
                    <a:pt x="6005" y="12723"/>
                  </a:cubicBezTo>
                  <a:lnTo>
                    <a:pt x="6005" y="12723"/>
                  </a:lnTo>
                  <a:cubicBezTo>
                    <a:pt x="6005" y="12723"/>
                    <a:pt x="6005" y="12723"/>
                    <a:pt x="6005" y="12723"/>
                  </a:cubicBezTo>
                  <a:close/>
                  <a:moveTo>
                    <a:pt x="6358" y="1"/>
                  </a:moveTo>
                  <a:cubicBezTo>
                    <a:pt x="5653" y="1"/>
                    <a:pt x="4962" y="361"/>
                    <a:pt x="4604" y="1015"/>
                  </a:cubicBezTo>
                  <a:cubicBezTo>
                    <a:pt x="4103" y="514"/>
                    <a:pt x="3436" y="247"/>
                    <a:pt x="2736" y="247"/>
                  </a:cubicBezTo>
                  <a:cubicBezTo>
                    <a:pt x="2035" y="281"/>
                    <a:pt x="1401" y="681"/>
                    <a:pt x="1034" y="1282"/>
                  </a:cubicBezTo>
                  <a:cubicBezTo>
                    <a:pt x="734" y="1915"/>
                    <a:pt x="801" y="2683"/>
                    <a:pt x="1268" y="3216"/>
                  </a:cubicBezTo>
                  <a:cubicBezTo>
                    <a:pt x="834" y="3383"/>
                    <a:pt x="467" y="3683"/>
                    <a:pt x="267" y="4084"/>
                  </a:cubicBezTo>
                  <a:cubicBezTo>
                    <a:pt x="0" y="4551"/>
                    <a:pt x="67" y="5084"/>
                    <a:pt x="401" y="5485"/>
                  </a:cubicBezTo>
                  <a:cubicBezTo>
                    <a:pt x="534" y="5651"/>
                    <a:pt x="701" y="5785"/>
                    <a:pt x="901" y="5852"/>
                  </a:cubicBezTo>
                  <a:cubicBezTo>
                    <a:pt x="968" y="5885"/>
                    <a:pt x="1068" y="5885"/>
                    <a:pt x="1134" y="5918"/>
                  </a:cubicBezTo>
                  <a:cubicBezTo>
                    <a:pt x="1335" y="5918"/>
                    <a:pt x="1535" y="5918"/>
                    <a:pt x="1735" y="5852"/>
                  </a:cubicBezTo>
                  <a:lnTo>
                    <a:pt x="1735" y="5852"/>
                  </a:lnTo>
                  <a:cubicBezTo>
                    <a:pt x="1568" y="6252"/>
                    <a:pt x="1702" y="6719"/>
                    <a:pt x="2035" y="6986"/>
                  </a:cubicBezTo>
                  <a:cubicBezTo>
                    <a:pt x="2261" y="7129"/>
                    <a:pt x="2512" y="7197"/>
                    <a:pt x="2764" y="7197"/>
                  </a:cubicBezTo>
                  <a:cubicBezTo>
                    <a:pt x="2923" y="7197"/>
                    <a:pt x="3082" y="7170"/>
                    <a:pt x="3236" y="7119"/>
                  </a:cubicBezTo>
                  <a:lnTo>
                    <a:pt x="3236" y="7119"/>
                  </a:lnTo>
                  <a:cubicBezTo>
                    <a:pt x="3103" y="7386"/>
                    <a:pt x="3036" y="7686"/>
                    <a:pt x="3103" y="7953"/>
                  </a:cubicBezTo>
                  <a:cubicBezTo>
                    <a:pt x="3263" y="8562"/>
                    <a:pt x="3793" y="8956"/>
                    <a:pt x="4397" y="8956"/>
                  </a:cubicBezTo>
                  <a:cubicBezTo>
                    <a:pt x="4421" y="8956"/>
                    <a:pt x="4446" y="8955"/>
                    <a:pt x="4470" y="8954"/>
                  </a:cubicBezTo>
                  <a:cubicBezTo>
                    <a:pt x="4504" y="9588"/>
                    <a:pt x="4504" y="10188"/>
                    <a:pt x="5171" y="10455"/>
                  </a:cubicBezTo>
                  <a:cubicBezTo>
                    <a:pt x="5171" y="10455"/>
                    <a:pt x="5556" y="9003"/>
                    <a:pt x="6745" y="9003"/>
                  </a:cubicBezTo>
                  <a:cubicBezTo>
                    <a:pt x="6817" y="9003"/>
                    <a:pt x="6893" y="9009"/>
                    <a:pt x="6972" y="9020"/>
                  </a:cubicBezTo>
                  <a:cubicBezTo>
                    <a:pt x="8340" y="9254"/>
                    <a:pt x="8540" y="10989"/>
                    <a:pt x="7672" y="12056"/>
                  </a:cubicBezTo>
                  <a:cubicBezTo>
                    <a:pt x="7187" y="12672"/>
                    <a:pt x="6723" y="12807"/>
                    <a:pt x="6408" y="12807"/>
                  </a:cubicBezTo>
                  <a:cubicBezTo>
                    <a:pt x="6170" y="12807"/>
                    <a:pt x="6017" y="12730"/>
                    <a:pt x="6005" y="12723"/>
                  </a:cubicBezTo>
                  <a:lnTo>
                    <a:pt x="6005" y="12723"/>
                  </a:lnTo>
                  <a:cubicBezTo>
                    <a:pt x="6072" y="12761"/>
                    <a:pt x="6105" y="13291"/>
                    <a:pt x="6138" y="13390"/>
                  </a:cubicBezTo>
                  <a:cubicBezTo>
                    <a:pt x="6205" y="13690"/>
                    <a:pt x="6338" y="13991"/>
                    <a:pt x="6472" y="14291"/>
                  </a:cubicBezTo>
                  <a:cubicBezTo>
                    <a:pt x="6772" y="14858"/>
                    <a:pt x="7205" y="15358"/>
                    <a:pt x="7739" y="15725"/>
                  </a:cubicBezTo>
                  <a:cubicBezTo>
                    <a:pt x="8285" y="16216"/>
                    <a:pt x="9010" y="16462"/>
                    <a:pt x="9748" y="16462"/>
                  </a:cubicBezTo>
                  <a:cubicBezTo>
                    <a:pt x="9912" y="16462"/>
                    <a:pt x="10077" y="16450"/>
                    <a:pt x="10241" y="16426"/>
                  </a:cubicBezTo>
                  <a:cubicBezTo>
                    <a:pt x="11042" y="16226"/>
                    <a:pt x="11709" y="15692"/>
                    <a:pt x="12042" y="14958"/>
                  </a:cubicBezTo>
                  <a:cubicBezTo>
                    <a:pt x="12109" y="14758"/>
                    <a:pt x="12209" y="14591"/>
                    <a:pt x="12342" y="14424"/>
                  </a:cubicBezTo>
                  <a:cubicBezTo>
                    <a:pt x="12543" y="14291"/>
                    <a:pt x="12776" y="14191"/>
                    <a:pt x="13010" y="14124"/>
                  </a:cubicBezTo>
                  <a:cubicBezTo>
                    <a:pt x="14177" y="13757"/>
                    <a:pt x="14711" y="12423"/>
                    <a:pt x="14144" y="11322"/>
                  </a:cubicBezTo>
                  <a:cubicBezTo>
                    <a:pt x="15578" y="10955"/>
                    <a:pt x="15978" y="9121"/>
                    <a:pt x="14844" y="8153"/>
                  </a:cubicBezTo>
                  <a:cubicBezTo>
                    <a:pt x="15611" y="7653"/>
                    <a:pt x="16012" y="6685"/>
                    <a:pt x="15778" y="5785"/>
                  </a:cubicBezTo>
                  <a:cubicBezTo>
                    <a:pt x="15545" y="5051"/>
                    <a:pt x="14944" y="4484"/>
                    <a:pt x="14210" y="4284"/>
                  </a:cubicBezTo>
                  <a:cubicBezTo>
                    <a:pt x="13677" y="4150"/>
                    <a:pt x="13877" y="4050"/>
                    <a:pt x="13710" y="3516"/>
                  </a:cubicBezTo>
                  <a:cubicBezTo>
                    <a:pt x="13610" y="3183"/>
                    <a:pt x="13377" y="2849"/>
                    <a:pt x="13110" y="2616"/>
                  </a:cubicBezTo>
                  <a:cubicBezTo>
                    <a:pt x="12741" y="2339"/>
                    <a:pt x="12309" y="2190"/>
                    <a:pt x="11868" y="2190"/>
                  </a:cubicBezTo>
                  <a:cubicBezTo>
                    <a:pt x="11671" y="2190"/>
                    <a:pt x="11471" y="2220"/>
                    <a:pt x="11275" y="2282"/>
                  </a:cubicBezTo>
                  <a:cubicBezTo>
                    <a:pt x="11142" y="1582"/>
                    <a:pt x="10608" y="1048"/>
                    <a:pt x="9941" y="848"/>
                  </a:cubicBezTo>
                  <a:cubicBezTo>
                    <a:pt x="9776" y="793"/>
                    <a:pt x="9600" y="768"/>
                    <a:pt x="9426" y="768"/>
                  </a:cubicBezTo>
                  <a:cubicBezTo>
                    <a:pt x="9283" y="768"/>
                    <a:pt x="9142" y="785"/>
                    <a:pt x="9007" y="815"/>
                  </a:cubicBezTo>
                  <a:cubicBezTo>
                    <a:pt x="8807" y="848"/>
                    <a:pt x="8340" y="1081"/>
                    <a:pt x="8273" y="1282"/>
                  </a:cubicBezTo>
                  <a:cubicBezTo>
                    <a:pt x="7973" y="1015"/>
                    <a:pt x="7873" y="648"/>
                    <a:pt x="7539" y="381"/>
                  </a:cubicBezTo>
                  <a:cubicBezTo>
                    <a:pt x="7183" y="123"/>
                    <a:pt x="6768" y="1"/>
                    <a:pt x="635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7"/>
            <p:cNvSpPr/>
            <p:nvPr/>
          </p:nvSpPr>
          <p:spPr>
            <a:xfrm>
              <a:off x="5431000" y="2035225"/>
              <a:ext cx="32275" cy="45900"/>
            </a:xfrm>
            <a:custGeom>
              <a:rect b="b" l="l" r="r" t="t"/>
              <a:pathLst>
                <a:path extrusionOk="0" h="1836" w="1291">
                  <a:moveTo>
                    <a:pt x="1257" y="0"/>
                  </a:moveTo>
                  <a:cubicBezTo>
                    <a:pt x="55" y="0"/>
                    <a:pt x="0" y="1802"/>
                    <a:pt x="1223" y="1835"/>
                  </a:cubicBezTo>
                  <a:lnTo>
                    <a:pt x="1290" y="1"/>
                  </a:lnTo>
                  <a:cubicBezTo>
                    <a:pt x="1279" y="0"/>
                    <a:pt x="1268" y="0"/>
                    <a:pt x="125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8"/>
          <p:cNvSpPr/>
          <p:nvPr/>
        </p:nvSpPr>
        <p:spPr>
          <a:xfrm flipH="1">
            <a:off x="780376" y="1440086"/>
            <a:ext cx="710700" cy="273600"/>
          </a:xfrm>
          <a:prstGeom prst="triangle">
            <a:avLst>
              <a:gd fmla="val 7907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06075" lIns="106075" spcFirstLastPara="1" rIns="106075" wrap="square" tIns="10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0"/>
          </a:p>
        </p:txBody>
      </p:sp>
      <p:sp>
        <p:nvSpPr>
          <p:cNvPr id="509" name="Google Shape;509;p38"/>
          <p:cNvSpPr txBox="1"/>
          <p:nvPr>
            <p:ph idx="17"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Table of Contents</a:t>
            </a:r>
            <a:endParaRPr/>
          </a:p>
        </p:txBody>
      </p:sp>
      <p:sp>
        <p:nvSpPr>
          <p:cNvPr id="510" name="Google Shape;510;p38"/>
          <p:cNvSpPr txBox="1"/>
          <p:nvPr>
            <p:ph type="title"/>
          </p:nvPr>
        </p:nvSpPr>
        <p:spPr>
          <a:xfrm flipH="1">
            <a:off x="227495" y="1368034"/>
            <a:ext cx="1446600" cy="417600"/>
          </a:xfrm>
          <a:prstGeom prst="rect">
            <a:avLst/>
          </a:prstGeom>
        </p:spPr>
        <p:txBody>
          <a:bodyPr anchorCtr="0" anchor="ctr" bIns="106075" lIns="106075" spcFirstLastPara="1" rIns="106075" wrap="square" tIns="10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41"/>
              <a:t>01</a:t>
            </a:r>
            <a:endParaRPr sz="1741"/>
          </a:p>
        </p:txBody>
      </p:sp>
      <p:sp>
        <p:nvSpPr>
          <p:cNvPr id="511" name="Google Shape;511;p38"/>
          <p:cNvSpPr txBox="1"/>
          <p:nvPr>
            <p:ph idx="3" type="subTitle"/>
          </p:nvPr>
        </p:nvSpPr>
        <p:spPr>
          <a:xfrm>
            <a:off x="274145" y="1534619"/>
            <a:ext cx="1997100" cy="491100"/>
          </a:xfrm>
          <a:prstGeom prst="rect">
            <a:avLst/>
          </a:prstGeom>
        </p:spPr>
        <p:txBody>
          <a:bodyPr anchorCtr="0" anchor="t" bIns="106075" lIns="106075" spcFirstLastPara="1" rIns="106075" wrap="square" tIns="1060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392"/>
              </a:spcBef>
              <a:spcAft>
                <a:spcPts val="1392"/>
              </a:spcAft>
              <a:buNone/>
            </a:pPr>
            <a:r>
              <a:rPr lang="en-GB" sz="1276">
                <a:latin typeface="Arial"/>
                <a:ea typeface="Arial"/>
                <a:cs typeface="Arial"/>
                <a:sym typeface="Arial"/>
              </a:rPr>
              <a:t>Introducción</a:t>
            </a:r>
            <a:endParaRPr sz="812"/>
          </a:p>
        </p:txBody>
      </p:sp>
      <p:sp>
        <p:nvSpPr>
          <p:cNvPr id="512" name="Google Shape;512;p38"/>
          <p:cNvSpPr/>
          <p:nvPr/>
        </p:nvSpPr>
        <p:spPr>
          <a:xfrm flipH="1">
            <a:off x="3307550" y="1437853"/>
            <a:ext cx="710700" cy="273600"/>
          </a:xfrm>
          <a:prstGeom prst="triangle">
            <a:avLst>
              <a:gd fmla="val 7907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06075" lIns="106075" spcFirstLastPara="1" rIns="106075" wrap="square" tIns="10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0"/>
          </a:p>
        </p:txBody>
      </p:sp>
      <p:sp>
        <p:nvSpPr>
          <p:cNvPr id="513" name="Google Shape;513;p38"/>
          <p:cNvSpPr txBox="1"/>
          <p:nvPr>
            <p:ph type="title"/>
          </p:nvPr>
        </p:nvSpPr>
        <p:spPr>
          <a:xfrm flipH="1">
            <a:off x="2754670" y="1365800"/>
            <a:ext cx="1446600" cy="417600"/>
          </a:xfrm>
          <a:prstGeom prst="rect">
            <a:avLst/>
          </a:prstGeom>
        </p:spPr>
        <p:txBody>
          <a:bodyPr anchorCtr="0" anchor="ctr" bIns="106075" lIns="106075" spcFirstLastPara="1" rIns="106075" wrap="square" tIns="10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41"/>
              <a:t>02</a:t>
            </a:r>
            <a:endParaRPr sz="1741"/>
          </a:p>
        </p:txBody>
      </p:sp>
      <p:sp>
        <p:nvSpPr>
          <p:cNvPr id="514" name="Google Shape;514;p38"/>
          <p:cNvSpPr txBox="1"/>
          <p:nvPr>
            <p:ph idx="3" type="subTitle"/>
          </p:nvPr>
        </p:nvSpPr>
        <p:spPr>
          <a:xfrm>
            <a:off x="2389928" y="1482748"/>
            <a:ext cx="2340000" cy="712800"/>
          </a:xfrm>
          <a:prstGeom prst="rect">
            <a:avLst/>
          </a:prstGeom>
        </p:spPr>
        <p:txBody>
          <a:bodyPr anchorCtr="0" anchor="t" bIns="106075" lIns="106075" spcFirstLastPara="1" rIns="106075" wrap="square" tIns="106075">
            <a:noAutofit/>
          </a:bodyPr>
          <a:lstStyle/>
          <a:p>
            <a:pPr indent="0" lvl="0" marL="530504" rtl="0" algn="l">
              <a:lnSpc>
                <a:spcPct val="115000"/>
              </a:lnSpc>
              <a:spcBef>
                <a:spcPts val="139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76">
                <a:latin typeface="Arial"/>
                <a:ea typeface="Arial"/>
                <a:cs typeface="Arial"/>
                <a:sym typeface="Arial"/>
              </a:rPr>
              <a:t>Problema a resolver</a:t>
            </a:r>
            <a:endParaRPr sz="1276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392"/>
              </a:spcBef>
              <a:spcAft>
                <a:spcPts val="1857"/>
              </a:spcAft>
              <a:buNone/>
            </a:pPr>
            <a:r>
              <a:t/>
            </a:r>
            <a:endParaRPr sz="1276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8"/>
          <p:cNvSpPr txBox="1"/>
          <p:nvPr>
            <p:ph idx="3" type="subTitle"/>
          </p:nvPr>
        </p:nvSpPr>
        <p:spPr>
          <a:xfrm>
            <a:off x="4684629" y="1534628"/>
            <a:ext cx="2893200" cy="417600"/>
          </a:xfrm>
          <a:prstGeom prst="rect">
            <a:avLst/>
          </a:prstGeom>
        </p:spPr>
        <p:txBody>
          <a:bodyPr anchorCtr="0" anchor="t" bIns="106075" lIns="106075" spcFirstLastPara="1" rIns="106075" wrap="square" tIns="106075">
            <a:noAutofit/>
          </a:bodyPr>
          <a:lstStyle/>
          <a:p>
            <a:pPr indent="0" lvl="0" marL="530504" rtl="0" algn="l">
              <a:lnSpc>
                <a:spcPct val="115000"/>
              </a:lnSpc>
              <a:spcBef>
                <a:spcPts val="139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76">
                <a:latin typeface="Arial"/>
                <a:ea typeface="Arial"/>
                <a:cs typeface="Arial"/>
                <a:sym typeface="Arial"/>
              </a:rPr>
              <a:t>Objetivos del proyecto</a:t>
            </a:r>
            <a:endParaRPr sz="1276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392"/>
              </a:spcBef>
              <a:spcAft>
                <a:spcPts val="1857"/>
              </a:spcAft>
              <a:buNone/>
            </a:pPr>
            <a:r>
              <a:t/>
            </a:r>
            <a:endParaRPr sz="812"/>
          </a:p>
        </p:txBody>
      </p:sp>
      <p:sp>
        <p:nvSpPr>
          <p:cNvPr id="516" name="Google Shape;516;p38"/>
          <p:cNvSpPr/>
          <p:nvPr/>
        </p:nvSpPr>
        <p:spPr>
          <a:xfrm flipH="1">
            <a:off x="8101988" y="1434502"/>
            <a:ext cx="710700" cy="273600"/>
          </a:xfrm>
          <a:prstGeom prst="triangle">
            <a:avLst>
              <a:gd fmla="val 7907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06075" lIns="106075" spcFirstLastPara="1" rIns="106075" wrap="square" tIns="10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0"/>
          </a:p>
        </p:txBody>
      </p:sp>
      <p:sp>
        <p:nvSpPr>
          <p:cNvPr id="517" name="Google Shape;517;p38"/>
          <p:cNvSpPr txBox="1"/>
          <p:nvPr>
            <p:ph type="title"/>
          </p:nvPr>
        </p:nvSpPr>
        <p:spPr>
          <a:xfrm flipH="1">
            <a:off x="7549108" y="1362450"/>
            <a:ext cx="1446600" cy="417600"/>
          </a:xfrm>
          <a:prstGeom prst="rect">
            <a:avLst/>
          </a:prstGeom>
        </p:spPr>
        <p:txBody>
          <a:bodyPr anchorCtr="0" anchor="ctr" bIns="106075" lIns="106075" spcFirstLastPara="1" rIns="106075" wrap="square" tIns="10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41"/>
              <a:t>04</a:t>
            </a:r>
            <a:endParaRPr sz="1741"/>
          </a:p>
        </p:txBody>
      </p:sp>
      <p:sp>
        <p:nvSpPr>
          <p:cNvPr id="518" name="Google Shape;518;p38"/>
          <p:cNvSpPr txBox="1"/>
          <p:nvPr>
            <p:ph idx="3" type="subTitle"/>
          </p:nvPr>
        </p:nvSpPr>
        <p:spPr>
          <a:xfrm>
            <a:off x="7081150" y="1482746"/>
            <a:ext cx="2893200" cy="417600"/>
          </a:xfrm>
          <a:prstGeom prst="rect">
            <a:avLst/>
          </a:prstGeom>
        </p:spPr>
        <p:txBody>
          <a:bodyPr anchorCtr="0" anchor="t" bIns="106075" lIns="106075" spcFirstLastPara="1" rIns="106075" wrap="square" tIns="106075">
            <a:noAutofit/>
          </a:bodyPr>
          <a:lstStyle/>
          <a:p>
            <a:pPr indent="0" lvl="0" marL="530504" rtl="0" algn="l">
              <a:lnSpc>
                <a:spcPct val="115000"/>
              </a:lnSpc>
              <a:spcBef>
                <a:spcPts val="139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76">
                <a:latin typeface="Arial"/>
                <a:ea typeface="Arial"/>
                <a:cs typeface="Arial"/>
                <a:sym typeface="Arial"/>
              </a:rPr>
              <a:t>Arquitectura del sistema</a:t>
            </a:r>
            <a:endParaRPr sz="1276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392"/>
              </a:spcBef>
              <a:spcAft>
                <a:spcPts val="1857"/>
              </a:spcAft>
              <a:buNone/>
            </a:pPr>
            <a:r>
              <a:t/>
            </a:r>
            <a:endParaRPr sz="812"/>
          </a:p>
        </p:txBody>
      </p:sp>
      <p:sp>
        <p:nvSpPr>
          <p:cNvPr id="519" name="Google Shape;519;p38"/>
          <p:cNvSpPr/>
          <p:nvPr/>
        </p:nvSpPr>
        <p:spPr>
          <a:xfrm flipH="1">
            <a:off x="5704769" y="1474186"/>
            <a:ext cx="710700" cy="273600"/>
          </a:xfrm>
          <a:prstGeom prst="triangle">
            <a:avLst>
              <a:gd fmla="val 7907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06075" lIns="106075" spcFirstLastPara="1" rIns="106075" wrap="square" tIns="10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0"/>
          </a:p>
        </p:txBody>
      </p:sp>
      <p:sp>
        <p:nvSpPr>
          <p:cNvPr id="520" name="Google Shape;520;p38"/>
          <p:cNvSpPr txBox="1"/>
          <p:nvPr>
            <p:ph type="title"/>
          </p:nvPr>
        </p:nvSpPr>
        <p:spPr>
          <a:xfrm flipH="1">
            <a:off x="5151889" y="1402133"/>
            <a:ext cx="1446600" cy="417600"/>
          </a:xfrm>
          <a:prstGeom prst="rect">
            <a:avLst/>
          </a:prstGeom>
        </p:spPr>
        <p:txBody>
          <a:bodyPr anchorCtr="0" anchor="ctr" bIns="106075" lIns="106075" spcFirstLastPara="1" rIns="106075" wrap="square" tIns="10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41"/>
              <a:t>03</a:t>
            </a:r>
            <a:endParaRPr sz="1741"/>
          </a:p>
        </p:txBody>
      </p:sp>
      <p:sp>
        <p:nvSpPr>
          <p:cNvPr id="521" name="Google Shape;521;p38"/>
          <p:cNvSpPr/>
          <p:nvPr/>
        </p:nvSpPr>
        <p:spPr>
          <a:xfrm flipH="1">
            <a:off x="756251" y="2652554"/>
            <a:ext cx="710700" cy="273600"/>
          </a:xfrm>
          <a:prstGeom prst="triangle">
            <a:avLst>
              <a:gd fmla="val 7907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06075" lIns="106075" spcFirstLastPara="1" rIns="106075" wrap="square" tIns="10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0"/>
          </a:p>
        </p:txBody>
      </p:sp>
      <p:sp>
        <p:nvSpPr>
          <p:cNvPr id="522" name="Google Shape;522;p38"/>
          <p:cNvSpPr txBox="1"/>
          <p:nvPr>
            <p:ph type="title"/>
          </p:nvPr>
        </p:nvSpPr>
        <p:spPr>
          <a:xfrm flipH="1">
            <a:off x="203370" y="2580502"/>
            <a:ext cx="1446600" cy="417600"/>
          </a:xfrm>
          <a:prstGeom prst="rect">
            <a:avLst/>
          </a:prstGeom>
        </p:spPr>
        <p:txBody>
          <a:bodyPr anchorCtr="0" anchor="ctr" bIns="106075" lIns="106075" spcFirstLastPara="1" rIns="106075" wrap="square" tIns="10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41"/>
              <a:t>05</a:t>
            </a:r>
            <a:endParaRPr sz="1741"/>
          </a:p>
        </p:txBody>
      </p:sp>
      <p:sp>
        <p:nvSpPr>
          <p:cNvPr id="523" name="Google Shape;523;p38"/>
          <p:cNvSpPr txBox="1"/>
          <p:nvPr>
            <p:ph idx="3" type="subTitle"/>
          </p:nvPr>
        </p:nvSpPr>
        <p:spPr>
          <a:xfrm>
            <a:off x="-252375" y="2703308"/>
            <a:ext cx="2893200" cy="417600"/>
          </a:xfrm>
          <a:prstGeom prst="rect">
            <a:avLst/>
          </a:prstGeom>
        </p:spPr>
        <p:txBody>
          <a:bodyPr anchorCtr="0" anchor="t" bIns="106075" lIns="106075" spcFirstLastPara="1" rIns="106075" wrap="square" tIns="106075">
            <a:noAutofit/>
          </a:bodyPr>
          <a:lstStyle/>
          <a:p>
            <a:pPr indent="0" lvl="0" marL="530504" rtl="0" algn="l">
              <a:lnSpc>
                <a:spcPct val="115000"/>
              </a:lnSpc>
              <a:spcBef>
                <a:spcPts val="139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76">
                <a:latin typeface="Arial"/>
                <a:ea typeface="Arial"/>
                <a:cs typeface="Arial"/>
                <a:sym typeface="Arial"/>
              </a:rPr>
              <a:t>Funcionalidades principales</a:t>
            </a:r>
            <a:endParaRPr sz="1276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39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12"/>
          </a:p>
          <a:p>
            <a:pPr indent="0" lvl="0" marL="0" rtl="0" algn="l">
              <a:spcBef>
                <a:spcPts val="1857"/>
              </a:spcBef>
              <a:spcAft>
                <a:spcPts val="1857"/>
              </a:spcAft>
              <a:buNone/>
            </a:pPr>
            <a:r>
              <a:t/>
            </a:r>
            <a:endParaRPr sz="1276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38"/>
          <p:cNvSpPr/>
          <p:nvPr/>
        </p:nvSpPr>
        <p:spPr>
          <a:xfrm flipH="1">
            <a:off x="3283425" y="2650321"/>
            <a:ext cx="710700" cy="273600"/>
          </a:xfrm>
          <a:prstGeom prst="triangle">
            <a:avLst>
              <a:gd fmla="val 7907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06075" lIns="106075" spcFirstLastPara="1" rIns="106075" wrap="square" tIns="10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0"/>
          </a:p>
        </p:txBody>
      </p:sp>
      <p:sp>
        <p:nvSpPr>
          <p:cNvPr id="525" name="Google Shape;525;p38"/>
          <p:cNvSpPr txBox="1"/>
          <p:nvPr>
            <p:ph type="title"/>
          </p:nvPr>
        </p:nvSpPr>
        <p:spPr>
          <a:xfrm flipH="1">
            <a:off x="2730545" y="2578268"/>
            <a:ext cx="1446600" cy="417600"/>
          </a:xfrm>
          <a:prstGeom prst="rect">
            <a:avLst/>
          </a:prstGeom>
        </p:spPr>
        <p:txBody>
          <a:bodyPr anchorCtr="0" anchor="ctr" bIns="106075" lIns="106075" spcFirstLastPara="1" rIns="106075" wrap="square" tIns="10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41"/>
              <a:t>06</a:t>
            </a:r>
            <a:endParaRPr sz="1741"/>
          </a:p>
        </p:txBody>
      </p:sp>
      <p:sp>
        <p:nvSpPr>
          <p:cNvPr id="526" name="Google Shape;526;p38"/>
          <p:cNvSpPr txBox="1"/>
          <p:nvPr>
            <p:ph idx="3" type="subTitle"/>
          </p:nvPr>
        </p:nvSpPr>
        <p:spPr>
          <a:xfrm>
            <a:off x="2443251" y="2753332"/>
            <a:ext cx="2893200" cy="417600"/>
          </a:xfrm>
          <a:prstGeom prst="rect">
            <a:avLst/>
          </a:prstGeom>
        </p:spPr>
        <p:txBody>
          <a:bodyPr anchorCtr="0" anchor="t" bIns="106075" lIns="106075" spcFirstLastPara="1" rIns="106075" wrap="square" tIns="106075">
            <a:noAutofit/>
          </a:bodyPr>
          <a:lstStyle/>
          <a:p>
            <a:pPr indent="0" lvl="0" marL="530504" rtl="0" algn="l">
              <a:lnSpc>
                <a:spcPct val="115000"/>
              </a:lnSpc>
              <a:spcBef>
                <a:spcPts val="1392"/>
              </a:spcBef>
              <a:spcAft>
                <a:spcPts val="0"/>
              </a:spcAft>
              <a:buNone/>
            </a:pPr>
            <a:r>
              <a:rPr lang="en-GB" sz="1276">
                <a:latin typeface="Arial"/>
                <a:ea typeface="Arial"/>
                <a:cs typeface="Arial"/>
                <a:sym typeface="Arial"/>
              </a:rPr>
              <a:t>Demostración de la aplicación</a:t>
            </a:r>
            <a:endParaRPr sz="1276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392"/>
              </a:spcBef>
              <a:spcAft>
                <a:spcPts val="0"/>
              </a:spcAft>
              <a:buNone/>
            </a:pPr>
            <a:r>
              <a:t/>
            </a:r>
            <a:endParaRPr sz="812"/>
          </a:p>
          <a:p>
            <a:pPr indent="0" lvl="0" marL="530504" rtl="0" algn="l">
              <a:lnSpc>
                <a:spcPct val="115000"/>
              </a:lnSpc>
              <a:spcBef>
                <a:spcPts val="185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76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392"/>
              </a:spcBef>
              <a:spcAft>
                <a:spcPts val="1857"/>
              </a:spcAft>
              <a:buNone/>
            </a:pPr>
            <a:r>
              <a:t/>
            </a:r>
            <a:endParaRPr sz="812"/>
          </a:p>
        </p:txBody>
      </p:sp>
      <p:sp>
        <p:nvSpPr>
          <p:cNvPr id="527" name="Google Shape;527;p38"/>
          <p:cNvSpPr txBox="1"/>
          <p:nvPr>
            <p:ph idx="3" type="subTitle"/>
          </p:nvPr>
        </p:nvSpPr>
        <p:spPr>
          <a:xfrm>
            <a:off x="4705729" y="2771484"/>
            <a:ext cx="3832500" cy="417600"/>
          </a:xfrm>
          <a:prstGeom prst="rect">
            <a:avLst/>
          </a:prstGeom>
        </p:spPr>
        <p:txBody>
          <a:bodyPr anchorCtr="0" anchor="t" bIns="106075" lIns="106075" spcFirstLastPara="1" rIns="106075" wrap="square" tIns="106075">
            <a:noAutofit/>
          </a:bodyPr>
          <a:lstStyle/>
          <a:p>
            <a:pPr indent="0" lvl="0" marL="530504" rtl="0" algn="l">
              <a:lnSpc>
                <a:spcPct val="115000"/>
              </a:lnSpc>
              <a:spcBef>
                <a:spcPts val="139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76">
                <a:latin typeface="Arial"/>
                <a:ea typeface="Arial"/>
                <a:cs typeface="Arial"/>
                <a:sym typeface="Arial"/>
              </a:rPr>
              <a:t>Resultados obtenidos</a:t>
            </a:r>
            <a:endParaRPr sz="1276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39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12"/>
          </a:p>
          <a:p>
            <a:pPr indent="0" lvl="0" marL="0" rtl="0" algn="l">
              <a:spcBef>
                <a:spcPts val="1857"/>
              </a:spcBef>
              <a:spcAft>
                <a:spcPts val="1857"/>
              </a:spcAft>
              <a:buNone/>
            </a:pPr>
            <a:r>
              <a:t/>
            </a:r>
            <a:endParaRPr sz="1276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8"/>
          <p:cNvSpPr/>
          <p:nvPr/>
        </p:nvSpPr>
        <p:spPr>
          <a:xfrm flipH="1">
            <a:off x="8077863" y="2646970"/>
            <a:ext cx="710700" cy="273600"/>
          </a:xfrm>
          <a:prstGeom prst="triangle">
            <a:avLst>
              <a:gd fmla="val 7907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06075" lIns="106075" spcFirstLastPara="1" rIns="106075" wrap="square" tIns="10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0"/>
          </a:p>
        </p:txBody>
      </p:sp>
      <p:sp>
        <p:nvSpPr>
          <p:cNvPr id="529" name="Google Shape;529;p38"/>
          <p:cNvSpPr txBox="1"/>
          <p:nvPr>
            <p:ph type="title"/>
          </p:nvPr>
        </p:nvSpPr>
        <p:spPr>
          <a:xfrm flipH="1">
            <a:off x="7524983" y="2574918"/>
            <a:ext cx="1446600" cy="417600"/>
          </a:xfrm>
          <a:prstGeom prst="rect">
            <a:avLst/>
          </a:prstGeom>
        </p:spPr>
        <p:txBody>
          <a:bodyPr anchorCtr="0" anchor="ctr" bIns="106075" lIns="106075" spcFirstLastPara="1" rIns="106075" wrap="square" tIns="10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41"/>
              <a:t>08</a:t>
            </a:r>
            <a:endParaRPr sz="1741"/>
          </a:p>
        </p:txBody>
      </p:sp>
      <p:sp>
        <p:nvSpPr>
          <p:cNvPr id="530" name="Google Shape;530;p38"/>
          <p:cNvSpPr txBox="1"/>
          <p:nvPr>
            <p:ph idx="3" type="subTitle"/>
          </p:nvPr>
        </p:nvSpPr>
        <p:spPr>
          <a:xfrm>
            <a:off x="7350241" y="2787678"/>
            <a:ext cx="2893200" cy="417600"/>
          </a:xfrm>
          <a:prstGeom prst="rect">
            <a:avLst/>
          </a:prstGeom>
        </p:spPr>
        <p:txBody>
          <a:bodyPr anchorCtr="0" anchor="t" bIns="106075" lIns="106075" spcFirstLastPara="1" rIns="106075" wrap="square" tIns="106075">
            <a:noAutofit/>
          </a:bodyPr>
          <a:lstStyle/>
          <a:p>
            <a:pPr indent="0" lvl="0" marL="530504" rtl="0" algn="l">
              <a:lnSpc>
                <a:spcPct val="115000"/>
              </a:lnSpc>
              <a:spcBef>
                <a:spcPts val="139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76">
                <a:latin typeface="Arial"/>
                <a:ea typeface="Arial"/>
                <a:cs typeface="Arial"/>
                <a:sym typeface="Arial"/>
              </a:rPr>
              <a:t>Dificultades y soluciones</a:t>
            </a:r>
            <a:endParaRPr sz="1276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39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12"/>
          </a:p>
          <a:p>
            <a:pPr indent="0" lvl="0" marL="0" rtl="0" algn="l">
              <a:spcBef>
                <a:spcPts val="1857"/>
              </a:spcBef>
              <a:spcAft>
                <a:spcPts val="1857"/>
              </a:spcAft>
              <a:buNone/>
            </a:pPr>
            <a:r>
              <a:t/>
            </a:r>
            <a:endParaRPr sz="1276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8"/>
          <p:cNvSpPr/>
          <p:nvPr/>
        </p:nvSpPr>
        <p:spPr>
          <a:xfrm flipH="1">
            <a:off x="5680644" y="2686654"/>
            <a:ext cx="710700" cy="273600"/>
          </a:xfrm>
          <a:prstGeom prst="triangle">
            <a:avLst>
              <a:gd fmla="val 7907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06075" lIns="106075" spcFirstLastPara="1" rIns="106075" wrap="square" tIns="10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0"/>
          </a:p>
        </p:txBody>
      </p:sp>
      <p:sp>
        <p:nvSpPr>
          <p:cNvPr id="532" name="Google Shape;532;p38"/>
          <p:cNvSpPr txBox="1"/>
          <p:nvPr>
            <p:ph type="title"/>
          </p:nvPr>
        </p:nvSpPr>
        <p:spPr>
          <a:xfrm flipH="1">
            <a:off x="5127764" y="2614601"/>
            <a:ext cx="1446600" cy="417600"/>
          </a:xfrm>
          <a:prstGeom prst="rect">
            <a:avLst/>
          </a:prstGeom>
        </p:spPr>
        <p:txBody>
          <a:bodyPr anchorCtr="0" anchor="ctr" bIns="106075" lIns="106075" spcFirstLastPara="1" rIns="106075" wrap="square" tIns="10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41"/>
              <a:t>07</a:t>
            </a:r>
            <a:endParaRPr sz="1741"/>
          </a:p>
        </p:txBody>
      </p:sp>
      <p:sp>
        <p:nvSpPr>
          <p:cNvPr id="533" name="Google Shape;533;p38"/>
          <p:cNvSpPr/>
          <p:nvPr/>
        </p:nvSpPr>
        <p:spPr>
          <a:xfrm flipH="1">
            <a:off x="800001" y="3768867"/>
            <a:ext cx="710700" cy="273600"/>
          </a:xfrm>
          <a:prstGeom prst="triangle">
            <a:avLst>
              <a:gd fmla="val 7907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06075" lIns="106075" spcFirstLastPara="1" rIns="106075" wrap="square" tIns="10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0"/>
          </a:p>
        </p:txBody>
      </p:sp>
      <p:sp>
        <p:nvSpPr>
          <p:cNvPr id="534" name="Google Shape;534;p38"/>
          <p:cNvSpPr txBox="1"/>
          <p:nvPr>
            <p:ph type="title"/>
          </p:nvPr>
        </p:nvSpPr>
        <p:spPr>
          <a:xfrm flipH="1">
            <a:off x="247120" y="3696815"/>
            <a:ext cx="1446600" cy="417600"/>
          </a:xfrm>
          <a:prstGeom prst="rect">
            <a:avLst/>
          </a:prstGeom>
        </p:spPr>
        <p:txBody>
          <a:bodyPr anchorCtr="0" anchor="ctr" bIns="106075" lIns="106075" spcFirstLastPara="1" rIns="106075" wrap="square" tIns="10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41"/>
              <a:t>09</a:t>
            </a:r>
            <a:endParaRPr sz="1741"/>
          </a:p>
        </p:txBody>
      </p:sp>
      <p:sp>
        <p:nvSpPr>
          <p:cNvPr id="535" name="Google Shape;535;p38"/>
          <p:cNvSpPr txBox="1"/>
          <p:nvPr>
            <p:ph idx="3" type="subTitle"/>
          </p:nvPr>
        </p:nvSpPr>
        <p:spPr>
          <a:xfrm>
            <a:off x="-154234" y="3763300"/>
            <a:ext cx="2893200" cy="417600"/>
          </a:xfrm>
          <a:prstGeom prst="rect">
            <a:avLst/>
          </a:prstGeom>
        </p:spPr>
        <p:txBody>
          <a:bodyPr anchorCtr="0" anchor="t" bIns="106075" lIns="106075" spcFirstLastPara="1" rIns="106075" wrap="square" tIns="106075">
            <a:noAutofit/>
          </a:bodyPr>
          <a:lstStyle/>
          <a:p>
            <a:pPr indent="0" lvl="0" marL="530504" rtl="0" algn="l">
              <a:lnSpc>
                <a:spcPct val="115000"/>
              </a:lnSpc>
              <a:spcBef>
                <a:spcPts val="139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76">
                <a:latin typeface="Arial"/>
                <a:ea typeface="Arial"/>
                <a:cs typeface="Arial"/>
                <a:sym typeface="Arial"/>
              </a:rPr>
              <a:t>Mejoras futuras</a:t>
            </a:r>
            <a:endParaRPr sz="1276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39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12"/>
          </a:p>
          <a:p>
            <a:pPr indent="0" lvl="0" marL="0" rtl="0" algn="l">
              <a:spcBef>
                <a:spcPts val="1857"/>
              </a:spcBef>
              <a:spcAft>
                <a:spcPts val="1857"/>
              </a:spcAft>
              <a:buNone/>
            </a:pPr>
            <a:r>
              <a:t/>
            </a:r>
            <a:endParaRPr sz="1276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38"/>
          <p:cNvSpPr/>
          <p:nvPr/>
        </p:nvSpPr>
        <p:spPr>
          <a:xfrm flipH="1">
            <a:off x="3327175" y="3766633"/>
            <a:ext cx="710700" cy="273600"/>
          </a:xfrm>
          <a:prstGeom prst="triangle">
            <a:avLst>
              <a:gd fmla="val 7907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06075" lIns="106075" spcFirstLastPara="1" rIns="106075" wrap="square" tIns="10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0"/>
          </a:p>
        </p:txBody>
      </p:sp>
      <p:sp>
        <p:nvSpPr>
          <p:cNvPr id="537" name="Google Shape;537;p38"/>
          <p:cNvSpPr txBox="1"/>
          <p:nvPr>
            <p:ph type="title"/>
          </p:nvPr>
        </p:nvSpPr>
        <p:spPr>
          <a:xfrm flipH="1">
            <a:off x="2774295" y="3694581"/>
            <a:ext cx="1446600" cy="417600"/>
          </a:xfrm>
          <a:prstGeom prst="rect">
            <a:avLst/>
          </a:prstGeom>
        </p:spPr>
        <p:txBody>
          <a:bodyPr anchorCtr="0" anchor="ctr" bIns="106075" lIns="106075" spcFirstLastPara="1" rIns="106075" wrap="square" tIns="10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41"/>
              <a:t>10</a:t>
            </a:r>
            <a:endParaRPr sz="1741"/>
          </a:p>
        </p:txBody>
      </p:sp>
      <p:sp>
        <p:nvSpPr>
          <p:cNvPr id="538" name="Google Shape;538;p38"/>
          <p:cNvSpPr txBox="1"/>
          <p:nvPr>
            <p:ph idx="3" type="subTitle"/>
          </p:nvPr>
        </p:nvSpPr>
        <p:spPr>
          <a:xfrm>
            <a:off x="2409549" y="3802955"/>
            <a:ext cx="2893200" cy="417600"/>
          </a:xfrm>
          <a:prstGeom prst="rect">
            <a:avLst/>
          </a:prstGeom>
        </p:spPr>
        <p:txBody>
          <a:bodyPr anchorCtr="0" anchor="t" bIns="106075" lIns="106075" spcFirstLastPara="1" rIns="106075" wrap="square" tIns="106075">
            <a:noAutofit/>
          </a:bodyPr>
          <a:lstStyle/>
          <a:p>
            <a:pPr indent="0" lvl="0" marL="530504" rtl="0" algn="l">
              <a:lnSpc>
                <a:spcPct val="115000"/>
              </a:lnSpc>
              <a:spcBef>
                <a:spcPts val="139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76">
                <a:latin typeface="Arial"/>
                <a:ea typeface="Arial"/>
                <a:cs typeface="Arial"/>
                <a:sym typeface="Arial"/>
              </a:rPr>
              <a:t>Conlusiones</a:t>
            </a:r>
            <a:endParaRPr sz="1276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392"/>
              </a:spcBef>
              <a:spcAft>
                <a:spcPts val="1857"/>
              </a:spcAft>
              <a:buNone/>
            </a:pPr>
            <a:r>
              <a:t/>
            </a:r>
            <a:endParaRPr sz="812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9"/>
          <p:cNvSpPr txBox="1"/>
          <p:nvPr>
            <p:ph idx="2" type="title"/>
          </p:nvPr>
        </p:nvSpPr>
        <p:spPr>
          <a:xfrm flipH="1">
            <a:off x="616300" y="3795175"/>
            <a:ext cx="1635300" cy="988500"/>
          </a:xfrm>
          <a:prstGeom prst="rect">
            <a:avLst/>
          </a:prstGeom>
        </p:spPr>
        <p:txBody>
          <a:bodyPr anchorCtr="0" anchor="b" bIns="91425" lIns="91425" spcFirstLastPara="1" rIns="11255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/>
          </a:p>
        </p:txBody>
      </p:sp>
      <p:sp>
        <p:nvSpPr>
          <p:cNvPr id="544" name="Google Shape;544;p39"/>
          <p:cNvSpPr txBox="1"/>
          <p:nvPr>
            <p:ph type="title"/>
          </p:nvPr>
        </p:nvSpPr>
        <p:spPr>
          <a:xfrm flipH="1">
            <a:off x="616300" y="720000"/>
            <a:ext cx="2895600" cy="18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Introducci</a:t>
            </a:r>
            <a:r>
              <a:rPr b="1" lang="en-GB" sz="557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ó</a:t>
            </a:r>
            <a:r>
              <a:rPr lang="en-GB">
                <a:solidFill>
                  <a:schemeClr val="dk1"/>
                </a:solidFill>
              </a:rPr>
              <a:t>n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545" name="Google Shape;545;p39"/>
          <p:cNvGrpSpPr/>
          <p:nvPr/>
        </p:nvGrpSpPr>
        <p:grpSpPr>
          <a:xfrm>
            <a:off x="5313079" y="871955"/>
            <a:ext cx="3093441" cy="2952953"/>
            <a:chOff x="1410350" y="458825"/>
            <a:chExt cx="4602650" cy="4394275"/>
          </a:xfrm>
        </p:grpSpPr>
        <p:sp>
          <p:nvSpPr>
            <p:cNvPr id="546" name="Google Shape;546;p39"/>
            <p:cNvSpPr/>
            <p:nvPr/>
          </p:nvSpPr>
          <p:spPr>
            <a:xfrm>
              <a:off x="1758925" y="3935750"/>
              <a:ext cx="1210050" cy="698875"/>
            </a:xfrm>
            <a:custGeom>
              <a:rect b="b" l="l" r="r" t="t"/>
              <a:pathLst>
                <a:path extrusionOk="0" h="27955" w="48402">
                  <a:moveTo>
                    <a:pt x="24185" y="1"/>
                  </a:moveTo>
                  <a:cubicBezTo>
                    <a:pt x="10842" y="1"/>
                    <a:pt x="1" y="6272"/>
                    <a:pt x="1" y="13978"/>
                  </a:cubicBezTo>
                  <a:cubicBezTo>
                    <a:pt x="1" y="21716"/>
                    <a:pt x="10842" y="27954"/>
                    <a:pt x="24185" y="27954"/>
                  </a:cubicBezTo>
                  <a:cubicBezTo>
                    <a:pt x="37561" y="27954"/>
                    <a:pt x="48402" y="21716"/>
                    <a:pt x="48402" y="13978"/>
                  </a:cubicBezTo>
                  <a:cubicBezTo>
                    <a:pt x="48402" y="6272"/>
                    <a:pt x="37561" y="1"/>
                    <a:pt x="24185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9"/>
            <p:cNvSpPr/>
            <p:nvPr/>
          </p:nvSpPr>
          <p:spPr>
            <a:xfrm>
              <a:off x="1522225" y="3195650"/>
              <a:ext cx="531950" cy="799350"/>
            </a:xfrm>
            <a:custGeom>
              <a:rect b="b" l="l" r="r" t="t"/>
              <a:pathLst>
                <a:path extrusionOk="0" h="31974" w="21278">
                  <a:moveTo>
                    <a:pt x="6424" y="0"/>
                  </a:moveTo>
                  <a:cubicBezTo>
                    <a:pt x="2958" y="0"/>
                    <a:pt x="1" y="2810"/>
                    <a:pt x="2797" y="6522"/>
                  </a:cubicBezTo>
                  <a:cubicBezTo>
                    <a:pt x="6366" y="11258"/>
                    <a:pt x="16374" y="17830"/>
                    <a:pt x="15973" y="29872"/>
                  </a:cubicBezTo>
                  <a:lnTo>
                    <a:pt x="20677" y="31973"/>
                  </a:lnTo>
                  <a:cubicBezTo>
                    <a:pt x="20677" y="31973"/>
                    <a:pt x="21277" y="23267"/>
                    <a:pt x="20043" y="16462"/>
                  </a:cubicBezTo>
                  <a:cubicBezTo>
                    <a:pt x="18775" y="9691"/>
                    <a:pt x="13605" y="2852"/>
                    <a:pt x="9302" y="684"/>
                  </a:cubicBezTo>
                  <a:cubicBezTo>
                    <a:pt x="8377" y="215"/>
                    <a:pt x="7381" y="0"/>
                    <a:pt x="642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9"/>
            <p:cNvSpPr/>
            <p:nvPr/>
          </p:nvSpPr>
          <p:spPr>
            <a:xfrm>
              <a:off x="1522225" y="3195650"/>
              <a:ext cx="531950" cy="799350"/>
            </a:xfrm>
            <a:custGeom>
              <a:rect b="b" l="l" r="r" t="t"/>
              <a:pathLst>
                <a:path extrusionOk="0" h="31974" w="21278">
                  <a:moveTo>
                    <a:pt x="6424" y="0"/>
                  </a:moveTo>
                  <a:cubicBezTo>
                    <a:pt x="2958" y="0"/>
                    <a:pt x="1" y="2810"/>
                    <a:pt x="2797" y="6522"/>
                  </a:cubicBezTo>
                  <a:cubicBezTo>
                    <a:pt x="6366" y="11258"/>
                    <a:pt x="16374" y="17830"/>
                    <a:pt x="15973" y="29872"/>
                  </a:cubicBezTo>
                  <a:lnTo>
                    <a:pt x="20677" y="31973"/>
                  </a:lnTo>
                  <a:cubicBezTo>
                    <a:pt x="20677" y="31973"/>
                    <a:pt x="21277" y="23267"/>
                    <a:pt x="20043" y="16462"/>
                  </a:cubicBezTo>
                  <a:cubicBezTo>
                    <a:pt x="18775" y="9691"/>
                    <a:pt x="13605" y="2852"/>
                    <a:pt x="9302" y="684"/>
                  </a:cubicBezTo>
                  <a:cubicBezTo>
                    <a:pt x="8377" y="215"/>
                    <a:pt x="7381" y="0"/>
                    <a:pt x="642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9"/>
            <p:cNvSpPr/>
            <p:nvPr/>
          </p:nvSpPr>
          <p:spPr>
            <a:xfrm>
              <a:off x="1704725" y="3274425"/>
              <a:ext cx="308575" cy="560450"/>
            </a:xfrm>
            <a:custGeom>
              <a:rect b="b" l="l" r="r" t="t"/>
              <a:pathLst>
                <a:path extrusionOk="0" h="22418" w="12343">
                  <a:moveTo>
                    <a:pt x="253" y="0"/>
                  </a:moveTo>
                  <a:cubicBezTo>
                    <a:pt x="181" y="0"/>
                    <a:pt x="110" y="37"/>
                    <a:pt x="67" y="102"/>
                  </a:cubicBezTo>
                  <a:cubicBezTo>
                    <a:pt x="0" y="202"/>
                    <a:pt x="34" y="335"/>
                    <a:pt x="134" y="402"/>
                  </a:cubicBezTo>
                  <a:cubicBezTo>
                    <a:pt x="7172" y="5506"/>
                    <a:pt x="11509" y="13545"/>
                    <a:pt x="11876" y="22218"/>
                  </a:cubicBezTo>
                  <a:cubicBezTo>
                    <a:pt x="11876" y="22351"/>
                    <a:pt x="11976" y="22418"/>
                    <a:pt x="12109" y="22418"/>
                  </a:cubicBezTo>
                  <a:cubicBezTo>
                    <a:pt x="12242" y="22418"/>
                    <a:pt x="12343" y="22318"/>
                    <a:pt x="12309" y="22184"/>
                  </a:cubicBezTo>
                  <a:cubicBezTo>
                    <a:pt x="11942" y="13378"/>
                    <a:pt x="7539" y="5205"/>
                    <a:pt x="367" y="35"/>
                  </a:cubicBezTo>
                  <a:cubicBezTo>
                    <a:pt x="332" y="11"/>
                    <a:pt x="292" y="0"/>
                    <a:pt x="2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9"/>
            <p:cNvSpPr/>
            <p:nvPr/>
          </p:nvSpPr>
          <p:spPr>
            <a:xfrm>
              <a:off x="1410350" y="3567025"/>
              <a:ext cx="682175" cy="701325"/>
            </a:xfrm>
            <a:custGeom>
              <a:rect b="b" l="l" r="r" t="t"/>
              <a:pathLst>
                <a:path extrusionOk="0" h="28053" w="27287">
                  <a:moveTo>
                    <a:pt x="4462" y="1"/>
                  </a:moveTo>
                  <a:cubicBezTo>
                    <a:pt x="3571" y="1"/>
                    <a:pt x="2727" y="247"/>
                    <a:pt x="2035" y="873"/>
                  </a:cubicBezTo>
                  <a:cubicBezTo>
                    <a:pt x="0" y="2641"/>
                    <a:pt x="2736" y="6244"/>
                    <a:pt x="4870" y="7878"/>
                  </a:cubicBezTo>
                  <a:cubicBezTo>
                    <a:pt x="5971" y="8712"/>
                    <a:pt x="6271" y="9379"/>
                    <a:pt x="5471" y="10480"/>
                  </a:cubicBezTo>
                  <a:cubicBezTo>
                    <a:pt x="5004" y="11114"/>
                    <a:pt x="4770" y="11514"/>
                    <a:pt x="4303" y="12148"/>
                  </a:cubicBezTo>
                  <a:cubicBezTo>
                    <a:pt x="3870" y="12748"/>
                    <a:pt x="3670" y="13516"/>
                    <a:pt x="3736" y="14250"/>
                  </a:cubicBezTo>
                  <a:cubicBezTo>
                    <a:pt x="3903" y="15384"/>
                    <a:pt x="4837" y="16184"/>
                    <a:pt x="5871" y="16651"/>
                  </a:cubicBezTo>
                  <a:cubicBezTo>
                    <a:pt x="6905" y="17085"/>
                    <a:pt x="8006" y="17285"/>
                    <a:pt x="9007" y="17785"/>
                  </a:cubicBezTo>
                  <a:cubicBezTo>
                    <a:pt x="9841" y="18186"/>
                    <a:pt x="10474" y="18886"/>
                    <a:pt x="10741" y="19787"/>
                  </a:cubicBezTo>
                  <a:cubicBezTo>
                    <a:pt x="10975" y="20721"/>
                    <a:pt x="10808" y="21688"/>
                    <a:pt x="10741" y="22656"/>
                  </a:cubicBezTo>
                  <a:cubicBezTo>
                    <a:pt x="10608" y="24890"/>
                    <a:pt x="11709" y="26258"/>
                    <a:pt x="13243" y="27192"/>
                  </a:cubicBezTo>
                  <a:cubicBezTo>
                    <a:pt x="14207" y="27802"/>
                    <a:pt x="15264" y="28052"/>
                    <a:pt x="16345" y="28052"/>
                  </a:cubicBezTo>
                  <a:cubicBezTo>
                    <a:pt x="17097" y="28052"/>
                    <a:pt x="17861" y="27931"/>
                    <a:pt x="18614" y="27726"/>
                  </a:cubicBezTo>
                  <a:cubicBezTo>
                    <a:pt x="20815" y="27059"/>
                    <a:pt x="22817" y="25891"/>
                    <a:pt x="24451" y="24290"/>
                  </a:cubicBezTo>
                  <a:cubicBezTo>
                    <a:pt x="26152" y="22656"/>
                    <a:pt x="27286" y="20254"/>
                    <a:pt x="26819" y="17919"/>
                  </a:cubicBezTo>
                  <a:cubicBezTo>
                    <a:pt x="26453" y="16151"/>
                    <a:pt x="25185" y="14650"/>
                    <a:pt x="23717" y="13582"/>
                  </a:cubicBezTo>
                  <a:cubicBezTo>
                    <a:pt x="22850" y="12949"/>
                    <a:pt x="21849" y="12382"/>
                    <a:pt x="21349" y="11414"/>
                  </a:cubicBezTo>
                  <a:cubicBezTo>
                    <a:pt x="20715" y="10213"/>
                    <a:pt x="21082" y="8746"/>
                    <a:pt x="20882" y="7411"/>
                  </a:cubicBezTo>
                  <a:cubicBezTo>
                    <a:pt x="20648" y="5977"/>
                    <a:pt x="19748" y="4743"/>
                    <a:pt x="18480" y="4076"/>
                  </a:cubicBezTo>
                  <a:cubicBezTo>
                    <a:pt x="17012" y="3308"/>
                    <a:pt x="15311" y="3375"/>
                    <a:pt x="13710" y="3275"/>
                  </a:cubicBezTo>
                  <a:cubicBezTo>
                    <a:pt x="12242" y="3242"/>
                    <a:pt x="10808" y="2741"/>
                    <a:pt x="9607" y="1941"/>
                  </a:cubicBezTo>
                  <a:cubicBezTo>
                    <a:pt x="8287" y="1023"/>
                    <a:pt x="6277" y="1"/>
                    <a:pt x="446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9"/>
            <p:cNvSpPr/>
            <p:nvPr/>
          </p:nvSpPr>
          <p:spPr>
            <a:xfrm>
              <a:off x="1524875" y="3615475"/>
              <a:ext cx="405875" cy="535475"/>
            </a:xfrm>
            <a:custGeom>
              <a:rect b="b" l="l" r="r" t="t"/>
              <a:pathLst>
                <a:path extrusionOk="0" h="21419" w="16235">
                  <a:moveTo>
                    <a:pt x="394" y="1"/>
                  </a:moveTo>
                  <a:cubicBezTo>
                    <a:pt x="156" y="1"/>
                    <a:pt x="0" y="361"/>
                    <a:pt x="256" y="503"/>
                  </a:cubicBezTo>
                  <a:cubicBezTo>
                    <a:pt x="356" y="536"/>
                    <a:pt x="8095" y="4940"/>
                    <a:pt x="12698" y="12845"/>
                  </a:cubicBezTo>
                  <a:cubicBezTo>
                    <a:pt x="10497" y="11719"/>
                    <a:pt x="8070" y="11157"/>
                    <a:pt x="5615" y="11157"/>
                  </a:cubicBezTo>
                  <a:cubicBezTo>
                    <a:pt x="4797" y="11157"/>
                    <a:pt x="3975" y="11219"/>
                    <a:pt x="3158" y="11344"/>
                  </a:cubicBezTo>
                  <a:cubicBezTo>
                    <a:pt x="2821" y="11375"/>
                    <a:pt x="2906" y="11856"/>
                    <a:pt x="3181" y="11856"/>
                  </a:cubicBezTo>
                  <a:cubicBezTo>
                    <a:pt x="3206" y="11856"/>
                    <a:pt x="3231" y="11853"/>
                    <a:pt x="3258" y="11845"/>
                  </a:cubicBezTo>
                  <a:cubicBezTo>
                    <a:pt x="4029" y="11724"/>
                    <a:pt x="4803" y="11664"/>
                    <a:pt x="5574" y="11664"/>
                  </a:cubicBezTo>
                  <a:cubicBezTo>
                    <a:pt x="8208" y="11664"/>
                    <a:pt x="10810" y="12356"/>
                    <a:pt x="13132" y="13646"/>
                  </a:cubicBezTo>
                  <a:cubicBezTo>
                    <a:pt x="14433" y="16014"/>
                    <a:pt x="15300" y="18583"/>
                    <a:pt x="15734" y="21218"/>
                  </a:cubicBezTo>
                  <a:cubicBezTo>
                    <a:pt x="15734" y="21318"/>
                    <a:pt x="15834" y="21418"/>
                    <a:pt x="15934" y="21418"/>
                  </a:cubicBezTo>
                  <a:lnTo>
                    <a:pt x="16034" y="21418"/>
                  </a:lnTo>
                  <a:cubicBezTo>
                    <a:pt x="16167" y="21418"/>
                    <a:pt x="16234" y="21285"/>
                    <a:pt x="16234" y="21151"/>
                  </a:cubicBezTo>
                  <a:cubicBezTo>
                    <a:pt x="15767" y="18449"/>
                    <a:pt x="14900" y="15847"/>
                    <a:pt x="13599" y="13446"/>
                  </a:cubicBezTo>
                  <a:cubicBezTo>
                    <a:pt x="13566" y="13379"/>
                    <a:pt x="13566" y="13346"/>
                    <a:pt x="13532" y="13312"/>
                  </a:cubicBezTo>
                  <a:cubicBezTo>
                    <a:pt x="13032" y="12412"/>
                    <a:pt x="12465" y="11511"/>
                    <a:pt x="11898" y="10644"/>
                  </a:cubicBezTo>
                  <a:cubicBezTo>
                    <a:pt x="11931" y="10243"/>
                    <a:pt x="12131" y="7308"/>
                    <a:pt x="13032" y="5040"/>
                  </a:cubicBezTo>
                  <a:cubicBezTo>
                    <a:pt x="13095" y="4851"/>
                    <a:pt x="12946" y="4715"/>
                    <a:pt x="12794" y="4715"/>
                  </a:cubicBezTo>
                  <a:cubicBezTo>
                    <a:pt x="12705" y="4715"/>
                    <a:pt x="12614" y="4762"/>
                    <a:pt x="12565" y="4873"/>
                  </a:cubicBezTo>
                  <a:cubicBezTo>
                    <a:pt x="11964" y="6541"/>
                    <a:pt x="11598" y="8242"/>
                    <a:pt x="11431" y="10010"/>
                  </a:cubicBezTo>
                  <a:cubicBezTo>
                    <a:pt x="8462" y="6007"/>
                    <a:pt x="4759" y="2638"/>
                    <a:pt x="523" y="36"/>
                  </a:cubicBezTo>
                  <a:cubicBezTo>
                    <a:pt x="479" y="11"/>
                    <a:pt x="435" y="1"/>
                    <a:pt x="3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39"/>
            <p:cNvSpPr/>
            <p:nvPr/>
          </p:nvSpPr>
          <p:spPr>
            <a:xfrm>
              <a:off x="1974075" y="2335450"/>
              <a:ext cx="836375" cy="2011275"/>
            </a:xfrm>
            <a:custGeom>
              <a:rect b="b" l="l" r="r" t="t"/>
              <a:pathLst>
                <a:path extrusionOk="0" h="80451" w="33455">
                  <a:moveTo>
                    <a:pt x="7473" y="0"/>
                  </a:moveTo>
                  <a:cubicBezTo>
                    <a:pt x="4671" y="5905"/>
                    <a:pt x="4170" y="9440"/>
                    <a:pt x="4037" y="14444"/>
                  </a:cubicBezTo>
                  <a:cubicBezTo>
                    <a:pt x="3837" y="24818"/>
                    <a:pt x="2869" y="37060"/>
                    <a:pt x="2869" y="37060"/>
                  </a:cubicBezTo>
                  <a:cubicBezTo>
                    <a:pt x="2736" y="38228"/>
                    <a:pt x="1702" y="40596"/>
                    <a:pt x="935" y="45766"/>
                  </a:cubicBezTo>
                  <a:cubicBezTo>
                    <a:pt x="34" y="51804"/>
                    <a:pt x="601" y="67716"/>
                    <a:pt x="601" y="67716"/>
                  </a:cubicBezTo>
                  <a:lnTo>
                    <a:pt x="568" y="68449"/>
                  </a:lnTo>
                  <a:cubicBezTo>
                    <a:pt x="534" y="69283"/>
                    <a:pt x="1" y="76122"/>
                    <a:pt x="334" y="78356"/>
                  </a:cubicBezTo>
                  <a:cubicBezTo>
                    <a:pt x="556" y="79687"/>
                    <a:pt x="1415" y="80451"/>
                    <a:pt x="2281" y="80451"/>
                  </a:cubicBezTo>
                  <a:cubicBezTo>
                    <a:pt x="3109" y="80451"/>
                    <a:pt x="3944" y="79754"/>
                    <a:pt x="4237" y="78190"/>
                  </a:cubicBezTo>
                  <a:cubicBezTo>
                    <a:pt x="4537" y="76655"/>
                    <a:pt x="4904" y="69350"/>
                    <a:pt x="4938" y="68650"/>
                  </a:cubicBezTo>
                  <a:lnTo>
                    <a:pt x="5004" y="68116"/>
                  </a:lnTo>
                  <a:cubicBezTo>
                    <a:pt x="5204" y="66615"/>
                    <a:pt x="5538" y="65581"/>
                    <a:pt x="6172" y="63312"/>
                  </a:cubicBezTo>
                  <a:cubicBezTo>
                    <a:pt x="7906" y="57208"/>
                    <a:pt x="10675" y="43765"/>
                    <a:pt x="11509" y="39162"/>
                  </a:cubicBezTo>
                  <a:cubicBezTo>
                    <a:pt x="12176" y="35392"/>
                    <a:pt x="14211" y="27987"/>
                    <a:pt x="15312" y="24051"/>
                  </a:cubicBezTo>
                  <a:lnTo>
                    <a:pt x="17914" y="39962"/>
                  </a:lnTo>
                  <a:cubicBezTo>
                    <a:pt x="17914" y="39962"/>
                    <a:pt x="17713" y="43131"/>
                    <a:pt x="17713" y="45433"/>
                  </a:cubicBezTo>
                  <a:cubicBezTo>
                    <a:pt x="17713" y="50236"/>
                    <a:pt x="21149" y="63879"/>
                    <a:pt x="21283" y="65547"/>
                  </a:cubicBezTo>
                  <a:cubicBezTo>
                    <a:pt x="21082" y="66348"/>
                    <a:pt x="20615" y="66882"/>
                    <a:pt x="20615" y="68283"/>
                  </a:cubicBezTo>
                  <a:cubicBezTo>
                    <a:pt x="20615" y="69083"/>
                    <a:pt x="21316" y="70117"/>
                    <a:pt x="23084" y="72586"/>
                  </a:cubicBezTo>
                  <a:cubicBezTo>
                    <a:pt x="23618" y="73286"/>
                    <a:pt x="23951" y="75788"/>
                    <a:pt x="24452" y="76488"/>
                  </a:cubicBezTo>
                  <a:cubicBezTo>
                    <a:pt x="25219" y="77589"/>
                    <a:pt x="27921" y="78290"/>
                    <a:pt x="29689" y="78523"/>
                  </a:cubicBezTo>
                  <a:cubicBezTo>
                    <a:pt x="29903" y="78553"/>
                    <a:pt x="30127" y="78568"/>
                    <a:pt x="30352" y="78568"/>
                  </a:cubicBezTo>
                  <a:cubicBezTo>
                    <a:pt x="31876" y="78568"/>
                    <a:pt x="33454" y="77898"/>
                    <a:pt x="32524" y="76822"/>
                  </a:cubicBezTo>
                  <a:cubicBezTo>
                    <a:pt x="32190" y="76355"/>
                    <a:pt x="29722" y="74153"/>
                    <a:pt x="29355" y="73720"/>
                  </a:cubicBezTo>
                  <a:cubicBezTo>
                    <a:pt x="28221" y="72352"/>
                    <a:pt x="27320" y="70818"/>
                    <a:pt x="26686" y="69183"/>
                  </a:cubicBezTo>
                  <a:cubicBezTo>
                    <a:pt x="26186" y="67882"/>
                    <a:pt x="26019" y="67315"/>
                    <a:pt x="26019" y="66548"/>
                  </a:cubicBezTo>
                  <a:lnTo>
                    <a:pt x="26053" y="65814"/>
                  </a:lnTo>
                  <a:cubicBezTo>
                    <a:pt x="26053" y="65814"/>
                    <a:pt x="26553" y="53872"/>
                    <a:pt x="26453" y="40196"/>
                  </a:cubicBezTo>
                  <a:cubicBezTo>
                    <a:pt x="26353" y="24585"/>
                    <a:pt x="24952" y="6739"/>
                    <a:pt x="24618" y="4103"/>
                  </a:cubicBezTo>
                  <a:lnTo>
                    <a:pt x="7473" y="0"/>
                  </a:ln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9"/>
            <p:cNvSpPr/>
            <p:nvPr/>
          </p:nvSpPr>
          <p:spPr>
            <a:xfrm>
              <a:off x="1978250" y="2292075"/>
              <a:ext cx="671350" cy="1469500"/>
            </a:xfrm>
            <a:custGeom>
              <a:rect b="b" l="l" r="r" t="t"/>
              <a:pathLst>
                <a:path extrusionOk="0" h="58780" w="26854">
                  <a:moveTo>
                    <a:pt x="6372" y="1"/>
                  </a:moveTo>
                  <a:lnTo>
                    <a:pt x="6272" y="1102"/>
                  </a:lnTo>
                  <a:cubicBezTo>
                    <a:pt x="5404" y="3136"/>
                    <a:pt x="3370" y="5805"/>
                    <a:pt x="2369" y="11042"/>
                  </a:cubicBezTo>
                  <a:cubicBezTo>
                    <a:pt x="1869" y="13644"/>
                    <a:pt x="2069" y="16179"/>
                    <a:pt x="2035" y="19748"/>
                  </a:cubicBezTo>
                  <a:cubicBezTo>
                    <a:pt x="2002" y="24952"/>
                    <a:pt x="2669" y="35560"/>
                    <a:pt x="2469" y="37961"/>
                  </a:cubicBezTo>
                  <a:cubicBezTo>
                    <a:pt x="2269" y="40363"/>
                    <a:pt x="1035" y="43198"/>
                    <a:pt x="534" y="46834"/>
                  </a:cubicBezTo>
                  <a:cubicBezTo>
                    <a:pt x="1" y="50504"/>
                    <a:pt x="67" y="57175"/>
                    <a:pt x="67" y="57175"/>
                  </a:cubicBezTo>
                  <a:cubicBezTo>
                    <a:pt x="67" y="57175"/>
                    <a:pt x="1068" y="58376"/>
                    <a:pt x="3570" y="58743"/>
                  </a:cubicBezTo>
                  <a:cubicBezTo>
                    <a:pt x="3808" y="58768"/>
                    <a:pt x="4047" y="58780"/>
                    <a:pt x="4285" y="58780"/>
                  </a:cubicBezTo>
                  <a:cubicBezTo>
                    <a:pt x="5643" y="58780"/>
                    <a:pt x="6976" y="58380"/>
                    <a:pt x="8140" y="57642"/>
                  </a:cubicBezTo>
                  <a:cubicBezTo>
                    <a:pt x="8140" y="57642"/>
                    <a:pt x="11442" y="44633"/>
                    <a:pt x="11809" y="42831"/>
                  </a:cubicBezTo>
                  <a:cubicBezTo>
                    <a:pt x="12209" y="40997"/>
                    <a:pt x="15111" y="26553"/>
                    <a:pt x="15111" y="26553"/>
                  </a:cubicBezTo>
                  <a:lnTo>
                    <a:pt x="17280" y="41831"/>
                  </a:lnTo>
                  <a:cubicBezTo>
                    <a:pt x="17079" y="43832"/>
                    <a:pt x="17046" y="45800"/>
                    <a:pt x="17179" y="47768"/>
                  </a:cubicBezTo>
                  <a:cubicBezTo>
                    <a:pt x="17380" y="51438"/>
                    <a:pt x="18914" y="56641"/>
                    <a:pt x="18914" y="56641"/>
                  </a:cubicBezTo>
                  <a:cubicBezTo>
                    <a:pt x="18914" y="56641"/>
                    <a:pt x="19719" y="57417"/>
                    <a:pt x="22006" y="57417"/>
                  </a:cubicBezTo>
                  <a:cubicBezTo>
                    <a:pt x="22138" y="57417"/>
                    <a:pt x="22275" y="57414"/>
                    <a:pt x="22417" y="57409"/>
                  </a:cubicBezTo>
                  <a:cubicBezTo>
                    <a:pt x="25018" y="57342"/>
                    <a:pt x="26186" y="56508"/>
                    <a:pt x="26186" y="56508"/>
                  </a:cubicBezTo>
                  <a:cubicBezTo>
                    <a:pt x="26186" y="56508"/>
                    <a:pt x="26620" y="42998"/>
                    <a:pt x="26753" y="30323"/>
                  </a:cubicBezTo>
                  <a:cubicBezTo>
                    <a:pt x="26853" y="20983"/>
                    <a:pt x="26019" y="7840"/>
                    <a:pt x="23984" y="1635"/>
                  </a:cubicBezTo>
                  <a:lnTo>
                    <a:pt x="24018" y="334"/>
                  </a:lnTo>
                  <a:lnTo>
                    <a:pt x="24018" y="334"/>
                  </a:lnTo>
                  <a:cubicBezTo>
                    <a:pt x="21847" y="1734"/>
                    <a:pt x="18833" y="2290"/>
                    <a:pt x="15867" y="2290"/>
                  </a:cubicBezTo>
                  <a:cubicBezTo>
                    <a:pt x="11906" y="2290"/>
                    <a:pt x="8031" y="1298"/>
                    <a:pt x="637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9"/>
            <p:cNvSpPr/>
            <p:nvPr/>
          </p:nvSpPr>
          <p:spPr>
            <a:xfrm>
              <a:off x="1939900" y="4028325"/>
              <a:ext cx="185150" cy="429850"/>
            </a:xfrm>
            <a:custGeom>
              <a:rect b="b" l="l" r="r" t="t"/>
              <a:pathLst>
                <a:path extrusionOk="0" h="17194" w="7406">
                  <a:moveTo>
                    <a:pt x="1968" y="1"/>
                  </a:moveTo>
                  <a:cubicBezTo>
                    <a:pt x="1168" y="1"/>
                    <a:pt x="1668" y="3136"/>
                    <a:pt x="1434" y="5138"/>
                  </a:cubicBezTo>
                  <a:cubicBezTo>
                    <a:pt x="1201" y="7272"/>
                    <a:pt x="467" y="8840"/>
                    <a:pt x="234" y="10608"/>
                  </a:cubicBezTo>
                  <a:cubicBezTo>
                    <a:pt x="0" y="12643"/>
                    <a:pt x="167" y="13477"/>
                    <a:pt x="867" y="15145"/>
                  </a:cubicBezTo>
                  <a:cubicBezTo>
                    <a:pt x="1238" y="16048"/>
                    <a:pt x="2720" y="17194"/>
                    <a:pt x="3948" y="17194"/>
                  </a:cubicBezTo>
                  <a:cubicBezTo>
                    <a:pt x="4487" y="17194"/>
                    <a:pt x="4978" y="16972"/>
                    <a:pt x="5304" y="16412"/>
                  </a:cubicBezTo>
                  <a:cubicBezTo>
                    <a:pt x="6405" y="14544"/>
                    <a:pt x="6672" y="12443"/>
                    <a:pt x="6571" y="10441"/>
                  </a:cubicBezTo>
                  <a:cubicBezTo>
                    <a:pt x="6471" y="8373"/>
                    <a:pt x="6338" y="6839"/>
                    <a:pt x="6338" y="5271"/>
                  </a:cubicBezTo>
                  <a:cubicBezTo>
                    <a:pt x="6338" y="3870"/>
                    <a:pt x="7405" y="601"/>
                    <a:pt x="6371" y="401"/>
                  </a:cubicBezTo>
                  <a:lnTo>
                    <a:pt x="6371" y="401"/>
                  </a:lnTo>
                  <a:lnTo>
                    <a:pt x="6305" y="935"/>
                  </a:lnTo>
                  <a:cubicBezTo>
                    <a:pt x="6110" y="1341"/>
                    <a:pt x="5008" y="1663"/>
                    <a:pt x="3955" y="1663"/>
                  </a:cubicBezTo>
                  <a:cubicBezTo>
                    <a:pt x="3020" y="1663"/>
                    <a:pt x="2123" y="1409"/>
                    <a:pt x="1935" y="734"/>
                  </a:cubicBezTo>
                  <a:lnTo>
                    <a:pt x="1968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9"/>
            <p:cNvSpPr/>
            <p:nvPr/>
          </p:nvSpPr>
          <p:spPr>
            <a:xfrm>
              <a:off x="2477775" y="4085025"/>
              <a:ext cx="73400" cy="134300"/>
            </a:xfrm>
            <a:custGeom>
              <a:rect b="b" l="l" r="r" t="t"/>
              <a:pathLst>
                <a:path extrusionOk="0" h="5372" w="2936">
                  <a:moveTo>
                    <a:pt x="267" y="1"/>
                  </a:moveTo>
                  <a:cubicBezTo>
                    <a:pt x="0" y="1035"/>
                    <a:pt x="234" y="3770"/>
                    <a:pt x="234" y="3770"/>
                  </a:cubicBezTo>
                  <a:cubicBezTo>
                    <a:pt x="234" y="3770"/>
                    <a:pt x="668" y="4738"/>
                    <a:pt x="2202" y="5371"/>
                  </a:cubicBezTo>
                  <a:lnTo>
                    <a:pt x="2936" y="1535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9"/>
            <p:cNvSpPr/>
            <p:nvPr/>
          </p:nvSpPr>
          <p:spPr>
            <a:xfrm>
              <a:off x="2532825" y="4116725"/>
              <a:ext cx="107600" cy="103425"/>
            </a:xfrm>
            <a:custGeom>
              <a:rect b="b" l="l" r="r" t="t"/>
              <a:pathLst>
                <a:path extrusionOk="0" h="4137" w="4304">
                  <a:moveTo>
                    <a:pt x="4303" y="0"/>
                  </a:moveTo>
                  <a:lnTo>
                    <a:pt x="434" y="1902"/>
                  </a:lnTo>
                  <a:lnTo>
                    <a:pt x="0" y="4137"/>
                  </a:lnTo>
                  <a:lnTo>
                    <a:pt x="3436" y="3036"/>
                  </a:lnTo>
                  <a:lnTo>
                    <a:pt x="43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9"/>
            <p:cNvSpPr/>
            <p:nvPr/>
          </p:nvSpPr>
          <p:spPr>
            <a:xfrm>
              <a:off x="2479450" y="3973950"/>
              <a:ext cx="350900" cy="353150"/>
            </a:xfrm>
            <a:custGeom>
              <a:rect b="b" l="l" r="r" t="t"/>
              <a:pathLst>
                <a:path extrusionOk="0" h="14126" w="14036">
                  <a:moveTo>
                    <a:pt x="1028" y="1"/>
                  </a:moveTo>
                  <a:cubicBezTo>
                    <a:pt x="744" y="1"/>
                    <a:pt x="489" y="1013"/>
                    <a:pt x="234" y="1842"/>
                  </a:cubicBezTo>
                  <a:cubicBezTo>
                    <a:pt x="0" y="2676"/>
                    <a:pt x="0" y="3610"/>
                    <a:pt x="200" y="4444"/>
                  </a:cubicBezTo>
                  <a:cubicBezTo>
                    <a:pt x="467" y="5411"/>
                    <a:pt x="1801" y="6379"/>
                    <a:pt x="2369" y="7246"/>
                  </a:cubicBezTo>
                  <a:cubicBezTo>
                    <a:pt x="2936" y="8080"/>
                    <a:pt x="3136" y="10148"/>
                    <a:pt x="3803" y="11315"/>
                  </a:cubicBezTo>
                  <a:cubicBezTo>
                    <a:pt x="4503" y="12450"/>
                    <a:pt x="7039" y="13550"/>
                    <a:pt x="8706" y="13951"/>
                  </a:cubicBezTo>
                  <a:cubicBezTo>
                    <a:pt x="9265" y="14071"/>
                    <a:pt x="9788" y="14125"/>
                    <a:pt x="10268" y="14125"/>
                  </a:cubicBezTo>
                  <a:cubicBezTo>
                    <a:pt x="12713" y="14125"/>
                    <a:pt x="14035" y="12725"/>
                    <a:pt x="13143" y="11582"/>
                  </a:cubicBezTo>
                  <a:cubicBezTo>
                    <a:pt x="12342" y="10548"/>
                    <a:pt x="9874" y="9214"/>
                    <a:pt x="8640" y="6879"/>
                  </a:cubicBezTo>
                  <a:cubicBezTo>
                    <a:pt x="7272" y="4277"/>
                    <a:pt x="6305" y="508"/>
                    <a:pt x="5838" y="274"/>
                  </a:cubicBezTo>
                  <a:lnTo>
                    <a:pt x="5804" y="1008"/>
                  </a:lnTo>
                  <a:cubicBezTo>
                    <a:pt x="5462" y="1635"/>
                    <a:pt x="4852" y="1824"/>
                    <a:pt x="4162" y="1824"/>
                  </a:cubicBezTo>
                  <a:cubicBezTo>
                    <a:pt x="4044" y="1824"/>
                    <a:pt x="3924" y="1818"/>
                    <a:pt x="3803" y="1809"/>
                  </a:cubicBezTo>
                  <a:cubicBezTo>
                    <a:pt x="2102" y="1709"/>
                    <a:pt x="1301" y="1141"/>
                    <a:pt x="1068" y="674"/>
                  </a:cubicBezTo>
                  <a:lnTo>
                    <a:pt x="1068" y="7"/>
                  </a:lnTo>
                  <a:cubicBezTo>
                    <a:pt x="1054" y="3"/>
                    <a:pt x="1041" y="1"/>
                    <a:pt x="102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9"/>
            <p:cNvSpPr/>
            <p:nvPr/>
          </p:nvSpPr>
          <p:spPr>
            <a:xfrm>
              <a:off x="1985750" y="2318775"/>
              <a:ext cx="212675" cy="1192550"/>
            </a:xfrm>
            <a:custGeom>
              <a:rect b="b" l="l" r="r" t="t"/>
              <a:pathLst>
                <a:path extrusionOk="0" h="47702" w="8507">
                  <a:moveTo>
                    <a:pt x="8107" y="0"/>
                  </a:moveTo>
                  <a:cubicBezTo>
                    <a:pt x="5605" y="5337"/>
                    <a:pt x="3670" y="10107"/>
                    <a:pt x="3503" y="18614"/>
                  </a:cubicBezTo>
                  <a:cubicBezTo>
                    <a:pt x="3470" y="20448"/>
                    <a:pt x="3437" y="22250"/>
                    <a:pt x="3437" y="23984"/>
                  </a:cubicBezTo>
                  <a:cubicBezTo>
                    <a:pt x="3370" y="30088"/>
                    <a:pt x="3303" y="35359"/>
                    <a:pt x="2436" y="37927"/>
                  </a:cubicBezTo>
                  <a:cubicBezTo>
                    <a:pt x="2269" y="38461"/>
                    <a:pt x="2069" y="39028"/>
                    <a:pt x="1835" y="39595"/>
                  </a:cubicBezTo>
                  <a:cubicBezTo>
                    <a:pt x="1569" y="40329"/>
                    <a:pt x="1302" y="41096"/>
                    <a:pt x="1001" y="41964"/>
                  </a:cubicBezTo>
                  <a:cubicBezTo>
                    <a:pt x="668" y="43198"/>
                    <a:pt x="401" y="44465"/>
                    <a:pt x="201" y="45766"/>
                  </a:cubicBezTo>
                  <a:cubicBezTo>
                    <a:pt x="134" y="46367"/>
                    <a:pt x="67" y="47001"/>
                    <a:pt x="1" y="47701"/>
                  </a:cubicBezTo>
                  <a:cubicBezTo>
                    <a:pt x="501" y="44999"/>
                    <a:pt x="1235" y="42331"/>
                    <a:pt x="2236" y="39729"/>
                  </a:cubicBezTo>
                  <a:cubicBezTo>
                    <a:pt x="2469" y="39128"/>
                    <a:pt x="2669" y="38595"/>
                    <a:pt x="2869" y="38027"/>
                  </a:cubicBezTo>
                  <a:cubicBezTo>
                    <a:pt x="3737" y="35426"/>
                    <a:pt x="3803" y="30122"/>
                    <a:pt x="3870" y="23984"/>
                  </a:cubicBezTo>
                  <a:cubicBezTo>
                    <a:pt x="3870" y="22216"/>
                    <a:pt x="3904" y="20415"/>
                    <a:pt x="3937" y="18614"/>
                  </a:cubicBezTo>
                  <a:cubicBezTo>
                    <a:pt x="4104" y="10174"/>
                    <a:pt x="6005" y="5437"/>
                    <a:pt x="8507" y="134"/>
                  </a:cubicBezTo>
                  <a:lnTo>
                    <a:pt x="8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39"/>
            <p:cNvSpPr/>
            <p:nvPr/>
          </p:nvSpPr>
          <p:spPr>
            <a:xfrm>
              <a:off x="2356025" y="2645675"/>
              <a:ext cx="175150" cy="576275"/>
            </a:xfrm>
            <a:custGeom>
              <a:rect b="b" l="l" r="r" t="t"/>
              <a:pathLst>
                <a:path extrusionOk="0" h="23051" w="7006">
                  <a:moveTo>
                    <a:pt x="7005" y="0"/>
                  </a:moveTo>
                  <a:lnTo>
                    <a:pt x="7005" y="0"/>
                  </a:lnTo>
                  <a:cubicBezTo>
                    <a:pt x="5404" y="2035"/>
                    <a:pt x="2035" y="2869"/>
                    <a:pt x="2035" y="2869"/>
                  </a:cubicBezTo>
                  <a:lnTo>
                    <a:pt x="0" y="12409"/>
                  </a:lnTo>
                  <a:lnTo>
                    <a:pt x="1501" y="23050"/>
                  </a:lnTo>
                  <a:lnTo>
                    <a:pt x="1168" y="12910"/>
                  </a:lnTo>
                  <a:lnTo>
                    <a:pt x="3236" y="3903"/>
                  </a:lnTo>
                  <a:cubicBezTo>
                    <a:pt x="6738" y="2502"/>
                    <a:pt x="7005" y="0"/>
                    <a:pt x="70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9"/>
            <p:cNvSpPr/>
            <p:nvPr/>
          </p:nvSpPr>
          <p:spPr>
            <a:xfrm>
              <a:off x="1969075" y="3628050"/>
              <a:ext cx="240200" cy="156850"/>
            </a:xfrm>
            <a:custGeom>
              <a:rect b="b" l="l" r="r" t="t"/>
              <a:pathLst>
                <a:path extrusionOk="0" h="6274" w="9608">
                  <a:moveTo>
                    <a:pt x="434" y="0"/>
                  </a:moveTo>
                  <a:cubicBezTo>
                    <a:pt x="34" y="234"/>
                    <a:pt x="67" y="834"/>
                    <a:pt x="34" y="2102"/>
                  </a:cubicBezTo>
                  <a:cubicBezTo>
                    <a:pt x="1" y="2936"/>
                    <a:pt x="67" y="3769"/>
                    <a:pt x="201" y="4603"/>
                  </a:cubicBezTo>
                  <a:cubicBezTo>
                    <a:pt x="301" y="4904"/>
                    <a:pt x="1068" y="5904"/>
                    <a:pt x="4037" y="6205"/>
                  </a:cubicBezTo>
                  <a:cubicBezTo>
                    <a:pt x="4459" y="6252"/>
                    <a:pt x="4845" y="6273"/>
                    <a:pt x="5198" y="6273"/>
                  </a:cubicBezTo>
                  <a:cubicBezTo>
                    <a:pt x="7328" y="6273"/>
                    <a:pt x="8240" y="5504"/>
                    <a:pt x="8440" y="5104"/>
                  </a:cubicBezTo>
                  <a:cubicBezTo>
                    <a:pt x="8840" y="4003"/>
                    <a:pt x="9174" y="2902"/>
                    <a:pt x="9441" y="1768"/>
                  </a:cubicBezTo>
                  <a:cubicBezTo>
                    <a:pt x="9607" y="1101"/>
                    <a:pt x="9307" y="1001"/>
                    <a:pt x="9307" y="1001"/>
                  </a:cubicBezTo>
                  <a:lnTo>
                    <a:pt x="9107" y="1768"/>
                  </a:lnTo>
                  <a:cubicBezTo>
                    <a:pt x="9107" y="1768"/>
                    <a:pt x="8055" y="2621"/>
                    <a:pt x="5454" y="2621"/>
                  </a:cubicBezTo>
                  <a:cubicBezTo>
                    <a:pt x="5237" y="2621"/>
                    <a:pt x="5009" y="2615"/>
                    <a:pt x="4771" y="2602"/>
                  </a:cubicBezTo>
                  <a:cubicBezTo>
                    <a:pt x="1668" y="2435"/>
                    <a:pt x="468" y="901"/>
                    <a:pt x="468" y="901"/>
                  </a:cubicBezTo>
                  <a:lnTo>
                    <a:pt x="434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9"/>
            <p:cNvSpPr/>
            <p:nvPr/>
          </p:nvSpPr>
          <p:spPr>
            <a:xfrm>
              <a:off x="1969075" y="3628050"/>
              <a:ext cx="240200" cy="156850"/>
            </a:xfrm>
            <a:custGeom>
              <a:rect b="b" l="l" r="r" t="t"/>
              <a:pathLst>
                <a:path extrusionOk="0" h="6274" w="9608">
                  <a:moveTo>
                    <a:pt x="434" y="0"/>
                  </a:moveTo>
                  <a:cubicBezTo>
                    <a:pt x="34" y="234"/>
                    <a:pt x="67" y="834"/>
                    <a:pt x="34" y="2102"/>
                  </a:cubicBezTo>
                  <a:cubicBezTo>
                    <a:pt x="1" y="2936"/>
                    <a:pt x="67" y="3769"/>
                    <a:pt x="201" y="4603"/>
                  </a:cubicBezTo>
                  <a:cubicBezTo>
                    <a:pt x="301" y="4904"/>
                    <a:pt x="1068" y="5904"/>
                    <a:pt x="4037" y="6205"/>
                  </a:cubicBezTo>
                  <a:cubicBezTo>
                    <a:pt x="4459" y="6252"/>
                    <a:pt x="4845" y="6273"/>
                    <a:pt x="5198" y="6273"/>
                  </a:cubicBezTo>
                  <a:cubicBezTo>
                    <a:pt x="7328" y="6273"/>
                    <a:pt x="8240" y="5504"/>
                    <a:pt x="8440" y="5104"/>
                  </a:cubicBezTo>
                  <a:cubicBezTo>
                    <a:pt x="8840" y="4003"/>
                    <a:pt x="9174" y="2902"/>
                    <a:pt x="9441" y="1768"/>
                  </a:cubicBezTo>
                  <a:cubicBezTo>
                    <a:pt x="9607" y="1101"/>
                    <a:pt x="9307" y="1001"/>
                    <a:pt x="9307" y="1001"/>
                  </a:cubicBezTo>
                  <a:lnTo>
                    <a:pt x="9107" y="1768"/>
                  </a:lnTo>
                  <a:cubicBezTo>
                    <a:pt x="9107" y="1768"/>
                    <a:pt x="8055" y="2621"/>
                    <a:pt x="5454" y="2621"/>
                  </a:cubicBezTo>
                  <a:cubicBezTo>
                    <a:pt x="5237" y="2621"/>
                    <a:pt x="5009" y="2615"/>
                    <a:pt x="4771" y="2602"/>
                  </a:cubicBezTo>
                  <a:cubicBezTo>
                    <a:pt x="1668" y="2435"/>
                    <a:pt x="468" y="901"/>
                    <a:pt x="468" y="901"/>
                  </a:cubicBezTo>
                  <a:lnTo>
                    <a:pt x="4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9"/>
            <p:cNvSpPr/>
            <p:nvPr/>
          </p:nvSpPr>
          <p:spPr>
            <a:xfrm>
              <a:off x="2430250" y="3649725"/>
              <a:ext cx="213500" cy="131525"/>
            </a:xfrm>
            <a:custGeom>
              <a:rect b="b" l="l" r="r" t="t"/>
              <a:pathLst>
                <a:path extrusionOk="0" h="5261" w="8540">
                  <a:moveTo>
                    <a:pt x="8173" y="0"/>
                  </a:moveTo>
                  <a:lnTo>
                    <a:pt x="8139" y="734"/>
                  </a:lnTo>
                  <a:cubicBezTo>
                    <a:pt x="8139" y="734"/>
                    <a:pt x="7606" y="1702"/>
                    <a:pt x="4703" y="1802"/>
                  </a:cubicBezTo>
                  <a:cubicBezTo>
                    <a:pt x="4574" y="1806"/>
                    <a:pt x="4447" y="1808"/>
                    <a:pt x="4323" y="1808"/>
                  </a:cubicBezTo>
                  <a:cubicBezTo>
                    <a:pt x="1682" y="1808"/>
                    <a:pt x="434" y="834"/>
                    <a:pt x="434" y="834"/>
                  </a:cubicBezTo>
                  <a:lnTo>
                    <a:pt x="267" y="234"/>
                  </a:lnTo>
                  <a:cubicBezTo>
                    <a:pt x="0" y="334"/>
                    <a:pt x="0" y="668"/>
                    <a:pt x="134" y="1368"/>
                  </a:cubicBezTo>
                  <a:cubicBezTo>
                    <a:pt x="234" y="2035"/>
                    <a:pt x="634" y="3570"/>
                    <a:pt x="734" y="4070"/>
                  </a:cubicBezTo>
                  <a:cubicBezTo>
                    <a:pt x="821" y="4476"/>
                    <a:pt x="2170" y="5261"/>
                    <a:pt x="4231" y="5261"/>
                  </a:cubicBezTo>
                  <a:cubicBezTo>
                    <a:pt x="4540" y="5261"/>
                    <a:pt x="4865" y="5243"/>
                    <a:pt x="5204" y="5204"/>
                  </a:cubicBezTo>
                  <a:cubicBezTo>
                    <a:pt x="7772" y="4904"/>
                    <a:pt x="8273" y="4237"/>
                    <a:pt x="8373" y="3570"/>
                  </a:cubicBezTo>
                  <a:cubicBezTo>
                    <a:pt x="8439" y="2869"/>
                    <a:pt x="8540" y="1101"/>
                    <a:pt x="8540" y="634"/>
                  </a:cubicBezTo>
                  <a:cubicBezTo>
                    <a:pt x="8540" y="167"/>
                    <a:pt x="8506" y="100"/>
                    <a:pt x="817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9"/>
            <p:cNvSpPr/>
            <p:nvPr/>
          </p:nvSpPr>
          <p:spPr>
            <a:xfrm>
              <a:off x="2430250" y="3649725"/>
              <a:ext cx="213500" cy="131525"/>
            </a:xfrm>
            <a:custGeom>
              <a:rect b="b" l="l" r="r" t="t"/>
              <a:pathLst>
                <a:path extrusionOk="0" h="5261" w="8540">
                  <a:moveTo>
                    <a:pt x="8173" y="0"/>
                  </a:moveTo>
                  <a:lnTo>
                    <a:pt x="8139" y="734"/>
                  </a:lnTo>
                  <a:cubicBezTo>
                    <a:pt x="8139" y="734"/>
                    <a:pt x="7606" y="1702"/>
                    <a:pt x="4703" y="1802"/>
                  </a:cubicBezTo>
                  <a:cubicBezTo>
                    <a:pt x="4574" y="1806"/>
                    <a:pt x="4447" y="1808"/>
                    <a:pt x="4323" y="1808"/>
                  </a:cubicBezTo>
                  <a:cubicBezTo>
                    <a:pt x="1682" y="1808"/>
                    <a:pt x="434" y="834"/>
                    <a:pt x="434" y="834"/>
                  </a:cubicBezTo>
                  <a:lnTo>
                    <a:pt x="267" y="234"/>
                  </a:lnTo>
                  <a:cubicBezTo>
                    <a:pt x="0" y="334"/>
                    <a:pt x="0" y="668"/>
                    <a:pt x="134" y="1368"/>
                  </a:cubicBezTo>
                  <a:cubicBezTo>
                    <a:pt x="234" y="2035"/>
                    <a:pt x="634" y="3570"/>
                    <a:pt x="734" y="4070"/>
                  </a:cubicBezTo>
                  <a:cubicBezTo>
                    <a:pt x="821" y="4476"/>
                    <a:pt x="2170" y="5261"/>
                    <a:pt x="4231" y="5261"/>
                  </a:cubicBezTo>
                  <a:cubicBezTo>
                    <a:pt x="4540" y="5261"/>
                    <a:pt x="4865" y="5243"/>
                    <a:pt x="5204" y="5204"/>
                  </a:cubicBezTo>
                  <a:cubicBezTo>
                    <a:pt x="7772" y="4904"/>
                    <a:pt x="8273" y="4237"/>
                    <a:pt x="8373" y="3570"/>
                  </a:cubicBezTo>
                  <a:cubicBezTo>
                    <a:pt x="8439" y="2869"/>
                    <a:pt x="8540" y="1101"/>
                    <a:pt x="8540" y="634"/>
                  </a:cubicBezTo>
                  <a:cubicBezTo>
                    <a:pt x="8540" y="167"/>
                    <a:pt x="8506" y="100"/>
                    <a:pt x="81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9"/>
            <p:cNvSpPr/>
            <p:nvPr/>
          </p:nvSpPr>
          <p:spPr>
            <a:xfrm>
              <a:off x="2003275" y="1376525"/>
              <a:ext cx="679675" cy="480475"/>
            </a:xfrm>
            <a:custGeom>
              <a:rect b="b" l="l" r="r" t="t"/>
              <a:pathLst>
                <a:path extrusionOk="0" h="19219" w="27187">
                  <a:moveTo>
                    <a:pt x="8267" y="0"/>
                  </a:moveTo>
                  <a:cubicBezTo>
                    <a:pt x="7705" y="0"/>
                    <a:pt x="7164" y="104"/>
                    <a:pt x="6672" y="364"/>
                  </a:cubicBezTo>
                  <a:cubicBezTo>
                    <a:pt x="5704" y="897"/>
                    <a:pt x="5004" y="1765"/>
                    <a:pt x="4637" y="2799"/>
                  </a:cubicBezTo>
                  <a:cubicBezTo>
                    <a:pt x="4070" y="4366"/>
                    <a:pt x="4203" y="6068"/>
                    <a:pt x="4237" y="7735"/>
                  </a:cubicBezTo>
                  <a:cubicBezTo>
                    <a:pt x="4270" y="8303"/>
                    <a:pt x="4170" y="8870"/>
                    <a:pt x="3970" y="9403"/>
                  </a:cubicBezTo>
                  <a:cubicBezTo>
                    <a:pt x="3764" y="9873"/>
                    <a:pt x="3300" y="10188"/>
                    <a:pt x="2804" y="10188"/>
                  </a:cubicBezTo>
                  <a:cubicBezTo>
                    <a:pt x="2737" y="10188"/>
                    <a:pt x="2670" y="10182"/>
                    <a:pt x="2602" y="10171"/>
                  </a:cubicBezTo>
                  <a:cubicBezTo>
                    <a:pt x="2035" y="10037"/>
                    <a:pt x="1768" y="9203"/>
                    <a:pt x="2202" y="8870"/>
                  </a:cubicBezTo>
                  <a:cubicBezTo>
                    <a:pt x="2155" y="8865"/>
                    <a:pt x="2110" y="8863"/>
                    <a:pt x="2065" y="8863"/>
                  </a:cubicBezTo>
                  <a:cubicBezTo>
                    <a:pt x="835" y="8863"/>
                    <a:pt x="409" y="10592"/>
                    <a:pt x="1568" y="11171"/>
                  </a:cubicBezTo>
                  <a:cubicBezTo>
                    <a:pt x="534" y="11338"/>
                    <a:pt x="0" y="12706"/>
                    <a:pt x="501" y="13606"/>
                  </a:cubicBezTo>
                  <a:cubicBezTo>
                    <a:pt x="913" y="14248"/>
                    <a:pt x="1593" y="14591"/>
                    <a:pt x="2303" y="14591"/>
                  </a:cubicBezTo>
                  <a:cubicBezTo>
                    <a:pt x="2627" y="14591"/>
                    <a:pt x="2956" y="14520"/>
                    <a:pt x="3269" y="14374"/>
                  </a:cubicBezTo>
                  <a:lnTo>
                    <a:pt x="3269" y="14374"/>
                  </a:lnTo>
                  <a:cubicBezTo>
                    <a:pt x="2869" y="15241"/>
                    <a:pt x="2635" y="16408"/>
                    <a:pt x="3770" y="17442"/>
                  </a:cubicBezTo>
                  <a:cubicBezTo>
                    <a:pt x="4365" y="17978"/>
                    <a:pt x="5160" y="18242"/>
                    <a:pt x="5869" y="18242"/>
                  </a:cubicBezTo>
                  <a:cubicBezTo>
                    <a:pt x="6352" y="18242"/>
                    <a:pt x="6794" y="18119"/>
                    <a:pt x="7105" y="17876"/>
                  </a:cubicBezTo>
                  <a:cubicBezTo>
                    <a:pt x="7601" y="18816"/>
                    <a:pt x="8179" y="18918"/>
                    <a:pt x="9062" y="18918"/>
                  </a:cubicBezTo>
                  <a:cubicBezTo>
                    <a:pt x="9308" y="18918"/>
                    <a:pt x="9577" y="18910"/>
                    <a:pt x="9874" y="18910"/>
                  </a:cubicBezTo>
                  <a:cubicBezTo>
                    <a:pt x="11242" y="18910"/>
                    <a:pt x="12509" y="18210"/>
                    <a:pt x="13243" y="17009"/>
                  </a:cubicBezTo>
                  <a:cubicBezTo>
                    <a:pt x="13243" y="18426"/>
                    <a:pt x="14819" y="19219"/>
                    <a:pt x="16090" y="19219"/>
                  </a:cubicBezTo>
                  <a:cubicBezTo>
                    <a:pt x="16165" y="19219"/>
                    <a:pt x="16239" y="19216"/>
                    <a:pt x="16312" y="19210"/>
                  </a:cubicBezTo>
                  <a:cubicBezTo>
                    <a:pt x="17146" y="19144"/>
                    <a:pt x="17946" y="18743"/>
                    <a:pt x="18547" y="18110"/>
                  </a:cubicBezTo>
                  <a:cubicBezTo>
                    <a:pt x="19177" y="18674"/>
                    <a:pt x="19907" y="18922"/>
                    <a:pt x="20619" y="18922"/>
                  </a:cubicBezTo>
                  <a:cubicBezTo>
                    <a:pt x="22433" y="18922"/>
                    <a:pt x="24124" y="17306"/>
                    <a:pt x="23717" y="15174"/>
                  </a:cubicBezTo>
                  <a:cubicBezTo>
                    <a:pt x="26186" y="15007"/>
                    <a:pt x="27186" y="11905"/>
                    <a:pt x="25285" y="10337"/>
                  </a:cubicBezTo>
                  <a:cubicBezTo>
                    <a:pt x="26219" y="9937"/>
                    <a:pt x="26819" y="9003"/>
                    <a:pt x="26352" y="7969"/>
                  </a:cubicBezTo>
                  <a:lnTo>
                    <a:pt x="26352" y="7969"/>
                  </a:lnTo>
                  <a:cubicBezTo>
                    <a:pt x="26167" y="8525"/>
                    <a:pt x="25792" y="8745"/>
                    <a:pt x="25295" y="8745"/>
                  </a:cubicBezTo>
                  <a:cubicBezTo>
                    <a:pt x="25166" y="8745"/>
                    <a:pt x="25029" y="8730"/>
                    <a:pt x="24885" y="8703"/>
                  </a:cubicBezTo>
                  <a:cubicBezTo>
                    <a:pt x="23484" y="8469"/>
                    <a:pt x="23183" y="7135"/>
                    <a:pt x="23083" y="6334"/>
                  </a:cubicBezTo>
                  <a:cubicBezTo>
                    <a:pt x="22983" y="5601"/>
                    <a:pt x="22283" y="5834"/>
                    <a:pt x="21749" y="5300"/>
                  </a:cubicBezTo>
                  <a:cubicBezTo>
                    <a:pt x="21182" y="4733"/>
                    <a:pt x="20515" y="4300"/>
                    <a:pt x="19781" y="3966"/>
                  </a:cubicBezTo>
                  <a:cubicBezTo>
                    <a:pt x="19414" y="3799"/>
                    <a:pt x="19014" y="3666"/>
                    <a:pt x="18647" y="3566"/>
                  </a:cubicBezTo>
                  <a:cubicBezTo>
                    <a:pt x="18247" y="3499"/>
                    <a:pt x="17880" y="3399"/>
                    <a:pt x="17546" y="3266"/>
                  </a:cubicBezTo>
                  <a:cubicBezTo>
                    <a:pt x="16779" y="2932"/>
                    <a:pt x="16045" y="2532"/>
                    <a:pt x="15278" y="2198"/>
                  </a:cubicBezTo>
                  <a:cubicBezTo>
                    <a:pt x="14511" y="1865"/>
                    <a:pt x="13610" y="1498"/>
                    <a:pt x="12776" y="1231"/>
                  </a:cubicBezTo>
                  <a:cubicBezTo>
                    <a:pt x="11483" y="767"/>
                    <a:pt x="9797" y="0"/>
                    <a:pt x="82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9"/>
            <p:cNvSpPr/>
            <p:nvPr/>
          </p:nvSpPr>
          <p:spPr>
            <a:xfrm>
              <a:off x="2502800" y="1427100"/>
              <a:ext cx="970700" cy="564800"/>
            </a:xfrm>
            <a:custGeom>
              <a:rect b="b" l="l" r="r" t="t"/>
              <a:pathLst>
                <a:path extrusionOk="0" h="22592" w="38828">
                  <a:moveTo>
                    <a:pt x="38053" y="0"/>
                  </a:moveTo>
                  <a:cubicBezTo>
                    <a:pt x="37359" y="0"/>
                    <a:pt x="36247" y="1251"/>
                    <a:pt x="35225" y="2410"/>
                  </a:cubicBezTo>
                  <a:cubicBezTo>
                    <a:pt x="34081" y="3620"/>
                    <a:pt x="32775" y="5247"/>
                    <a:pt x="32348" y="5247"/>
                  </a:cubicBezTo>
                  <a:cubicBezTo>
                    <a:pt x="32339" y="5247"/>
                    <a:pt x="32331" y="5247"/>
                    <a:pt x="32323" y="5245"/>
                  </a:cubicBezTo>
                  <a:cubicBezTo>
                    <a:pt x="31823" y="5179"/>
                    <a:pt x="32223" y="3511"/>
                    <a:pt x="31656" y="2610"/>
                  </a:cubicBezTo>
                  <a:cubicBezTo>
                    <a:pt x="31409" y="2193"/>
                    <a:pt x="31119" y="1998"/>
                    <a:pt x="30875" y="1998"/>
                  </a:cubicBezTo>
                  <a:cubicBezTo>
                    <a:pt x="30593" y="1998"/>
                    <a:pt x="30373" y="2260"/>
                    <a:pt x="30355" y="2744"/>
                  </a:cubicBezTo>
                  <a:cubicBezTo>
                    <a:pt x="30355" y="3511"/>
                    <a:pt x="29855" y="4645"/>
                    <a:pt x="29855" y="5946"/>
                  </a:cubicBezTo>
                  <a:cubicBezTo>
                    <a:pt x="29855" y="6580"/>
                    <a:pt x="30055" y="7947"/>
                    <a:pt x="29388" y="8581"/>
                  </a:cubicBezTo>
                  <a:cubicBezTo>
                    <a:pt x="28854" y="9115"/>
                    <a:pt x="18447" y="15419"/>
                    <a:pt x="18447" y="15419"/>
                  </a:cubicBezTo>
                  <a:cubicBezTo>
                    <a:pt x="18447" y="15419"/>
                    <a:pt x="12565" y="15578"/>
                    <a:pt x="9166" y="15578"/>
                  </a:cubicBezTo>
                  <a:cubicBezTo>
                    <a:pt x="8438" y="15578"/>
                    <a:pt x="7823" y="15571"/>
                    <a:pt x="7405" y="15553"/>
                  </a:cubicBezTo>
                  <a:cubicBezTo>
                    <a:pt x="5115" y="15469"/>
                    <a:pt x="4018" y="15222"/>
                    <a:pt x="1881" y="15222"/>
                  </a:cubicBezTo>
                  <a:cubicBezTo>
                    <a:pt x="1465" y="15222"/>
                    <a:pt x="1011" y="15231"/>
                    <a:pt x="501" y="15253"/>
                  </a:cubicBezTo>
                  <a:cubicBezTo>
                    <a:pt x="0" y="15920"/>
                    <a:pt x="1234" y="22191"/>
                    <a:pt x="4870" y="22591"/>
                  </a:cubicBezTo>
                  <a:cubicBezTo>
                    <a:pt x="4870" y="22591"/>
                    <a:pt x="13476" y="22424"/>
                    <a:pt x="16745" y="22291"/>
                  </a:cubicBezTo>
                  <a:cubicBezTo>
                    <a:pt x="19948" y="22158"/>
                    <a:pt x="20782" y="22158"/>
                    <a:pt x="21983" y="21324"/>
                  </a:cubicBezTo>
                  <a:cubicBezTo>
                    <a:pt x="24184" y="19823"/>
                    <a:pt x="26286" y="18188"/>
                    <a:pt x="28287" y="16453"/>
                  </a:cubicBezTo>
                  <a:cubicBezTo>
                    <a:pt x="31089" y="14118"/>
                    <a:pt x="32357" y="13118"/>
                    <a:pt x="32724" y="12918"/>
                  </a:cubicBezTo>
                  <a:cubicBezTo>
                    <a:pt x="33758" y="12250"/>
                    <a:pt x="34725" y="12117"/>
                    <a:pt x="35559" y="11583"/>
                  </a:cubicBezTo>
                  <a:cubicBezTo>
                    <a:pt x="36493" y="11050"/>
                    <a:pt x="37360" y="10349"/>
                    <a:pt x="38027" y="9482"/>
                  </a:cubicBezTo>
                  <a:cubicBezTo>
                    <a:pt x="38261" y="9215"/>
                    <a:pt x="38361" y="8848"/>
                    <a:pt x="38328" y="8514"/>
                  </a:cubicBezTo>
                  <a:cubicBezTo>
                    <a:pt x="38294" y="8348"/>
                    <a:pt x="38194" y="8181"/>
                    <a:pt x="38161" y="8014"/>
                  </a:cubicBezTo>
                  <a:cubicBezTo>
                    <a:pt x="38127" y="7714"/>
                    <a:pt x="38094" y="7414"/>
                    <a:pt x="38027" y="7147"/>
                  </a:cubicBezTo>
                  <a:cubicBezTo>
                    <a:pt x="37894" y="6780"/>
                    <a:pt x="37360" y="6613"/>
                    <a:pt x="37227" y="6246"/>
                  </a:cubicBezTo>
                  <a:cubicBezTo>
                    <a:pt x="37160" y="6079"/>
                    <a:pt x="37227" y="5579"/>
                    <a:pt x="37127" y="5446"/>
                  </a:cubicBezTo>
                  <a:cubicBezTo>
                    <a:pt x="36893" y="5179"/>
                    <a:pt x="36693" y="5145"/>
                    <a:pt x="36493" y="4979"/>
                  </a:cubicBezTo>
                  <a:cubicBezTo>
                    <a:pt x="36359" y="4879"/>
                    <a:pt x="36059" y="4712"/>
                    <a:pt x="36159" y="4512"/>
                  </a:cubicBezTo>
                  <a:cubicBezTo>
                    <a:pt x="36226" y="4311"/>
                    <a:pt x="36660" y="3878"/>
                    <a:pt x="37394" y="2744"/>
                  </a:cubicBezTo>
                  <a:cubicBezTo>
                    <a:pt x="38127" y="1610"/>
                    <a:pt x="38828" y="642"/>
                    <a:pt x="38428" y="175"/>
                  </a:cubicBezTo>
                  <a:cubicBezTo>
                    <a:pt x="38324" y="54"/>
                    <a:pt x="38198" y="0"/>
                    <a:pt x="38053" y="0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9"/>
            <p:cNvSpPr/>
            <p:nvPr/>
          </p:nvSpPr>
          <p:spPr>
            <a:xfrm>
              <a:off x="3326725" y="1561550"/>
              <a:ext cx="83400" cy="127625"/>
            </a:xfrm>
            <a:custGeom>
              <a:rect b="b" l="l" r="r" t="t"/>
              <a:pathLst>
                <a:path extrusionOk="0" h="5105" w="3336">
                  <a:moveTo>
                    <a:pt x="1835" y="1"/>
                  </a:moveTo>
                  <a:lnTo>
                    <a:pt x="1835" y="1"/>
                  </a:lnTo>
                  <a:cubicBezTo>
                    <a:pt x="1834" y="1"/>
                    <a:pt x="0" y="1469"/>
                    <a:pt x="67" y="2236"/>
                  </a:cubicBezTo>
                  <a:cubicBezTo>
                    <a:pt x="133" y="2703"/>
                    <a:pt x="467" y="3070"/>
                    <a:pt x="901" y="3237"/>
                  </a:cubicBezTo>
                  <a:cubicBezTo>
                    <a:pt x="867" y="3937"/>
                    <a:pt x="600" y="4604"/>
                    <a:pt x="133" y="5105"/>
                  </a:cubicBezTo>
                  <a:cubicBezTo>
                    <a:pt x="1245" y="4425"/>
                    <a:pt x="1328" y="3575"/>
                    <a:pt x="1334" y="3452"/>
                  </a:cubicBezTo>
                  <a:lnTo>
                    <a:pt x="1334" y="3452"/>
                  </a:lnTo>
                  <a:cubicBezTo>
                    <a:pt x="1313" y="4272"/>
                    <a:pt x="2268" y="4404"/>
                    <a:pt x="2268" y="4404"/>
                  </a:cubicBezTo>
                  <a:cubicBezTo>
                    <a:pt x="2290" y="4858"/>
                    <a:pt x="2592" y="4990"/>
                    <a:pt x="2893" y="4990"/>
                  </a:cubicBezTo>
                  <a:cubicBezTo>
                    <a:pt x="3056" y="4990"/>
                    <a:pt x="3219" y="4951"/>
                    <a:pt x="3336" y="4904"/>
                  </a:cubicBezTo>
                  <a:cubicBezTo>
                    <a:pt x="2869" y="4871"/>
                    <a:pt x="2502" y="4437"/>
                    <a:pt x="2535" y="3970"/>
                  </a:cubicBezTo>
                  <a:lnTo>
                    <a:pt x="2535" y="3970"/>
                  </a:lnTo>
                  <a:cubicBezTo>
                    <a:pt x="2483" y="3982"/>
                    <a:pt x="2431" y="3988"/>
                    <a:pt x="2379" y="3988"/>
                  </a:cubicBezTo>
                  <a:cubicBezTo>
                    <a:pt x="2134" y="3988"/>
                    <a:pt x="1906" y="3863"/>
                    <a:pt x="1768" y="3670"/>
                  </a:cubicBezTo>
                  <a:cubicBezTo>
                    <a:pt x="1601" y="3403"/>
                    <a:pt x="1568" y="3070"/>
                    <a:pt x="1701" y="2803"/>
                  </a:cubicBezTo>
                  <a:lnTo>
                    <a:pt x="1701" y="2803"/>
                  </a:lnTo>
                  <a:cubicBezTo>
                    <a:pt x="1568" y="2879"/>
                    <a:pt x="1424" y="2915"/>
                    <a:pt x="1282" y="2915"/>
                  </a:cubicBezTo>
                  <a:cubicBezTo>
                    <a:pt x="927" y="2915"/>
                    <a:pt x="586" y="2693"/>
                    <a:pt x="467" y="2336"/>
                  </a:cubicBezTo>
                  <a:cubicBezTo>
                    <a:pt x="267" y="1735"/>
                    <a:pt x="1201" y="902"/>
                    <a:pt x="1835" y="1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9"/>
            <p:cNvSpPr/>
            <p:nvPr/>
          </p:nvSpPr>
          <p:spPr>
            <a:xfrm>
              <a:off x="2101675" y="1807575"/>
              <a:ext cx="589600" cy="564400"/>
            </a:xfrm>
            <a:custGeom>
              <a:rect b="b" l="l" r="r" t="t"/>
              <a:pathLst>
                <a:path extrusionOk="0" h="22576" w="23584">
                  <a:moveTo>
                    <a:pt x="7272" y="0"/>
                  </a:moveTo>
                  <a:lnTo>
                    <a:pt x="2269" y="501"/>
                  </a:lnTo>
                  <a:cubicBezTo>
                    <a:pt x="3103" y="5838"/>
                    <a:pt x="467" y="11142"/>
                    <a:pt x="467" y="11142"/>
                  </a:cubicBezTo>
                  <a:cubicBezTo>
                    <a:pt x="334" y="14544"/>
                    <a:pt x="0" y="18480"/>
                    <a:pt x="1468" y="19247"/>
                  </a:cubicBezTo>
                  <a:cubicBezTo>
                    <a:pt x="1468" y="19714"/>
                    <a:pt x="1535" y="20148"/>
                    <a:pt x="1635" y="20582"/>
                  </a:cubicBezTo>
                  <a:cubicBezTo>
                    <a:pt x="3811" y="21709"/>
                    <a:pt x="7537" y="22575"/>
                    <a:pt x="11265" y="22575"/>
                  </a:cubicBezTo>
                  <a:cubicBezTo>
                    <a:pt x="13937" y="22575"/>
                    <a:pt x="16610" y="22130"/>
                    <a:pt x="18714" y="21015"/>
                  </a:cubicBezTo>
                  <a:lnTo>
                    <a:pt x="19081" y="19548"/>
                  </a:lnTo>
                  <a:cubicBezTo>
                    <a:pt x="20315" y="18714"/>
                    <a:pt x="20048" y="15178"/>
                    <a:pt x="20282" y="12643"/>
                  </a:cubicBezTo>
                  <a:cubicBezTo>
                    <a:pt x="23584" y="8139"/>
                    <a:pt x="19081" y="2369"/>
                    <a:pt x="16512" y="34"/>
                  </a:cubicBezTo>
                  <a:lnTo>
                    <a:pt x="13343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9"/>
            <p:cNvSpPr/>
            <p:nvPr/>
          </p:nvSpPr>
          <p:spPr>
            <a:xfrm>
              <a:off x="2135875" y="2288750"/>
              <a:ext cx="442825" cy="96450"/>
            </a:xfrm>
            <a:custGeom>
              <a:rect b="b" l="l" r="r" t="t"/>
              <a:pathLst>
                <a:path extrusionOk="0" h="3858" w="17713">
                  <a:moveTo>
                    <a:pt x="100" y="0"/>
                  </a:moveTo>
                  <a:lnTo>
                    <a:pt x="0" y="1235"/>
                  </a:lnTo>
                  <a:cubicBezTo>
                    <a:pt x="0" y="1235"/>
                    <a:pt x="1301" y="3570"/>
                    <a:pt x="8573" y="3836"/>
                  </a:cubicBezTo>
                  <a:cubicBezTo>
                    <a:pt x="8966" y="3851"/>
                    <a:pt x="9343" y="3858"/>
                    <a:pt x="9705" y="3858"/>
                  </a:cubicBezTo>
                  <a:cubicBezTo>
                    <a:pt x="16038" y="3858"/>
                    <a:pt x="17679" y="1768"/>
                    <a:pt x="17679" y="1768"/>
                  </a:cubicBezTo>
                  <a:lnTo>
                    <a:pt x="17713" y="301"/>
                  </a:lnTo>
                  <a:lnTo>
                    <a:pt x="17713" y="301"/>
                  </a:lnTo>
                  <a:cubicBezTo>
                    <a:pt x="15528" y="1709"/>
                    <a:pt x="12489" y="2269"/>
                    <a:pt x="9508" y="2269"/>
                  </a:cubicBezTo>
                  <a:cubicBezTo>
                    <a:pt x="5570" y="2269"/>
                    <a:pt x="1733" y="1291"/>
                    <a:pt x="100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9"/>
            <p:cNvSpPr/>
            <p:nvPr/>
          </p:nvSpPr>
          <p:spPr>
            <a:xfrm>
              <a:off x="2100000" y="1215475"/>
              <a:ext cx="543750" cy="548750"/>
            </a:xfrm>
            <a:custGeom>
              <a:rect b="b" l="l" r="r" t="t"/>
              <a:pathLst>
                <a:path extrusionOk="0" h="21950" w="21750">
                  <a:moveTo>
                    <a:pt x="8440" y="1"/>
                  </a:moveTo>
                  <a:lnTo>
                    <a:pt x="8440" y="1"/>
                  </a:lnTo>
                  <a:cubicBezTo>
                    <a:pt x="8640" y="668"/>
                    <a:pt x="8140" y="1368"/>
                    <a:pt x="7539" y="1735"/>
                  </a:cubicBezTo>
                  <a:cubicBezTo>
                    <a:pt x="6939" y="2102"/>
                    <a:pt x="6238" y="2269"/>
                    <a:pt x="5638" y="2636"/>
                  </a:cubicBezTo>
                  <a:cubicBezTo>
                    <a:pt x="5138" y="2936"/>
                    <a:pt x="4771" y="3370"/>
                    <a:pt x="4504" y="3870"/>
                  </a:cubicBezTo>
                  <a:cubicBezTo>
                    <a:pt x="4170" y="4471"/>
                    <a:pt x="3803" y="5771"/>
                    <a:pt x="4270" y="6439"/>
                  </a:cubicBezTo>
                  <a:cubicBezTo>
                    <a:pt x="1" y="8807"/>
                    <a:pt x="1535" y="14211"/>
                    <a:pt x="2903" y="16312"/>
                  </a:cubicBezTo>
                  <a:cubicBezTo>
                    <a:pt x="4337" y="18581"/>
                    <a:pt x="7306" y="21082"/>
                    <a:pt x="7306" y="21950"/>
                  </a:cubicBezTo>
                  <a:lnTo>
                    <a:pt x="18147" y="10808"/>
                  </a:lnTo>
                  <a:cubicBezTo>
                    <a:pt x="18147" y="10808"/>
                    <a:pt x="19081" y="12243"/>
                    <a:pt x="20115" y="12309"/>
                  </a:cubicBezTo>
                  <a:cubicBezTo>
                    <a:pt x="20156" y="12312"/>
                    <a:pt x="20196" y="12313"/>
                    <a:pt x="20234" y="12313"/>
                  </a:cubicBezTo>
                  <a:cubicBezTo>
                    <a:pt x="21190" y="12313"/>
                    <a:pt x="21283" y="11542"/>
                    <a:pt x="21283" y="11542"/>
                  </a:cubicBezTo>
                  <a:lnTo>
                    <a:pt x="21283" y="11542"/>
                  </a:lnTo>
                  <a:cubicBezTo>
                    <a:pt x="21189" y="11667"/>
                    <a:pt x="21062" y="11721"/>
                    <a:pt x="20936" y="11721"/>
                  </a:cubicBezTo>
                  <a:cubicBezTo>
                    <a:pt x="20658" y="11721"/>
                    <a:pt x="20380" y="11463"/>
                    <a:pt x="20449" y="11142"/>
                  </a:cubicBezTo>
                  <a:cubicBezTo>
                    <a:pt x="20615" y="10608"/>
                    <a:pt x="21549" y="10408"/>
                    <a:pt x="21683" y="9407"/>
                  </a:cubicBezTo>
                  <a:cubicBezTo>
                    <a:pt x="21750" y="8974"/>
                    <a:pt x="21616" y="8507"/>
                    <a:pt x="21349" y="8140"/>
                  </a:cubicBezTo>
                  <a:cubicBezTo>
                    <a:pt x="21016" y="7673"/>
                    <a:pt x="20849" y="7606"/>
                    <a:pt x="21049" y="7006"/>
                  </a:cubicBezTo>
                  <a:cubicBezTo>
                    <a:pt x="21483" y="5538"/>
                    <a:pt x="21016" y="3470"/>
                    <a:pt x="19448" y="2803"/>
                  </a:cubicBezTo>
                  <a:cubicBezTo>
                    <a:pt x="19137" y="2684"/>
                    <a:pt x="18812" y="2625"/>
                    <a:pt x="18489" y="2625"/>
                  </a:cubicBezTo>
                  <a:cubicBezTo>
                    <a:pt x="18085" y="2625"/>
                    <a:pt x="17684" y="2717"/>
                    <a:pt x="17313" y="2903"/>
                  </a:cubicBezTo>
                  <a:cubicBezTo>
                    <a:pt x="17246" y="2836"/>
                    <a:pt x="17180" y="2769"/>
                    <a:pt x="17113" y="2703"/>
                  </a:cubicBezTo>
                  <a:cubicBezTo>
                    <a:pt x="16919" y="2561"/>
                    <a:pt x="16701" y="2494"/>
                    <a:pt x="16487" y="2494"/>
                  </a:cubicBezTo>
                  <a:cubicBezTo>
                    <a:pt x="16147" y="2494"/>
                    <a:pt x="15816" y="2663"/>
                    <a:pt x="15612" y="2969"/>
                  </a:cubicBezTo>
                  <a:cubicBezTo>
                    <a:pt x="15779" y="2302"/>
                    <a:pt x="15545" y="1635"/>
                    <a:pt x="15011" y="1235"/>
                  </a:cubicBezTo>
                  <a:cubicBezTo>
                    <a:pt x="14681" y="987"/>
                    <a:pt x="14287" y="867"/>
                    <a:pt x="13884" y="867"/>
                  </a:cubicBezTo>
                  <a:cubicBezTo>
                    <a:pt x="13636" y="867"/>
                    <a:pt x="13385" y="912"/>
                    <a:pt x="13143" y="1001"/>
                  </a:cubicBezTo>
                  <a:cubicBezTo>
                    <a:pt x="12543" y="1235"/>
                    <a:pt x="12043" y="1702"/>
                    <a:pt x="11742" y="2302"/>
                  </a:cubicBezTo>
                  <a:cubicBezTo>
                    <a:pt x="11876" y="1869"/>
                    <a:pt x="11676" y="1402"/>
                    <a:pt x="11309" y="1202"/>
                  </a:cubicBezTo>
                  <a:cubicBezTo>
                    <a:pt x="11109" y="1118"/>
                    <a:pt x="10892" y="1076"/>
                    <a:pt x="10675" y="1076"/>
                  </a:cubicBezTo>
                  <a:cubicBezTo>
                    <a:pt x="10458" y="1076"/>
                    <a:pt x="10241" y="1118"/>
                    <a:pt x="10041" y="1202"/>
                  </a:cubicBezTo>
                  <a:cubicBezTo>
                    <a:pt x="9641" y="1402"/>
                    <a:pt x="9307" y="1635"/>
                    <a:pt x="9007" y="1935"/>
                  </a:cubicBezTo>
                  <a:cubicBezTo>
                    <a:pt x="9407" y="1268"/>
                    <a:pt x="9141" y="368"/>
                    <a:pt x="84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39"/>
            <p:cNvSpPr/>
            <p:nvPr/>
          </p:nvSpPr>
          <p:spPr>
            <a:xfrm>
              <a:off x="2184225" y="1371425"/>
              <a:ext cx="407825" cy="543275"/>
            </a:xfrm>
            <a:custGeom>
              <a:rect b="b" l="l" r="r" t="t"/>
              <a:pathLst>
                <a:path extrusionOk="0" h="21731" w="16313">
                  <a:moveTo>
                    <a:pt x="13711" y="0"/>
                  </a:moveTo>
                  <a:cubicBezTo>
                    <a:pt x="13410" y="1902"/>
                    <a:pt x="12977" y="3870"/>
                    <a:pt x="9975" y="5671"/>
                  </a:cubicBezTo>
                  <a:cubicBezTo>
                    <a:pt x="8401" y="6604"/>
                    <a:pt x="6623" y="7104"/>
                    <a:pt x="4819" y="7104"/>
                  </a:cubicBezTo>
                  <a:cubicBezTo>
                    <a:pt x="4559" y="7104"/>
                    <a:pt x="4298" y="7093"/>
                    <a:pt x="4037" y="7072"/>
                  </a:cubicBezTo>
                  <a:cubicBezTo>
                    <a:pt x="3520" y="6505"/>
                    <a:pt x="2970" y="6238"/>
                    <a:pt x="2436" y="6238"/>
                  </a:cubicBezTo>
                  <a:cubicBezTo>
                    <a:pt x="1902" y="6238"/>
                    <a:pt x="1385" y="6505"/>
                    <a:pt x="935" y="7005"/>
                  </a:cubicBezTo>
                  <a:cubicBezTo>
                    <a:pt x="1" y="7973"/>
                    <a:pt x="368" y="9874"/>
                    <a:pt x="1602" y="10842"/>
                  </a:cubicBezTo>
                  <a:cubicBezTo>
                    <a:pt x="1971" y="11137"/>
                    <a:pt x="2412" y="11279"/>
                    <a:pt x="2857" y="11279"/>
                  </a:cubicBezTo>
                  <a:cubicBezTo>
                    <a:pt x="3215" y="11279"/>
                    <a:pt x="3576" y="11187"/>
                    <a:pt x="3904" y="11008"/>
                  </a:cubicBezTo>
                  <a:lnTo>
                    <a:pt x="3937" y="17413"/>
                  </a:lnTo>
                  <a:lnTo>
                    <a:pt x="1969" y="17613"/>
                  </a:lnTo>
                  <a:cubicBezTo>
                    <a:pt x="1969" y="17613"/>
                    <a:pt x="4694" y="21731"/>
                    <a:pt x="9866" y="21731"/>
                  </a:cubicBezTo>
                  <a:cubicBezTo>
                    <a:pt x="10182" y="21731"/>
                    <a:pt x="10507" y="21715"/>
                    <a:pt x="10842" y="21683"/>
                  </a:cubicBezTo>
                  <a:cubicBezTo>
                    <a:pt x="14811" y="21316"/>
                    <a:pt x="11676" y="17446"/>
                    <a:pt x="11676" y="17446"/>
                  </a:cubicBezTo>
                  <a:lnTo>
                    <a:pt x="10175" y="17446"/>
                  </a:lnTo>
                  <a:lnTo>
                    <a:pt x="10175" y="14844"/>
                  </a:lnTo>
                  <a:cubicBezTo>
                    <a:pt x="11064" y="14989"/>
                    <a:pt x="11978" y="15121"/>
                    <a:pt x="12720" y="15121"/>
                  </a:cubicBezTo>
                  <a:cubicBezTo>
                    <a:pt x="13175" y="15121"/>
                    <a:pt x="13565" y="15071"/>
                    <a:pt x="13844" y="14944"/>
                  </a:cubicBezTo>
                  <a:cubicBezTo>
                    <a:pt x="14611" y="14578"/>
                    <a:pt x="16146" y="13377"/>
                    <a:pt x="16212" y="8473"/>
                  </a:cubicBezTo>
                  <a:cubicBezTo>
                    <a:pt x="16312" y="2702"/>
                    <a:pt x="15045" y="601"/>
                    <a:pt x="13711" y="0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9"/>
            <p:cNvSpPr/>
            <p:nvPr/>
          </p:nvSpPr>
          <p:spPr>
            <a:xfrm>
              <a:off x="2286800" y="1506525"/>
              <a:ext cx="40050" cy="81775"/>
            </a:xfrm>
            <a:custGeom>
              <a:rect b="b" l="l" r="r" t="t"/>
              <a:pathLst>
                <a:path extrusionOk="0" h="3271" w="1602">
                  <a:moveTo>
                    <a:pt x="1" y="0"/>
                  </a:moveTo>
                  <a:lnTo>
                    <a:pt x="1" y="3269"/>
                  </a:lnTo>
                  <a:cubicBezTo>
                    <a:pt x="20" y="3270"/>
                    <a:pt x="39" y="3270"/>
                    <a:pt x="58" y="3270"/>
                  </a:cubicBezTo>
                  <a:cubicBezTo>
                    <a:pt x="900" y="3270"/>
                    <a:pt x="1601" y="2550"/>
                    <a:pt x="1568" y="1702"/>
                  </a:cubicBezTo>
                  <a:cubicBezTo>
                    <a:pt x="1602" y="801"/>
                    <a:pt x="901" y="34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9"/>
            <p:cNvSpPr/>
            <p:nvPr/>
          </p:nvSpPr>
          <p:spPr>
            <a:xfrm>
              <a:off x="2533650" y="1521525"/>
              <a:ext cx="37550" cy="32125"/>
            </a:xfrm>
            <a:custGeom>
              <a:rect b="b" l="l" r="r" t="t"/>
              <a:pathLst>
                <a:path extrusionOk="0" h="1285" w="1502">
                  <a:moveTo>
                    <a:pt x="668" y="1"/>
                  </a:moveTo>
                  <a:cubicBezTo>
                    <a:pt x="301" y="1"/>
                    <a:pt x="0" y="268"/>
                    <a:pt x="0" y="635"/>
                  </a:cubicBezTo>
                  <a:cubicBezTo>
                    <a:pt x="0" y="1022"/>
                    <a:pt x="312" y="1285"/>
                    <a:pt x="647" y="1285"/>
                  </a:cubicBezTo>
                  <a:cubicBezTo>
                    <a:pt x="803" y="1285"/>
                    <a:pt x="964" y="1228"/>
                    <a:pt x="1101" y="1102"/>
                  </a:cubicBezTo>
                  <a:cubicBezTo>
                    <a:pt x="1501" y="735"/>
                    <a:pt x="1235" y="34"/>
                    <a:pt x="6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9"/>
            <p:cNvSpPr/>
            <p:nvPr/>
          </p:nvSpPr>
          <p:spPr>
            <a:xfrm>
              <a:off x="2416900" y="1533200"/>
              <a:ext cx="40875" cy="35425"/>
            </a:xfrm>
            <a:custGeom>
              <a:rect b="b" l="l" r="r" t="t"/>
              <a:pathLst>
                <a:path extrusionOk="0" h="1417" w="1635">
                  <a:moveTo>
                    <a:pt x="734" y="1"/>
                  </a:moveTo>
                  <a:cubicBezTo>
                    <a:pt x="334" y="1"/>
                    <a:pt x="0" y="301"/>
                    <a:pt x="0" y="701"/>
                  </a:cubicBezTo>
                  <a:cubicBezTo>
                    <a:pt x="0" y="1138"/>
                    <a:pt x="349" y="1416"/>
                    <a:pt x="707" y="1416"/>
                  </a:cubicBezTo>
                  <a:cubicBezTo>
                    <a:pt x="869" y="1416"/>
                    <a:pt x="1033" y="1359"/>
                    <a:pt x="1168" y="1235"/>
                  </a:cubicBezTo>
                  <a:cubicBezTo>
                    <a:pt x="1635" y="801"/>
                    <a:pt x="1335" y="34"/>
                    <a:pt x="7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9"/>
            <p:cNvSpPr/>
            <p:nvPr/>
          </p:nvSpPr>
          <p:spPr>
            <a:xfrm>
              <a:off x="2430250" y="1642450"/>
              <a:ext cx="63400" cy="42175"/>
            </a:xfrm>
            <a:custGeom>
              <a:rect b="b" l="l" r="r" t="t"/>
              <a:pathLst>
                <a:path extrusionOk="0" h="1687" w="2536">
                  <a:moveTo>
                    <a:pt x="200" y="1"/>
                  </a:moveTo>
                  <a:cubicBezTo>
                    <a:pt x="0" y="668"/>
                    <a:pt x="367" y="1402"/>
                    <a:pt x="1034" y="1635"/>
                  </a:cubicBezTo>
                  <a:cubicBezTo>
                    <a:pt x="1151" y="1670"/>
                    <a:pt x="1269" y="1687"/>
                    <a:pt x="1385" y="1687"/>
                  </a:cubicBezTo>
                  <a:cubicBezTo>
                    <a:pt x="1929" y="1687"/>
                    <a:pt x="2425" y="1318"/>
                    <a:pt x="2535" y="768"/>
                  </a:cubicBezTo>
                  <a:lnTo>
                    <a:pt x="200" y="1"/>
                  </a:ln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9"/>
            <p:cNvSpPr/>
            <p:nvPr/>
          </p:nvSpPr>
          <p:spPr>
            <a:xfrm>
              <a:off x="2434400" y="1655800"/>
              <a:ext cx="33400" cy="29200"/>
            </a:xfrm>
            <a:custGeom>
              <a:rect b="b" l="l" r="r" t="t"/>
              <a:pathLst>
                <a:path extrusionOk="0" h="1168" w="1336">
                  <a:moveTo>
                    <a:pt x="1" y="0"/>
                  </a:moveTo>
                  <a:cubicBezTo>
                    <a:pt x="68" y="501"/>
                    <a:pt x="401" y="934"/>
                    <a:pt x="868" y="1101"/>
                  </a:cubicBezTo>
                  <a:cubicBezTo>
                    <a:pt x="1035" y="1134"/>
                    <a:pt x="1202" y="1168"/>
                    <a:pt x="1335" y="1168"/>
                  </a:cubicBezTo>
                  <a:cubicBezTo>
                    <a:pt x="1335" y="501"/>
                    <a:pt x="835" y="0"/>
                    <a:pt x="201" y="0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9"/>
            <p:cNvSpPr/>
            <p:nvPr/>
          </p:nvSpPr>
          <p:spPr>
            <a:xfrm>
              <a:off x="2533650" y="1470550"/>
              <a:ext cx="45050" cy="33500"/>
            </a:xfrm>
            <a:custGeom>
              <a:rect b="b" l="l" r="r" t="t"/>
              <a:pathLst>
                <a:path extrusionOk="0" h="1340" w="1802">
                  <a:moveTo>
                    <a:pt x="784" y="0"/>
                  </a:moveTo>
                  <a:cubicBezTo>
                    <a:pt x="457" y="0"/>
                    <a:pt x="140" y="180"/>
                    <a:pt x="0" y="505"/>
                  </a:cubicBezTo>
                  <a:lnTo>
                    <a:pt x="1602" y="1339"/>
                  </a:lnTo>
                  <a:cubicBezTo>
                    <a:pt x="1802" y="906"/>
                    <a:pt x="1635" y="372"/>
                    <a:pt x="1201" y="105"/>
                  </a:cubicBezTo>
                  <a:cubicBezTo>
                    <a:pt x="1070" y="34"/>
                    <a:pt x="926" y="0"/>
                    <a:pt x="7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39"/>
            <p:cNvSpPr/>
            <p:nvPr/>
          </p:nvSpPr>
          <p:spPr>
            <a:xfrm>
              <a:off x="2489450" y="1533200"/>
              <a:ext cx="65075" cy="100100"/>
            </a:xfrm>
            <a:custGeom>
              <a:rect b="b" l="l" r="r" t="t"/>
              <a:pathLst>
                <a:path extrusionOk="0" h="4004" w="2603">
                  <a:moveTo>
                    <a:pt x="0" y="1"/>
                  </a:moveTo>
                  <a:lnTo>
                    <a:pt x="501" y="4004"/>
                  </a:lnTo>
                  <a:lnTo>
                    <a:pt x="2602" y="31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9"/>
            <p:cNvSpPr/>
            <p:nvPr/>
          </p:nvSpPr>
          <p:spPr>
            <a:xfrm>
              <a:off x="2311000" y="1683325"/>
              <a:ext cx="128450" cy="83400"/>
            </a:xfrm>
            <a:custGeom>
              <a:rect b="b" l="l" r="r" t="t"/>
              <a:pathLst>
                <a:path extrusionOk="0" h="3336" w="5138">
                  <a:moveTo>
                    <a:pt x="0" y="0"/>
                  </a:moveTo>
                  <a:cubicBezTo>
                    <a:pt x="200" y="634"/>
                    <a:pt x="567" y="1201"/>
                    <a:pt x="1101" y="1635"/>
                  </a:cubicBezTo>
                  <a:cubicBezTo>
                    <a:pt x="2035" y="2468"/>
                    <a:pt x="5137" y="3336"/>
                    <a:pt x="5137" y="3336"/>
                  </a:cubicBezTo>
                  <a:lnTo>
                    <a:pt x="5137" y="2368"/>
                  </a:lnTo>
                  <a:cubicBezTo>
                    <a:pt x="3603" y="2202"/>
                    <a:pt x="500" y="1268"/>
                    <a:pt x="0" y="0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9"/>
            <p:cNvSpPr/>
            <p:nvPr/>
          </p:nvSpPr>
          <p:spPr>
            <a:xfrm>
              <a:off x="2292650" y="2383275"/>
              <a:ext cx="161800" cy="57275"/>
            </a:xfrm>
            <a:custGeom>
              <a:rect b="b" l="l" r="r" t="t"/>
              <a:pathLst>
                <a:path extrusionOk="0" h="2291" w="6472">
                  <a:moveTo>
                    <a:pt x="6078" y="1"/>
                  </a:moveTo>
                  <a:cubicBezTo>
                    <a:pt x="5854" y="1"/>
                    <a:pt x="5426" y="294"/>
                    <a:pt x="4670" y="456"/>
                  </a:cubicBezTo>
                  <a:cubicBezTo>
                    <a:pt x="3469" y="723"/>
                    <a:pt x="3002" y="689"/>
                    <a:pt x="1768" y="1023"/>
                  </a:cubicBezTo>
                  <a:cubicBezTo>
                    <a:pt x="1201" y="1190"/>
                    <a:pt x="601" y="1323"/>
                    <a:pt x="0" y="1323"/>
                  </a:cubicBezTo>
                  <a:lnTo>
                    <a:pt x="4570" y="2290"/>
                  </a:lnTo>
                  <a:cubicBezTo>
                    <a:pt x="5037" y="2090"/>
                    <a:pt x="5471" y="1823"/>
                    <a:pt x="5871" y="1490"/>
                  </a:cubicBezTo>
                  <a:cubicBezTo>
                    <a:pt x="6338" y="1156"/>
                    <a:pt x="6471" y="522"/>
                    <a:pt x="6205" y="55"/>
                  </a:cubicBezTo>
                  <a:cubicBezTo>
                    <a:pt x="6173" y="17"/>
                    <a:pt x="6131" y="1"/>
                    <a:pt x="6078" y="1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39"/>
            <p:cNvSpPr/>
            <p:nvPr/>
          </p:nvSpPr>
          <p:spPr>
            <a:xfrm>
              <a:off x="2351850" y="2123625"/>
              <a:ext cx="488700" cy="570425"/>
            </a:xfrm>
            <a:custGeom>
              <a:rect b="b" l="l" r="r" t="t"/>
              <a:pathLst>
                <a:path extrusionOk="0" h="22817" w="19548">
                  <a:moveTo>
                    <a:pt x="19281" y="1"/>
                  </a:moveTo>
                  <a:lnTo>
                    <a:pt x="4337" y="3403"/>
                  </a:lnTo>
                  <a:lnTo>
                    <a:pt x="1" y="22450"/>
                  </a:lnTo>
                  <a:lnTo>
                    <a:pt x="301" y="22817"/>
                  </a:lnTo>
                  <a:lnTo>
                    <a:pt x="14544" y="19281"/>
                  </a:lnTo>
                  <a:lnTo>
                    <a:pt x="19548" y="368"/>
                  </a:lnTo>
                  <a:lnTo>
                    <a:pt x="1928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9"/>
            <p:cNvSpPr/>
            <p:nvPr/>
          </p:nvSpPr>
          <p:spPr>
            <a:xfrm>
              <a:off x="2359350" y="2132800"/>
              <a:ext cx="481200" cy="561250"/>
            </a:xfrm>
            <a:custGeom>
              <a:rect b="b" l="l" r="r" t="t"/>
              <a:pathLst>
                <a:path extrusionOk="0" h="22450" w="19248">
                  <a:moveTo>
                    <a:pt x="19248" y="1"/>
                  </a:moveTo>
                  <a:lnTo>
                    <a:pt x="4304" y="3436"/>
                  </a:lnTo>
                  <a:lnTo>
                    <a:pt x="1" y="22450"/>
                  </a:lnTo>
                  <a:lnTo>
                    <a:pt x="14244" y="18914"/>
                  </a:lnTo>
                  <a:lnTo>
                    <a:pt x="1924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9"/>
            <p:cNvSpPr/>
            <p:nvPr/>
          </p:nvSpPr>
          <p:spPr>
            <a:xfrm>
              <a:off x="2351850" y="2208700"/>
              <a:ext cx="115100" cy="485350"/>
            </a:xfrm>
            <a:custGeom>
              <a:rect b="b" l="l" r="r" t="t"/>
              <a:pathLst>
                <a:path extrusionOk="0" h="19414" w="4604">
                  <a:moveTo>
                    <a:pt x="4337" y="0"/>
                  </a:moveTo>
                  <a:lnTo>
                    <a:pt x="1" y="19047"/>
                  </a:lnTo>
                  <a:lnTo>
                    <a:pt x="301" y="19414"/>
                  </a:lnTo>
                  <a:lnTo>
                    <a:pt x="4604" y="400"/>
                  </a:lnTo>
                  <a:lnTo>
                    <a:pt x="43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9"/>
            <p:cNvSpPr/>
            <p:nvPr/>
          </p:nvSpPr>
          <p:spPr>
            <a:xfrm>
              <a:off x="2359350" y="2132800"/>
              <a:ext cx="481200" cy="561250"/>
            </a:xfrm>
            <a:custGeom>
              <a:rect b="b" l="l" r="r" t="t"/>
              <a:pathLst>
                <a:path extrusionOk="0" h="22450" w="19248">
                  <a:moveTo>
                    <a:pt x="19248" y="1"/>
                  </a:moveTo>
                  <a:lnTo>
                    <a:pt x="4304" y="3436"/>
                  </a:lnTo>
                  <a:lnTo>
                    <a:pt x="1" y="22450"/>
                  </a:lnTo>
                  <a:lnTo>
                    <a:pt x="14244" y="18914"/>
                  </a:lnTo>
                  <a:lnTo>
                    <a:pt x="1924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39"/>
            <p:cNvSpPr/>
            <p:nvPr/>
          </p:nvSpPr>
          <p:spPr>
            <a:xfrm>
              <a:off x="2548650" y="2189425"/>
              <a:ext cx="179550" cy="59325"/>
            </a:xfrm>
            <a:custGeom>
              <a:rect b="b" l="l" r="r" t="t"/>
              <a:pathLst>
                <a:path extrusionOk="0" h="2373" w="7182">
                  <a:moveTo>
                    <a:pt x="6806" y="1"/>
                  </a:moveTo>
                  <a:cubicBezTo>
                    <a:pt x="6461" y="1"/>
                    <a:pt x="5884" y="124"/>
                    <a:pt x="5205" y="337"/>
                  </a:cubicBezTo>
                  <a:lnTo>
                    <a:pt x="2536" y="838"/>
                  </a:lnTo>
                  <a:cubicBezTo>
                    <a:pt x="1368" y="1271"/>
                    <a:pt x="268" y="1505"/>
                    <a:pt x="168" y="1805"/>
                  </a:cubicBezTo>
                  <a:lnTo>
                    <a:pt x="1" y="2372"/>
                  </a:lnTo>
                  <a:lnTo>
                    <a:pt x="6972" y="771"/>
                  </a:lnTo>
                  <a:cubicBezTo>
                    <a:pt x="6972" y="771"/>
                    <a:pt x="7039" y="504"/>
                    <a:pt x="7139" y="204"/>
                  </a:cubicBezTo>
                  <a:cubicBezTo>
                    <a:pt x="7181" y="65"/>
                    <a:pt x="7054" y="1"/>
                    <a:pt x="68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9"/>
            <p:cNvSpPr/>
            <p:nvPr/>
          </p:nvSpPr>
          <p:spPr>
            <a:xfrm>
              <a:off x="2557825" y="2133625"/>
              <a:ext cx="194550" cy="64250"/>
            </a:xfrm>
            <a:custGeom>
              <a:rect b="b" l="l" r="r" t="t"/>
              <a:pathLst>
                <a:path extrusionOk="0" h="2570" w="7782">
                  <a:moveTo>
                    <a:pt x="5317" y="0"/>
                  </a:moveTo>
                  <a:cubicBezTo>
                    <a:pt x="5109" y="0"/>
                    <a:pt x="4853" y="20"/>
                    <a:pt x="4537" y="68"/>
                  </a:cubicBezTo>
                  <a:cubicBezTo>
                    <a:pt x="2336" y="401"/>
                    <a:pt x="2169" y="1469"/>
                    <a:pt x="2169" y="1469"/>
                  </a:cubicBezTo>
                  <a:cubicBezTo>
                    <a:pt x="1802" y="1569"/>
                    <a:pt x="1435" y="1669"/>
                    <a:pt x="1068" y="1736"/>
                  </a:cubicBezTo>
                  <a:cubicBezTo>
                    <a:pt x="334" y="1902"/>
                    <a:pt x="234" y="2002"/>
                    <a:pt x="168" y="2203"/>
                  </a:cubicBezTo>
                  <a:lnTo>
                    <a:pt x="1" y="2569"/>
                  </a:lnTo>
                  <a:lnTo>
                    <a:pt x="7640" y="835"/>
                  </a:lnTo>
                  <a:cubicBezTo>
                    <a:pt x="7640" y="835"/>
                    <a:pt x="7673" y="668"/>
                    <a:pt x="7740" y="501"/>
                  </a:cubicBezTo>
                  <a:cubicBezTo>
                    <a:pt x="7782" y="374"/>
                    <a:pt x="7663" y="328"/>
                    <a:pt x="7452" y="328"/>
                  </a:cubicBezTo>
                  <a:cubicBezTo>
                    <a:pt x="7330" y="328"/>
                    <a:pt x="7177" y="343"/>
                    <a:pt x="7006" y="368"/>
                  </a:cubicBezTo>
                  <a:lnTo>
                    <a:pt x="6138" y="568"/>
                  </a:lnTo>
                  <a:cubicBezTo>
                    <a:pt x="6138" y="568"/>
                    <a:pt x="6422" y="0"/>
                    <a:pt x="5317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9"/>
            <p:cNvSpPr/>
            <p:nvPr/>
          </p:nvSpPr>
          <p:spPr>
            <a:xfrm>
              <a:off x="2553650" y="2156975"/>
              <a:ext cx="181000" cy="92600"/>
            </a:xfrm>
            <a:custGeom>
              <a:rect b="b" l="l" r="r" t="t"/>
              <a:pathLst>
                <a:path extrusionOk="0" h="3704" w="7240">
                  <a:moveTo>
                    <a:pt x="7239" y="1"/>
                  </a:moveTo>
                  <a:lnTo>
                    <a:pt x="1135" y="1402"/>
                  </a:lnTo>
                  <a:lnTo>
                    <a:pt x="902" y="2069"/>
                  </a:lnTo>
                  <a:cubicBezTo>
                    <a:pt x="1180" y="1971"/>
                    <a:pt x="1436" y="1926"/>
                    <a:pt x="1632" y="1926"/>
                  </a:cubicBezTo>
                  <a:cubicBezTo>
                    <a:pt x="1904" y="1926"/>
                    <a:pt x="2061" y="2014"/>
                    <a:pt x="2002" y="2169"/>
                  </a:cubicBezTo>
                  <a:cubicBezTo>
                    <a:pt x="2002" y="2203"/>
                    <a:pt x="1969" y="2269"/>
                    <a:pt x="1936" y="2336"/>
                  </a:cubicBezTo>
                  <a:cubicBezTo>
                    <a:pt x="1035" y="2636"/>
                    <a:pt x="268" y="2870"/>
                    <a:pt x="168" y="3137"/>
                  </a:cubicBezTo>
                  <a:lnTo>
                    <a:pt x="1" y="3704"/>
                  </a:lnTo>
                  <a:lnTo>
                    <a:pt x="6939" y="2069"/>
                  </a:lnTo>
                  <a:lnTo>
                    <a:pt x="7139" y="1502"/>
                  </a:lnTo>
                  <a:cubicBezTo>
                    <a:pt x="7173" y="1385"/>
                    <a:pt x="7048" y="1327"/>
                    <a:pt x="6810" y="1327"/>
                  </a:cubicBezTo>
                  <a:cubicBezTo>
                    <a:pt x="6572" y="1327"/>
                    <a:pt x="6222" y="1385"/>
                    <a:pt x="5805" y="1502"/>
                  </a:cubicBezTo>
                  <a:lnTo>
                    <a:pt x="5838" y="1369"/>
                  </a:lnTo>
                  <a:cubicBezTo>
                    <a:pt x="6005" y="902"/>
                    <a:pt x="6239" y="902"/>
                    <a:pt x="6939" y="668"/>
                  </a:cubicBezTo>
                  <a:lnTo>
                    <a:pt x="723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9"/>
            <p:cNvSpPr/>
            <p:nvPr/>
          </p:nvSpPr>
          <p:spPr>
            <a:xfrm>
              <a:off x="1863175" y="1819000"/>
              <a:ext cx="693850" cy="753475"/>
            </a:xfrm>
            <a:custGeom>
              <a:rect b="b" l="l" r="r" t="t"/>
              <a:pathLst>
                <a:path extrusionOk="0" h="30139" w="27754">
                  <a:moveTo>
                    <a:pt x="11669" y="0"/>
                  </a:moveTo>
                  <a:cubicBezTo>
                    <a:pt x="8168" y="0"/>
                    <a:pt x="6880" y="1958"/>
                    <a:pt x="5437" y="5548"/>
                  </a:cubicBezTo>
                  <a:cubicBezTo>
                    <a:pt x="4403" y="8116"/>
                    <a:pt x="1435" y="17256"/>
                    <a:pt x="634" y="20392"/>
                  </a:cubicBezTo>
                  <a:cubicBezTo>
                    <a:pt x="167" y="22193"/>
                    <a:pt x="0" y="23794"/>
                    <a:pt x="1968" y="24895"/>
                  </a:cubicBezTo>
                  <a:cubicBezTo>
                    <a:pt x="3736" y="25895"/>
                    <a:pt x="9207" y="27663"/>
                    <a:pt x="13076" y="28764"/>
                  </a:cubicBezTo>
                  <a:cubicBezTo>
                    <a:pt x="15011" y="29331"/>
                    <a:pt x="16979" y="29732"/>
                    <a:pt x="18980" y="29965"/>
                  </a:cubicBezTo>
                  <a:cubicBezTo>
                    <a:pt x="20180" y="30078"/>
                    <a:pt x="21157" y="30139"/>
                    <a:pt x="21968" y="30139"/>
                  </a:cubicBezTo>
                  <a:cubicBezTo>
                    <a:pt x="24270" y="30139"/>
                    <a:pt x="25231" y="29648"/>
                    <a:pt x="26119" y="28464"/>
                  </a:cubicBezTo>
                  <a:cubicBezTo>
                    <a:pt x="26619" y="27763"/>
                    <a:pt x="26753" y="26729"/>
                    <a:pt x="27186" y="26162"/>
                  </a:cubicBezTo>
                  <a:cubicBezTo>
                    <a:pt x="27620" y="25595"/>
                    <a:pt x="27753" y="25362"/>
                    <a:pt x="27620" y="25062"/>
                  </a:cubicBezTo>
                  <a:cubicBezTo>
                    <a:pt x="27467" y="24772"/>
                    <a:pt x="27224" y="24684"/>
                    <a:pt x="26864" y="24684"/>
                  </a:cubicBezTo>
                  <a:cubicBezTo>
                    <a:pt x="26438" y="24684"/>
                    <a:pt x="25848" y="24807"/>
                    <a:pt x="25051" y="24861"/>
                  </a:cubicBezTo>
                  <a:cubicBezTo>
                    <a:pt x="24501" y="24911"/>
                    <a:pt x="23951" y="24936"/>
                    <a:pt x="23404" y="24936"/>
                  </a:cubicBezTo>
                  <a:cubicBezTo>
                    <a:pt x="22858" y="24936"/>
                    <a:pt x="22316" y="24911"/>
                    <a:pt x="21782" y="24861"/>
                  </a:cubicBezTo>
                  <a:lnTo>
                    <a:pt x="17179" y="23894"/>
                  </a:lnTo>
                  <a:cubicBezTo>
                    <a:pt x="16312" y="23894"/>
                    <a:pt x="14277" y="23327"/>
                    <a:pt x="12042" y="22426"/>
                  </a:cubicBezTo>
                  <a:cubicBezTo>
                    <a:pt x="10608" y="21893"/>
                    <a:pt x="9173" y="21225"/>
                    <a:pt x="7806" y="20492"/>
                  </a:cubicBezTo>
                  <a:cubicBezTo>
                    <a:pt x="8807" y="17156"/>
                    <a:pt x="10007" y="13854"/>
                    <a:pt x="11375" y="10651"/>
                  </a:cubicBezTo>
                  <a:cubicBezTo>
                    <a:pt x="13276" y="7949"/>
                    <a:pt x="14244" y="2479"/>
                    <a:pt x="12109" y="10"/>
                  </a:cubicBezTo>
                  <a:cubicBezTo>
                    <a:pt x="11959" y="4"/>
                    <a:pt x="11812" y="0"/>
                    <a:pt x="11669" y="0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9"/>
            <p:cNvSpPr/>
            <p:nvPr/>
          </p:nvSpPr>
          <p:spPr>
            <a:xfrm>
              <a:off x="1962400" y="2306325"/>
              <a:ext cx="100100" cy="24975"/>
            </a:xfrm>
            <a:custGeom>
              <a:rect b="b" l="l" r="r" t="t"/>
              <a:pathLst>
                <a:path extrusionOk="0" h="999" w="4004">
                  <a:moveTo>
                    <a:pt x="1982" y="1"/>
                  </a:moveTo>
                  <a:cubicBezTo>
                    <a:pt x="560" y="1"/>
                    <a:pt x="1" y="665"/>
                    <a:pt x="1" y="665"/>
                  </a:cubicBezTo>
                  <a:cubicBezTo>
                    <a:pt x="390" y="519"/>
                    <a:pt x="817" y="464"/>
                    <a:pt x="1240" y="464"/>
                  </a:cubicBezTo>
                  <a:cubicBezTo>
                    <a:pt x="2557" y="464"/>
                    <a:pt x="3837" y="999"/>
                    <a:pt x="3837" y="999"/>
                  </a:cubicBezTo>
                  <a:lnTo>
                    <a:pt x="4004" y="365"/>
                  </a:lnTo>
                  <a:cubicBezTo>
                    <a:pt x="3193" y="98"/>
                    <a:pt x="2525" y="1"/>
                    <a:pt x="1982" y="1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39"/>
            <p:cNvSpPr/>
            <p:nvPr/>
          </p:nvSpPr>
          <p:spPr>
            <a:xfrm>
              <a:off x="5432375" y="1740850"/>
              <a:ext cx="127625" cy="306925"/>
            </a:xfrm>
            <a:custGeom>
              <a:rect b="b" l="l" r="r" t="t"/>
              <a:pathLst>
                <a:path extrusionOk="0" h="12277" w="5105">
                  <a:moveTo>
                    <a:pt x="5104" y="1"/>
                  </a:moveTo>
                  <a:cubicBezTo>
                    <a:pt x="4070" y="668"/>
                    <a:pt x="3303" y="1535"/>
                    <a:pt x="2469" y="2903"/>
                  </a:cubicBezTo>
                  <a:cubicBezTo>
                    <a:pt x="368" y="6272"/>
                    <a:pt x="1" y="10542"/>
                    <a:pt x="1335" y="12276"/>
                  </a:cubicBezTo>
                  <a:lnTo>
                    <a:pt x="5104" y="6238"/>
                  </a:lnTo>
                  <a:lnTo>
                    <a:pt x="510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9"/>
            <p:cNvSpPr/>
            <p:nvPr/>
          </p:nvSpPr>
          <p:spPr>
            <a:xfrm>
              <a:off x="5476575" y="1878450"/>
              <a:ext cx="211850" cy="200900"/>
            </a:xfrm>
            <a:custGeom>
              <a:rect b="b" l="l" r="r" t="t"/>
              <a:pathLst>
                <a:path extrusionOk="0" h="8036" w="8474">
                  <a:moveTo>
                    <a:pt x="8473" y="1"/>
                  </a:moveTo>
                  <a:lnTo>
                    <a:pt x="3803" y="1135"/>
                  </a:lnTo>
                  <a:lnTo>
                    <a:pt x="1" y="7306"/>
                  </a:lnTo>
                  <a:cubicBezTo>
                    <a:pt x="475" y="7780"/>
                    <a:pt x="1101" y="8035"/>
                    <a:pt x="1747" y="8035"/>
                  </a:cubicBezTo>
                  <a:cubicBezTo>
                    <a:pt x="2010" y="8035"/>
                    <a:pt x="2276" y="7993"/>
                    <a:pt x="2536" y="7906"/>
                  </a:cubicBezTo>
                  <a:cubicBezTo>
                    <a:pt x="5104" y="7273"/>
                    <a:pt x="7706" y="3770"/>
                    <a:pt x="847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39"/>
            <p:cNvSpPr/>
            <p:nvPr/>
          </p:nvSpPr>
          <p:spPr>
            <a:xfrm>
              <a:off x="5579150" y="1724175"/>
              <a:ext cx="121775" cy="165150"/>
            </a:xfrm>
            <a:custGeom>
              <a:rect b="b" l="l" r="r" t="t"/>
              <a:pathLst>
                <a:path extrusionOk="0" h="6606" w="4871">
                  <a:moveTo>
                    <a:pt x="2502" y="1"/>
                  </a:moveTo>
                  <a:lnTo>
                    <a:pt x="1" y="6605"/>
                  </a:lnTo>
                  <a:lnTo>
                    <a:pt x="1" y="6605"/>
                  </a:lnTo>
                  <a:lnTo>
                    <a:pt x="4471" y="5504"/>
                  </a:lnTo>
                  <a:cubicBezTo>
                    <a:pt x="4871" y="2702"/>
                    <a:pt x="4104" y="601"/>
                    <a:pt x="250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9"/>
            <p:cNvSpPr/>
            <p:nvPr/>
          </p:nvSpPr>
          <p:spPr>
            <a:xfrm>
              <a:off x="5573325" y="1721600"/>
              <a:ext cx="56725" cy="150200"/>
            </a:xfrm>
            <a:custGeom>
              <a:rect b="b" l="l" r="r" t="t"/>
              <a:pathLst>
                <a:path extrusionOk="0" h="6008" w="2269">
                  <a:moveTo>
                    <a:pt x="1604" y="1"/>
                  </a:moveTo>
                  <a:cubicBezTo>
                    <a:pt x="1033" y="1"/>
                    <a:pt x="482" y="157"/>
                    <a:pt x="0" y="470"/>
                  </a:cubicBezTo>
                  <a:lnTo>
                    <a:pt x="0" y="6008"/>
                  </a:lnTo>
                  <a:lnTo>
                    <a:pt x="2268" y="70"/>
                  </a:lnTo>
                  <a:cubicBezTo>
                    <a:pt x="2046" y="24"/>
                    <a:pt x="1824" y="1"/>
                    <a:pt x="160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9"/>
            <p:cNvSpPr/>
            <p:nvPr/>
          </p:nvSpPr>
          <p:spPr>
            <a:xfrm>
              <a:off x="4668500" y="4397750"/>
              <a:ext cx="32550" cy="71550"/>
            </a:xfrm>
            <a:custGeom>
              <a:rect b="b" l="l" r="r" t="t"/>
              <a:pathLst>
                <a:path extrusionOk="0" h="2862" w="1302">
                  <a:moveTo>
                    <a:pt x="1235" y="1"/>
                  </a:moveTo>
                  <a:lnTo>
                    <a:pt x="67" y="701"/>
                  </a:lnTo>
                  <a:cubicBezTo>
                    <a:pt x="34" y="735"/>
                    <a:pt x="1" y="768"/>
                    <a:pt x="1" y="835"/>
                  </a:cubicBezTo>
                  <a:lnTo>
                    <a:pt x="1" y="1135"/>
                  </a:lnTo>
                  <a:lnTo>
                    <a:pt x="1" y="1202"/>
                  </a:lnTo>
                  <a:lnTo>
                    <a:pt x="67" y="1202"/>
                  </a:lnTo>
                  <a:lnTo>
                    <a:pt x="801" y="768"/>
                  </a:lnTo>
                  <a:lnTo>
                    <a:pt x="268" y="2736"/>
                  </a:lnTo>
                  <a:cubicBezTo>
                    <a:pt x="268" y="2769"/>
                    <a:pt x="268" y="2769"/>
                    <a:pt x="268" y="2803"/>
                  </a:cubicBezTo>
                  <a:cubicBezTo>
                    <a:pt x="234" y="2803"/>
                    <a:pt x="268" y="2836"/>
                    <a:pt x="268" y="2836"/>
                  </a:cubicBezTo>
                  <a:cubicBezTo>
                    <a:pt x="284" y="2853"/>
                    <a:pt x="293" y="2861"/>
                    <a:pt x="301" y="2861"/>
                  </a:cubicBezTo>
                  <a:cubicBezTo>
                    <a:pt x="309" y="2861"/>
                    <a:pt x="318" y="2853"/>
                    <a:pt x="334" y="2836"/>
                  </a:cubicBezTo>
                  <a:lnTo>
                    <a:pt x="668" y="2636"/>
                  </a:lnTo>
                  <a:cubicBezTo>
                    <a:pt x="701" y="2636"/>
                    <a:pt x="701" y="2603"/>
                    <a:pt x="701" y="2603"/>
                  </a:cubicBezTo>
                  <a:cubicBezTo>
                    <a:pt x="735" y="2569"/>
                    <a:pt x="735" y="2536"/>
                    <a:pt x="735" y="2536"/>
                  </a:cubicBezTo>
                  <a:lnTo>
                    <a:pt x="1268" y="568"/>
                  </a:lnTo>
                  <a:cubicBezTo>
                    <a:pt x="1302" y="501"/>
                    <a:pt x="1302" y="434"/>
                    <a:pt x="1302" y="368"/>
                  </a:cubicBezTo>
                  <a:lnTo>
                    <a:pt x="1302" y="67"/>
                  </a:lnTo>
                  <a:cubicBezTo>
                    <a:pt x="1302" y="34"/>
                    <a:pt x="1302" y="34"/>
                    <a:pt x="130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9"/>
            <p:cNvSpPr/>
            <p:nvPr/>
          </p:nvSpPr>
          <p:spPr>
            <a:xfrm>
              <a:off x="4706025" y="4380250"/>
              <a:ext cx="35900" cy="64225"/>
            </a:xfrm>
            <a:custGeom>
              <a:rect b="b" l="l" r="r" t="t"/>
              <a:pathLst>
                <a:path extrusionOk="0" h="2569" w="1436">
                  <a:moveTo>
                    <a:pt x="897" y="587"/>
                  </a:moveTo>
                  <a:cubicBezTo>
                    <a:pt x="918" y="587"/>
                    <a:pt x="935" y="610"/>
                    <a:pt x="935" y="634"/>
                  </a:cubicBezTo>
                  <a:cubicBezTo>
                    <a:pt x="968" y="634"/>
                    <a:pt x="968" y="667"/>
                    <a:pt x="968" y="701"/>
                  </a:cubicBezTo>
                  <a:cubicBezTo>
                    <a:pt x="1001" y="767"/>
                    <a:pt x="1001" y="801"/>
                    <a:pt x="968" y="868"/>
                  </a:cubicBezTo>
                  <a:lnTo>
                    <a:pt x="968" y="1401"/>
                  </a:lnTo>
                  <a:cubicBezTo>
                    <a:pt x="1001" y="1468"/>
                    <a:pt x="1001" y="1501"/>
                    <a:pt x="1001" y="1568"/>
                  </a:cubicBezTo>
                  <a:cubicBezTo>
                    <a:pt x="968" y="1601"/>
                    <a:pt x="968" y="1668"/>
                    <a:pt x="935" y="1701"/>
                  </a:cubicBezTo>
                  <a:cubicBezTo>
                    <a:pt x="901" y="1802"/>
                    <a:pt x="835" y="1902"/>
                    <a:pt x="735" y="1935"/>
                  </a:cubicBezTo>
                  <a:cubicBezTo>
                    <a:pt x="701" y="1968"/>
                    <a:pt x="668" y="1968"/>
                    <a:pt x="601" y="1968"/>
                  </a:cubicBezTo>
                  <a:cubicBezTo>
                    <a:pt x="568" y="1968"/>
                    <a:pt x="568" y="1968"/>
                    <a:pt x="534" y="1935"/>
                  </a:cubicBezTo>
                  <a:cubicBezTo>
                    <a:pt x="501" y="1935"/>
                    <a:pt x="501" y="1902"/>
                    <a:pt x="501" y="1868"/>
                  </a:cubicBezTo>
                  <a:cubicBezTo>
                    <a:pt x="468" y="1802"/>
                    <a:pt x="468" y="1768"/>
                    <a:pt x="501" y="1701"/>
                  </a:cubicBezTo>
                  <a:lnTo>
                    <a:pt x="501" y="1168"/>
                  </a:lnTo>
                  <a:cubicBezTo>
                    <a:pt x="501" y="1101"/>
                    <a:pt x="501" y="1034"/>
                    <a:pt x="501" y="1001"/>
                  </a:cubicBezTo>
                  <a:cubicBezTo>
                    <a:pt x="501" y="934"/>
                    <a:pt x="501" y="901"/>
                    <a:pt x="534" y="868"/>
                  </a:cubicBezTo>
                  <a:cubicBezTo>
                    <a:pt x="568" y="801"/>
                    <a:pt x="568" y="767"/>
                    <a:pt x="601" y="734"/>
                  </a:cubicBezTo>
                  <a:cubicBezTo>
                    <a:pt x="635" y="701"/>
                    <a:pt x="701" y="667"/>
                    <a:pt x="735" y="634"/>
                  </a:cubicBezTo>
                  <a:cubicBezTo>
                    <a:pt x="768" y="601"/>
                    <a:pt x="801" y="601"/>
                    <a:pt x="868" y="601"/>
                  </a:cubicBezTo>
                  <a:cubicBezTo>
                    <a:pt x="878" y="591"/>
                    <a:pt x="888" y="587"/>
                    <a:pt x="897" y="587"/>
                  </a:cubicBezTo>
                  <a:close/>
                  <a:moveTo>
                    <a:pt x="1035" y="0"/>
                  </a:moveTo>
                  <a:cubicBezTo>
                    <a:pt x="935" y="0"/>
                    <a:pt x="801" y="34"/>
                    <a:pt x="735" y="100"/>
                  </a:cubicBezTo>
                  <a:cubicBezTo>
                    <a:pt x="601" y="167"/>
                    <a:pt x="501" y="267"/>
                    <a:pt x="401" y="367"/>
                  </a:cubicBezTo>
                  <a:cubicBezTo>
                    <a:pt x="301" y="467"/>
                    <a:pt x="234" y="567"/>
                    <a:pt x="168" y="667"/>
                  </a:cubicBezTo>
                  <a:cubicBezTo>
                    <a:pt x="134" y="801"/>
                    <a:pt x="67" y="901"/>
                    <a:pt x="67" y="1034"/>
                  </a:cubicBezTo>
                  <a:cubicBezTo>
                    <a:pt x="34" y="1168"/>
                    <a:pt x="1" y="1268"/>
                    <a:pt x="1" y="1401"/>
                  </a:cubicBezTo>
                  <a:lnTo>
                    <a:pt x="1" y="1701"/>
                  </a:lnTo>
                  <a:lnTo>
                    <a:pt x="1" y="2002"/>
                  </a:lnTo>
                  <a:cubicBezTo>
                    <a:pt x="1" y="2102"/>
                    <a:pt x="34" y="2202"/>
                    <a:pt x="67" y="2302"/>
                  </a:cubicBezTo>
                  <a:cubicBezTo>
                    <a:pt x="67" y="2369"/>
                    <a:pt x="101" y="2469"/>
                    <a:pt x="168" y="2502"/>
                  </a:cubicBezTo>
                  <a:cubicBezTo>
                    <a:pt x="234" y="2569"/>
                    <a:pt x="334" y="2569"/>
                    <a:pt x="401" y="2569"/>
                  </a:cubicBezTo>
                  <a:cubicBezTo>
                    <a:pt x="501" y="2569"/>
                    <a:pt x="635" y="2535"/>
                    <a:pt x="735" y="2469"/>
                  </a:cubicBezTo>
                  <a:cubicBezTo>
                    <a:pt x="835" y="2402"/>
                    <a:pt x="935" y="2302"/>
                    <a:pt x="1035" y="2202"/>
                  </a:cubicBezTo>
                  <a:cubicBezTo>
                    <a:pt x="1135" y="2102"/>
                    <a:pt x="1202" y="2002"/>
                    <a:pt x="1268" y="1902"/>
                  </a:cubicBezTo>
                  <a:cubicBezTo>
                    <a:pt x="1302" y="1768"/>
                    <a:pt x="1368" y="1668"/>
                    <a:pt x="1402" y="1535"/>
                  </a:cubicBezTo>
                  <a:cubicBezTo>
                    <a:pt x="1402" y="1401"/>
                    <a:pt x="1435" y="1268"/>
                    <a:pt x="1435" y="1168"/>
                  </a:cubicBezTo>
                  <a:lnTo>
                    <a:pt x="1435" y="868"/>
                  </a:lnTo>
                  <a:lnTo>
                    <a:pt x="1435" y="567"/>
                  </a:lnTo>
                  <a:cubicBezTo>
                    <a:pt x="1435" y="467"/>
                    <a:pt x="1402" y="367"/>
                    <a:pt x="1402" y="267"/>
                  </a:cubicBezTo>
                  <a:cubicBezTo>
                    <a:pt x="1368" y="200"/>
                    <a:pt x="1335" y="100"/>
                    <a:pt x="1268" y="67"/>
                  </a:cubicBezTo>
                  <a:cubicBezTo>
                    <a:pt x="1202" y="0"/>
                    <a:pt x="1102" y="0"/>
                    <a:pt x="103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9"/>
            <p:cNvSpPr/>
            <p:nvPr/>
          </p:nvSpPr>
          <p:spPr>
            <a:xfrm>
              <a:off x="4746900" y="4346050"/>
              <a:ext cx="48375" cy="78425"/>
            </a:xfrm>
            <a:custGeom>
              <a:rect b="b" l="l" r="r" t="t"/>
              <a:pathLst>
                <a:path extrusionOk="0" h="3137" w="1935">
                  <a:moveTo>
                    <a:pt x="467" y="1035"/>
                  </a:moveTo>
                  <a:cubicBezTo>
                    <a:pt x="501" y="1068"/>
                    <a:pt x="501" y="1101"/>
                    <a:pt x="501" y="1168"/>
                  </a:cubicBezTo>
                  <a:cubicBezTo>
                    <a:pt x="501" y="1235"/>
                    <a:pt x="501" y="1302"/>
                    <a:pt x="501" y="1368"/>
                  </a:cubicBezTo>
                  <a:cubicBezTo>
                    <a:pt x="501" y="1402"/>
                    <a:pt x="501" y="1468"/>
                    <a:pt x="467" y="1502"/>
                  </a:cubicBezTo>
                  <a:cubicBezTo>
                    <a:pt x="467" y="1535"/>
                    <a:pt x="434" y="1568"/>
                    <a:pt x="401" y="1602"/>
                  </a:cubicBezTo>
                  <a:lnTo>
                    <a:pt x="334" y="1602"/>
                  </a:lnTo>
                  <a:cubicBezTo>
                    <a:pt x="300" y="1568"/>
                    <a:pt x="300" y="1502"/>
                    <a:pt x="300" y="1468"/>
                  </a:cubicBezTo>
                  <a:cubicBezTo>
                    <a:pt x="300" y="1402"/>
                    <a:pt x="300" y="1335"/>
                    <a:pt x="300" y="1268"/>
                  </a:cubicBezTo>
                  <a:cubicBezTo>
                    <a:pt x="300" y="1201"/>
                    <a:pt x="300" y="1168"/>
                    <a:pt x="334" y="1135"/>
                  </a:cubicBezTo>
                  <a:cubicBezTo>
                    <a:pt x="334" y="1101"/>
                    <a:pt x="367" y="1068"/>
                    <a:pt x="401" y="1035"/>
                  </a:cubicBezTo>
                  <a:close/>
                  <a:moveTo>
                    <a:pt x="567" y="668"/>
                  </a:moveTo>
                  <a:cubicBezTo>
                    <a:pt x="501" y="668"/>
                    <a:pt x="467" y="701"/>
                    <a:pt x="401" y="734"/>
                  </a:cubicBezTo>
                  <a:cubicBezTo>
                    <a:pt x="334" y="768"/>
                    <a:pt x="267" y="801"/>
                    <a:pt x="234" y="868"/>
                  </a:cubicBezTo>
                  <a:cubicBezTo>
                    <a:pt x="200" y="901"/>
                    <a:pt x="134" y="968"/>
                    <a:pt x="134" y="1035"/>
                  </a:cubicBezTo>
                  <a:cubicBezTo>
                    <a:pt x="100" y="1101"/>
                    <a:pt x="67" y="1135"/>
                    <a:pt x="34" y="1201"/>
                  </a:cubicBezTo>
                  <a:cubicBezTo>
                    <a:pt x="34" y="1268"/>
                    <a:pt x="34" y="1335"/>
                    <a:pt x="0" y="1402"/>
                  </a:cubicBezTo>
                  <a:lnTo>
                    <a:pt x="0" y="1535"/>
                  </a:lnTo>
                  <a:lnTo>
                    <a:pt x="0" y="1668"/>
                  </a:lnTo>
                  <a:cubicBezTo>
                    <a:pt x="34" y="1735"/>
                    <a:pt x="34" y="1769"/>
                    <a:pt x="34" y="1835"/>
                  </a:cubicBezTo>
                  <a:cubicBezTo>
                    <a:pt x="67" y="1869"/>
                    <a:pt x="67" y="1902"/>
                    <a:pt x="134" y="1935"/>
                  </a:cubicBezTo>
                  <a:cubicBezTo>
                    <a:pt x="134" y="1969"/>
                    <a:pt x="200" y="1969"/>
                    <a:pt x="234" y="1969"/>
                  </a:cubicBezTo>
                  <a:cubicBezTo>
                    <a:pt x="300" y="1969"/>
                    <a:pt x="334" y="1935"/>
                    <a:pt x="401" y="1902"/>
                  </a:cubicBezTo>
                  <a:cubicBezTo>
                    <a:pt x="467" y="1869"/>
                    <a:pt x="534" y="1835"/>
                    <a:pt x="567" y="1769"/>
                  </a:cubicBezTo>
                  <a:cubicBezTo>
                    <a:pt x="601" y="1735"/>
                    <a:pt x="667" y="1668"/>
                    <a:pt x="701" y="1602"/>
                  </a:cubicBezTo>
                  <a:cubicBezTo>
                    <a:pt x="701" y="1535"/>
                    <a:pt x="734" y="1468"/>
                    <a:pt x="767" y="1435"/>
                  </a:cubicBezTo>
                  <a:cubicBezTo>
                    <a:pt x="767" y="1368"/>
                    <a:pt x="801" y="1302"/>
                    <a:pt x="801" y="1235"/>
                  </a:cubicBezTo>
                  <a:lnTo>
                    <a:pt x="801" y="968"/>
                  </a:lnTo>
                  <a:cubicBezTo>
                    <a:pt x="801" y="901"/>
                    <a:pt x="767" y="868"/>
                    <a:pt x="767" y="801"/>
                  </a:cubicBezTo>
                  <a:cubicBezTo>
                    <a:pt x="734" y="768"/>
                    <a:pt x="734" y="734"/>
                    <a:pt x="701" y="701"/>
                  </a:cubicBezTo>
                  <a:cubicBezTo>
                    <a:pt x="667" y="668"/>
                    <a:pt x="601" y="668"/>
                    <a:pt x="567" y="668"/>
                  </a:cubicBezTo>
                  <a:close/>
                  <a:moveTo>
                    <a:pt x="1610" y="1510"/>
                  </a:moveTo>
                  <a:cubicBezTo>
                    <a:pt x="1626" y="1510"/>
                    <a:pt x="1635" y="1518"/>
                    <a:pt x="1635" y="1535"/>
                  </a:cubicBezTo>
                  <a:cubicBezTo>
                    <a:pt x="1635" y="1568"/>
                    <a:pt x="1635" y="1602"/>
                    <a:pt x="1635" y="1635"/>
                  </a:cubicBezTo>
                  <a:cubicBezTo>
                    <a:pt x="1635" y="1702"/>
                    <a:pt x="1635" y="1769"/>
                    <a:pt x="1635" y="1869"/>
                  </a:cubicBezTo>
                  <a:cubicBezTo>
                    <a:pt x="1635" y="1902"/>
                    <a:pt x="1635" y="1935"/>
                    <a:pt x="1635" y="2002"/>
                  </a:cubicBezTo>
                  <a:cubicBezTo>
                    <a:pt x="1601" y="2035"/>
                    <a:pt x="1568" y="2069"/>
                    <a:pt x="1535" y="2069"/>
                  </a:cubicBezTo>
                  <a:cubicBezTo>
                    <a:pt x="1518" y="2085"/>
                    <a:pt x="1501" y="2094"/>
                    <a:pt x="1489" y="2094"/>
                  </a:cubicBezTo>
                  <a:cubicBezTo>
                    <a:pt x="1476" y="2094"/>
                    <a:pt x="1468" y="2085"/>
                    <a:pt x="1468" y="2069"/>
                  </a:cubicBezTo>
                  <a:cubicBezTo>
                    <a:pt x="1435" y="2035"/>
                    <a:pt x="1435" y="2002"/>
                    <a:pt x="1435" y="1969"/>
                  </a:cubicBezTo>
                  <a:cubicBezTo>
                    <a:pt x="1435" y="1902"/>
                    <a:pt x="1435" y="1835"/>
                    <a:pt x="1435" y="1769"/>
                  </a:cubicBezTo>
                  <a:cubicBezTo>
                    <a:pt x="1435" y="1702"/>
                    <a:pt x="1468" y="1668"/>
                    <a:pt x="1468" y="1602"/>
                  </a:cubicBezTo>
                  <a:cubicBezTo>
                    <a:pt x="1468" y="1568"/>
                    <a:pt x="1501" y="1535"/>
                    <a:pt x="1535" y="1535"/>
                  </a:cubicBezTo>
                  <a:cubicBezTo>
                    <a:pt x="1568" y="1518"/>
                    <a:pt x="1593" y="1510"/>
                    <a:pt x="1610" y="1510"/>
                  </a:cubicBezTo>
                  <a:close/>
                  <a:moveTo>
                    <a:pt x="1743" y="1153"/>
                  </a:moveTo>
                  <a:cubicBezTo>
                    <a:pt x="1727" y="1153"/>
                    <a:pt x="1713" y="1157"/>
                    <a:pt x="1701" y="1168"/>
                  </a:cubicBezTo>
                  <a:cubicBezTo>
                    <a:pt x="1635" y="1168"/>
                    <a:pt x="1601" y="1168"/>
                    <a:pt x="1535" y="1201"/>
                  </a:cubicBezTo>
                  <a:cubicBezTo>
                    <a:pt x="1468" y="1235"/>
                    <a:pt x="1435" y="1302"/>
                    <a:pt x="1368" y="1335"/>
                  </a:cubicBezTo>
                  <a:cubicBezTo>
                    <a:pt x="1335" y="1402"/>
                    <a:pt x="1301" y="1435"/>
                    <a:pt x="1268" y="1502"/>
                  </a:cubicBezTo>
                  <a:cubicBezTo>
                    <a:pt x="1234" y="1568"/>
                    <a:pt x="1201" y="1635"/>
                    <a:pt x="1201" y="1702"/>
                  </a:cubicBezTo>
                  <a:cubicBezTo>
                    <a:pt x="1168" y="1769"/>
                    <a:pt x="1168" y="1835"/>
                    <a:pt x="1168" y="1902"/>
                  </a:cubicBezTo>
                  <a:lnTo>
                    <a:pt x="1168" y="2035"/>
                  </a:lnTo>
                  <a:cubicBezTo>
                    <a:pt x="1168" y="2069"/>
                    <a:pt x="1168" y="2102"/>
                    <a:pt x="1168" y="2135"/>
                  </a:cubicBezTo>
                  <a:cubicBezTo>
                    <a:pt x="1168" y="2202"/>
                    <a:pt x="1168" y="2269"/>
                    <a:pt x="1201" y="2302"/>
                  </a:cubicBezTo>
                  <a:cubicBezTo>
                    <a:pt x="1201" y="2369"/>
                    <a:pt x="1234" y="2402"/>
                    <a:pt x="1268" y="2436"/>
                  </a:cubicBezTo>
                  <a:cubicBezTo>
                    <a:pt x="1301" y="2436"/>
                    <a:pt x="1335" y="2469"/>
                    <a:pt x="1368" y="2469"/>
                  </a:cubicBezTo>
                  <a:cubicBezTo>
                    <a:pt x="1435" y="2436"/>
                    <a:pt x="1501" y="2436"/>
                    <a:pt x="1535" y="2402"/>
                  </a:cubicBezTo>
                  <a:cubicBezTo>
                    <a:pt x="1601" y="2369"/>
                    <a:pt x="1668" y="2302"/>
                    <a:pt x="1701" y="2269"/>
                  </a:cubicBezTo>
                  <a:cubicBezTo>
                    <a:pt x="1768" y="2202"/>
                    <a:pt x="1802" y="2135"/>
                    <a:pt x="1835" y="2102"/>
                  </a:cubicBezTo>
                  <a:cubicBezTo>
                    <a:pt x="1868" y="2035"/>
                    <a:pt x="1868" y="1969"/>
                    <a:pt x="1902" y="1902"/>
                  </a:cubicBezTo>
                  <a:cubicBezTo>
                    <a:pt x="1902" y="1835"/>
                    <a:pt x="1935" y="1769"/>
                    <a:pt x="1935" y="1702"/>
                  </a:cubicBezTo>
                  <a:lnTo>
                    <a:pt x="1935" y="1468"/>
                  </a:lnTo>
                  <a:cubicBezTo>
                    <a:pt x="1935" y="1402"/>
                    <a:pt x="1902" y="1335"/>
                    <a:pt x="1902" y="1302"/>
                  </a:cubicBezTo>
                  <a:cubicBezTo>
                    <a:pt x="1902" y="1235"/>
                    <a:pt x="1868" y="1201"/>
                    <a:pt x="1835" y="1168"/>
                  </a:cubicBezTo>
                  <a:cubicBezTo>
                    <a:pt x="1813" y="1168"/>
                    <a:pt x="1776" y="1153"/>
                    <a:pt x="1743" y="1153"/>
                  </a:cubicBezTo>
                  <a:close/>
                  <a:moveTo>
                    <a:pt x="1701" y="1"/>
                  </a:moveTo>
                  <a:lnTo>
                    <a:pt x="1501" y="101"/>
                  </a:lnTo>
                  <a:cubicBezTo>
                    <a:pt x="1468" y="134"/>
                    <a:pt x="1468" y="134"/>
                    <a:pt x="1435" y="167"/>
                  </a:cubicBezTo>
                  <a:cubicBezTo>
                    <a:pt x="1435" y="167"/>
                    <a:pt x="1401" y="201"/>
                    <a:pt x="1401" y="234"/>
                  </a:cubicBezTo>
                  <a:lnTo>
                    <a:pt x="200" y="3069"/>
                  </a:lnTo>
                  <a:cubicBezTo>
                    <a:pt x="167" y="3103"/>
                    <a:pt x="167" y="3103"/>
                    <a:pt x="200" y="3103"/>
                  </a:cubicBezTo>
                  <a:cubicBezTo>
                    <a:pt x="167" y="3103"/>
                    <a:pt x="167" y="3136"/>
                    <a:pt x="200" y="3136"/>
                  </a:cubicBezTo>
                  <a:lnTo>
                    <a:pt x="234" y="3136"/>
                  </a:lnTo>
                  <a:lnTo>
                    <a:pt x="434" y="3036"/>
                  </a:lnTo>
                  <a:cubicBezTo>
                    <a:pt x="467" y="3003"/>
                    <a:pt x="467" y="3003"/>
                    <a:pt x="501" y="2969"/>
                  </a:cubicBezTo>
                  <a:cubicBezTo>
                    <a:pt x="501" y="2969"/>
                    <a:pt x="534" y="2936"/>
                    <a:pt x="534" y="2903"/>
                  </a:cubicBezTo>
                  <a:lnTo>
                    <a:pt x="1735" y="67"/>
                  </a:lnTo>
                  <a:lnTo>
                    <a:pt x="1735" y="34"/>
                  </a:lnTo>
                  <a:cubicBezTo>
                    <a:pt x="1735" y="34"/>
                    <a:pt x="1735" y="1"/>
                    <a:pt x="173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9"/>
            <p:cNvSpPr/>
            <p:nvPr/>
          </p:nvSpPr>
          <p:spPr>
            <a:xfrm>
              <a:off x="4605950" y="4269325"/>
              <a:ext cx="79250" cy="101775"/>
            </a:xfrm>
            <a:custGeom>
              <a:rect b="b" l="l" r="r" t="t"/>
              <a:pathLst>
                <a:path extrusionOk="0" h="4071" w="3170">
                  <a:moveTo>
                    <a:pt x="2636" y="1"/>
                  </a:moveTo>
                  <a:cubicBezTo>
                    <a:pt x="1569" y="1068"/>
                    <a:pt x="668" y="2336"/>
                    <a:pt x="1" y="3703"/>
                  </a:cubicBezTo>
                  <a:lnTo>
                    <a:pt x="1335" y="4070"/>
                  </a:lnTo>
                  <a:cubicBezTo>
                    <a:pt x="1802" y="3136"/>
                    <a:pt x="2403" y="2269"/>
                    <a:pt x="3170" y="1502"/>
                  </a:cubicBezTo>
                  <a:lnTo>
                    <a:pt x="2636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39"/>
            <p:cNvSpPr/>
            <p:nvPr/>
          </p:nvSpPr>
          <p:spPr>
            <a:xfrm>
              <a:off x="4686850" y="4196775"/>
              <a:ext cx="90100" cy="93425"/>
            </a:xfrm>
            <a:custGeom>
              <a:rect b="b" l="l" r="r" t="t"/>
              <a:pathLst>
                <a:path extrusionOk="0" h="3737" w="3604">
                  <a:moveTo>
                    <a:pt x="3603" y="1"/>
                  </a:moveTo>
                  <a:lnTo>
                    <a:pt x="3603" y="1"/>
                  </a:lnTo>
                  <a:cubicBezTo>
                    <a:pt x="2969" y="134"/>
                    <a:pt x="2369" y="401"/>
                    <a:pt x="1802" y="735"/>
                  </a:cubicBezTo>
                  <a:cubicBezTo>
                    <a:pt x="1168" y="1101"/>
                    <a:pt x="534" y="1568"/>
                    <a:pt x="1" y="2069"/>
                  </a:cubicBezTo>
                  <a:lnTo>
                    <a:pt x="534" y="3737"/>
                  </a:lnTo>
                  <a:cubicBezTo>
                    <a:pt x="935" y="3370"/>
                    <a:pt x="1335" y="3070"/>
                    <a:pt x="1802" y="2836"/>
                  </a:cubicBezTo>
                  <a:cubicBezTo>
                    <a:pt x="2169" y="2603"/>
                    <a:pt x="2602" y="2436"/>
                    <a:pt x="3036" y="2302"/>
                  </a:cubicBezTo>
                  <a:lnTo>
                    <a:pt x="3603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9"/>
            <p:cNvSpPr/>
            <p:nvPr/>
          </p:nvSpPr>
          <p:spPr>
            <a:xfrm>
              <a:off x="4772750" y="4192650"/>
              <a:ext cx="86750" cy="72525"/>
            </a:xfrm>
            <a:custGeom>
              <a:rect b="b" l="l" r="r" t="t"/>
              <a:pathLst>
                <a:path extrusionOk="0" h="2901" w="3470">
                  <a:moveTo>
                    <a:pt x="1239" y="1"/>
                  </a:moveTo>
                  <a:cubicBezTo>
                    <a:pt x="1016" y="1"/>
                    <a:pt x="791" y="22"/>
                    <a:pt x="567" y="66"/>
                  </a:cubicBezTo>
                  <a:lnTo>
                    <a:pt x="0" y="2367"/>
                  </a:lnTo>
                  <a:cubicBezTo>
                    <a:pt x="130" y="2349"/>
                    <a:pt x="261" y="2339"/>
                    <a:pt x="392" y="2339"/>
                  </a:cubicBezTo>
                  <a:cubicBezTo>
                    <a:pt x="967" y="2339"/>
                    <a:pt x="1540" y="2521"/>
                    <a:pt x="2002" y="2901"/>
                  </a:cubicBezTo>
                  <a:lnTo>
                    <a:pt x="3469" y="833"/>
                  </a:lnTo>
                  <a:cubicBezTo>
                    <a:pt x="2842" y="284"/>
                    <a:pt x="2050" y="1"/>
                    <a:pt x="123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9"/>
            <p:cNvSpPr/>
            <p:nvPr/>
          </p:nvSpPr>
          <p:spPr>
            <a:xfrm>
              <a:off x="4575100" y="4375250"/>
              <a:ext cx="58400" cy="103425"/>
            </a:xfrm>
            <a:custGeom>
              <a:rect b="b" l="l" r="r" t="t"/>
              <a:pathLst>
                <a:path extrusionOk="0" h="4137" w="2336">
                  <a:moveTo>
                    <a:pt x="1001" y="0"/>
                  </a:moveTo>
                  <a:cubicBezTo>
                    <a:pt x="401" y="1301"/>
                    <a:pt x="67" y="2702"/>
                    <a:pt x="1" y="4136"/>
                  </a:cubicBezTo>
                  <a:lnTo>
                    <a:pt x="1635" y="3202"/>
                  </a:lnTo>
                  <a:cubicBezTo>
                    <a:pt x="1702" y="2202"/>
                    <a:pt x="1935" y="1234"/>
                    <a:pt x="2336" y="334"/>
                  </a:cubicBezTo>
                  <a:lnTo>
                    <a:pt x="100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9"/>
            <p:cNvSpPr/>
            <p:nvPr/>
          </p:nvSpPr>
          <p:spPr>
            <a:xfrm>
              <a:off x="4574275" y="4466975"/>
              <a:ext cx="58400" cy="98425"/>
            </a:xfrm>
            <a:custGeom>
              <a:rect b="b" l="l" r="r" t="t"/>
              <a:pathLst>
                <a:path extrusionOk="0" h="3937" w="2336">
                  <a:moveTo>
                    <a:pt x="1668" y="0"/>
                  </a:moveTo>
                  <a:lnTo>
                    <a:pt x="0" y="968"/>
                  </a:lnTo>
                  <a:cubicBezTo>
                    <a:pt x="0" y="2035"/>
                    <a:pt x="334" y="3103"/>
                    <a:pt x="1001" y="3937"/>
                  </a:cubicBezTo>
                  <a:lnTo>
                    <a:pt x="2335" y="2069"/>
                  </a:lnTo>
                  <a:cubicBezTo>
                    <a:pt x="1902" y="1468"/>
                    <a:pt x="1668" y="734"/>
                    <a:pt x="16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9"/>
            <p:cNvSpPr/>
            <p:nvPr/>
          </p:nvSpPr>
          <p:spPr>
            <a:xfrm>
              <a:off x="4603450" y="4540350"/>
              <a:ext cx="85925" cy="73375"/>
            </a:xfrm>
            <a:custGeom>
              <a:rect b="b" l="l" r="r" t="t"/>
              <a:pathLst>
                <a:path extrusionOk="0" h="2935" w="3437">
                  <a:moveTo>
                    <a:pt x="1469" y="1"/>
                  </a:moveTo>
                  <a:lnTo>
                    <a:pt x="1" y="2102"/>
                  </a:lnTo>
                  <a:cubicBezTo>
                    <a:pt x="602" y="2652"/>
                    <a:pt x="1409" y="2934"/>
                    <a:pt x="2228" y="2934"/>
                  </a:cubicBezTo>
                  <a:cubicBezTo>
                    <a:pt x="2453" y="2934"/>
                    <a:pt x="2680" y="2913"/>
                    <a:pt x="2903" y="2870"/>
                  </a:cubicBezTo>
                  <a:lnTo>
                    <a:pt x="3437" y="535"/>
                  </a:lnTo>
                  <a:lnTo>
                    <a:pt x="3437" y="535"/>
                  </a:lnTo>
                  <a:cubicBezTo>
                    <a:pt x="3294" y="562"/>
                    <a:pt x="3149" y="575"/>
                    <a:pt x="3005" y="575"/>
                  </a:cubicBezTo>
                  <a:cubicBezTo>
                    <a:pt x="2445" y="575"/>
                    <a:pt x="1893" y="373"/>
                    <a:pt x="146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39"/>
            <p:cNvSpPr/>
            <p:nvPr/>
          </p:nvSpPr>
          <p:spPr>
            <a:xfrm>
              <a:off x="4686025" y="4516175"/>
              <a:ext cx="90075" cy="93425"/>
            </a:xfrm>
            <a:custGeom>
              <a:rect b="b" l="l" r="r" t="t"/>
              <a:pathLst>
                <a:path extrusionOk="0" h="3737" w="3603">
                  <a:moveTo>
                    <a:pt x="3036" y="1"/>
                  </a:moveTo>
                  <a:cubicBezTo>
                    <a:pt x="2669" y="334"/>
                    <a:pt x="2235" y="634"/>
                    <a:pt x="1801" y="901"/>
                  </a:cubicBezTo>
                  <a:cubicBezTo>
                    <a:pt x="1401" y="1135"/>
                    <a:pt x="1001" y="1301"/>
                    <a:pt x="567" y="1402"/>
                  </a:cubicBezTo>
                  <a:lnTo>
                    <a:pt x="0" y="3737"/>
                  </a:lnTo>
                  <a:cubicBezTo>
                    <a:pt x="634" y="3570"/>
                    <a:pt x="1234" y="3336"/>
                    <a:pt x="1801" y="3003"/>
                  </a:cubicBezTo>
                  <a:cubicBezTo>
                    <a:pt x="2435" y="2602"/>
                    <a:pt x="3036" y="2169"/>
                    <a:pt x="3603" y="1668"/>
                  </a:cubicBezTo>
                  <a:lnTo>
                    <a:pt x="3036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39"/>
            <p:cNvSpPr/>
            <p:nvPr/>
          </p:nvSpPr>
          <p:spPr>
            <a:xfrm>
              <a:off x="4772750" y="4435275"/>
              <a:ext cx="86750" cy="111775"/>
            </a:xfrm>
            <a:custGeom>
              <a:rect b="b" l="l" r="r" t="t"/>
              <a:pathLst>
                <a:path extrusionOk="0" h="4471" w="3470">
                  <a:moveTo>
                    <a:pt x="2002" y="1"/>
                  </a:moveTo>
                  <a:cubicBezTo>
                    <a:pt x="1501" y="1035"/>
                    <a:pt x="801" y="1969"/>
                    <a:pt x="0" y="2803"/>
                  </a:cubicBezTo>
                  <a:lnTo>
                    <a:pt x="567" y="4471"/>
                  </a:lnTo>
                  <a:cubicBezTo>
                    <a:pt x="1768" y="3270"/>
                    <a:pt x="2736" y="1902"/>
                    <a:pt x="3469" y="368"/>
                  </a:cubicBezTo>
                  <a:lnTo>
                    <a:pt x="200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9"/>
            <p:cNvSpPr/>
            <p:nvPr/>
          </p:nvSpPr>
          <p:spPr>
            <a:xfrm>
              <a:off x="4829450" y="4220125"/>
              <a:ext cx="64250" cy="108450"/>
            </a:xfrm>
            <a:custGeom>
              <a:rect b="b" l="l" r="r" t="t"/>
              <a:pathLst>
                <a:path extrusionOk="0" h="4338" w="2570">
                  <a:moveTo>
                    <a:pt x="1468" y="1"/>
                  </a:moveTo>
                  <a:lnTo>
                    <a:pt x="1" y="2102"/>
                  </a:lnTo>
                  <a:cubicBezTo>
                    <a:pt x="501" y="2736"/>
                    <a:pt x="768" y="3537"/>
                    <a:pt x="768" y="4337"/>
                  </a:cubicBezTo>
                  <a:lnTo>
                    <a:pt x="2569" y="3303"/>
                  </a:lnTo>
                  <a:cubicBezTo>
                    <a:pt x="2536" y="1869"/>
                    <a:pt x="2135" y="735"/>
                    <a:pt x="146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9"/>
            <p:cNvSpPr/>
            <p:nvPr/>
          </p:nvSpPr>
          <p:spPr>
            <a:xfrm>
              <a:off x="4829450" y="4315200"/>
              <a:ext cx="64250" cy="115100"/>
            </a:xfrm>
            <a:custGeom>
              <a:rect b="b" l="l" r="r" t="t"/>
              <a:pathLst>
                <a:path extrusionOk="0" h="4604" w="2570">
                  <a:moveTo>
                    <a:pt x="2569" y="0"/>
                  </a:moveTo>
                  <a:lnTo>
                    <a:pt x="768" y="1068"/>
                  </a:lnTo>
                  <a:cubicBezTo>
                    <a:pt x="701" y="2135"/>
                    <a:pt x="434" y="3203"/>
                    <a:pt x="1" y="4203"/>
                  </a:cubicBezTo>
                  <a:lnTo>
                    <a:pt x="1468" y="4604"/>
                  </a:lnTo>
                  <a:cubicBezTo>
                    <a:pt x="2135" y="3169"/>
                    <a:pt x="2502" y="1602"/>
                    <a:pt x="256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9"/>
            <p:cNvSpPr/>
            <p:nvPr/>
          </p:nvSpPr>
          <p:spPr>
            <a:xfrm>
              <a:off x="3259175" y="2889175"/>
              <a:ext cx="346700" cy="311925"/>
            </a:xfrm>
            <a:custGeom>
              <a:rect b="b" l="l" r="r" t="t"/>
              <a:pathLst>
                <a:path extrusionOk="0" h="12477" w="13868">
                  <a:moveTo>
                    <a:pt x="10908" y="1"/>
                  </a:moveTo>
                  <a:cubicBezTo>
                    <a:pt x="10741" y="1"/>
                    <a:pt x="10574" y="134"/>
                    <a:pt x="10541" y="301"/>
                  </a:cubicBezTo>
                  <a:lnTo>
                    <a:pt x="8273" y="5071"/>
                  </a:lnTo>
                  <a:cubicBezTo>
                    <a:pt x="8273" y="5071"/>
                    <a:pt x="8239" y="5104"/>
                    <a:pt x="8239" y="5104"/>
                  </a:cubicBezTo>
                  <a:cubicBezTo>
                    <a:pt x="8206" y="5104"/>
                    <a:pt x="8173" y="5071"/>
                    <a:pt x="8139" y="5004"/>
                  </a:cubicBezTo>
                  <a:lnTo>
                    <a:pt x="6004" y="1335"/>
                  </a:lnTo>
                  <a:cubicBezTo>
                    <a:pt x="5871" y="1035"/>
                    <a:pt x="5671" y="1035"/>
                    <a:pt x="5571" y="1035"/>
                  </a:cubicBezTo>
                  <a:cubicBezTo>
                    <a:pt x="5404" y="1068"/>
                    <a:pt x="5271" y="1201"/>
                    <a:pt x="5237" y="1368"/>
                  </a:cubicBezTo>
                  <a:lnTo>
                    <a:pt x="2869" y="8140"/>
                  </a:lnTo>
                  <a:cubicBezTo>
                    <a:pt x="2835" y="8206"/>
                    <a:pt x="2802" y="8240"/>
                    <a:pt x="2802" y="8240"/>
                  </a:cubicBezTo>
                  <a:cubicBezTo>
                    <a:pt x="2769" y="8240"/>
                    <a:pt x="2702" y="8240"/>
                    <a:pt x="2669" y="8173"/>
                  </a:cubicBezTo>
                  <a:lnTo>
                    <a:pt x="2068" y="7573"/>
                  </a:lnTo>
                  <a:cubicBezTo>
                    <a:pt x="1966" y="7471"/>
                    <a:pt x="1825" y="7427"/>
                    <a:pt x="1690" y="7427"/>
                  </a:cubicBezTo>
                  <a:cubicBezTo>
                    <a:pt x="1648" y="7427"/>
                    <a:pt x="1607" y="7431"/>
                    <a:pt x="1568" y="7439"/>
                  </a:cubicBezTo>
                  <a:cubicBezTo>
                    <a:pt x="1401" y="7506"/>
                    <a:pt x="1268" y="7639"/>
                    <a:pt x="1234" y="7840"/>
                  </a:cubicBezTo>
                  <a:lnTo>
                    <a:pt x="33" y="12209"/>
                  </a:lnTo>
                  <a:cubicBezTo>
                    <a:pt x="0" y="12343"/>
                    <a:pt x="67" y="12443"/>
                    <a:pt x="167" y="12476"/>
                  </a:cubicBezTo>
                  <a:lnTo>
                    <a:pt x="234" y="12476"/>
                  </a:lnTo>
                  <a:cubicBezTo>
                    <a:pt x="300" y="12476"/>
                    <a:pt x="400" y="12443"/>
                    <a:pt x="434" y="12343"/>
                  </a:cubicBezTo>
                  <a:lnTo>
                    <a:pt x="1635" y="7940"/>
                  </a:lnTo>
                  <a:cubicBezTo>
                    <a:pt x="1668" y="7873"/>
                    <a:pt x="1701" y="7840"/>
                    <a:pt x="1701" y="7840"/>
                  </a:cubicBezTo>
                  <a:cubicBezTo>
                    <a:pt x="1735" y="7840"/>
                    <a:pt x="1768" y="7840"/>
                    <a:pt x="1801" y="7873"/>
                  </a:cubicBezTo>
                  <a:lnTo>
                    <a:pt x="2435" y="8473"/>
                  </a:lnTo>
                  <a:cubicBezTo>
                    <a:pt x="2518" y="8584"/>
                    <a:pt x="2670" y="8649"/>
                    <a:pt x="2814" y="8649"/>
                  </a:cubicBezTo>
                  <a:cubicBezTo>
                    <a:pt x="2844" y="8649"/>
                    <a:pt x="2874" y="8646"/>
                    <a:pt x="2902" y="8640"/>
                  </a:cubicBezTo>
                  <a:cubicBezTo>
                    <a:pt x="3069" y="8573"/>
                    <a:pt x="3236" y="8440"/>
                    <a:pt x="3269" y="8273"/>
                  </a:cubicBezTo>
                  <a:lnTo>
                    <a:pt x="5604" y="1502"/>
                  </a:lnTo>
                  <a:cubicBezTo>
                    <a:pt x="5604" y="1502"/>
                    <a:pt x="5604" y="1468"/>
                    <a:pt x="5604" y="1468"/>
                  </a:cubicBezTo>
                  <a:cubicBezTo>
                    <a:pt x="5637" y="1502"/>
                    <a:pt x="5637" y="1502"/>
                    <a:pt x="5671" y="1535"/>
                  </a:cubicBezTo>
                  <a:lnTo>
                    <a:pt x="7806" y="5238"/>
                  </a:lnTo>
                  <a:cubicBezTo>
                    <a:pt x="7872" y="5404"/>
                    <a:pt x="8073" y="5538"/>
                    <a:pt x="8239" y="5538"/>
                  </a:cubicBezTo>
                  <a:cubicBezTo>
                    <a:pt x="8406" y="5505"/>
                    <a:pt x="8573" y="5404"/>
                    <a:pt x="8640" y="5238"/>
                  </a:cubicBezTo>
                  <a:lnTo>
                    <a:pt x="10875" y="468"/>
                  </a:lnTo>
                  <a:cubicBezTo>
                    <a:pt x="10908" y="434"/>
                    <a:pt x="10908" y="401"/>
                    <a:pt x="10908" y="401"/>
                  </a:cubicBezTo>
                  <a:cubicBezTo>
                    <a:pt x="10975" y="434"/>
                    <a:pt x="10975" y="468"/>
                    <a:pt x="11008" y="501"/>
                  </a:cubicBezTo>
                  <a:lnTo>
                    <a:pt x="13410" y="4671"/>
                  </a:lnTo>
                  <a:cubicBezTo>
                    <a:pt x="13452" y="4744"/>
                    <a:pt x="13517" y="4775"/>
                    <a:pt x="13582" y="4775"/>
                  </a:cubicBezTo>
                  <a:cubicBezTo>
                    <a:pt x="13725" y="4775"/>
                    <a:pt x="13868" y="4630"/>
                    <a:pt x="13777" y="4470"/>
                  </a:cubicBezTo>
                  <a:lnTo>
                    <a:pt x="11375" y="301"/>
                  </a:lnTo>
                  <a:cubicBezTo>
                    <a:pt x="11275" y="134"/>
                    <a:pt x="11108" y="1"/>
                    <a:pt x="1090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39"/>
            <p:cNvSpPr/>
            <p:nvPr/>
          </p:nvSpPr>
          <p:spPr>
            <a:xfrm>
              <a:off x="3265000" y="2973300"/>
              <a:ext cx="333600" cy="368725"/>
            </a:xfrm>
            <a:custGeom>
              <a:rect b="b" l="l" r="r" t="t"/>
              <a:pathLst>
                <a:path extrusionOk="0" h="14749" w="13344">
                  <a:moveTo>
                    <a:pt x="10724" y="0"/>
                  </a:moveTo>
                  <a:cubicBezTo>
                    <a:pt x="10646" y="0"/>
                    <a:pt x="10576" y="67"/>
                    <a:pt x="10541" y="205"/>
                  </a:cubicBezTo>
                  <a:lnTo>
                    <a:pt x="8140" y="7910"/>
                  </a:lnTo>
                  <a:cubicBezTo>
                    <a:pt x="8106" y="8044"/>
                    <a:pt x="8040" y="8110"/>
                    <a:pt x="7960" y="8110"/>
                  </a:cubicBezTo>
                  <a:cubicBezTo>
                    <a:pt x="7881" y="8110"/>
                    <a:pt x="7790" y="8044"/>
                    <a:pt x="7706" y="7910"/>
                  </a:cubicBezTo>
                  <a:lnTo>
                    <a:pt x="5571" y="4241"/>
                  </a:lnTo>
                  <a:cubicBezTo>
                    <a:pt x="5505" y="4108"/>
                    <a:pt x="5421" y="4041"/>
                    <a:pt x="5346" y="4041"/>
                  </a:cubicBezTo>
                  <a:cubicBezTo>
                    <a:pt x="5271" y="4041"/>
                    <a:pt x="5204" y="4108"/>
                    <a:pt x="5171" y="4241"/>
                  </a:cubicBezTo>
                  <a:lnTo>
                    <a:pt x="2803" y="11013"/>
                  </a:lnTo>
                  <a:cubicBezTo>
                    <a:pt x="2771" y="11122"/>
                    <a:pt x="2718" y="11180"/>
                    <a:pt x="2657" y="11180"/>
                  </a:cubicBezTo>
                  <a:cubicBezTo>
                    <a:pt x="2587" y="11180"/>
                    <a:pt x="2507" y="11105"/>
                    <a:pt x="2436" y="10946"/>
                  </a:cubicBezTo>
                  <a:lnTo>
                    <a:pt x="1535" y="8644"/>
                  </a:lnTo>
                  <a:cubicBezTo>
                    <a:pt x="1466" y="8490"/>
                    <a:pt x="1398" y="8415"/>
                    <a:pt x="1334" y="8415"/>
                  </a:cubicBezTo>
                  <a:cubicBezTo>
                    <a:pt x="1273" y="8415"/>
                    <a:pt x="1217" y="8481"/>
                    <a:pt x="1168" y="8611"/>
                  </a:cubicBezTo>
                  <a:lnTo>
                    <a:pt x="1" y="13014"/>
                  </a:lnTo>
                  <a:lnTo>
                    <a:pt x="1" y="14749"/>
                  </a:lnTo>
                  <a:lnTo>
                    <a:pt x="13343" y="7043"/>
                  </a:lnTo>
                  <a:lnTo>
                    <a:pt x="13343" y="3240"/>
                  </a:lnTo>
                  <a:lnTo>
                    <a:pt x="10942" y="171"/>
                  </a:lnTo>
                  <a:cubicBezTo>
                    <a:pt x="10877" y="59"/>
                    <a:pt x="10797" y="0"/>
                    <a:pt x="1072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39"/>
            <p:cNvSpPr/>
            <p:nvPr/>
          </p:nvSpPr>
          <p:spPr>
            <a:xfrm>
              <a:off x="3378425" y="2897600"/>
              <a:ext cx="40050" cy="51250"/>
            </a:xfrm>
            <a:custGeom>
              <a:rect b="b" l="l" r="r" t="t"/>
              <a:pathLst>
                <a:path extrusionOk="0" h="2050" w="1602">
                  <a:moveTo>
                    <a:pt x="1144" y="0"/>
                  </a:moveTo>
                  <a:cubicBezTo>
                    <a:pt x="1040" y="0"/>
                    <a:pt x="923" y="32"/>
                    <a:pt x="801" y="97"/>
                  </a:cubicBezTo>
                  <a:cubicBezTo>
                    <a:pt x="334" y="397"/>
                    <a:pt x="34" y="931"/>
                    <a:pt x="0" y="1465"/>
                  </a:cubicBezTo>
                  <a:cubicBezTo>
                    <a:pt x="0" y="1839"/>
                    <a:pt x="181" y="2050"/>
                    <a:pt x="438" y="2050"/>
                  </a:cubicBezTo>
                  <a:cubicBezTo>
                    <a:pt x="548" y="2050"/>
                    <a:pt x="671" y="2012"/>
                    <a:pt x="801" y="1932"/>
                  </a:cubicBezTo>
                  <a:cubicBezTo>
                    <a:pt x="1268" y="1632"/>
                    <a:pt x="1568" y="1131"/>
                    <a:pt x="1601" y="564"/>
                  </a:cubicBezTo>
                  <a:cubicBezTo>
                    <a:pt x="1601" y="205"/>
                    <a:pt x="1412" y="0"/>
                    <a:pt x="114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9"/>
            <p:cNvSpPr/>
            <p:nvPr/>
          </p:nvSpPr>
          <p:spPr>
            <a:xfrm>
              <a:off x="3246650" y="3171375"/>
              <a:ext cx="401975" cy="235700"/>
            </a:xfrm>
            <a:custGeom>
              <a:rect b="b" l="l" r="r" t="t"/>
              <a:pathLst>
                <a:path extrusionOk="0" h="9428" w="16079">
                  <a:moveTo>
                    <a:pt x="15872" y="1"/>
                  </a:moveTo>
                  <a:cubicBezTo>
                    <a:pt x="15836" y="1"/>
                    <a:pt x="15803" y="8"/>
                    <a:pt x="15779" y="21"/>
                  </a:cubicBezTo>
                  <a:lnTo>
                    <a:pt x="134" y="9060"/>
                  </a:lnTo>
                  <a:cubicBezTo>
                    <a:pt x="34" y="9127"/>
                    <a:pt x="1" y="9227"/>
                    <a:pt x="67" y="9327"/>
                  </a:cubicBezTo>
                  <a:cubicBezTo>
                    <a:pt x="101" y="9394"/>
                    <a:pt x="168" y="9427"/>
                    <a:pt x="234" y="9427"/>
                  </a:cubicBezTo>
                  <a:cubicBezTo>
                    <a:pt x="268" y="9427"/>
                    <a:pt x="301" y="9427"/>
                    <a:pt x="334" y="9394"/>
                  </a:cubicBezTo>
                  <a:lnTo>
                    <a:pt x="15979" y="388"/>
                  </a:lnTo>
                  <a:cubicBezTo>
                    <a:pt x="16079" y="321"/>
                    <a:pt x="16079" y="187"/>
                    <a:pt x="16046" y="87"/>
                  </a:cubicBezTo>
                  <a:cubicBezTo>
                    <a:pt x="16003" y="24"/>
                    <a:pt x="15934" y="1"/>
                    <a:pt x="1587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9"/>
            <p:cNvSpPr/>
            <p:nvPr/>
          </p:nvSpPr>
          <p:spPr>
            <a:xfrm>
              <a:off x="3440950" y="3284675"/>
              <a:ext cx="10875" cy="205800"/>
            </a:xfrm>
            <a:custGeom>
              <a:rect b="b" l="l" r="r" t="t"/>
              <a:pathLst>
                <a:path extrusionOk="0" h="8232" w="435">
                  <a:moveTo>
                    <a:pt x="201" y="0"/>
                  </a:moveTo>
                  <a:cubicBezTo>
                    <a:pt x="101" y="0"/>
                    <a:pt x="1" y="75"/>
                    <a:pt x="1" y="225"/>
                  </a:cubicBezTo>
                  <a:lnTo>
                    <a:pt x="1" y="8031"/>
                  </a:lnTo>
                  <a:cubicBezTo>
                    <a:pt x="1" y="8131"/>
                    <a:pt x="68" y="8231"/>
                    <a:pt x="201" y="8231"/>
                  </a:cubicBezTo>
                  <a:cubicBezTo>
                    <a:pt x="301" y="8231"/>
                    <a:pt x="435" y="8131"/>
                    <a:pt x="401" y="8031"/>
                  </a:cubicBezTo>
                  <a:lnTo>
                    <a:pt x="401" y="225"/>
                  </a:lnTo>
                  <a:cubicBezTo>
                    <a:pt x="401" y="75"/>
                    <a:pt x="301" y="0"/>
                    <a:pt x="20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39"/>
            <p:cNvSpPr/>
            <p:nvPr/>
          </p:nvSpPr>
          <p:spPr>
            <a:xfrm>
              <a:off x="3843750" y="1640775"/>
              <a:ext cx="301900" cy="466775"/>
            </a:xfrm>
            <a:custGeom>
              <a:rect b="b" l="l" r="r" t="t"/>
              <a:pathLst>
                <a:path extrusionOk="0" h="18671" w="12076">
                  <a:moveTo>
                    <a:pt x="7639" y="1"/>
                  </a:moveTo>
                  <a:lnTo>
                    <a:pt x="7638" y="7"/>
                  </a:lnTo>
                  <a:lnTo>
                    <a:pt x="7638" y="7"/>
                  </a:lnTo>
                  <a:cubicBezTo>
                    <a:pt x="7650" y="5"/>
                    <a:pt x="7661" y="3"/>
                    <a:pt x="7673" y="1"/>
                  </a:cubicBezTo>
                  <a:close/>
                  <a:moveTo>
                    <a:pt x="7638" y="7"/>
                  </a:moveTo>
                  <a:lnTo>
                    <a:pt x="7638" y="7"/>
                  </a:lnTo>
                  <a:cubicBezTo>
                    <a:pt x="7116" y="111"/>
                    <a:pt x="6595" y="340"/>
                    <a:pt x="6138" y="601"/>
                  </a:cubicBezTo>
                  <a:cubicBezTo>
                    <a:pt x="2736" y="2569"/>
                    <a:pt x="0" y="8040"/>
                    <a:pt x="0" y="12843"/>
                  </a:cubicBezTo>
                  <a:cubicBezTo>
                    <a:pt x="0" y="16486"/>
                    <a:pt x="1573" y="18670"/>
                    <a:pt x="3817" y="18670"/>
                  </a:cubicBezTo>
                  <a:cubicBezTo>
                    <a:pt x="4532" y="18670"/>
                    <a:pt x="5316" y="18448"/>
                    <a:pt x="6138" y="17980"/>
                  </a:cubicBezTo>
                  <a:cubicBezTo>
                    <a:pt x="9007" y="16313"/>
                    <a:pt x="11409" y="12143"/>
                    <a:pt x="12076" y="8007"/>
                  </a:cubicBezTo>
                  <a:lnTo>
                    <a:pt x="12076" y="8007"/>
                  </a:lnTo>
                  <a:lnTo>
                    <a:pt x="10408" y="8373"/>
                  </a:lnTo>
                  <a:cubicBezTo>
                    <a:pt x="9908" y="11342"/>
                    <a:pt x="8173" y="14311"/>
                    <a:pt x="6138" y="15512"/>
                  </a:cubicBezTo>
                  <a:cubicBezTo>
                    <a:pt x="5552" y="15849"/>
                    <a:pt x="4994" y="16008"/>
                    <a:pt x="4483" y="16008"/>
                  </a:cubicBezTo>
                  <a:cubicBezTo>
                    <a:pt x="2870" y="16008"/>
                    <a:pt x="1735" y="14419"/>
                    <a:pt x="1735" y="11809"/>
                  </a:cubicBezTo>
                  <a:cubicBezTo>
                    <a:pt x="1768" y="8407"/>
                    <a:pt x="3703" y="4471"/>
                    <a:pt x="6138" y="3070"/>
                  </a:cubicBezTo>
                  <a:cubicBezTo>
                    <a:pt x="6472" y="2870"/>
                    <a:pt x="6839" y="2736"/>
                    <a:pt x="7239" y="2636"/>
                  </a:cubicBezTo>
                  <a:lnTo>
                    <a:pt x="7638" y="7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39"/>
            <p:cNvSpPr/>
            <p:nvPr/>
          </p:nvSpPr>
          <p:spPr>
            <a:xfrm>
              <a:off x="3931300" y="1772575"/>
              <a:ext cx="131800" cy="200950"/>
            </a:xfrm>
            <a:custGeom>
              <a:rect b="b" l="l" r="r" t="t"/>
              <a:pathLst>
                <a:path extrusionOk="0" h="8038" w="5272">
                  <a:moveTo>
                    <a:pt x="3640" y="1"/>
                  </a:moveTo>
                  <a:cubicBezTo>
                    <a:pt x="3332" y="1"/>
                    <a:pt x="2993" y="97"/>
                    <a:pt x="2636" y="299"/>
                  </a:cubicBezTo>
                  <a:cubicBezTo>
                    <a:pt x="1168" y="1133"/>
                    <a:pt x="1" y="3502"/>
                    <a:pt x="1" y="5537"/>
                  </a:cubicBezTo>
                  <a:cubicBezTo>
                    <a:pt x="1" y="7102"/>
                    <a:pt x="670" y="8037"/>
                    <a:pt x="1632" y="8037"/>
                  </a:cubicBezTo>
                  <a:cubicBezTo>
                    <a:pt x="1941" y="8037"/>
                    <a:pt x="2280" y="7941"/>
                    <a:pt x="2636" y="7738"/>
                  </a:cubicBezTo>
                  <a:cubicBezTo>
                    <a:pt x="4104" y="6904"/>
                    <a:pt x="5271" y="4536"/>
                    <a:pt x="5271" y="2501"/>
                  </a:cubicBezTo>
                  <a:cubicBezTo>
                    <a:pt x="5271" y="935"/>
                    <a:pt x="4602" y="1"/>
                    <a:pt x="364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39"/>
            <p:cNvSpPr/>
            <p:nvPr/>
          </p:nvSpPr>
          <p:spPr>
            <a:xfrm>
              <a:off x="4046400" y="1614450"/>
              <a:ext cx="125950" cy="211500"/>
            </a:xfrm>
            <a:custGeom>
              <a:rect b="b" l="l" r="r" t="t"/>
              <a:pathLst>
                <a:path extrusionOk="0" h="8460" w="5038">
                  <a:moveTo>
                    <a:pt x="1194" y="0"/>
                  </a:moveTo>
                  <a:cubicBezTo>
                    <a:pt x="937" y="0"/>
                    <a:pt x="673" y="29"/>
                    <a:pt x="401" y="86"/>
                  </a:cubicBezTo>
                  <a:lnTo>
                    <a:pt x="0" y="2755"/>
                  </a:lnTo>
                  <a:cubicBezTo>
                    <a:pt x="204" y="2709"/>
                    <a:pt x="402" y="2686"/>
                    <a:pt x="593" y="2686"/>
                  </a:cubicBezTo>
                  <a:cubicBezTo>
                    <a:pt x="2186" y="2686"/>
                    <a:pt x="3303" y="4267"/>
                    <a:pt x="3303" y="6858"/>
                  </a:cubicBezTo>
                  <a:cubicBezTo>
                    <a:pt x="3269" y="7392"/>
                    <a:pt x="3236" y="7925"/>
                    <a:pt x="3136" y="8459"/>
                  </a:cubicBezTo>
                  <a:lnTo>
                    <a:pt x="4837" y="8092"/>
                  </a:lnTo>
                  <a:cubicBezTo>
                    <a:pt x="4970" y="7325"/>
                    <a:pt x="5037" y="6591"/>
                    <a:pt x="5037" y="5824"/>
                  </a:cubicBezTo>
                  <a:cubicBezTo>
                    <a:pt x="5037" y="2199"/>
                    <a:pt x="3450" y="0"/>
                    <a:pt x="119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9"/>
            <p:cNvSpPr/>
            <p:nvPr/>
          </p:nvSpPr>
          <p:spPr>
            <a:xfrm>
              <a:off x="3926300" y="2398000"/>
              <a:ext cx="45075" cy="356950"/>
            </a:xfrm>
            <a:custGeom>
              <a:rect b="b" l="l" r="r" t="t"/>
              <a:pathLst>
                <a:path extrusionOk="0" h="14278" w="1803">
                  <a:moveTo>
                    <a:pt x="1802" y="0"/>
                  </a:moveTo>
                  <a:lnTo>
                    <a:pt x="1" y="1034"/>
                  </a:lnTo>
                  <a:lnTo>
                    <a:pt x="1" y="14277"/>
                  </a:lnTo>
                  <a:lnTo>
                    <a:pt x="1802" y="13243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39"/>
            <p:cNvSpPr/>
            <p:nvPr/>
          </p:nvSpPr>
          <p:spPr>
            <a:xfrm>
              <a:off x="4179000" y="2428025"/>
              <a:ext cx="45050" cy="180975"/>
            </a:xfrm>
            <a:custGeom>
              <a:rect b="b" l="l" r="r" t="t"/>
              <a:pathLst>
                <a:path extrusionOk="0" h="7239" w="1802">
                  <a:moveTo>
                    <a:pt x="1801" y="0"/>
                  </a:moveTo>
                  <a:lnTo>
                    <a:pt x="0" y="1034"/>
                  </a:lnTo>
                  <a:lnTo>
                    <a:pt x="0" y="7239"/>
                  </a:lnTo>
                  <a:lnTo>
                    <a:pt x="1801" y="6204"/>
                  </a:lnTo>
                  <a:lnTo>
                    <a:pt x="1801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39"/>
            <p:cNvSpPr/>
            <p:nvPr/>
          </p:nvSpPr>
          <p:spPr>
            <a:xfrm>
              <a:off x="4116450" y="2378800"/>
              <a:ext cx="44225" cy="266900"/>
            </a:xfrm>
            <a:custGeom>
              <a:rect b="b" l="l" r="r" t="t"/>
              <a:pathLst>
                <a:path extrusionOk="0" h="10676" w="1769">
                  <a:moveTo>
                    <a:pt x="1768" y="1"/>
                  </a:moveTo>
                  <a:lnTo>
                    <a:pt x="0" y="1035"/>
                  </a:lnTo>
                  <a:lnTo>
                    <a:pt x="0" y="10675"/>
                  </a:lnTo>
                  <a:lnTo>
                    <a:pt x="1768" y="9641"/>
                  </a:lnTo>
                  <a:lnTo>
                    <a:pt x="176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39"/>
            <p:cNvSpPr/>
            <p:nvPr/>
          </p:nvSpPr>
          <p:spPr>
            <a:xfrm>
              <a:off x="4053075" y="2529750"/>
              <a:ext cx="45050" cy="152625"/>
            </a:xfrm>
            <a:custGeom>
              <a:rect b="b" l="l" r="r" t="t"/>
              <a:pathLst>
                <a:path extrusionOk="0" h="6105" w="1802">
                  <a:moveTo>
                    <a:pt x="1801" y="1"/>
                  </a:moveTo>
                  <a:lnTo>
                    <a:pt x="0" y="1035"/>
                  </a:lnTo>
                  <a:lnTo>
                    <a:pt x="0" y="6105"/>
                  </a:lnTo>
                  <a:lnTo>
                    <a:pt x="1801" y="5071"/>
                  </a:lnTo>
                  <a:lnTo>
                    <a:pt x="180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39"/>
            <p:cNvSpPr/>
            <p:nvPr/>
          </p:nvSpPr>
          <p:spPr>
            <a:xfrm>
              <a:off x="3989675" y="2526425"/>
              <a:ext cx="45075" cy="192650"/>
            </a:xfrm>
            <a:custGeom>
              <a:rect b="b" l="l" r="r" t="t"/>
              <a:pathLst>
                <a:path extrusionOk="0" h="7706" w="1803">
                  <a:moveTo>
                    <a:pt x="1802" y="0"/>
                  </a:moveTo>
                  <a:lnTo>
                    <a:pt x="1" y="1034"/>
                  </a:lnTo>
                  <a:lnTo>
                    <a:pt x="1" y="7706"/>
                  </a:lnTo>
                  <a:lnTo>
                    <a:pt x="1802" y="6638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9"/>
            <p:cNvSpPr/>
            <p:nvPr/>
          </p:nvSpPr>
          <p:spPr>
            <a:xfrm>
              <a:off x="3892950" y="2572400"/>
              <a:ext cx="404450" cy="235900"/>
            </a:xfrm>
            <a:custGeom>
              <a:rect b="b" l="l" r="r" t="t"/>
              <a:pathLst>
                <a:path extrusionOk="0" h="9436" w="16178">
                  <a:moveTo>
                    <a:pt x="15880" y="0"/>
                  </a:moveTo>
                  <a:cubicBezTo>
                    <a:pt x="15848" y="0"/>
                    <a:pt x="15813" y="9"/>
                    <a:pt x="15778" y="29"/>
                  </a:cubicBezTo>
                  <a:lnTo>
                    <a:pt x="134" y="9069"/>
                  </a:lnTo>
                  <a:cubicBezTo>
                    <a:pt x="34" y="9102"/>
                    <a:pt x="1" y="9236"/>
                    <a:pt x="67" y="9336"/>
                  </a:cubicBezTo>
                  <a:cubicBezTo>
                    <a:pt x="101" y="9403"/>
                    <a:pt x="167" y="9436"/>
                    <a:pt x="234" y="9436"/>
                  </a:cubicBezTo>
                  <a:cubicBezTo>
                    <a:pt x="267" y="9436"/>
                    <a:pt x="301" y="9436"/>
                    <a:pt x="334" y="9403"/>
                  </a:cubicBezTo>
                  <a:lnTo>
                    <a:pt x="15979" y="396"/>
                  </a:lnTo>
                  <a:cubicBezTo>
                    <a:pt x="16177" y="283"/>
                    <a:pt x="16062" y="0"/>
                    <a:pt x="1588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9"/>
            <p:cNvSpPr/>
            <p:nvPr/>
          </p:nvSpPr>
          <p:spPr>
            <a:xfrm>
              <a:off x="4087250" y="2685900"/>
              <a:ext cx="10875" cy="205800"/>
            </a:xfrm>
            <a:custGeom>
              <a:rect b="b" l="l" r="r" t="t"/>
              <a:pathLst>
                <a:path extrusionOk="0" h="8232" w="435">
                  <a:moveTo>
                    <a:pt x="201" y="1"/>
                  </a:moveTo>
                  <a:cubicBezTo>
                    <a:pt x="101" y="1"/>
                    <a:pt x="1" y="76"/>
                    <a:pt x="1" y="226"/>
                  </a:cubicBezTo>
                  <a:lnTo>
                    <a:pt x="1" y="8032"/>
                  </a:lnTo>
                  <a:cubicBezTo>
                    <a:pt x="1" y="8132"/>
                    <a:pt x="101" y="8232"/>
                    <a:pt x="201" y="8232"/>
                  </a:cubicBezTo>
                  <a:cubicBezTo>
                    <a:pt x="334" y="8232"/>
                    <a:pt x="434" y="8132"/>
                    <a:pt x="401" y="8032"/>
                  </a:cubicBezTo>
                  <a:lnTo>
                    <a:pt x="401" y="226"/>
                  </a:lnTo>
                  <a:cubicBezTo>
                    <a:pt x="401" y="76"/>
                    <a:pt x="301" y="1"/>
                    <a:pt x="20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9"/>
            <p:cNvSpPr/>
            <p:nvPr/>
          </p:nvSpPr>
          <p:spPr>
            <a:xfrm>
              <a:off x="5191375" y="1351250"/>
              <a:ext cx="205175" cy="37700"/>
            </a:xfrm>
            <a:custGeom>
              <a:rect b="b" l="l" r="r" t="t"/>
              <a:pathLst>
                <a:path extrusionOk="0" h="1508" w="8207">
                  <a:moveTo>
                    <a:pt x="194" y="0"/>
                  </a:moveTo>
                  <a:cubicBezTo>
                    <a:pt x="109" y="0"/>
                    <a:pt x="34" y="87"/>
                    <a:pt x="34" y="174"/>
                  </a:cubicBezTo>
                  <a:cubicBezTo>
                    <a:pt x="1" y="274"/>
                    <a:pt x="67" y="374"/>
                    <a:pt x="201" y="374"/>
                  </a:cubicBezTo>
                  <a:lnTo>
                    <a:pt x="8006" y="1508"/>
                  </a:lnTo>
                  <a:lnTo>
                    <a:pt x="8040" y="1508"/>
                  </a:lnTo>
                  <a:cubicBezTo>
                    <a:pt x="8106" y="1508"/>
                    <a:pt x="8206" y="1441"/>
                    <a:pt x="8206" y="1341"/>
                  </a:cubicBezTo>
                  <a:cubicBezTo>
                    <a:pt x="8206" y="1241"/>
                    <a:pt x="8140" y="1141"/>
                    <a:pt x="8040" y="1141"/>
                  </a:cubicBezTo>
                  <a:lnTo>
                    <a:pt x="234" y="7"/>
                  </a:lnTo>
                  <a:cubicBezTo>
                    <a:pt x="221" y="2"/>
                    <a:pt x="207" y="0"/>
                    <a:pt x="19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39"/>
            <p:cNvSpPr/>
            <p:nvPr/>
          </p:nvSpPr>
          <p:spPr>
            <a:xfrm>
              <a:off x="5449050" y="2423625"/>
              <a:ext cx="252725" cy="47100"/>
            </a:xfrm>
            <a:custGeom>
              <a:rect b="b" l="l" r="r" t="t"/>
              <a:pathLst>
                <a:path extrusionOk="0" h="1884" w="10109">
                  <a:moveTo>
                    <a:pt x="183" y="1"/>
                  </a:moveTo>
                  <a:cubicBezTo>
                    <a:pt x="103" y="1"/>
                    <a:pt x="34" y="66"/>
                    <a:pt x="34" y="176"/>
                  </a:cubicBezTo>
                  <a:cubicBezTo>
                    <a:pt x="1" y="276"/>
                    <a:pt x="68" y="343"/>
                    <a:pt x="201" y="376"/>
                  </a:cubicBezTo>
                  <a:lnTo>
                    <a:pt x="9841" y="1877"/>
                  </a:lnTo>
                  <a:lnTo>
                    <a:pt x="9875" y="1877"/>
                  </a:lnTo>
                  <a:cubicBezTo>
                    <a:pt x="9888" y="1882"/>
                    <a:pt x="9902" y="1884"/>
                    <a:pt x="9915" y="1884"/>
                  </a:cubicBezTo>
                  <a:cubicBezTo>
                    <a:pt x="10000" y="1884"/>
                    <a:pt x="10075" y="1797"/>
                    <a:pt x="10075" y="1710"/>
                  </a:cubicBezTo>
                  <a:cubicBezTo>
                    <a:pt x="10108" y="1610"/>
                    <a:pt x="10041" y="1510"/>
                    <a:pt x="9908" y="1510"/>
                  </a:cubicBezTo>
                  <a:lnTo>
                    <a:pt x="234" y="9"/>
                  </a:lnTo>
                  <a:cubicBezTo>
                    <a:pt x="217" y="4"/>
                    <a:pt x="200" y="1"/>
                    <a:pt x="18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39"/>
            <p:cNvSpPr/>
            <p:nvPr/>
          </p:nvSpPr>
          <p:spPr>
            <a:xfrm>
              <a:off x="4833625" y="1974475"/>
              <a:ext cx="163550" cy="88300"/>
            </a:xfrm>
            <a:custGeom>
              <a:rect b="b" l="l" r="r" t="t"/>
              <a:pathLst>
                <a:path extrusionOk="0" h="3532" w="6542">
                  <a:moveTo>
                    <a:pt x="6272" y="0"/>
                  </a:moveTo>
                  <a:cubicBezTo>
                    <a:pt x="6240" y="0"/>
                    <a:pt x="6207" y="9"/>
                    <a:pt x="6171" y="29"/>
                  </a:cubicBezTo>
                  <a:lnTo>
                    <a:pt x="100" y="3165"/>
                  </a:lnTo>
                  <a:cubicBezTo>
                    <a:pt x="34" y="3231"/>
                    <a:pt x="0" y="3331"/>
                    <a:pt x="34" y="3432"/>
                  </a:cubicBezTo>
                  <a:cubicBezTo>
                    <a:pt x="67" y="3498"/>
                    <a:pt x="134" y="3532"/>
                    <a:pt x="201" y="3532"/>
                  </a:cubicBezTo>
                  <a:lnTo>
                    <a:pt x="301" y="3532"/>
                  </a:lnTo>
                  <a:lnTo>
                    <a:pt x="6372" y="363"/>
                  </a:lnTo>
                  <a:cubicBezTo>
                    <a:pt x="6542" y="278"/>
                    <a:pt x="6447" y="0"/>
                    <a:pt x="627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9"/>
            <p:cNvSpPr/>
            <p:nvPr/>
          </p:nvSpPr>
          <p:spPr>
            <a:xfrm>
              <a:off x="4648900" y="2318550"/>
              <a:ext cx="10875" cy="148675"/>
            </a:xfrm>
            <a:custGeom>
              <a:rect b="b" l="l" r="r" t="t"/>
              <a:pathLst>
                <a:path extrusionOk="0" h="5947" w="435">
                  <a:moveTo>
                    <a:pt x="218" y="1"/>
                  </a:moveTo>
                  <a:cubicBezTo>
                    <a:pt x="109" y="1"/>
                    <a:pt x="1" y="59"/>
                    <a:pt x="17" y="176"/>
                  </a:cubicBezTo>
                  <a:lnTo>
                    <a:pt x="17" y="5747"/>
                  </a:lnTo>
                  <a:cubicBezTo>
                    <a:pt x="17" y="5847"/>
                    <a:pt x="118" y="5947"/>
                    <a:pt x="218" y="5947"/>
                  </a:cubicBezTo>
                  <a:cubicBezTo>
                    <a:pt x="318" y="5947"/>
                    <a:pt x="418" y="5847"/>
                    <a:pt x="418" y="5747"/>
                  </a:cubicBezTo>
                  <a:lnTo>
                    <a:pt x="418" y="176"/>
                  </a:lnTo>
                  <a:cubicBezTo>
                    <a:pt x="434" y="59"/>
                    <a:pt x="326" y="1"/>
                    <a:pt x="21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9"/>
            <p:cNvSpPr/>
            <p:nvPr/>
          </p:nvSpPr>
          <p:spPr>
            <a:xfrm>
              <a:off x="4799925" y="3728700"/>
              <a:ext cx="454025" cy="229600"/>
            </a:xfrm>
            <a:custGeom>
              <a:rect b="b" l="l" r="r" t="t"/>
              <a:pathLst>
                <a:path extrusionOk="0" h="9184" w="18161">
                  <a:moveTo>
                    <a:pt x="282" y="1"/>
                  </a:moveTo>
                  <a:cubicBezTo>
                    <a:pt x="91" y="1"/>
                    <a:pt x="0" y="254"/>
                    <a:pt x="181" y="344"/>
                  </a:cubicBezTo>
                  <a:lnTo>
                    <a:pt x="17793" y="9184"/>
                  </a:lnTo>
                  <a:lnTo>
                    <a:pt x="17860" y="9184"/>
                  </a:lnTo>
                  <a:cubicBezTo>
                    <a:pt x="18060" y="9184"/>
                    <a:pt x="18160" y="8917"/>
                    <a:pt x="17960" y="8817"/>
                  </a:cubicBezTo>
                  <a:lnTo>
                    <a:pt x="348" y="10"/>
                  </a:lnTo>
                  <a:cubicBezTo>
                    <a:pt x="325" y="4"/>
                    <a:pt x="303" y="1"/>
                    <a:pt x="28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9"/>
            <p:cNvSpPr/>
            <p:nvPr/>
          </p:nvSpPr>
          <p:spPr>
            <a:xfrm>
              <a:off x="3429200" y="4345800"/>
              <a:ext cx="178575" cy="208750"/>
            </a:xfrm>
            <a:custGeom>
              <a:rect b="b" l="l" r="r" t="t"/>
              <a:pathLst>
                <a:path extrusionOk="0" h="8350" w="7143">
                  <a:moveTo>
                    <a:pt x="253" y="1"/>
                  </a:moveTo>
                  <a:cubicBezTo>
                    <a:pt x="117" y="1"/>
                    <a:pt x="1" y="156"/>
                    <a:pt x="104" y="311"/>
                  </a:cubicBezTo>
                  <a:lnTo>
                    <a:pt x="6775" y="8283"/>
                  </a:lnTo>
                  <a:cubicBezTo>
                    <a:pt x="6809" y="8350"/>
                    <a:pt x="6876" y="8350"/>
                    <a:pt x="6942" y="8350"/>
                  </a:cubicBezTo>
                  <a:cubicBezTo>
                    <a:pt x="6976" y="8350"/>
                    <a:pt x="7009" y="8350"/>
                    <a:pt x="7042" y="8317"/>
                  </a:cubicBezTo>
                  <a:cubicBezTo>
                    <a:pt x="7142" y="8250"/>
                    <a:pt x="7142" y="8116"/>
                    <a:pt x="7076" y="8050"/>
                  </a:cubicBezTo>
                  <a:lnTo>
                    <a:pt x="371" y="44"/>
                  </a:lnTo>
                  <a:cubicBezTo>
                    <a:pt x="333" y="14"/>
                    <a:pt x="292" y="1"/>
                    <a:pt x="25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9"/>
            <p:cNvSpPr/>
            <p:nvPr/>
          </p:nvSpPr>
          <p:spPr>
            <a:xfrm>
              <a:off x="3802050" y="4453300"/>
              <a:ext cx="191000" cy="148800"/>
            </a:xfrm>
            <a:custGeom>
              <a:rect b="b" l="l" r="r" t="t"/>
              <a:pathLst>
                <a:path extrusionOk="0" h="5952" w="7640">
                  <a:moveTo>
                    <a:pt x="7438" y="1"/>
                  </a:moveTo>
                  <a:cubicBezTo>
                    <a:pt x="7396" y="1"/>
                    <a:pt x="7351" y="17"/>
                    <a:pt x="7306" y="47"/>
                  </a:cubicBezTo>
                  <a:lnTo>
                    <a:pt x="101" y="5584"/>
                  </a:lnTo>
                  <a:cubicBezTo>
                    <a:pt x="34" y="5651"/>
                    <a:pt x="1" y="5785"/>
                    <a:pt x="67" y="5851"/>
                  </a:cubicBezTo>
                  <a:cubicBezTo>
                    <a:pt x="101" y="5918"/>
                    <a:pt x="167" y="5951"/>
                    <a:pt x="234" y="5951"/>
                  </a:cubicBezTo>
                  <a:cubicBezTo>
                    <a:pt x="267" y="5951"/>
                    <a:pt x="301" y="5918"/>
                    <a:pt x="334" y="5885"/>
                  </a:cubicBezTo>
                  <a:lnTo>
                    <a:pt x="7539" y="347"/>
                  </a:lnTo>
                  <a:cubicBezTo>
                    <a:pt x="7639" y="281"/>
                    <a:pt x="7639" y="147"/>
                    <a:pt x="7573" y="80"/>
                  </a:cubicBezTo>
                  <a:cubicBezTo>
                    <a:pt x="7536" y="25"/>
                    <a:pt x="7489" y="1"/>
                    <a:pt x="743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39"/>
            <p:cNvSpPr/>
            <p:nvPr/>
          </p:nvSpPr>
          <p:spPr>
            <a:xfrm>
              <a:off x="4185650" y="1864275"/>
              <a:ext cx="321100" cy="8375"/>
            </a:xfrm>
            <a:custGeom>
              <a:rect b="b" l="l" r="r" t="t"/>
              <a:pathLst>
                <a:path extrusionOk="0" h="335" w="12844">
                  <a:moveTo>
                    <a:pt x="12643" y="1"/>
                  </a:moveTo>
                  <a:lnTo>
                    <a:pt x="201" y="101"/>
                  </a:lnTo>
                  <a:cubicBezTo>
                    <a:pt x="101" y="101"/>
                    <a:pt x="1" y="134"/>
                    <a:pt x="34" y="201"/>
                  </a:cubicBezTo>
                  <a:cubicBezTo>
                    <a:pt x="34" y="267"/>
                    <a:pt x="101" y="334"/>
                    <a:pt x="201" y="334"/>
                  </a:cubicBezTo>
                  <a:lnTo>
                    <a:pt x="12643" y="234"/>
                  </a:lnTo>
                  <a:cubicBezTo>
                    <a:pt x="12743" y="234"/>
                    <a:pt x="12843" y="201"/>
                    <a:pt x="12843" y="134"/>
                  </a:cubicBezTo>
                  <a:cubicBezTo>
                    <a:pt x="12843" y="67"/>
                    <a:pt x="12743" y="1"/>
                    <a:pt x="1264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9"/>
            <p:cNvSpPr/>
            <p:nvPr/>
          </p:nvSpPr>
          <p:spPr>
            <a:xfrm>
              <a:off x="4715200" y="3815500"/>
              <a:ext cx="13375" cy="352950"/>
            </a:xfrm>
            <a:custGeom>
              <a:rect b="b" l="l" r="r" t="t"/>
              <a:pathLst>
                <a:path extrusionOk="0" h="14118" w="535">
                  <a:moveTo>
                    <a:pt x="239" y="1"/>
                  </a:moveTo>
                  <a:cubicBezTo>
                    <a:pt x="227" y="1"/>
                    <a:pt x="214" y="3"/>
                    <a:pt x="201" y="7"/>
                  </a:cubicBezTo>
                  <a:cubicBezTo>
                    <a:pt x="67" y="7"/>
                    <a:pt x="1" y="74"/>
                    <a:pt x="1" y="174"/>
                  </a:cubicBezTo>
                  <a:lnTo>
                    <a:pt x="167" y="13917"/>
                  </a:lnTo>
                  <a:cubicBezTo>
                    <a:pt x="167" y="14017"/>
                    <a:pt x="234" y="14118"/>
                    <a:pt x="368" y="14118"/>
                  </a:cubicBezTo>
                  <a:cubicBezTo>
                    <a:pt x="468" y="14118"/>
                    <a:pt x="534" y="14017"/>
                    <a:pt x="534" y="13917"/>
                  </a:cubicBezTo>
                  <a:lnTo>
                    <a:pt x="368" y="174"/>
                  </a:lnTo>
                  <a:cubicBezTo>
                    <a:pt x="368" y="88"/>
                    <a:pt x="318" y="1"/>
                    <a:pt x="23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9"/>
            <p:cNvSpPr/>
            <p:nvPr/>
          </p:nvSpPr>
          <p:spPr>
            <a:xfrm>
              <a:off x="5424875" y="2105050"/>
              <a:ext cx="79450" cy="231250"/>
            </a:xfrm>
            <a:custGeom>
              <a:rect b="b" l="l" r="r" t="t"/>
              <a:pathLst>
                <a:path extrusionOk="0" h="9250" w="3178">
                  <a:moveTo>
                    <a:pt x="2922" y="1"/>
                  </a:moveTo>
                  <a:cubicBezTo>
                    <a:pt x="2848" y="1"/>
                    <a:pt x="2782" y="33"/>
                    <a:pt x="2769" y="110"/>
                  </a:cubicBezTo>
                  <a:lnTo>
                    <a:pt x="34" y="9016"/>
                  </a:lnTo>
                  <a:cubicBezTo>
                    <a:pt x="1" y="9116"/>
                    <a:pt x="67" y="9216"/>
                    <a:pt x="167" y="9250"/>
                  </a:cubicBezTo>
                  <a:lnTo>
                    <a:pt x="201" y="9250"/>
                  </a:lnTo>
                  <a:cubicBezTo>
                    <a:pt x="301" y="9250"/>
                    <a:pt x="368" y="9183"/>
                    <a:pt x="401" y="9116"/>
                  </a:cubicBezTo>
                  <a:lnTo>
                    <a:pt x="3136" y="210"/>
                  </a:lnTo>
                  <a:cubicBezTo>
                    <a:pt x="3177" y="86"/>
                    <a:pt x="3040" y="1"/>
                    <a:pt x="292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39"/>
            <p:cNvSpPr/>
            <p:nvPr/>
          </p:nvSpPr>
          <p:spPr>
            <a:xfrm>
              <a:off x="4573425" y="3479950"/>
              <a:ext cx="292750" cy="370775"/>
            </a:xfrm>
            <a:custGeom>
              <a:rect b="b" l="l" r="r" t="t"/>
              <a:pathLst>
                <a:path extrusionOk="0" h="14831" w="11710">
                  <a:moveTo>
                    <a:pt x="8274" y="920"/>
                  </a:moveTo>
                  <a:cubicBezTo>
                    <a:pt x="8674" y="920"/>
                    <a:pt x="9074" y="1021"/>
                    <a:pt x="9441" y="1221"/>
                  </a:cubicBezTo>
                  <a:cubicBezTo>
                    <a:pt x="10308" y="1721"/>
                    <a:pt x="10775" y="2822"/>
                    <a:pt x="10775" y="4290"/>
                  </a:cubicBezTo>
                  <a:cubicBezTo>
                    <a:pt x="10775" y="7559"/>
                    <a:pt x="8474" y="11561"/>
                    <a:pt x="5638" y="13196"/>
                  </a:cubicBezTo>
                  <a:cubicBezTo>
                    <a:pt x="4856" y="13637"/>
                    <a:pt x="4123" y="13861"/>
                    <a:pt x="3473" y="13861"/>
                  </a:cubicBezTo>
                  <a:cubicBezTo>
                    <a:pt x="3042" y="13861"/>
                    <a:pt x="2649" y="13762"/>
                    <a:pt x="2303" y="13563"/>
                  </a:cubicBezTo>
                  <a:cubicBezTo>
                    <a:pt x="1435" y="13063"/>
                    <a:pt x="968" y="11995"/>
                    <a:pt x="968" y="10494"/>
                  </a:cubicBezTo>
                  <a:cubicBezTo>
                    <a:pt x="968" y="7225"/>
                    <a:pt x="3270" y="3222"/>
                    <a:pt x="6105" y="1588"/>
                  </a:cubicBezTo>
                  <a:cubicBezTo>
                    <a:pt x="6739" y="1187"/>
                    <a:pt x="7506" y="954"/>
                    <a:pt x="8274" y="920"/>
                  </a:cubicBezTo>
                  <a:close/>
                  <a:moveTo>
                    <a:pt x="8266" y="1"/>
                  </a:moveTo>
                  <a:cubicBezTo>
                    <a:pt x="7445" y="1"/>
                    <a:pt x="6547" y="265"/>
                    <a:pt x="5638" y="787"/>
                  </a:cubicBezTo>
                  <a:cubicBezTo>
                    <a:pt x="2536" y="2588"/>
                    <a:pt x="1" y="6925"/>
                    <a:pt x="1" y="10527"/>
                  </a:cubicBezTo>
                  <a:cubicBezTo>
                    <a:pt x="1" y="12362"/>
                    <a:pt x="668" y="13730"/>
                    <a:pt x="1836" y="14397"/>
                  </a:cubicBezTo>
                  <a:cubicBezTo>
                    <a:pt x="2336" y="14697"/>
                    <a:pt x="2903" y="14830"/>
                    <a:pt x="3470" y="14830"/>
                  </a:cubicBezTo>
                  <a:cubicBezTo>
                    <a:pt x="4404" y="14797"/>
                    <a:pt x="5305" y="14530"/>
                    <a:pt x="6105" y="14030"/>
                  </a:cubicBezTo>
                  <a:cubicBezTo>
                    <a:pt x="9208" y="12229"/>
                    <a:pt x="11709" y="7859"/>
                    <a:pt x="11709" y="4290"/>
                  </a:cubicBezTo>
                  <a:cubicBezTo>
                    <a:pt x="11709" y="2455"/>
                    <a:pt x="11076" y="1087"/>
                    <a:pt x="9908" y="420"/>
                  </a:cubicBezTo>
                  <a:cubicBezTo>
                    <a:pt x="9417" y="140"/>
                    <a:pt x="8862" y="1"/>
                    <a:pt x="826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39"/>
            <p:cNvSpPr/>
            <p:nvPr/>
          </p:nvSpPr>
          <p:spPr>
            <a:xfrm>
              <a:off x="4640975" y="3562400"/>
              <a:ext cx="158475" cy="204850"/>
            </a:xfrm>
            <a:custGeom>
              <a:rect b="b" l="l" r="r" t="t"/>
              <a:pathLst>
                <a:path extrusionOk="0" h="8194" w="6339">
                  <a:moveTo>
                    <a:pt x="4580" y="0"/>
                  </a:moveTo>
                  <a:cubicBezTo>
                    <a:pt x="4157" y="0"/>
                    <a:pt x="3679" y="137"/>
                    <a:pt x="3170" y="424"/>
                  </a:cubicBezTo>
                  <a:cubicBezTo>
                    <a:pt x="1302" y="1659"/>
                    <a:pt x="101" y="3694"/>
                    <a:pt x="1" y="5928"/>
                  </a:cubicBezTo>
                  <a:cubicBezTo>
                    <a:pt x="1" y="7371"/>
                    <a:pt x="705" y="8193"/>
                    <a:pt x="1745" y="8193"/>
                  </a:cubicBezTo>
                  <a:cubicBezTo>
                    <a:pt x="2172" y="8193"/>
                    <a:pt x="2655" y="8054"/>
                    <a:pt x="3170" y="7763"/>
                  </a:cubicBezTo>
                  <a:cubicBezTo>
                    <a:pt x="5038" y="6529"/>
                    <a:pt x="6205" y="4494"/>
                    <a:pt x="6339" y="2259"/>
                  </a:cubicBezTo>
                  <a:cubicBezTo>
                    <a:pt x="6339" y="834"/>
                    <a:pt x="5628" y="0"/>
                    <a:pt x="458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39"/>
            <p:cNvSpPr/>
            <p:nvPr/>
          </p:nvSpPr>
          <p:spPr>
            <a:xfrm>
              <a:off x="3957175" y="4127075"/>
              <a:ext cx="292725" cy="370775"/>
            </a:xfrm>
            <a:custGeom>
              <a:rect b="b" l="l" r="r" t="t"/>
              <a:pathLst>
                <a:path extrusionOk="0" h="14831" w="11709">
                  <a:moveTo>
                    <a:pt x="8274" y="925"/>
                  </a:moveTo>
                  <a:cubicBezTo>
                    <a:pt x="8703" y="925"/>
                    <a:pt x="9098" y="1023"/>
                    <a:pt x="9440" y="1221"/>
                  </a:cubicBezTo>
                  <a:cubicBezTo>
                    <a:pt x="10307" y="1721"/>
                    <a:pt x="10774" y="2822"/>
                    <a:pt x="10774" y="4290"/>
                  </a:cubicBezTo>
                  <a:cubicBezTo>
                    <a:pt x="10774" y="7559"/>
                    <a:pt x="8473" y="11562"/>
                    <a:pt x="5637" y="13196"/>
                  </a:cubicBezTo>
                  <a:cubicBezTo>
                    <a:pt x="4855" y="13637"/>
                    <a:pt x="4122" y="13861"/>
                    <a:pt x="3472" y="13861"/>
                  </a:cubicBezTo>
                  <a:cubicBezTo>
                    <a:pt x="3041" y="13861"/>
                    <a:pt x="2648" y="13763"/>
                    <a:pt x="2302" y="13563"/>
                  </a:cubicBezTo>
                  <a:cubicBezTo>
                    <a:pt x="1434" y="13096"/>
                    <a:pt x="967" y="11995"/>
                    <a:pt x="967" y="10494"/>
                  </a:cubicBezTo>
                  <a:cubicBezTo>
                    <a:pt x="967" y="7225"/>
                    <a:pt x="3269" y="3256"/>
                    <a:pt x="6104" y="1621"/>
                  </a:cubicBezTo>
                  <a:cubicBezTo>
                    <a:pt x="6872" y="1157"/>
                    <a:pt x="7614" y="925"/>
                    <a:pt x="8274" y="925"/>
                  </a:cubicBezTo>
                  <a:close/>
                  <a:moveTo>
                    <a:pt x="8263" y="1"/>
                  </a:moveTo>
                  <a:cubicBezTo>
                    <a:pt x="7438" y="1"/>
                    <a:pt x="6532" y="265"/>
                    <a:pt x="5604" y="787"/>
                  </a:cubicBezTo>
                  <a:cubicBezTo>
                    <a:pt x="2502" y="2589"/>
                    <a:pt x="0" y="6958"/>
                    <a:pt x="0" y="10528"/>
                  </a:cubicBezTo>
                  <a:cubicBezTo>
                    <a:pt x="0" y="12362"/>
                    <a:pt x="634" y="13730"/>
                    <a:pt x="1835" y="14397"/>
                  </a:cubicBezTo>
                  <a:cubicBezTo>
                    <a:pt x="2302" y="14697"/>
                    <a:pt x="2869" y="14831"/>
                    <a:pt x="3469" y="14831"/>
                  </a:cubicBezTo>
                  <a:cubicBezTo>
                    <a:pt x="4403" y="14797"/>
                    <a:pt x="5304" y="14530"/>
                    <a:pt x="6104" y="14030"/>
                  </a:cubicBezTo>
                  <a:cubicBezTo>
                    <a:pt x="9207" y="12229"/>
                    <a:pt x="11708" y="7892"/>
                    <a:pt x="11708" y="4323"/>
                  </a:cubicBezTo>
                  <a:cubicBezTo>
                    <a:pt x="11708" y="2488"/>
                    <a:pt x="11075" y="1087"/>
                    <a:pt x="9907" y="420"/>
                  </a:cubicBezTo>
                  <a:cubicBezTo>
                    <a:pt x="9416" y="140"/>
                    <a:pt x="8861" y="1"/>
                    <a:pt x="826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9"/>
            <p:cNvSpPr/>
            <p:nvPr/>
          </p:nvSpPr>
          <p:spPr>
            <a:xfrm>
              <a:off x="4023875" y="4209375"/>
              <a:ext cx="159300" cy="205000"/>
            </a:xfrm>
            <a:custGeom>
              <a:rect b="b" l="l" r="r" t="t"/>
              <a:pathLst>
                <a:path extrusionOk="0" h="8200" w="6372">
                  <a:moveTo>
                    <a:pt x="4613" y="1"/>
                  </a:moveTo>
                  <a:cubicBezTo>
                    <a:pt x="4187" y="1"/>
                    <a:pt x="3708" y="139"/>
                    <a:pt x="3203" y="431"/>
                  </a:cubicBezTo>
                  <a:cubicBezTo>
                    <a:pt x="1302" y="1665"/>
                    <a:pt x="134" y="3700"/>
                    <a:pt x="1" y="5935"/>
                  </a:cubicBezTo>
                  <a:cubicBezTo>
                    <a:pt x="1" y="7377"/>
                    <a:pt x="721" y="8199"/>
                    <a:pt x="1771" y="8199"/>
                  </a:cubicBezTo>
                  <a:cubicBezTo>
                    <a:pt x="2202" y="8199"/>
                    <a:pt x="2688" y="8061"/>
                    <a:pt x="3203" y="7769"/>
                  </a:cubicBezTo>
                  <a:cubicBezTo>
                    <a:pt x="5071" y="6535"/>
                    <a:pt x="6238" y="4500"/>
                    <a:pt x="6372" y="2265"/>
                  </a:cubicBezTo>
                  <a:cubicBezTo>
                    <a:pt x="6372" y="823"/>
                    <a:pt x="5651" y="1"/>
                    <a:pt x="461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9"/>
            <p:cNvSpPr/>
            <p:nvPr/>
          </p:nvSpPr>
          <p:spPr>
            <a:xfrm>
              <a:off x="3278350" y="4134700"/>
              <a:ext cx="220175" cy="278100"/>
            </a:xfrm>
            <a:custGeom>
              <a:rect b="b" l="l" r="r" t="t"/>
              <a:pathLst>
                <a:path extrusionOk="0" h="11124" w="8807">
                  <a:moveTo>
                    <a:pt x="6238" y="682"/>
                  </a:moveTo>
                  <a:lnTo>
                    <a:pt x="6238" y="716"/>
                  </a:lnTo>
                  <a:cubicBezTo>
                    <a:pt x="6288" y="710"/>
                    <a:pt x="6338" y="707"/>
                    <a:pt x="6388" y="707"/>
                  </a:cubicBezTo>
                  <a:cubicBezTo>
                    <a:pt x="6637" y="707"/>
                    <a:pt x="6883" y="777"/>
                    <a:pt x="7105" y="916"/>
                  </a:cubicBezTo>
                  <a:cubicBezTo>
                    <a:pt x="7739" y="1283"/>
                    <a:pt x="8106" y="2117"/>
                    <a:pt x="8106" y="3218"/>
                  </a:cubicBezTo>
                  <a:cubicBezTo>
                    <a:pt x="8106" y="5653"/>
                    <a:pt x="6372" y="8655"/>
                    <a:pt x="4237" y="9889"/>
                  </a:cubicBezTo>
                  <a:cubicBezTo>
                    <a:pt x="3662" y="10226"/>
                    <a:pt x="3122" y="10398"/>
                    <a:pt x="2638" y="10398"/>
                  </a:cubicBezTo>
                  <a:cubicBezTo>
                    <a:pt x="2309" y="10398"/>
                    <a:pt x="2005" y="10318"/>
                    <a:pt x="1735" y="10156"/>
                  </a:cubicBezTo>
                  <a:cubicBezTo>
                    <a:pt x="1101" y="9789"/>
                    <a:pt x="734" y="8988"/>
                    <a:pt x="734" y="7854"/>
                  </a:cubicBezTo>
                  <a:cubicBezTo>
                    <a:pt x="734" y="5419"/>
                    <a:pt x="2469" y="2417"/>
                    <a:pt x="4604" y="1183"/>
                  </a:cubicBezTo>
                  <a:cubicBezTo>
                    <a:pt x="5071" y="883"/>
                    <a:pt x="5638" y="716"/>
                    <a:pt x="6238" y="682"/>
                  </a:cubicBezTo>
                  <a:close/>
                  <a:moveTo>
                    <a:pt x="6204" y="0"/>
                  </a:moveTo>
                  <a:cubicBezTo>
                    <a:pt x="5587" y="0"/>
                    <a:pt x="4912" y="196"/>
                    <a:pt x="4237" y="582"/>
                  </a:cubicBezTo>
                  <a:cubicBezTo>
                    <a:pt x="1902" y="1917"/>
                    <a:pt x="0" y="5186"/>
                    <a:pt x="0" y="7888"/>
                  </a:cubicBezTo>
                  <a:cubicBezTo>
                    <a:pt x="0" y="9255"/>
                    <a:pt x="501" y="10289"/>
                    <a:pt x="1368" y="10790"/>
                  </a:cubicBezTo>
                  <a:cubicBezTo>
                    <a:pt x="1768" y="11023"/>
                    <a:pt x="2169" y="11123"/>
                    <a:pt x="2636" y="11123"/>
                  </a:cubicBezTo>
                  <a:cubicBezTo>
                    <a:pt x="3303" y="11090"/>
                    <a:pt x="4003" y="10890"/>
                    <a:pt x="4570" y="10523"/>
                  </a:cubicBezTo>
                  <a:cubicBezTo>
                    <a:pt x="6905" y="9188"/>
                    <a:pt x="8807" y="5919"/>
                    <a:pt x="8807" y="3218"/>
                  </a:cubicBezTo>
                  <a:cubicBezTo>
                    <a:pt x="8807" y="1850"/>
                    <a:pt x="8306" y="816"/>
                    <a:pt x="7439" y="315"/>
                  </a:cubicBezTo>
                  <a:cubicBezTo>
                    <a:pt x="7073" y="105"/>
                    <a:pt x="6654" y="0"/>
                    <a:pt x="620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9"/>
            <p:cNvSpPr/>
            <p:nvPr/>
          </p:nvSpPr>
          <p:spPr>
            <a:xfrm>
              <a:off x="3329225" y="4196800"/>
              <a:ext cx="119275" cy="153425"/>
            </a:xfrm>
            <a:custGeom>
              <a:rect b="b" l="l" r="r" t="t"/>
              <a:pathLst>
                <a:path extrusionOk="0" h="6137" w="4771">
                  <a:moveTo>
                    <a:pt x="3468" y="0"/>
                  </a:moveTo>
                  <a:cubicBezTo>
                    <a:pt x="3147" y="0"/>
                    <a:pt x="2785" y="108"/>
                    <a:pt x="2402" y="333"/>
                  </a:cubicBezTo>
                  <a:cubicBezTo>
                    <a:pt x="967" y="1234"/>
                    <a:pt x="100" y="2768"/>
                    <a:pt x="0" y="4436"/>
                  </a:cubicBezTo>
                  <a:cubicBezTo>
                    <a:pt x="0" y="5519"/>
                    <a:pt x="532" y="6137"/>
                    <a:pt x="1314" y="6137"/>
                  </a:cubicBezTo>
                  <a:cubicBezTo>
                    <a:pt x="1640" y="6137"/>
                    <a:pt x="2009" y="6030"/>
                    <a:pt x="2402" y="5804"/>
                  </a:cubicBezTo>
                  <a:cubicBezTo>
                    <a:pt x="3803" y="4903"/>
                    <a:pt x="4670" y="3369"/>
                    <a:pt x="4770" y="1701"/>
                  </a:cubicBezTo>
                  <a:cubicBezTo>
                    <a:pt x="4770" y="618"/>
                    <a:pt x="4238" y="0"/>
                    <a:pt x="346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9"/>
            <p:cNvSpPr/>
            <p:nvPr/>
          </p:nvSpPr>
          <p:spPr>
            <a:xfrm>
              <a:off x="3658625" y="3716950"/>
              <a:ext cx="225175" cy="285550"/>
            </a:xfrm>
            <a:custGeom>
              <a:rect b="b" l="l" r="r" t="t"/>
              <a:pathLst>
                <a:path extrusionOk="0" h="11422" w="9007">
                  <a:moveTo>
                    <a:pt x="6352" y="731"/>
                  </a:moveTo>
                  <a:cubicBezTo>
                    <a:pt x="6678" y="731"/>
                    <a:pt x="6977" y="803"/>
                    <a:pt x="7239" y="947"/>
                  </a:cubicBezTo>
                  <a:cubicBezTo>
                    <a:pt x="7906" y="1348"/>
                    <a:pt x="8273" y="2182"/>
                    <a:pt x="8273" y="3316"/>
                  </a:cubicBezTo>
                  <a:cubicBezTo>
                    <a:pt x="8273" y="5851"/>
                    <a:pt x="6471" y="8920"/>
                    <a:pt x="4303" y="10154"/>
                  </a:cubicBezTo>
                  <a:cubicBezTo>
                    <a:pt x="3716" y="10498"/>
                    <a:pt x="3141" y="10670"/>
                    <a:pt x="2638" y="10670"/>
                  </a:cubicBezTo>
                  <a:cubicBezTo>
                    <a:pt x="2312" y="10670"/>
                    <a:pt x="2017" y="10598"/>
                    <a:pt x="1768" y="10454"/>
                  </a:cubicBezTo>
                  <a:cubicBezTo>
                    <a:pt x="1101" y="10054"/>
                    <a:pt x="734" y="9220"/>
                    <a:pt x="734" y="8086"/>
                  </a:cubicBezTo>
                  <a:cubicBezTo>
                    <a:pt x="734" y="5584"/>
                    <a:pt x="2502" y="2515"/>
                    <a:pt x="4670" y="1248"/>
                  </a:cubicBezTo>
                  <a:cubicBezTo>
                    <a:pt x="5278" y="903"/>
                    <a:pt x="5848" y="731"/>
                    <a:pt x="6352" y="731"/>
                  </a:cubicBezTo>
                  <a:close/>
                  <a:moveTo>
                    <a:pt x="6358" y="1"/>
                  </a:moveTo>
                  <a:cubicBezTo>
                    <a:pt x="5726" y="1"/>
                    <a:pt x="5037" y="205"/>
                    <a:pt x="4337" y="614"/>
                  </a:cubicBezTo>
                  <a:cubicBezTo>
                    <a:pt x="1935" y="1981"/>
                    <a:pt x="0" y="5350"/>
                    <a:pt x="0" y="8086"/>
                  </a:cubicBezTo>
                  <a:cubicBezTo>
                    <a:pt x="0" y="9487"/>
                    <a:pt x="501" y="10554"/>
                    <a:pt x="1401" y="11088"/>
                  </a:cubicBezTo>
                  <a:cubicBezTo>
                    <a:pt x="1768" y="11288"/>
                    <a:pt x="2202" y="11421"/>
                    <a:pt x="2635" y="11421"/>
                  </a:cubicBezTo>
                  <a:cubicBezTo>
                    <a:pt x="3369" y="11388"/>
                    <a:pt x="4070" y="11188"/>
                    <a:pt x="4670" y="10788"/>
                  </a:cubicBezTo>
                  <a:cubicBezTo>
                    <a:pt x="7072" y="9420"/>
                    <a:pt x="9007" y="6051"/>
                    <a:pt x="9007" y="3316"/>
                  </a:cubicBezTo>
                  <a:cubicBezTo>
                    <a:pt x="9007" y="1915"/>
                    <a:pt x="8506" y="847"/>
                    <a:pt x="7606" y="314"/>
                  </a:cubicBezTo>
                  <a:cubicBezTo>
                    <a:pt x="7230" y="105"/>
                    <a:pt x="6809" y="1"/>
                    <a:pt x="635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9"/>
            <p:cNvSpPr/>
            <p:nvPr/>
          </p:nvSpPr>
          <p:spPr>
            <a:xfrm>
              <a:off x="3710325" y="3780825"/>
              <a:ext cx="121775" cy="157275"/>
            </a:xfrm>
            <a:custGeom>
              <a:rect b="b" l="l" r="r" t="t"/>
              <a:pathLst>
                <a:path extrusionOk="0" h="6291" w="4871">
                  <a:moveTo>
                    <a:pt x="3512" y="1"/>
                  </a:moveTo>
                  <a:cubicBezTo>
                    <a:pt x="3186" y="1"/>
                    <a:pt x="2821" y="106"/>
                    <a:pt x="2435" y="327"/>
                  </a:cubicBezTo>
                  <a:cubicBezTo>
                    <a:pt x="1001" y="1261"/>
                    <a:pt x="67" y="2829"/>
                    <a:pt x="0" y="4563"/>
                  </a:cubicBezTo>
                  <a:cubicBezTo>
                    <a:pt x="0" y="5655"/>
                    <a:pt x="540" y="6291"/>
                    <a:pt x="1344" y="6291"/>
                  </a:cubicBezTo>
                  <a:cubicBezTo>
                    <a:pt x="1671" y="6291"/>
                    <a:pt x="2041" y="6186"/>
                    <a:pt x="2435" y="5964"/>
                  </a:cubicBezTo>
                  <a:cubicBezTo>
                    <a:pt x="3870" y="5030"/>
                    <a:pt x="4770" y="3463"/>
                    <a:pt x="4870" y="1728"/>
                  </a:cubicBezTo>
                  <a:cubicBezTo>
                    <a:pt x="4870" y="637"/>
                    <a:pt x="4314" y="1"/>
                    <a:pt x="351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9"/>
            <p:cNvSpPr/>
            <p:nvPr/>
          </p:nvSpPr>
          <p:spPr>
            <a:xfrm>
              <a:off x="4069750" y="3587475"/>
              <a:ext cx="179325" cy="228225"/>
            </a:xfrm>
            <a:custGeom>
              <a:rect b="b" l="l" r="r" t="t"/>
              <a:pathLst>
                <a:path extrusionOk="0" h="9129" w="7173">
                  <a:moveTo>
                    <a:pt x="5051" y="607"/>
                  </a:moveTo>
                  <a:cubicBezTo>
                    <a:pt x="5315" y="607"/>
                    <a:pt x="5557" y="669"/>
                    <a:pt x="5771" y="789"/>
                  </a:cubicBezTo>
                  <a:cubicBezTo>
                    <a:pt x="6338" y="1089"/>
                    <a:pt x="6605" y="1756"/>
                    <a:pt x="6605" y="2657"/>
                  </a:cubicBezTo>
                  <a:cubicBezTo>
                    <a:pt x="6505" y="4892"/>
                    <a:pt x="5337" y="6894"/>
                    <a:pt x="3469" y="8128"/>
                  </a:cubicBezTo>
                  <a:cubicBezTo>
                    <a:pt x="2990" y="8407"/>
                    <a:pt x="2547" y="8543"/>
                    <a:pt x="2154" y="8543"/>
                  </a:cubicBezTo>
                  <a:cubicBezTo>
                    <a:pt x="1890" y="8543"/>
                    <a:pt x="1649" y="8482"/>
                    <a:pt x="1435" y="8361"/>
                  </a:cubicBezTo>
                  <a:cubicBezTo>
                    <a:pt x="868" y="8061"/>
                    <a:pt x="601" y="7394"/>
                    <a:pt x="601" y="6460"/>
                  </a:cubicBezTo>
                  <a:cubicBezTo>
                    <a:pt x="701" y="4258"/>
                    <a:pt x="1868" y="2224"/>
                    <a:pt x="3736" y="1023"/>
                  </a:cubicBezTo>
                  <a:cubicBezTo>
                    <a:pt x="4215" y="743"/>
                    <a:pt x="4658" y="607"/>
                    <a:pt x="5051" y="607"/>
                  </a:cubicBezTo>
                  <a:close/>
                  <a:moveTo>
                    <a:pt x="5074" y="1"/>
                  </a:moveTo>
                  <a:cubicBezTo>
                    <a:pt x="4576" y="1"/>
                    <a:pt x="4028" y="161"/>
                    <a:pt x="3469" y="489"/>
                  </a:cubicBezTo>
                  <a:cubicBezTo>
                    <a:pt x="1568" y="1590"/>
                    <a:pt x="0" y="4292"/>
                    <a:pt x="0" y="6460"/>
                  </a:cubicBezTo>
                  <a:cubicBezTo>
                    <a:pt x="0" y="7594"/>
                    <a:pt x="401" y="8428"/>
                    <a:pt x="1134" y="8862"/>
                  </a:cubicBezTo>
                  <a:cubicBezTo>
                    <a:pt x="1435" y="9028"/>
                    <a:pt x="1768" y="9128"/>
                    <a:pt x="2135" y="9128"/>
                  </a:cubicBezTo>
                  <a:cubicBezTo>
                    <a:pt x="2702" y="9095"/>
                    <a:pt x="3269" y="8928"/>
                    <a:pt x="3736" y="8628"/>
                  </a:cubicBezTo>
                  <a:cubicBezTo>
                    <a:pt x="5638" y="7527"/>
                    <a:pt x="7172" y="4859"/>
                    <a:pt x="7172" y="2657"/>
                  </a:cubicBezTo>
                  <a:cubicBezTo>
                    <a:pt x="7172" y="1523"/>
                    <a:pt x="6805" y="689"/>
                    <a:pt x="6071" y="255"/>
                  </a:cubicBezTo>
                  <a:cubicBezTo>
                    <a:pt x="5776" y="86"/>
                    <a:pt x="5438" y="1"/>
                    <a:pt x="507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9"/>
            <p:cNvSpPr/>
            <p:nvPr/>
          </p:nvSpPr>
          <p:spPr>
            <a:xfrm>
              <a:off x="4111450" y="363870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806" y="0"/>
                  </a:moveTo>
                  <a:cubicBezTo>
                    <a:pt x="2544" y="0"/>
                    <a:pt x="2248" y="89"/>
                    <a:pt x="1935" y="275"/>
                  </a:cubicBezTo>
                  <a:cubicBezTo>
                    <a:pt x="801" y="1008"/>
                    <a:pt x="67" y="2276"/>
                    <a:pt x="0" y="3644"/>
                  </a:cubicBezTo>
                  <a:cubicBezTo>
                    <a:pt x="0" y="4524"/>
                    <a:pt x="442" y="5031"/>
                    <a:pt x="1083" y="5031"/>
                  </a:cubicBezTo>
                  <a:cubicBezTo>
                    <a:pt x="1340" y="5031"/>
                    <a:pt x="1629" y="4950"/>
                    <a:pt x="1935" y="4778"/>
                  </a:cubicBezTo>
                  <a:cubicBezTo>
                    <a:pt x="3069" y="4011"/>
                    <a:pt x="3803" y="2776"/>
                    <a:pt x="3870" y="1409"/>
                  </a:cubicBezTo>
                  <a:cubicBezTo>
                    <a:pt x="3870" y="513"/>
                    <a:pt x="3436" y="0"/>
                    <a:pt x="280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9"/>
            <p:cNvSpPr/>
            <p:nvPr/>
          </p:nvSpPr>
          <p:spPr>
            <a:xfrm>
              <a:off x="3350900" y="3468700"/>
              <a:ext cx="180150" cy="227750"/>
            </a:xfrm>
            <a:custGeom>
              <a:rect b="b" l="l" r="r" t="t"/>
              <a:pathLst>
                <a:path extrusionOk="0" h="9110" w="7206">
                  <a:moveTo>
                    <a:pt x="5051" y="588"/>
                  </a:moveTo>
                  <a:cubicBezTo>
                    <a:pt x="5315" y="588"/>
                    <a:pt x="5557" y="649"/>
                    <a:pt x="5771" y="770"/>
                  </a:cubicBezTo>
                  <a:cubicBezTo>
                    <a:pt x="6338" y="1070"/>
                    <a:pt x="6605" y="1737"/>
                    <a:pt x="6605" y="2638"/>
                  </a:cubicBezTo>
                  <a:cubicBezTo>
                    <a:pt x="6505" y="4873"/>
                    <a:pt x="5338" y="6908"/>
                    <a:pt x="3470" y="8109"/>
                  </a:cubicBezTo>
                  <a:cubicBezTo>
                    <a:pt x="2987" y="8390"/>
                    <a:pt x="2540" y="8539"/>
                    <a:pt x="2145" y="8539"/>
                  </a:cubicBezTo>
                  <a:cubicBezTo>
                    <a:pt x="1884" y="8539"/>
                    <a:pt x="1646" y="8474"/>
                    <a:pt x="1435" y="8342"/>
                  </a:cubicBezTo>
                  <a:cubicBezTo>
                    <a:pt x="868" y="8042"/>
                    <a:pt x="601" y="7375"/>
                    <a:pt x="601" y="6474"/>
                  </a:cubicBezTo>
                  <a:cubicBezTo>
                    <a:pt x="701" y="4239"/>
                    <a:pt x="1868" y="2204"/>
                    <a:pt x="3736" y="1004"/>
                  </a:cubicBezTo>
                  <a:cubicBezTo>
                    <a:pt x="4215" y="724"/>
                    <a:pt x="4658" y="588"/>
                    <a:pt x="5051" y="588"/>
                  </a:cubicBezTo>
                  <a:close/>
                  <a:moveTo>
                    <a:pt x="5087" y="1"/>
                  </a:moveTo>
                  <a:cubicBezTo>
                    <a:pt x="4586" y="1"/>
                    <a:pt x="4033" y="173"/>
                    <a:pt x="3470" y="503"/>
                  </a:cubicBezTo>
                  <a:cubicBezTo>
                    <a:pt x="1568" y="1604"/>
                    <a:pt x="0" y="4273"/>
                    <a:pt x="0" y="6474"/>
                  </a:cubicBezTo>
                  <a:cubicBezTo>
                    <a:pt x="0" y="7608"/>
                    <a:pt x="401" y="8442"/>
                    <a:pt x="1135" y="8843"/>
                  </a:cubicBezTo>
                  <a:cubicBezTo>
                    <a:pt x="1435" y="9043"/>
                    <a:pt x="1768" y="9109"/>
                    <a:pt x="2135" y="9109"/>
                  </a:cubicBezTo>
                  <a:cubicBezTo>
                    <a:pt x="2702" y="9076"/>
                    <a:pt x="3269" y="8909"/>
                    <a:pt x="3736" y="8609"/>
                  </a:cubicBezTo>
                  <a:cubicBezTo>
                    <a:pt x="5638" y="7542"/>
                    <a:pt x="7206" y="4840"/>
                    <a:pt x="7206" y="2638"/>
                  </a:cubicBezTo>
                  <a:cubicBezTo>
                    <a:pt x="7206" y="1504"/>
                    <a:pt x="6805" y="670"/>
                    <a:pt x="6071" y="270"/>
                  </a:cubicBezTo>
                  <a:cubicBezTo>
                    <a:pt x="5779" y="89"/>
                    <a:pt x="5446" y="1"/>
                    <a:pt x="508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9"/>
            <p:cNvSpPr/>
            <p:nvPr/>
          </p:nvSpPr>
          <p:spPr>
            <a:xfrm>
              <a:off x="3392600" y="351995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787" y="1"/>
                  </a:moveTo>
                  <a:cubicBezTo>
                    <a:pt x="2530" y="1"/>
                    <a:pt x="2241" y="83"/>
                    <a:pt x="1935" y="254"/>
                  </a:cubicBezTo>
                  <a:cubicBezTo>
                    <a:pt x="767" y="1022"/>
                    <a:pt x="67" y="2256"/>
                    <a:pt x="0" y="3624"/>
                  </a:cubicBezTo>
                  <a:cubicBezTo>
                    <a:pt x="0" y="4519"/>
                    <a:pt x="433" y="5032"/>
                    <a:pt x="1064" y="5032"/>
                  </a:cubicBezTo>
                  <a:cubicBezTo>
                    <a:pt x="1326" y="5032"/>
                    <a:pt x="1622" y="4944"/>
                    <a:pt x="1935" y="4758"/>
                  </a:cubicBezTo>
                  <a:cubicBezTo>
                    <a:pt x="3069" y="4024"/>
                    <a:pt x="3803" y="2756"/>
                    <a:pt x="3870" y="1389"/>
                  </a:cubicBezTo>
                  <a:cubicBezTo>
                    <a:pt x="3870" y="508"/>
                    <a:pt x="3428" y="1"/>
                    <a:pt x="278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39"/>
            <p:cNvSpPr/>
            <p:nvPr/>
          </p:nvSpPr>
          <p:spPr>
            <a:xfrm>
              <a:off x="5040425" y="3303925"/>
              <a:ext cx="129925" cy="157350"/>
            </a:xfrm>
            <a:custGeom>
              <a:rect b="b" l="l" r="r" t="t"/>
              <a:pathLst>
                <a:path extrusionOk="0" h="6294" w="5197">
                  <a:moveTo>
                    <a:pt x="3439" y="399"/>
                  </a:moveTo>
                  <a:cubicBezTo>
                    <a:pt x="4144" y="399"/>
                    <a:pt x="4796" y="1042"/>
                    <a:pt x="4604" y="1857"/>
                  </a:cubicBezTo>
                  <a:cubicBezTo>
                    <a:pt x="4504" y="3392"/>
                    <a:pt x="3704" y="4793"/>
                    <a:pt x="2436" y="5626"/>
                  </a:cubicBezTo>
                  <a:cubicBezTo>
                    <a:pt x="2192" y="5852"/>
                    <a:pt x="1908" y="5950"/>
                    <a:pt x="1633" y="5950"/>
                  </a:cubicBezTo>
                  <a:cubicBezTo>
                    <a:pt x="929" y="5950"/>
                    <a:pt x="276" y="5307"/>
                    <a:pt x="468" y="4492"/>
                  </a:cubicBezTo>
                  <a:cubicBezTo>
                    <a:pt x="535" y="2958"/>
                    <a:pt x="1369" y="1557"/>
                    <a:pt x="2636" y="723"/>
                  </a:cubicBezTo>
                  <a:cubicBezTo>
                    <a:pt x="2880" y="498"/>
                    <a:pt x="3164" y="399"/>
                    <a:pt x="3439" y="399"/>
                  </a:cubicBezTo>
                  <a:close/>
                  <a:moveTo>
                    <a:pt x="3462" y="0"/>
                  </a:moveTo>
                  <a:cubicBezTo>
                    <a:pt x="3113" y="0"/>
                    <a:pt x="2752" y="120"/>
                    <a:pt x="2436" y="389"/>
                  </a:cubicBezTo>
                  <a:cubicBezTo>
                    <a:pt x="1035" y="1290"/>
                    <a:pt x="168" y="2824"/>
                    <a:pt x="68" y="4492"/>
                  </a:cubicBezTo>
                  <a:cubicBezTo>
                    <a:pt x="1" y="5126"/>
                    <a:pt x="301" y="5760"/>
                    <a:pt x="835" y="6127"/>
                  </a:cubicBezTo>
                  <a:cubicBezTo>
                    <a:pt x="1035" y="6260"/>
                    <a:pt x="1269" y="6294"/>
                    <a:pt x="1535" y="6294"/>
                  </a:cubicBezTo>
                  <a:cubicBezTo>
                    <a:pt x="1902" y="6294"/>
                    <a:pt x="2303" y="6160"/>
                    <a:pt x="2636" y="5960"/>
                  </a:cubicBezTo>
                  <a:cubicBezTo>
                    <a:pt x="4037" y="5059"/>
                    <a:pt x="4904" y="3525"/>
                    <a:pt x="5005" y="1857"/>
                  </a:cubicBezTo>
                  <a:cubicBezTo>
                    <a:pt x="5197" y="799"/>
                    <a:pt x="4366" y="0"/>
                    <a:pt x="346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9"/>
            <p:cNvSpPr/>
            <p:nvPr/>
          </p:nvSpPr>
          <p:spPr>
            <a:xfrm>
              <a:off x="5070450" y="3340275"/>
              <a:ext cx="67575" cy="86025"/>
            </a:xfrm>
            <a:custGeom>
              <a:rect b="b" l="l" r="r" t="t"/>
              <a:pathLst>
                <a:path extrusionOk="0" h="3441" w="2703">
                  <a:moveTo>
                    <a:pt x="1927" y="1"/>
                  </a:moveTo>
                  <a:cubicBezTo>
                    <a:pt x="1746" y="1"/>
                    <a:pt x="1545" y="55"/>
                    <a:pt x="1335" y="170"/>
                  </a:cubicBezTo>
                  <a:cubicBezTo>
                    <a:pt x="568" y="670"/>
                    <a:pt x="68" y="1537"/>
                    <a:pt x="1" y="2505"/>
                  </a:cubicBezTo>
                  <a:cubicBezTo>
                    <a:pt x="1" y="3100"/>
                    <a:pt x="307" y="3441"/>
                    <a:pt x="750" y="3441"/>
                  </a:cubicBezTo>
                  <a:cubicBezTo>
                    <a:pt x="927" y="3441"/>
                    <a:pt x="1125" y="3386"/>
                    <a:pt x="1335" y="3272"/>
                  </a:cubicBezTo>
                  <a:cubicBezTo>
                    <a:pt x="2136" y="2738"/>
                    <a:pt x="2636" y="1904"/>
                    <a:pt x="2703" y="937"/>
                  </a:cubicBezTo>
                  <a:cubicBezTo>
                    <a:pt x="2703" y="341"/>
                    <a:pt x="2379" y="1"/>
                    <a:pt x="192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9"/>
            <p:cNvSpPr/>
            <p:nvPr/>
          </p:nvSpPr>
          <p:spPr>
            <a:xfrm>
              <a:off x="5323150" y="3266225"/>
              <a:ext cx="130600" cy="157525"/>
            </a:xfrm>
            <a:custGeom>
              <a:rect b="b" l="l" r="r" t="t"/>
              <a:pathLst>
                <a:path extrusionOk="0" h="6301" w="5224">
                  <a:moveTo>
                    <a:pt x="3569" y="430"/>
                  </a:moveTo>
                  <a:cubicBezTo>
                    <a:pt x="3736" y="430"/>
                    <a:pt x="3903" y="496"/>
                    <a:pt x="4036" y="563"/>
                  </a:cubicBezTo>
                  <a:cubicBezTo>
                    <a:pt x="4437" y="863"/>
                    <a:pt x="4670" y="1364"/>
                    <a:pt x="4603" y="1864"/>
                  </a:cubicBezTo>
                  <a:cubicBezTo>
                    <a:pt x="4537" y="3398"/>
                    <a:pt x="3736" y="4799"/>
                    <a:pt x="2435" y="5633"/>
                  </a:cubicBezTo>
                  <a:cubicBezTo>
                    <a:pt x="2193" y="5847"/>
                    <a:pt x="1913" y="5942"/>
                    <a:pt x="1640" y="5942"/>
                  </a:cubicBezTo>
                  <a:cubicBezTo>
                    <a:pt x="932" y="5942"/>
                    <a:pt x="275" y="5308"/>
                    <a:pt x="467" y="4466"/>
                  </a:cubicBezTo>
                  <a:cubicBezTo>
                    <a:pt x="567" y="2965"/>
                    <a:pt x="1368" y="1564"/>
                    <a:pt x="2635" y="730"/>
                  </a:cubicBezTo>
                  <a:cubicBezTo>
                    <a:pt x="2902" y="563"/>
                    <a:pt x="3236" y="463"/>
                    <a:pt x="3569" y="430"/>
                  </a:cubicBezTo>
                  <a:close/>
                  <a:moveTo>
                    <a:pt x="3429" y="1"/>
                  </a:moveTo>
                  <a:cubicBezTo>
                    <a:pt x="3088" y="1"/>
                    <a:pt x="2740" y="112"/>
                    <a:pt x="2435" y="363"/>
                  </a:cubicBezTo>
                  <a:cubicBezTo>
                    <a:pt x="1034" y="1297"/>
                    <a:pt x="167" y="2831"/>
                    <a:pt x="67" y="4499"/>
                  </a:cubicBezTo>
                  <a:cubicBezTo>
                    <a:pt x="0" y="5133"/>
                    <a:pt x="300" y="5767"/>
                    <a:pt x="834" y="6134"/>
                  </a:cubicBezTo>
                  <a:cubicBezTo>
                    <a:pt x="1034" y="6267"/>
                    <a:pt x="1268" y="6301"/>
                    <a:pt x="1534" y="6301"/>
                  </a:cubicBezTo>
                  <a:cubicBezTo>
                    <a:pt x="1901" y="6301"/>
                    <a:pt x="2302" y="6200"/>
                    <a:pt x="2635" y="6000"/>
                  </a:cubicBezTo>
                  <a:cubicBezTo>
                    <a:pt x="4036" y="5066"/>
                    <a:pt x="4937" y="3565"/>
                    <a:pt x="5004" y="1897"/>
                  </a:cubicBezTo>
                  <a:cubicBezTo>
                    <a:pt x="5223" y="824"/>
                    <a:pt x="4355" y="1"/>
                    <a:pt x="342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9"/>
            <p:cNvSpPr/>
            <p:nvPr/>
          </p:nvSpPr>
          <p:spPr>
            <a:xfrm>
              <a:off x="5353150" y="3302400"/>
              <a:ext cx="66750" cy="86350"/>
            </a:xfrm>
            <a:custGeom>
              <a:rect b="b" l="l" r="r" t="t"/>
              <a:pathLst>
                <a:path extrusionOk="0" h="3454" w="2670">
                  <a:moveTo>
                    <a:pt x="1925" y="0"/>
                  </a:moveTo>
                  <a:cubicBezTo>
                    <a:pt x="1747" y="0"/>
                    <a:pt x="1547" y="59"/>
                    <a:pt x="1335" y="184"/>
                  </a:cubicBezTo>
                  <a:cubicBezTo>
                    <a:pt x="535" y="684"/>
                    <a:pt x="34" y="1551"/>
                    <a:pt x="1" y="2485"/>
                  </a:cubicBezTo>
                  <a:cubicBezTo>
                    <a:pt x="1" y="3106"/>
                    <a:pt x="309" y="3454"/>
                    <a:pt x="753" y="3454"/>
                  </a:cubicBezTo>
                  <a:cubicBezTo>
                    <a:pt x="930" y="3454"/>
                    <a:pt x="1127" y="3399"/>
                    <a:pt x="1335" y="3286"/>
                  </a:cubicBezTo>
                  <a:cubicBezTo>
                    <a:pt x="2136" y="2752"/>
                    <a:pt x="2636" y="1885"/>
                    <a:pt x="2669" y="951"/>
                  </a:cubicBezTo>
                  <a:cubicBezTo>
                    <a:pt x="2669" y="357"/>
                    <a:pt x="2365" y="0"/>
                    <a:pt x="192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39"/>
            <p:cNvSpPr/>
            <p:nvPr/>
          </p:nvSpPr>
          <p:spPr>
            <a:xfrm>
              <a:off x="3098225" y="3913675"/>
              <a:ext cx="129950" cy="158050"/>
            </a:xfrm>
            <a:custGeom>
              <a:rect b="b" l="l" r="r" t="t"/>
              <a:pathLst>
                <a:path extrusionOk="0" h="6322" w="5198">
                  <a:moveTo>
                    <a:pt x="3439" y="393"/>
                  </a:moveTo>
                  <a:cubicBezTo>
                    <a:pt x="4143" y="393"/>
                    <a:pt x="4795" y="1036"/>
                    <a:pt x="4603" y="1851"/>
                  </a:cubicBezTo>
                  <a:cubicBezTo>
                    <a:pt x="4537" y="3386"/>
                    <a:pt x="3736" y="4787"/>
                    <a:pt x="2435" y="5621"/>
                  </a:cubicBezTo>
                  <a:cubicBezTo>
                    <a:pt x="2191" y="5846"/>
                    <a:pt x="1908" y="5944"/>
                    <a:pt x="1632" y="5944"/>
                  </a:cubicBezTo>
                  <a:cubicBezTo>
                    <a:pt x="928" y="5944"/>
                    <a:pt x="275" y="5302"/>
                    <a:pt x="467" y="4486"/>
                  </a:cubicBezTo>
                  <a:cubicBezTo>
                    <a:pt x="567" y="2952"/>
                    <a:pt x="1368" y="1551"/>
                    <a:pt x="2635" y="717"/>
                  </a:cubicBezTo>
                  <a:cubicBezTo>
                    <a:pt x="2879" y="492"/>
                    <a:pt x="3163" y="393"/>
                    <a:pt x="3439" y="393"/>
                  </a:cubicBezTo>
                  <a:close/>
                  <a:moveTo>
                    <a:pt x="3448" y="0"/>
                  </a:moveTo>
                  <a:cubicBezTo>
                    <a:pt x="3103" y="0"/>
                    <a:pt x="2747" y="117"/>
                    <a:pt x="2435" y="384"/>
                  </a:cubicBezTo>
                  <a:cubicBezTo>
                    <a:pt x="1034" y="1284"/>
                    <a:pt x="167" y="2819"/>
                    <a:pt x="67" y="4486"/>
                  </a:cubicBezTo>
                  <a:cubicBezTo>
                    <a:pt x="0" y="5120"/>
                    <a:pt x="300" y="5754"/>
                    <a:pt x="834" y="6121"/>
                  </a:cubicBezTo>
                  <a:cubicBezTo>
                    <a:pt x="1034" y="6254"/>
                    <a:pt x="1301" y="6321"/>
                    <a:pt x="1535" y="6321"/>
                  </a:cubicBezTo>
                  <a:cubicBezTo>
                    <a:pt x="1935" y="6288"/>
                    <a:pt x="2302" y="6188"/>
                    <a:pt x="2635" y="5954"/>
                  </a:cubicBezTo>
                  <a:cubicBezTo>
                    <a:pt x="4036" y="5054"/>
                    <a:pt x="4937" y="3519"/>
                    <a:pt x="5004" y="1851"/>
                  </a:cubicBezTo>
                  <a:cubicBezTo>
                    <a:pt x="5197" y="812"/>
                    <a:pt x="4357" y="0"/>
                    <a:pt x="344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39"/>
            <p:cNvSpPr/>
            <p:nvPr/>
          </p:nvSpPr>
          <p:spPr>
            <a:xfrm>
              <a:off x="3128250" y="3949875"/>
              <a:ext cx="67550" cy="86400"/>
            </a:xfrm>
            <a:custGeom>
              <a:rect b="b" l="l" r="r" t="t"/>
              <a:pathLst>
                <a:path extrusionOk="0" h="3456" w="2702">
                  <a:moveTo>
                    <a:pt x="1941" y="1"/>
                  </a:moveTo>
                  <a:cubicBezTo>
                    <a:pt x="1759" y="1"/>
                    <a:pt x="1554" y="55"/>
                    <a:pt x="1334" y="170"/>
                  </a:cubicBezTo>
                  <a:cubicBezTo>
                    <a:pt x="567" y="703"/>
                    <a:pt x="67" y="1537"/>
                    <a:pt x="0" y="2505"/>
                  </a:cubicBezTo>
                  <a:cubicBezTo>
                    <a:pt x="0" y="3098"/>
                    <a:pt x="304" y="3455"/>
                    <a:pt x="744" y="3455"/>
                  </a:cubicBezTo>
                  <a:cubicBezTo>
                    <a:pt x="923" y="3455"/>
                    <a:pt x="1123" y="3397"/>
                    <a:pt x="1334" y="3272"/>
                  </a:cubicBezTo>
                  <a:cubicBezTo>
                    <a:pt x="2135" y="2772"/>
                    <a:pt x="2635" y="1904"/>
                    <a:pt x="2702" y="937"/>
                  </a:cubicBezTo>
                  <a:cubicBezTo>
                    <a:pt x="2702" y="341"/>
                    <a:pt x="2396" y="1"/>
                    <a:pt x="194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9"/>
            <p:cNvSpPr/>
            <p:nvPr/>
          </p:nvSpPr>
          <p:spPr>
            <a:xfrm>
              <a:off x="3918800" y="3267750"/>
              <a:ext cx="129350" cy="157675"/>
            </a:xfrm>
            <a:custGeom>
              <a:rect b="b" l="l" r="r" t="t"/>
              <a:pathLst>
                <a:path extrusionOk="0" h="6307" w="5174">
                  <a:moveTo>
                    <a:pt x="3432" y="406"/>
                  </a:moveTo>
                  <a:cubicBezTo>
                    <a:pt x="4121" y="406"/>
                    <a:pt x="4771" y="1036"/>
                    <a:pt x="4604" y="1870"/>
                  </a:cubicBezTo>
                  <a:cubicBezTo>
                    <a:pt x="4504" y="3371"/>
                    <a:pt x="3703" y="4772"/>
                    <a:pt x="2436" y="5606"/>
                  </a:cubicBezTo>
                  <a:cubicBezTo>
                    <a:pt x="2192" y="5831"/>
                    <a:pt x="1908" y="5929"/>
                    <a:pt x="1632" y="5929"/>
                  </a:cubicBezTo>
                  <a:cubicBezTo>
                    <a:pt x="928" y="5929"/>
                    <a:pt x="276" y="5287"/>
                    <a:pt x="468" y="4472"/>
                  </a:cubicBezTo>
                  <a:cubicBezTo>
                    <a:pt x="534" y="2937"/>
                    <a:pt x="1335" y="1570"/>
                    <a:pt x="2636" y="736"/>
                  </a:cubicBezTo>
                  <a:cubicBezTo>
                    <a:pt x="2874" y="507"/>
                    <a:pt x="3156" y="406"/>
                    <a:pt x="3432" y="406"/>
                  </a:cubicBezTo>
                  <a:close/>
                  <a:moveTo>
                    <a:pt x="3435" y="0"/>
                  </a:moveTo>
                  <a:cubicBezTo>
                    <a:pt x="3095" y="0"/>
                    <a:pt x="2745" y="114"/>
                    <a:pt x="2436" y="369"/>
                  </a:cubicBezTo>
                  <a:cubicBezTo>
                    <a:pt x="1035" y="1303"/>
                    <a:pt x="134" y="2804"/>
                    <a:pt x="67" y="4472"/>
                  </a:cubicBezTo>
                  <a:cubicBezTo>
                    <a:pt x="1" y="5139"/>
                    <a:pt x="267" y="5773"/>
                    <a:pt x="801" y="6139"/>
                  </a:cubicBezTo>
                  <a:cubicBezTo>
                    <a:pt x="1035" y="6240"/>
                    <a:pt x="1268" y="6306"/>
                    <a:pt x="1502" y="6306"/>
                  </a:cubicBezTo>
                  <a:cubicBezTo>
                    <a:pt x="1902" y="6306"/>
                    <a:pt x="2302" y="6173"/>
                    <a:pt x="2636" y="5973"/>
                  </a:cubicBezTo>
                  <a:cubicBezTo>
                    <a:pt x="4037" y="5039"/>
                    <a:pt x="4904" y="3538"/>
                    <a:pt x="5004" y="1870"/>
                  </a:cubicBezTo>
                  <a:cubicBezTo>
                    <a:pt x="5174" y="803"/>
                    <a:pt x="4339" y="0"/>
                    <a:pt x="343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9"/>
            <p:cNvSpPr/>
            <p:nvPr/>
          </p:nvSpPr>
          <p:spPr>
            <a:xfrm>
              <a:off x="3948825" y="330390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39" y="1"/>
                  </a:moveTo>
                  <a:cubicBezTo>
                    <a:pt x="1757" y="1"/>
                    <a:pt x="1552" y="62"/>
                    <a:pt x="1335" y="190"/>
                  </a:cubicBezTo>
                  <a:cubicBezTo>
                    <a:pt x="534" y="691"/>
                    <a:pt x="34" y="1558"/>
                    <a:pt x="0" y="2492"/>
                  </a:cubicBezTo>
                  <a:cubicBezTo>
                    <a:pt x="0" y="3103"/>
                    <a:pt x="298" y="3449"/>
                    <a:pt x="730" y="3449"/>
                  </a:cubicBezTo>
                  <a:cubicBezTo>
                    <a:pt x="912" y="3449"/>
                    <a:pt x="1118" y="3387"/>
                    <a:pt x="1335" y="3259"/>
                  </a:cubicBezTo>
                  <a:cubicBezTo>
                    <a:pt x="2102" y="2759"/>
                    <a:pt x="2602" y="1891"/>
                    <a:pt x="2669" y="957"/>
                  </a:cubicBezTo>
                  <a:cubicBezTo>
                    <a:pt x="2669" y="347"/>
                    <a:pt x="2371" y="1"/>
                    <a:pt x="193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9"/>
            <p:cNvSpPr/>
            <p:nvPr/>
          </p:nvSpPr>
          <p:spPr>
            <a:xfrm>
              <a:off x="4306575" y="2740325"/>
              <a:ext cx="129950" cy="158050"/>
            </a:xfrm>
            <a:custGeom>
              <a:rect b="b" l="l" r="r" t="t"/>
              <a:pathLst>
                <a:path extrusionOk="0" h="6322" w="5198">
                  <a:moveTo>
                    <a:pt x="3537" y="451"/>
                  </a:moveTo>
                  <a:cubicBezTo>
                    <a:pt x="3703" y="451"/>
                    <a:pt x="3903" y="484"/>
                    <a:pt x="4037" y="551"/>
                  </a:cubicBezTo>
                  <a:cubicBezTo>
                    <a:pt x="4437" y="851"/>
                    <a:pt x="4671" y="1351"/>
                    <a:pt x="4604" y="1852"/>
                  </a:cubicBezTo>
                  <a:cubicBezTo>
                    <a:pt x="4504" y="3386"/>
                    <a:pt x="3703" y="4787"/>
                    <a:pt x="2436" y="5621"/>
                  </a:cubicBezTo>
                  <a:cubicBezTo>
                    <a:pt x="2192" y="5846"/>
                    <a:pt x="1908" y="5945"/>
                    <a:pt x="1633" y="5945"/>
                  </a:cubicBezTo>
                  <a:cubicBezTo>
                    <a:pt x="928" y="5945"/>
                    <a:pt x="276" y="5302"/>
                    <a:pt x="468" y="4487"/>
                  </a:cubicBezTo>
                  <a:cubicBezTo>
                    <a:pt x="534" y="2952"/>
                    <a:pt x="1368" y="1551"/>
                    <a:pt x="2636" y="717"/>
                  </a:cubicBezTo>
                  <a:cubicBezTo>
                    <a:pt x="2903" y="551"/>
                    <a:pt x="3236" y="451"/>
                    <a:pt x="3537" y="451"/>
                  </a:cubicBezTo>
                  <a:close/>
                  <a:moveTo>
                    <a:pt x="3449" y="0"/>
                  </a:moveTo>
                  <a:cubicBezTo>
                    <a:pt x="3103" y="0"/>
                    <a:pt x="2748" y="118"/>
                    <a:pt x="2436" y="384"/>
                  </a:cubicBezTo>
                  <a:cubicBezTo>
                    <a:pt x="1035" y="1285"/>
                    <a:pt x="134" y="2819"/>
                    <a:pt x="67" y="4487"/>
                  </a:cubicBezTo>
                  <a:cubicBezTo>
                    <a:pt x="1" y="5121"/>
                    <a:pt x="301" y="5754"/>
                    <a:pt x="835" y="6121"/>
                  </a:cubicBezTo>
                  <a:cubicBezTo>
                    <a:pt x="1035" y="6255"/>
                    <a:pt x="1268" y="6322"/>
                    <a:pt x="1535" y="6322"/>
                  </a:cubicBezTo>
                  <a:cubicBezTo>
                    <a:pt x="1902" y="6288"/>
                    <a:pt x="2302" y="6188"/>
                    <a:pt x="2636" y="5988"/>
                  </a:cubicBezTo>
                  <a:cubicBezTo>
                    <a:pt x="4037" y="5054"/>
                    <a:pt x="4904" y="3520"/>
                    <a:pt x="5004" y="1852"/>
                  </a:cubicBezTo>
                  <a:cubicBezTo>
                    <a:pt x="5198" y="812"/>
                    <a:pt x="4357" y="0"/>
                    <a:pt x="344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9"/>
            <p:cNvSpPr/>
            <p:nvPr/>
          </p:nvSpPr>
          <p:spPr>
            <a:xfrm>
              <a:off x="4335775" y="2776575"/>
              <a:ext cx="67575" cy="86500"/>
            </a:xfrm>
            <a:custGeom>
              <a:rect b="b" l="l" r="r" t="t"/>
              <a:pathLst>
                <a:path extrusionOk="0" h="3460" w="2703">
                  <a:moveTo>
                    <a:pt x="1950" y="0"/>
                  </a:moveTo>
                  <a:cubicBezTo>
                    <a:pt x="1773" y="0"/>
                    <a:pt x="1576" y="55"/>
                    <a:pt x="1368" y="168"/>
                  </a:cubicBezTo>
                  <a:cubicBezTo>
                    <a:pt x="567" y="702"/>
                    <a:pt x="67" y="1569"/>
                    <a:pt x="0" y="2503"/>
                  </a:cubicBezTo>
                  <a:cubicBezTo>
                    <a:pt x="0" y="3114"/>
                    <a:pt x="298" y="3460"/>
                    <a:pt x="742" y="3460"/>
                  </a:cubicBezTo>
                  <a:cubicBezTo>
                    <a:pt x="928" y="3460"/>
                    <a:pt x="1141" y="3399"/>
                    <a:pt x="1368" y="3270"/>
                  </a:cubicBezTo>
                  <a:cubicBezTo>
                    <a:pt x="2135" y="2770"/>
                    <a:pt x="2635" y="1903"/>
                    <a:pt x="2702" y="969"/>
                  </a:cubicBezTo>
                  <a:cubicBezTo>
                    <a:pt x="2702" y="347"/>
                    <a:pt x="2394" y="0"/>
                    <a:pt x="195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39"/>
            <p:cNvSpPr/>
            <p:nvPr/>
          </p:nvSpPr>
          <p:spPr>
            <a:xfrm>
              <a:off x="4505900" y="3239400"/>
              <a:ext cx="129950" cy="157675"/>
            </a:xfrm>
            <a:custGeom>
              <a:rect b="b" l="l" r="r" t="t"/>
              <a:pathLst>
                <a:path extrusionOk="0" h="6307" w="5198">
                  <a:moveTo>
                    <a:pt x="3451" y="406"/>
                  </a:moveTo>
                  <a:cubicBezTo>
                    <a:pt x="4151" y="406"/>
                    <a:pt x="4794" y="1036"/>
                    <a:pt x="4603" y="1870"/>
                  </a:cubicBezTo>
                  <a:cubicBezTo>
                    <a:pt x="4503" y="3371"/>
                    <a:pt x="3703" y="4772"/>
                    <a:pt x="2435" y="5606"/>
                  </a:cubicBezTo>
                  <a:cubicBezTo>
                    <a:pt x="2191" y="5831"/>
                    <a:pt x="1908" y="5929"/>
                    <a:pt x="1632" y="5929"/>
                  </a:cubicBezTo>
                  <a:cubicBezTo>
                    <a:pt x="928" y="5929"/>
                    <a:pt x="275" y="5287"/>
                    <a:pt x="467" y="4471"/>
                  </a:cubicBezTo>
                  <a:cubicBezTo>
                    <a:pt x="534" y="2937"/>
                    <a:pt x="1368" y="1569"/>
                    <a:pt x="2635" y="735"/>
                  </a:cubicBezTo>
                  <a:cubicBezTo>
                    <a:pt x="2883" y="507"/>
                    <a:pt x="3172" y="406"/>
                    <a:pt x="3451" y="406"/>
                  </a:cubicBezTo>
                  <a:close/>
                  <a:moveTo>
                    <a:pt x="3440" y="0"/>
                  </a:moveTo>
                  <a:cubicBezTo>
                    <a:pt x="3097" y="0"/>
                    <a:pt x="2745" y="113"/>
                    <a:pt x="2435" y="369"/>
                  </a:cubicBezTo>
                  <a:cubicBezTo>
                    <a:pt x="1034" y="1303"/>
                    <a:pt x="167" y="2804"/>
                    <a:pt x="67" y="4471"/>
                  </a:cubicBezTo>
                  <a:cubicBezTo>
                    <a:pt x="0" y="5139"/>
                    <a:pt x="300" y="5772"/>
                    <a:pt x="834" y="6139"/>
                  </a:cubicBezTo>
                  <a:cubicBezTo>
                    <a:pt x="1034" y="6239"/>
                    <a:pt x="1268" y="6306"/>
                    <a:pt x="1534" y="6306"/>
                  </a:cubicBezTo>
                  <a:cubicBezTo>
                    <a:pt x="1901" y="6306"/>
                    <a:pt x="2302" y="6173"/>
                    <a:pt x="2635" y="5973"/>
                  </a:cubicBezTo>
                  <a:cubicBezTo>
                    <a:pt x="4036" y="5072"/>
                    <a:pt x="4904" y="3537"/>
                    <a:pt x="5004" y="1870"/>
                  </a:cubicBezTo>
                  <a:cubicBezTo>
                    <a:pt x="5198" y="803"/>
                    <a:pt x="4352" y="0"/>
                    <a:pt x="344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39"/>
            <p:cNvSpPr/>
            <p:nvPr/>
          </p:nvSpPr>
          <p:spPr>
            <a:xfrm>
              <a:off x="4535900" y="3275550"/>
              <a:ext cx="66750" cy="86525"/>
            </a:xfrm>
            <a:custGeom>
              <a:rect b="b" l="l" r="r" t="t"/>
              <a:pathLst>
                <a:path extrusionOk="0" h="3461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0"/>
                    <a:pt x="34" y="1558"/>
                    <a:pt x="1" y="2492"/>
                  </a:cubicBezTo>
                  <a:cubicBezTo>
                    <a:pt x="1" y="3113"/>
                    <a:pt x="309" y="3460"/>
                    <a:pt x="753" y="3460"/>
                  </a:cubicBezTo>
                  <a:cubicBezTo>
                    <a:pt x="930" y="3460"/>
                    <a:pt x="1127" y="3406"/>
                    <a:pt x="1335" y="3292"/>
                  </a:cubicBezTo>
                  <a:cubicBezTo>
                    <a:pt x="2136" y="2759"/>
                    <a:pt x="2636" y="1891"/>
                    <a:pt x="2669" y="957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39"/>
            <p:cNvSpPr/>
            <p:nvPr/>
          </p:nvSpPr>
          <p:spPr>
            <a:xfrm>
              <a:off x="4541750" y="2454950"/>
              <a:ext cx="175150" cy="222425"/>
            </a:xfrm>
            <a:custGeom>
              <a:rect b="b" l="l" r="r" t="t"/>
              <a:pathLst>
                <a:path extrusionOk="0" h="8897" w="7006">
                  <a:moveTo>
                    <a:pt x="4937" y="558"/>
                  </a:moveTo>
                  <a:cubicBezTo>
                    <a:pt x="5204" y="558"/>
                    <a:pt x="5438" y="624"/>
                    <a:pt x="5671" y="758"/>
                  </a:cubicBezTo>
                  <a:cubicBezTo>
                    <a:pt x="6171" y="1058"/>
                    <a:pt x="6472" y="1692"/>
                    <a:pt x="6472" y="2592"/>
                  </a:cubicBezTo>
                  <a:cubicBezTo>
                    <a:pt x="6338" y="4761"/>
                    <a:pt x="5204" y="6729"/>
                    <a:pt x="3369" y="7929"/>
                  </a:cubicBezTo>
                  <a:cubicBezTo>
                    <a:pt x="2900" y="8195"/>
                    <a:pt x="2455" y="8336"/>
                    <a:pt x="2058" y="8336"/>
                  </a:cubicBezTo>
                  <a:cubicBezTo>
                    <a:pt x="1807" y="8336"/>
                    <a:pt x="1575" y="8279"/>
                    <a:pt x="1368" y="8163"/>
                  </a:cubicBezTo>
                  <a:cubicBezTo>
                    <a:pt x="868" y="7863"/>
                    <a:pt x="567" y="7196"/>
                    <a:pt x="567" y="6328"/>
                  </a:cubicBezTo>
                  <a:cubicBezTo>
                    <a:pt x="701" y="4127"/>
                    <a:pt x="1835" y="2159"/>
                    <a:pt x="3670" y="991"/>
                  </a:cubicBezTo>
                  <a:cubicBezTo>
                    <a:pt x="4037" y="724"/>
                    <a:pt x="4504" y="591"/>
                    <a:pt x="4937" y="558"/>
                  </a:cubicBezTo>
                  <a:close/>
                  <a:moveTo>
                    <a:pt x="4927" y="0"/>
                  </a:moveTo>
                  <a:cubicBezTo>
                    <a:pt x="4437" y="0"/>
                    <a:pt x="3903" y="152"/>
                    <a:pt x="3369" y="457"/>
                  </a:cubicBezTo>
                  <a:cubicBezTo>
                    <a:pt x="1501" y="1558"/>
                    <a:pt x="0" y="4160"/>
                    <a:pt x="0" y="6295"/>
                  </a:cubicBezTo>
                  <a:cubicBezTo>
                    <a:pt x="0" y="7396"/>
                    <a:pt x="401" y="8230"/>
                    <a:pt x="1101" y="8630"/>
                  </a:cubicBezTo>
                  <a:cubicBezTo>
                    <a:pt x="1401" y="8797"/>
                    <a:pt x="1735" y="8897"/>
                    <a:pt x="2069" y="8897"/>
                  </a:cubicBezTo>
                  <a:cubicBezTo>
                    <a:pt x="2636" y="8863"/>
                    <a:pt x="3169" y="8697"/>
                    <a:pt x="3670" y="8430"/>
                  </a:cubicBezTo>
                  <a:cubicBezTo>
                    <a:pt x="5504" y="7329"/>
                    <a:pt x="7005" y="4727"/>
                    <a:pt x="7005" y="2592"/>
                  </a:cubicBezTo>
                  <a:cubicBezTo>
                    <a:pt x="7005" y="1492"/>
                    <a:pt x="6638" y="658"/>
                    <a:pt x="5938" y="257"/>
                  </a:cubicBezTo>
                  <a:cubicBezTo>
                    <a:pt x="5638" y="86"/>
                    <a:pt x="5295" y="0"/>
                    <a:pt x="492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9"/>
            <p:cNvSpPr/>
            <p:nvPr/>
          </p:nvSpPr>
          <p:spPr>
            <a:xfrm>
              <a:off x="4577600" y="2504850"/>
              <a:ext cx="104275" cy="123200"/>
            </a:xfrm>
            <a:custGeom>
              <a:rect b="b" l="l" r="r" t="t"/>
              <a:pathLst>
                <a:path extrusionOk="0" h="4928" w="4171">
                  <a:moveTo>
                    <a:pt x="2930" y="1"/>
                  </a:moveTo>
                  <a:cubicBezTo>
                    <a:pt x="2206" y="1"/>
                    <a:pt x="1321" y="657"/>
                    <a:pt x="735" y="1697"/>
                  </a:cubicBezTo>
                  <a:cubicBezTo>
                    <a:pt x="1" y="2965"/>
                    <a:pt x="1" y="4366"/>
                    <a:pt x="735" y="4799"/>
                  </a:cubicBezTo>
                  <a:cubicBezTo>
                    <a:pt x="882" y="4886"/>
                    <a:pt x="1048" y="4928"/>
                    <a:pt x="1225" y="4928"/>
                  </a:cubicBezTo>
                  <a:cubicBezTo>
                    <a:pt x="1933" y="4928"/>
                    <a:pt x="2823" y="4271"/>
                    <a:pt x="3437" y="3232"/>
                  </a:cubicBezTo>
                  <a:cubicBezTo>
                    <a:pt x="4170" y="1964"/>
                    <a:pt x="4170" y="563"/>
                    <a:pt x="3437" y="129"/>
                  </a:cubicBezTo>
                  <a:cubicBezTo>
                    <a:pt x="3283" y="42"/>
                    <a:pt x="3111" y="1"/>
                    <a:pt x="293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9"/>
            <p:cNvSpPr/>
            <p:nvPr/>
          </p:nvSpPr>
          <p:spPr>
            <a:xfrm>
              <a:off x="4779425" y="2918650"/>
              <a:ext cx="207875" cy="577650"/>
            </a:xfrm>
            <a:custGeom>
              <a:rect b="b" l="l" r="r" t="t"/>
              <a:pathLst>
                <a:path extrusionOk="0" h="23106" w="8315">
                  <a:moveTo>
                    <a:pt x="8064" y="0"/>
                  </a:moveTo>
                  <a:cubicBezTo>
                    <a:pt x="7995" y="0"/>
                    <a:pt x="7930" y="37"/>
                    <a:pt x="7906" y="123"/>
                  </a:cubicBezTo>
                  <a:lnTo>
                    <a:pt x="34" y="22872"/>
                  </a:lnTo>
                  <a:cubicBezTo>
                    <a:pt x="0" y="22972"/>
                    <a:pt x="34" y="23072"/>
                    <a:pt x="134" y="23106"/>
                  </a:cubicBezTo>
                  <a:lnTo>
                    <a:pt x="200" y="23106"/>
                  </a:lnTo>
                  <a:cubicBezTo>
                    <a:pt x="267" y="23106"/>
                    <a:pt x="367" y="23039"/>
                    <a:pt x="400" y="22972"/>
                  </a:cubicBezTo>
                  <a:lnTo>
                    <a:pt x="8273" y="256"/>
                  </a:lnTo>
                  <a:cubicBezTo>
                    <a:pt x="8315" y="108"/>
                    <a:pt x="8184" y="0"/>
                    <a:pt x="806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9"/>
            <p:cNvSpPr/>
            <p:nvPr/>
          </p:nvSpPr>
          <p:spPr>
            <a:xfrm>
              <a:off x="4576325" y="3370650"/>
              <a:ext cx="92200" cy="191525"/>
            </a:xfrm>
            <a:custGeom>
              <a:rect b="b" l="l" r="r" t="t"/>
              <a:pathLst>
                <a:path extrusionOk="0" h="7661" w="3688">
                  <a:moveTo>
                    <a:pt x="238" y="0"/>
                  </a:moveTo>
                  <a:cubicBezTo>
                    <a:pt x="117" y="0"/>
                    <a:pt x="1" y="108"/>
                    <a:pt x="85" y="256"/>
                  </a:cubicBezTo>
                  <a:lnTo>
                    <a:pt x="3287" y="7561"/>
                  </a:lnTo>
                  <a:cubicBezTo>
                    <a:pt x="3321" y="7627"/>
                    <a:pt x="3387" y="7661"/>
                    <a:pt x="3454" y="7661"/>
                  </a:cubicBezTo>
                  <a:lnTo>
                    <a:pt x="3554" y="7661"/>
                  </a:lnTo>
                  <a:cubicBezTo>
                    <a:pt x="3654" y="7594"/>
                    <a:pt x="3688" y="7494"/>
                    <a:pt x="3654" y="7394"/>
                  </a:cubicBezTo>
                  <a:lnTo>
                    <a:pt x="419" y="122"/>
                  </a:lnTo>
                  <a:cubicBezTo>
                    <a:pt x="382" y="36"/>
                    <a:pt x="309" y="0"/>
                    <a:pt x="23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9"/>
            <p:cNvSpPr/>
            <p:nvPr/>
          </p:nvSpPr>
          <p:spPr>
            <a:xfrm>
              <a:off x="4849475" y="3411650"/>
              <a:ext cx="204300" cy="180550"/>
            </a:xfrm>
            <a:custGeom>
              <a:rect b="b" l="l" r="r" t="t"/>
              <a:pathLst>
                <a:path extrusionOk="0" h="7222" w="8172">
                  <a:moveTo>
                    <a:pt x="7872" y="1"/>
                  </a:moveTo>
                  <a:cubicBezTo>
                    <a:pt x="7835" y="1"/>
                    <a:pt x="7800" y="15"/>
                    <a:pt x="7772" y="50"/>
                  </a:cubicBezTo>
                  <a:lnTo>
                    <a:pt x="67" y="6888"/>
                  </a:lnTo>
                  <a:cubicBezTo>
                    <a:pt x="0" y="6955"/>
                    <a:pt x="0" y="7088"/>
                    <a:pt x="67" y="7155"/>
                  </a:cubicBezTo>
                  <a:cubicBezTo>
                    <a:pt x="100" y="7188"/>
                    <a:pt x="134" y="7222"/>
                    <a:pt x="200" y="7222"/>
                  </a:cubicBezTo>
                  <a:cubicBezTo>
                    <a:pt x="234" y="7222"/>
                    <a:pt x="267" y="7188"/>
                    <a:pt x="300" y="7155"/>
                  </a:cubicBezTo>
                  <a:lnTo>
                    <a:pt x="8039" y="317"/>
                  </a:lnTo>
                  <a:cubicBezTo>
                    <a:pt x="8171" y="211"/>
                    <a:pt x="8010" y="1"/>
                    <a:pt x="787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39"/>
            <p:cNvSpPr/>
            <p:nvPr/>
          </p:nvSpPr>
          <p:spPr>
            <a:xfrm>
              <a:off x="5156350" y="3345325"/>
              <a:ext cx="181000" cy="16725"/>
            </a:xfrm>
            <a:custGeom>
              <a:rect b="b" l="l" r="r" t="t"/>
              <a:pathLst>
                <a:path extrusionOk="0" h="669" w="7240">
                  <a:moveTo>
                    <a:pt x="201" y="1"/>
                  </a:moveTo>
                  <a:cubicBezTo>
                    <a:pt x="67" y="1"/>
                    <a:pt x="1" y="101"/>
                    <a:pt x="1" y="201"/>
                  </a:cubicBezTo>
                  <a:cubicBezTo>
                    <a:pt x="1" y="301"/>
                    <a:pt x="67" y="368"/>
                    <a:pt x="167" y="401"/>
                  </a:cubicBezTo>
                  <a:lnTo>
                    <a:pt x="7039" y="668"/>
                  </a:lnTo>
                  <a:cubicBezTo>
                    <a:pt x="7139" y="668"/>
                    <a:pt x="7239" y="568"/>
                    <a:pt x="7239" y="468"/>
                  </a:cubicBezTo>
                  <a:cubicBezTo>
                    <a:pt x="7239" y="368"/>
                    <a:pt x="7172" y="268"/>
                    <a:pt x="7039" y="268"/>
                  </a:cubicBezTo>
                  <a:lnTo>
                    <a:pt x="20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39"/>
            <p:cNvSpPr/>
            <p:nvPr/>
          </p:nvSpPr>
          <p:spPr>
            <a:xfrm>
              <a:off x="4577600" y="2654850"/>
              <a:ext cx="57575" cy="597950"/>
            </a:xfrm>
            <a:custGeom>
              <a:rect b="b" l="l" r="r" t="t"/>
              <a:pathLst>
                <a:path extrusionOk="0" h="23918" w="2303">
                  <a:moveTo>
                    <a:pt x="2102" y="0"/>
                  </a:moveTo>
                  <a:cubicBezTo>
                    <a:pt x="2002" y="0"/>
                    <a:pt x="1902" y="67"/>
                    <a:pt x="1902" y="167"/>
                  </a:cubicBezTo>
                  <a:lnTo>
                    <a:pt x="1" y="23684"/>
                  </a:lnTo>
                  <a:cubicBezTo>
                    <a:pt x="1" y="23817"/>
                    <a:pt x="67" y="23884"/>
                    <a:pt x="168" y="23917"/>
                  </a:cubicBezTo>
                  <a:cubicBezTo>
                    <a:pt x="268" y="23917"/>
                    <a:pt x="368" y="23817"/>
                    <a:pt x="368" y="23717"/>
                  </a:cubicBezTo>
                  <a:lnTo>
                    <a:pt x="2302" y="200"/>
                  </a:lnTo>
                  <a:cubicBezTo>
                    <a:pt x="2302" y="100"/>
                    <a:pt x="2202" y="0"/>
                    <a:pt x="210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39"/>
            <p:cNvSpPr/>
            <p:nvPr/>
          </p:nvSpPr>
          <p:spPr>
            <a:xfrm>
              <a:off x="4025550" y="2880125"/>
              <a:ext cx="304575" cy="410200"/>
            </a:xfrm>
            <a:custGeom>
              <a:rect b="b" l="l" r="r" t="t"/>
              <a:pathLst>
                <a:path extrusionOk="0" h="16408" w="12183">
                  <a:moveTo>
                    <a:pt x="11918" y="0"/>
                  </a:moveTo>
                  <a:cubicBezTo>
                    <a:pt x="11869" y="0"/>
                    <a:pt x="11819" y="19"/>
                    <a:pt x="11775" y="62"/>
                  </a:cubicBezTo>
                  <a:lnTo>
                    <a:pt x="67" y="16107"/>
                  </a:lnTo>
                  <a:cubicBezTo>
                    <a:pt x="0" y="16174"/>
                    <a:pt x="0" y="16307"/>
                    <a:pt x="100" y="16374"/>
                  </a:cubicBezTo>
                  <a:cubicBezTo>
                    <a:pt x="134" y="16374"/>
                    <a:pt x="167" y="16407"/>
                    <a:pt x="200" y="16407"/>
                  </a:cubicBezTo>
                  <a:cubicBezTo>
                    <a:pt x="267" y="16407"/>
                    <a:pt x="334" y="16374"/>
                    <a:pt x="367" y="16341"/>
                  </a:cubicBezTo>
                  <a:lnTo>
                    <a:pt x="12109" y="296"/>
                  </a:lnTo>
                  <a:cubicBezTo>
                    <a:pt x="12183" y="148"/>
                    <a:pt x="12057" y="0"/>
                    <a:pt x="1191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39"/>
            <p:cNvSpPr/>
            <p:nvPr/>
          </p:nvSpPr>
          <p:spPr>
            <a:xfrm>
              <a:off x="3998175" y="3394125"/>
              <a:ext cx="132475" cy="245150"/>
            </a:xfrm>
            <a:custGeom>
              <a:rect b="b" l="l" r="r" t="t"/>
              <a:pathLst>
                <a:path extrusionOk="0" h="9806" w="5299">
                  <a:moveTo>
                    <a:pt x="291" y="1"/>
                  </a:moveTo>
                  <a:cubicBezTo>
                    <a:pt x="156" y="1"/>
                    <a:pt x="0" y="142"/>
                    <a:pt x="95" y="284"/>
                  </a:cubicBezTo>
                  <a:lnTo>
                    <a:pt x="4931" y="9691"/>
                  </a:lnTo>
                  <a:cubicBezTo>
                    <a:pt x="4959" y="9745"/>
                    <a:pt x="5008" y="9800"/>
                    <a:pt x="5062" y="9800"/>
                  </a:cubicBezTo>
                  <a:cubicBezTo>
                    <a:pt x="5074" y="9800"/>
                    <a:pt x="5086" y="9797"/>
                    <a:pt x="5098" y="9791"/>
                  </a:cubicBezTo>
                  <a:cubicBezTo>
                    <a:pt x="5109" y="9802"/>
                    <a:pt x="5120" y="9806"/>
                    <a:pt x="5132" y="9806"/>
                  </a:cubicBezTo>
                  <a:cubicBezTo>
                    <a:pt x="5154" y="9806"/>
                    <a:pt x="5176" y="9791"/>
                    <a:pt x="5198" y="9791"/>
                  </a:cubicBezTo>
                  <a:cubicBezTo>
                    <a:pt x="5265" y="9724"/>
                    <a:pt x="5298" y="9624"/>
                    <a:pt x="5265" y="9524"/>
                  </a:cubicBezTo>
                  <a:lnTo>
                    <a:pt x="428" y="84"/>
                  </a:lnTo>
                  <a:cubicBezTo>
                    <a:pt x="399" y="25"/>
                    <a:pt x="347" y="1"/>
                    <a:pt x="29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39"/>
            <p:cNvSpPr/>
            <p:nvPr/>
          </p:nvSpPr>
          <p:spPr>
            <a:xfrm>
              <a:off x="4196500" y="3799750"/>
              <a:ext cx="409700" cy="355350"/>
            </a:xfrm>
            <a:custGeom>
              <a:rect b="b" l="l" r="r" t="t"/>
              <a:pathLst>
                <a:path extrusionOk="0" h="14214" w="16388">
                  <a:moveTo>
                    <a:pt x="16123" y="1"/>
                  </a:moveTo>
                  <a:cubicBezTo>
                    <a:pt x="16088" y="1"/>
                    <a:pt x="16050" y="12"/>
                    <a:pt x="16012" y="37"/>
                  </a:cubicBezTo>
                  <a:lnTo>
                    <a:pt x="134" y="13880"/>
                  </a:lnTo>
                  <a:cubicBezTo>
                    <a:pt x="1" y="13980"/>
                    <a:pt x="67" y="14214"/>
                    <a:pt x="267" y="14214"/>
                  </a:cubicBezTo>
                  <a:cubicBezTo>
                    <a:pt x="301" y="14214"/>
                    <a:pt x="334" y="14180"/>
                    <a:pt x="367" y="14180"/>
                  </a:cubicBezTo>
                  <a:lnTo>
                    <a:pt x="16279" y="337"/>
                  </a:lnTo>
                  <a:cubicBezTo>
                    <a:pt x="16387" y="202"/>
                    <a:pt x="16276" y="1"/>
                    <a:pt x="1612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39"/>
            <p:cNvSpPr/>
            <p:nvPr/>
          </p:nvSpPr>
          <p:spPr>
            <a:xfrm>
              <a:off x="4098100" y="3792100"/>
              <a:ext cx="66725" cy="369675"/>
            </a:xfrm>
            <a:custGeom>
              <a:rect b="b" l="l" r="r" t="t"/>
              <a:pathLst>
                <a:path extrusionOk="0" h="14787" w="2669">
                  <a:moveTo>
                    <a:pt x="2451" y="1"/>
                  </a:moveTo>
                  <a:cubicBezTo>
                    <a:pt x="2370" y="1"/>
                    <a:pt x="2296" y="66"/>
                    <a:pt x="2269" y="176"/>
                  </a:cubicBezTo>
                  <a:lnTo>
                    <a:pt x="34" y="14553"/>
                  </a:lnTo>
                  <a:cubicBezTo>
                    <a:pt x="0" y="14653"/>
                    <a:pt x="67" y="14753"/>
                    <a:pt x="201" y="14787"/>
                  </a:cubicBezTo>
                  <a:lnTo>
                    <a:pt x="234" y="14787"/>
                  </a:lnTo>
                  <a:cubicBezTo>
                    <a:pt x="301" y="14787"/>
                    <a:pt x="401" y="14720"/>
                    <a:pt x="401" y="14620"/>
                  </a:cubicBezTo>
                  <a:lnTo>
                    <a:pt x="2669" y="210"/>
                  </a:lnTo>
                  <a:cubicBezTo>
                    <a:pt x="2669" y="110"/>
                    <a:pt x="2602" y="9"/>
                    <a:pt x="2502" y="9"/>
                  </a:cubicBezTo>
                  <a:cubicBezTo>
                    <a:pt x="2485" y="4"/>
                    <a:pt x="2468" y="1"/>
                    <a:pt x="245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39"/>
            <p:cNvSpPr/>
            <p:nvPr/>
          </p:nvSpPr>
          <p:spPr>
            <a:xfrm>
              <a:off x="3803225" y="3943275"/>
              <a:ext cx="257375" cy="256875"/>
            </a:xfrm>
            <a:custGeom>
              <a:rect b="b" l="l" r="r" t="t"/>
              <a:pathLst>
                <a:path extrusionOk="0" h="10275" w="10295">
                  <a:moveTo>
                    <a:pt x="303" y="0"/>
                  </a:moveTo>
                  <a:cubicBezTo>
                    <a:pt x="160" y="0"/>
                    <a:pt x="1" y="206"/>
                    <a:pt x="154" y="334"/>
                  </a:cubicBezTo>
                  <a:lnTo>
                    <a:pt x="9927" y="10241"/>
                  </a:lnTo>
                  <a:cubicBezTo>
                    <a:pt x="9961" y="10274"/>
                    <a:pt x="10027" y="10274"/>
                    <a:pt x="10061" y="10274"/>
                  </a:cubicBezTo>
                  <a:cubicBezTo>
                    <a:pt x="10128" y="10274"/>
                    <a:pt x="10194" y="10274"/>
                    <a:pt x="10228" y="10241"/>
                  </a:cubicBezTo>
                  <a:cubicBezTo>
                    <a:pt x="10294" y="10141"/>
                    <a:pt x="10294" y="10041"/>
                    <a:pt x="10228" y="9974"/>
                  </a:cubicBezTo>
                  <a:lnTo>
                    <a:pt x="421" y="67"/>
                  </a:lnTo>
                  <a:cubicBezTo>
                    <a:pt x="389" y="20"/>
                    <a:pt x="347" y="0"/>
                    <a:pt x="30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39"/>
            <p:cNvSpPr/>
            <p:nvPr/>
          </p:nvSpPr>
          <p:spPr>
            <a:xfrm>
              <a:off x="3512675" y="4239300"/>
              <a:ext cx="472025" cy="89275"/>
            </a:xfrm>
            <a:custGeom>
              <a:rect b="b" l="l" r="r" t="t"/>
              <a:pathLst>
                <a:path extrusionOk="0" h="3571" w="18881">
                  <a:moveTo>
                    <a:pt x="234" y="1"/>
                  </a:moveTo>
                  <a:cubicBezTo>
                    <a:pt x="134" y="1"/>
                    <a:pt x="34" y="68"/>
                    <a:pt x="1" y="168"/>
                  </a:cubicBezTo>
                  <a:cubicBezTo>
                    <a:pt x="1" y="268"/>
                    <a:pt x="67" y="368"/>
                    <a:pt x="167" y="401"/>
                  </a:cubicBezTo>
                  <a:lnTo>
                    <a:pt x="18647" y="3570"/>
                  </a:lnTo>
                  <a:lnTo>
                    <a:pt x="18681" y="3570"/>
                  </a:lnTo>
                  <a:cubicBezTo>
                    <a:pt x="18781" y="3570"/>
                    <a:pt x="18847" y="3503"/>
                    <a:pt x="18881" y="3403"/>
                  </a:cubicBezTo>
                  <a:cubicBezTo>
                    <a:pt x="18881" y="3303"/>
                    <a:pt x="18814" y="3203"/>
                    <a:pt x="18714" y="3203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39"/>
            <p:cNvSpPr/>
            <p:nvPr/>
          </p:nvSpPr>
          <p:spPr>
            <a:xfrm>
              <a:off x="3392600" y="3677250"/>
              <a:ext cx="45050" cy="480350"/>
            </a:xfrm>
            <a:custGeom>
              <a:rect b="b" l="l" r="r" t="t"/>
              <a:pathLst>
                <a:path extrusionOk="0" h="19214" w="1802">
                  <a:moveTo>
                    <a:pt x="1635" y="0"/>
                  </a:moveTo>
                  <a:cubicBezTo>
                    <a:pt x="1535" y="0"/>
                    <a:pt x="1435" y="67"/>
                    <a:pt x="1435" y="200"/>
                  </a:cubicBezTo>
                  <a:lnTo>
                    <a:pt x="34" y="19014"/>
                  </a:lnTo>
                  <a:cubicBezTo>
                    <a:pt x="0" y="19114"/>
                    <a:pt x="100" y="19214"/>
                    <a:pt x="200" y="19214"/>
                  </a:cubicBezTo>
                  <a:cubicBezTo>
                    <a:pt x="300" y="19214"/>
                    <a:pt x="401" y="19147"/>
                    <a:pt x="401" y="19047"/>
                  </a:cubicBezTo>
                  <a:lnTo>
                    <a:pt x="1802" y="200"/>
                  </a:lnTo>
                  <a:cubicBezTo>
                    <a:pt x="1802" y="100"/>
                    <a:pt x="1735" y="34"/>
                    <a:pt x="163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39"/>
            <p:cNvSpPr/>
            <p:nvPr/>
          </p:nvSpPr>
          <p:spPr>
            <a:xfrm>
              <a:off x="3176600" y="4037925"/>
              <a:ext cx="161825" cy="176400"/>
            </a:xfrm>
            <a:custGeom>
              <a:rect b="b" l="l" r="r" t="t"/>
              <a:pathLst>
                <a:path extrusionOk="0" h="7056" w="6473">
                  <a:moveTo>
                    <a:pt x="201" y="0"/>
                  </a:moveTo>
                  <a:cubicBezTo>
                    <a:pt x="151" y="0"/>
                    <a:pt x="101" y="17"/>
                    <a:pt x="67" y="50"/>
                  </a:cubicBezTo>
                  <a:cubicBezTo>
                    <a:pt x="1" y="117"/>
                    <a:pt x="1" y="250"/>
                    <a:pt x="67" y="317"/>
                  </a:cubicBezTo>
                  <a:lnTo>
                    <a:pt x="6105" y="6988"/>
                  </a:lnTo>
                  <a:cubicBezTo>
                    <a:pt x="6138" y="7022"/>
                    <a:pt x="6172" y="7055"/>
                    <a:pt x="6239" y="7055"/>
                  </a:cubicBezTo>
                  <a:cubicBezTo>
                    <a:pt x="6405" y="7055"/>
                    <a:pt x="6472" y="6855"/>
                    <a:pt x="6372" y="6722"/>
                  </a:cubicBezTo>
                  <a:lnTo>
                    <a:pt x="334" y="50"/>
                  </a:lnTo>
                  <a:cubicBezTo>
                    <a:pt x="301" y="17"/>
                    <a:pt x="251" y="0"/>
                    <a:pt x="20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39"/>
            <p:cNvSpPr/>
            <p:nvPr/>
          </p:nvSpPr>
          <p:spPr>
            <a:xfrm>
              <a:off x="5243075" y="3415900"/>
              <a:ext cx="113450" cy="288875"/>
            </a:xfrm>
            <a:custGeom>
              <a:rect b="b" l="l" r="r" t="t"/>
              <a:pathLst>
                <a:path extrusionOk="0" h="11555" w="4538">
                  <a:moveTo>
                    <a:pt x="4391" y="0"/>
                  </a:moveTo>
                  <a:cubicBezTo>
                    <a:pt x="4355" y="0"/>
                    <a:pt x="4337" y="31"/>
                    <a:pt x="4337" y="80"/>
                  </a:cubicBezTo>
                  <a:lnTo>
                    <a:pt x="34" y="11422"/>
                  </a:lnTo>
                  <a:cubicBezTo>
                    <a:pt x="1" y="11488"/>
                    <a:pt x="34" y="11522"/>
                    <a:pt x="101" y="11555"/>
                  </a:cubicBezTo>
                  <a:lnTo>
                    <a:pt x="134" y="11555"/>
                  </a:lnTo>
                  <a:cubicBezTo>
                    <a:pt x="168" y="11555"/>
                    <a:pt x="234" y="11555"/>
                    <a:pt x="234" y="11522"/>
                  </a:cubicBezTo>
                  <a:lnTo>
                    <a:pt x="4504" y="147"/>
                  </a:lnTo>
                  <a:cubicBezTo>
                    <a:pt x="4537" y="113"/>
                    <a:pt x="4471" y="13"/>
                    <a:pt x="4437" y="13"/>
                  </a:cubicBezTo>
                  <a:cubicBezTo>
                    <a:pt x="4419" y="4"/>
                    <a:pt x="4404" y="0"/>
                    <a:pt x="439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39"/>
            <p:cNvSpPr/>
            <p:nvPr/>
          </p:nvSpPr>
          <p:spPr>
            <a:xfrm>
              <a:off x="5417375" y="3377025"/>
              <a:ext cx="94250" cy="133450"/>
            </a:xfrm>
            <a:custGeom>
              <a:rect b="b" l="l" r="r" t="t"/>
              <a:pathLst>
                <a:path extrusionOk="0" h="5338" w="3770">
                  <a:moveTo>
                    <a:pt x="67" y="1"/>
                  </a:moveTo>
                  <a:cubicBezTo>
                    <a:pt x="34" y="34"/>
                    <a:pt x="0" y="101"/>
                    <a:pt x="34" y="134"/>
                  </a:cubicBezTo>
                  <a:lnTo>
                    <a:pt x="3603" y="5304"/>
                  </a:lnTo>
                  <a:cubicBezTo>
                    <a:pt x="3603" y="5304"/>
                    <a:pt x="3636" y="5338"/>
                    <a:pt x="3670" y="5338"/>
                  </a:cubicBezTo>
                  <a:cubicBezTo>
                    <a:pt x="3703" y="5338"/>
                    <a:pt x="3703" y="5338"/>
                    <a:pt x="3703" y="5304"/>
                  </a:cubicBezTo>
                  <a:cubicBezTo>
                    <a:pt x="3770" y="5304"/>
                    <a:pt x="3770" y="5238"/>
                    <a:pt x="3736" y="5204"/>
                  </a:cubicBezTo>
                  <a:lnTo>
                    <a:pt x="167" y="34"/>
                  </a:lnTo>
                  <a:cubicBezTo>
                    <a:pt x="167" y="1"/>
                    <a:pt x="100" y="1"/>
                    <a:pt x="6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39"/>
            <p:cNvSpPr/>
            <p:nvPr/>
          </p:nvSpPr>
          <p:spPr>
            <a:xfrm>
              <a:off x="4401650" y="3032075"/>
              <a:ext cx="136775" cy="255750"/>
            </a:xfrm>
            <a:custGeom>
              <a:rect b="b" l="l" r="r" t="t"/>
              <a:pathLst>
                <a:path extrusionOk="0" h="10230" w="5471">
                  <a:moveTo>
                    <a:pt x="185" y="0"/>
                  </a:moveTo>
                  <a:cubicBezTo>
                    <a:pt x="167" y="0"/>
                    <a:pt x="148" y="8"/>
                    <a:pt x="134" y="22"/>
                  </a:cubicBezTo>
                  <a:cubicBezTo>
                    <a:pt x="100" y="22"/>
                    <a:pt x="0" y="122"/>
                    <a:pt x="34" y="155"/>
                  </a:cubicBezTo>
                  <a:lnTo>
                    <a:pt x="5204" y="10229"/>
                  </a:lnTo>
                  <a:lnTo>
                    <a:pt x="5371" y="10229"/>
                  </a:lnTo>
                  <a:lnTo>
                    <a:pt x="5404" y="10196"/>
                  </a:lnTo>
                  <a:cubicBezTo>
                    <a:pt x="5438" y="10196"/>
                    <a:pt x="5471" y="10129"/>
                    <a:pt x="5438" y="10096"/>
                  </a:cubicBezTo>
                  <a:lnTo>
                    <a:pt x="234" y="55"/>
                  </a:lnTo>
                  <a:cubicBezTo>
                    <a:pt x="234" y="16"/>
                    <a:pt x="211" y="0"/>
                    <a:pt x="18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39"/>
            <p:cNvSpPr/>
            <p:nvPr/>
          </p:nvSpPr>
          <p:spPr>
            <a:xfrm>
              <a:off x="3999700" y="2893000"/>
              <a:ext cx="95075" cy="383150"/>
            </a:xfrm>
            <a:custGeom>
              <a:rect b="b" l="l" r="r" t="t"/>
              <a:pathLst>
                <a:path extrusionOk="0" h="15326" w="3803">
                  <a:moveTo>
                    <a:pt x="3654" y="1"/>
                  </a:moveTo>
                  <a:cubicBezTo>
                    <a:pt x="3603" y="1"/>
                    <a:pt x="3536" y="24"/>
                    <a:pt x="3536" y="48"/>
                  </a:cubicBezTo>
                  <a:lnTo>
                    <a:pt x="0" y="15225"/>
                  </a:lnTo>
                  <a:cubicBezTo>
                    <a:pt x="0" y="15259"/>
                    <a:pt x="100" y="15325"/>
                    <a:pt x="134" y="15325"/>
                  </a:cubicBezTo>
                  <a:cubicBezTo>
                    <a:pt x="167" y="15325"/>
                    <a:pt x="200" y="15292"/>
                    <a:pt x="200" y="15259"/>
                  </a:cubicBezTo>
                  <a:lnTo>
                    <a:pt x="3770" y="114"/>
                  </a:lnTo>
                  <a:cubicBezTo>
                    <a:pt x="3803" y="48"/>
                    <a:pt x="3770" y="14"/>
                    <a:pt x="3703" y="14"/>
                  </a:cubicBezTo>
                  <a:cubicBezTo>
                    <a:pt x="3693" y="5"/>
                    <a:pt x="3675" y="1"/>
                    <a:pt x="365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9"/>
            <p:cNvSpPr/>
            <p:nvPr/>
          </p:nvSpPr>
          <p:spPr>
            <a:xfrm>
              <a:off x="4197325" y="3417050"/>
              <a:ext cx="81750" cy="180150"/>
            </a:xfrm>
            <a:custGeom>
              <a:rect b="b" l="l" r="r" t="t"/>
              <a:pathLst>
                <a:path extrusionOk="0" h="7206" w="3270">
                  <a:moveTo>
                    <a:pt x="3103" y="1"/>
                  </a:moveTo>
                  <a:cubicBezTo>
                    <a:pt x="3070" y="1"/>
                    <a:pt x="3003" y="1"/>
                    <a:pt x="3003" y="67"/>
                  </a:cubicBezTo>
                  <a:lnTo>
                    <a:pt x="34" y="7106"/>
                  </a:lnTo>
                  <a:cubicBezTo>
                    <a:pt x="1" y="7139"/>
                    <a:pt x="34" y="7206"/>
                    <a:pt x="68" y="7206"/>
                  </a:cubicBezTo>
                  <a:lnTo>
                    <a:pt x="101" y="7206"/>
                  </a:lnTo>
                  <a:cubicBezTo>
                    <a:pt x="168" y="7206"/>
                    <a:pt x="234" y="7172"/>
                    <a:pt x="268" y="7139"/>
                  </a:cubicBezTo>
                  <a:lnTo>
                    <a:pt x="3237" y="67"/>
                  </a:lnTo>
                  <a:cubicBezTo>
                    <a:pt x="3270" y="34"/>
                    <a:pt x="3136" y="34"/>
                    <a:pt x="310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39"/>
            <p:cNvSpPr/>
            <p:nvPr/>
          </p:nvSpPr>
          <p:spPr>
            <a:xfrm>
              <a:off x="5213050" y="365915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1"/>
                    <a:pt x="34" y="1558"/>
                    <a:pt x="1" y="2492"/>
                  </a:cubicBezTo>
                  <a:cubicBezTo>
                    <a:pt x="1" y="3103"/>
                    <a:pt x="299" y="3449"/>
                    <a:pt x="731" y="3449"/>
                  </a:cubicBezTo>
                  <a:cubicBezTo>
                    <a:pt x="913" y="3449"/>
                    <a:pt x="1118" y="3388"/>
                    <a:pt x="1335" y="3259"/>
                  </a:cubicBezTo>
                  <a:cubicBezTo>
                    <a:pt x="2136" y="2759"/>
                    <a:pt x="2603" y="1892"/>
                    <a:pt x="2669" y="958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39"/>
            <p:cNvSpPr/>
            <p:nvPr/>
          </p:nvSpPr>
          <p:spPr>
            <a:xfrm>
              <a:off x="4367450" y="2982200"/>
              <a:ext cx="76750" cy="100025"/>
            </a:xfrm>
            <a:custGeom>
              <a:rect b="b" l="l" r="r" t="t"/>
              <a:pathLst>
                <a:path extrusionOk="0" h="4001" w="3070">
                  <a:moveTo>
                    <a:pt x="2232" y="0"/>
                  </a:moveTo>
                  <a:cubicBezTo>
                    <a:pt x="2025" y="0"/>
                    <a:pt x="1788" y="70"/>
                    <a:pt x="1535" y="216"/>
                  </a:cubicBezTo>
                  <a:cubicBezTo>
                    <a:pt x="635" y="816"/>
                    <a:pt x="67" y="1817"/>
                    <a:pt x="1" y="2884"/>
                  </a:cubicBezTo>
                  <a:cubicBezTo>
                    <a:pt x="1" y="3593"/>
                    <a:pt x="352" y="4000"/>
                    <a:pt x="853" y="4000"/>
                  </a:cubicBezTo>
                  <a:cubicBezTo>
                    <a:pt x="1060" y="4000"/>
                    <a:pt x="1292" y="3931"/>
                    <a:pt x="1535" y="3785"/>
                  </a:cubicBezTo>
                  <a:cubicBezTo>
                    <a:pt x="2436" y="3185"/>
                    <a:pt x="3036" y="2184"/>
                    <a:pt x="3070" y="1116"/>
                  </a:cubicBezTo>
                  <a:cubicBezTo>
                    <a:pt x="3070" y="408"/>
                    <a:pt x="2735" y="0"/>
                    <a:pt x="223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9"/>
            <p:cNvSpPr/>
            <p:nvPr/>
          </p:nvSpPr>
          <p:spPr>
            <a:xfrm>
              <a:off x="4244875" y="3380625"/>
              <a:ext cx="59225" cy="76225"/>
            </a:xfrm>
            <a:custGeom>
              <a:rect b="b" l="l" r="r" t="t"/>
              <a:pathLst>
                <a:path extrusionOk="0" h="3049" w="2369">
                  <a:moveTo>
                    <a:pt x="1700" y="1"/>
                  </a:moveTo>
                  <a:cubicBezTo>
                    <a:pt x="1540" y="1"/>
                    <a:pt x="1359" y="51"/>
                    <a:pt x="1168" y="157"/>
                  </a:cubicBezTo>
                  <a:cubicBezTo>
                    <a:pt x="467" y="624"/>
                    <a:pt x="34" y="1391"/>
                    <a:pt x="0" y="2225"/>
                  </a:cubicBezTo>
                  <a:cubicBezTo>
                    <a:pt x="0" y="2746"/>
                    <a:pt x="270" y="3049"/>
                    <a:pt x="653" y="3049"/>
                  </a:cubicBezTo>
                  <a:cubicBezTo>
                    <a:pt x="809" y="3049"/>
                    <a:pt x="984" y="2998"/>
                    <a:pt x="1168" y="2892"/>
                  </a:cubicBezTo>
                  <a:cubicBezTo>
                    <a:pt x="1868" y="2458"/>
                    <a:pt x="2302" y="1691"/>
                    <a:pt x="2369" y="857"/>
                  </a:cubicBezTo>
                  <a:cubicBezTo>
                    <a:pt x="2369" y="311"/>
                    <a:pt x="2098" y="1"/>
                    <a:pt x="170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39"/>
            <p:cNvSpPr/>
            <p:nvPr/>
          </p:nvSpPr>
          <p:spPr>
            <a:xfrm>
              <a:off x="4063075" y="2856925"/>
              <a:ext cx="58400" cy="76200"/>
            </a:xfrm>
            <a:custGeom>
              <a:rect b="b" l="l" r="r" t="t"/>
              <a:pathLst>
                <a:path extrusionOk="0" h="3048" w="2336">
                  <a:moveTo>
                    <a:pt x="1694" y="1"/>
                  </a:moveTo>
                  <a:cubicBezTo>
                    <a:pt x="1538" y="1"/>
                    <a:pt x="1360" y="51"/>
                    <a:pt x="1168" y="156"/>
                  </a:cubicBezTo>
                  <a:cubicBezTo>
                    <a:pt x="467" y="623"/>
                    <a:pt x="34" y="1357"/>
                    <a:pt x="0" y="2191"/>
                  </a:cubicBezTo>
                  <a:cubicBezTo>
                    <a:pt x="0" y="2738"/>
                    <a:pt x="254" y="3048"/>
                    <a:pt x="642" y="3048"/>
                  </a:cubicBezTo>
                  <a:cubicBezTo>
                    <a:pt x="798" y="3048"/>
                    <a:pt x="976" y="2997"/>
                    <a:pt x="1168" y="2892"/>
                  </a:cubicBezTo>
                  <a:cubicBezTo>
                    <a:pt x="1868" y="2425"/>
                    <a:pt x="2302" y="1658"/>
                    <a:pt x="2335" y="857"/>
                  </a:cubicBezTo>
                  <a:cubicBezTo>
                    <a:pt x="2335" y="310"/>
                    <a:pt x="2081" y="1"/>
                    <a:pt x="169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39"/>
            <p:cNvSpPr/>
            <p:nvPr/>
          </p:nvSpPr>
          <p:spPr>
            <a:xfrm>
              <a:off x="5486600" y="3479350"/>
              <a:ext cx="45050" cy="57775"/>
            </a:xfrm>
            <a:custGeom>
              <a:rect b="b" l="l" r="r" t="t"/>
              <a:pathLst>
                <a:path extrusionOk="0" h="2311" w="1802">
                  <a:moveTo>
                    <a:pt x="1291" y="0"/>
                  </a:moveTo>
                  <a:cubicBezTo>
                    <a:pt x="1173" y="0"/>
                    <a:pt x="1041" y="36"/>
                    <a:pt x="901" y="111"/>
                  </a:cubicBezTo>
                  <a:cubicBezTo>
                    <a:pt x="367" y="444"/>
                    <a:pt x="33" y="1045"/>
                    <a:pt x="0" y="1678"/>
                  </a:cubicBezTo>
                  <a:cubicBezTo>
                    <a:pt x="0" y="2076"/>
                    <a:pt x="197" y="2310"/>
                    <a:pt x="488" y="2310"/>
                  </a:cubicBezTo>
                  <a:cubicBezTo>
                    <a:pt x="611" y="2310"/>
                    <a:pt x="752" y="2268"/>
                    <a:pt x="901" y="2179"/>
                  </a:cubicBezTo>
                  <a:cubicBezTo>
                    <a:pt x="1434" y="1845"/>
                    <a:pt x="1768" y="1278"/>
                    <a:pt x="1801" y="644"/>
                  </a:cubicBezTo>
                  <a:cubicBezTo>
                    <a:pt x="1801" y="236"/>
                    <a:pt x="1594" y="0"/>
                    <a:pt x="129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39"/>
            <p:cNvSpPr/>
            <p:nvPr/>
          </p:nvSpPr>
          <p:spPr>
            <a:xfrm>
              <a:off x="4640975" y="3562400"/>
              <a:ext cx="158475" cy="204850"/>
            </a:xfrm>
            <a:custGeom>
              <a:rect b="b" l="l" r="r" t="t"/>
              <a:pathLst>
                <a:path extrusionOk="0" h="8194" w="6339">
                  <a:moveTo>
                    <a:pt x="4580" y="0"/>
                  </a:moveTo>
                  <a:cubicBezTo>
                    <a:pt x="4157" y="0"/>
                    <a:pt x="3679" y="137"/>
                    <a:pt x="3170" y="424"/>
                  </a:cubicBezTo>
                  <a:cubicBezTo>
                    <a:pt x="1302" y="1659"/>
                    <a:pt x="101" y="3694"/>
                    <a:pt x="1" y="5928"/>
                  </a:cubicBezTo>
                  <a:cubicBezTo>
                    <a:pt x="1" y="7371"/>
                    <a:pt x="705" y="8193"/>
                    <a:pt x="1745" y="8193"/>
                  </a:cubicBezTo>
                  <a:cubicBezTo>
                    <a:pt x="2172" y="8193"/>
                    <a:pt x="2655" y="8054"/>
                    <a:pt x="3170" y="7763"/>
                  </a:cubicBezTo>
                  <a:cubicBezTo>
                    <a:pt x="5038" y="6529"/>
                    <a:pt x="6205" y="4494"/>
                    <a:pt x="6339" y="2259"/>
                  </a:cubicBezTo>
                  <a:cubicBezTo>
                    <a:pt x="6339" y="834"/>
                    <a:pt x="5628" y="0"/>
                    <a:pt x="45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39"/>
            <p:cNvSpPr/>
            <p:nvPr/>
          </p:nvSpPr>
          <p:spPr>
            <a:xfrm>
              <a:off x="4023875" y="4209375"/>
              <a:ext cx="159300" cy="205000"/>
            </a:xfrm>
            <a:custGeom>
              <a:rect b="b" l="l" r="r" t="t"/>
              <a:pathLst>
                <a:path extrusionOk="0" h="8200" w="6372">
                  <a:moveTo>
                    <a:pt x="4613" y="1"/>
                  </a:moveTo>
                  <a:cubicBezTo>
                    <a:pt x="4187" y="1"/>
                    <a:pt x="3708" y="139"/>
                    <a:pt x="3203" y="431"/>
                  </a:cubicBezTo>
                  <a:cubicBezTo>
                    <a:pt x="1302" y="1665"/>
                    <a:pt x="134" y="3700"/>
                    <a:pt x="1" y="5935"/>
                  </a:cubicBezTo>
                  <a:cubicBezTo>
                    <a:pt x="1" y="7377"/>
                    <a:pt x="721" y="8199"/>
                    <a:pt x="1771" y="8199"/>
                  </a:cubicBezTo>
                  <a:cubicBezTo>
                    <a:pt x="2202" y="8199"/>
                    <a:pt x="2688" y="8061"/>
                    <a:pt x="3203" y="7769"/>
                  </a:cubicBezTo>
                  <a:cubicBezTo>
                    <a:pt x="5071" y="6535"/>
                    <a:pt x="6238" y="4500"/>
                    <a:pt x="6372" y="2265"/>
                  </a:cubicBezTo>
                  <a:cubicBezTo>
                    <a:pt x="6372" y="823"/>
                    <a:pt x="5651" y="1"/>
                    <a:pt x="461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9"/>
            <p:cNvSpPr/>
            <p:nvPr/>
          </p:nvSpPr>
          <p:spPr>
            <a:xfrm>
              <a:off x="3329225" y="4196800"/>
              <a:ext cx="119275" cy="153425"/>
            </a:xfrm>
            <a:custGeom>
              <a:rect b="b" l="l" r="r" t="t"/>
              <a:pathLst>
                <a:path extrusionOk="0" h="6137" w="4771">
                  <a:moveTo>
                    <a:pt x="3468" y="0"/>
                  </a:moveTo>
                  <a:cubicBezTo>
                    <a:pt x="3147" y="0"/>
                    <a:pt x="2785" y="108"/>
                    <a:pt x="2402" y="333"/>
                  </a:cubicBezTo>
                  <a:cubicBezTo>
                    <a:pt x="967" y="1234"/>
                    <a:pt x="100" y="2768"/>
                    <a:pt x="0" y="4436"/>
                  </a:cubicBezTo>
                  <a:cubicBezTo>
                    <a:pt x="0" y="5519"/>
                    <a:pt x="532" y="6137"/>
                    <a:pt x="1314" y="6137"/>
                  </a:cubicBezTo>
                  <a:cubicBezTo>
                    <a:pt x="1640" y="6137"/>
                    <a:pt x="2009" y="6030"/>
                    <a:pt x="2402" y="5804"/>
                  </a:cubicBezTo>
                  <a:cubicBezTo>
                    <a:pt x="3803" y="4903"/>
                    <a:pt x="4670" y="3369"/>
                    <a:pt x="4770" y="1701"/>
                  </a:cubicBezTo>
                  <a:cubicBezTo>
                    <a:pt x="4770" y="618"/>
                    <a:pt x="4238" y="0"/>
                    <a:pt x="34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39"/>
            <p:cNvSpPr/>
            <p:nvPr/>
          </p:nvSpPr>
          <p:spPr>
            <a:xfrm>
              <a:off x="3710325" y="3780825"/>
              <a:ext cx="121775" cy="157275"/>
            </a:xfrm>
            <a:custGeom>
              <a:rect b="b" l="l" r="r" t="t"/>
              <a:pathLst>
                <a:path extrusionOk="0" h="6291" w="4871">
                  <a:moveTo>
                    <a:pt x="3512" y="1"/>
                  </a:moveTo>
                  <a:cubicBezTo>
                    <a:pt x="3186" y="1"/>
                    <a:pt x="2821" y="106"/>
                    <a:pt x="2435" y="327"/>
                  </a:cubicBezTo>
                  <a:cubicBezTo>
                    <a:pt x="1001" y="1261"/>
                    <a:pt x="67" y="2829"/>
                    <a:pt x="0" y="4563"/>
                  </a:cubicBezTo>
                  <a:cubicBezTo>
                    <a:pt x="0" y="5655"/>
                    <a:pt x="540" y="6291"/>
                    <a:pt x="1344" y="6291"/>
                  </a:cubicBezTo>
                  <a:cubicBezTo>
                    <a:pt x="1671" y="6291"/>
                    <a:pt x="2041" y="6186"/>
                    <a:pt x="2435" y="5964"/>
                  </a:cubicBezTo>
                  <a:cubicBezTo>
                    <a:pt x="3870" y="5030"/>
                    <a:pt x="4770" y="3463"/>
                    <a:pt x="4870" y="1728"/>
                  </a:cubicBezTo>
                  <a:cubicBezTo>
                    <a:pt x="4870" y="637"/>
                    <a:pt x="4314" y="1"/>
                    <a:pt x="35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39"/>
            <p:cNvSpPr/>
            <p:nvPr/>
          </p:nvSpPr>
          <p:spPr>
            <a:xfrm>
              <a:off x="4111450" y="363870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806" y="0"/>
                  </a:moveTo>
                  <a:cubicBezTo>
                    <a:pt x="2544" y="0"/>
                    <a:pt x="2248" y="89"/>
                    <a:pt x="1935" y="275"/>
                  </a:cubicBezTo>
                  <a:cubicBezTo>
                    <a:pt x="801" y="1008"/>
                    <a:pt x="67" y="2276"/>
                    <a:pt x="0" y="3644"/>
                  </a:cubicBezTo>
                  <a:cubicBezTo>
                    <a:pt x="0" y="4524"/>
                    <a:pt x="442" y="5031"/>
                    <a:pt x="1083" y="5031"/>
                  </a:cubicBezTo>
                  <a:cubicBezTo>
                    <a:pt x="1340" y="5031"/>
                    <a:pt x="1629" y="4950"/>
                    <a:pt x="1935" y="4778"/>
                  </a:cubicBezTo>
                  <a:cubicBezTo>
                    <a:pt x="3069" y="4011"/>
                    <a:pt x="3803" y="2776"/>
                    <a:pt x="3870" y="1409"/>
                  </a:cubicBezTo>
                  <a:cubicBezTo>
                    <a:pt x="3870" y="513"/>
                    <a:pt x="3436" y="0"/>
                    <a:pt x="28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9"/>
            <p:cNvSpPr/>
            <p:nvPr/>
          </p:nvSpPr>
          <p:spPr>
            <a:xfrm>
              <a:off x="3392600" y="351995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787" y="1"/>
                  </a:moveTo>
                  <a:cubicBezTo>
                    <a:pt x="2530" y="1"/>
                    <a:pt x="2241" y="83"/>
                    <a:pt x="1935" y="254"/>
                  </a:cubicBezTo>
                  <a:cubicBezTo>
                    <a:pt x="767" y="1022"/>
                    <a:pt x="67" y="2256"/>
                    <a:pt x="0" y="3624"/>
                  </a:cubicBezTo>
                  <a:cubicBezTo>
                    <a:pt x="0" y="4519"/>
                    <a:pt x="433" y="5032"/>
                    <a:pt x="1064" y="5032"/>
                  </a:cubicBezTo>
                  <a:cubicBezTo>
                    <a:pt x="1326" y="5032"/>
                    <a:pt x="1622" y="4944"/>
                    <a:pt x="1935" y="4758"/>
                  </a:cubicBezTo>
                  <a:cubicBezTo>
                    <a:pt x="3069" y="4024"/>
                    <a:pt x="3803" y="2756"/>
                    <a:pt x="3870" y="1389"/>
                  </a:cubicBezTo>
                  <a:cubicBezTo>
                    <a:pt x="3870" y="508"/>
                    <a:pt x="3428" y="1"/>
                    <a:pt x="278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9"/>
            <p:cNvSpPr/>
            <p:nvPr/>
          </p:nvSpPr>
          <p:spPr>
            <a:xfrm>
              <a:off x="5070450" y="3340275"/>
              <a:ext cx="67575" cy="86025"/>
            </a:xfrm>
            <a:custGeom>
              <a:rect b="b" l="l" r="r" t="t"/>
              <a:pathLst>
                <a:path extrusionOk="0" h="3441" w="2703">
                  <a:moveTo>
                    <a:pt x="1927" y="1"/>
                  </a:moveTo>
                  <a:cubicBezTo>
                    <a:pt x="1746" y="1"/>
                    <a:pt x="1545" y="55"/>
                    <a:pt x="1335" y="170"/>
                  </a:cubicBezTo>
                  <a:cubicBezTo>
                    <a:pt x="568" y="670"/>
                    <a:pt x="68" y="1537"/>
                    <a:pt x="1" y="2505"/>
                  </a:cubicBezTo>
                  <a:cubicBezTo>
                    <a:pt x="1" y="3100"/>
                    <a:pt x="307" y="3441"/>
                    <a:pt x="750" y="3441"/>
                  </a:cubicBezTo>
                  <a:cubicBezTo>
                    <a:pt x="927" y="3441"/>
                    <a:pt x="1125" y="3386"/>
                    <a:pt x="1335" y="3272"/>
                  </a:cubicBezTo>
                  <a:cubicBezTo>
                    <a:pt x="2136" y="2738"/>
                    <a:pt x="2636" y="1904"/>
                    <a:pt x="2703" y="937"/>
                  </a:cubicBezTo>
                  <a:cubicBezTo>
                    <a:pt x="2703" y="341"/>
                    <a:pt x="2379" y="1"/>
                    <a:pt x="192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39"/>
            <p:cNvSpPr/>
            <p:nvPr/>
          </p:nvSpPr>
          <p:spPr>
            <a:xfrm>
              <a:off x="5353150" y="3302400"/>
              <a:ext cx="66750" cy="86350"/>
            </a:xfrm>
            <a:custGeom>
              <a:rect b="b" l="l" r="r" t="t"/>
              <a:pathLst>
                <a:path extrusionOk="0" h="3454" w="2670">
                  <a:moveTo>
                    <a:pt x="1925" y="0"/>
                  </a:moveTo>
                  <a:cubicBezTo>
                    <a:pt x="1747" y="0"/>
                    <a:pt x="1547" y="59"/>
                    <a:pt x="1335" y="184"/>
                  </a:cubicBezTo>
                  <a:cubicBezTo>
                    <a:pt x="535" y="684"/>
                    <a:pt x="34" y="1551"/>
                    <a:pt x="1" y="2485"/>
                  </a:cubicBezTo>
                  <a:cubicBezTo>
                    <a:pt x="1" y="3106"/>
                    <a:pt x="309" y="3454"/>
                    <a:pt x="753" y="3454"/>
                  </a:cubicBezTo>
                  <a:cubicBezTo>
                    <a:pt x="930" y="3454"/>
                    <a:pt x="1127" y="3399"/>
                    <a:pt x="1335" y="3286"/>
                  </a:cubicBezTo>
                  <a:cubicBezTo>
                    <a:pt x="2136" y="2752"/>
                    <a:pt x="2636" y="1885"/>
                    <a:pt x="2669" y="951"/>
                  </a:cubicBezTo>
                  <a:cubicBezTo>
                    <a:pt x="2669" y="357"/>
                    <a:pt x="2365" y="0"/>
                    <a:pt x="19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39"/>
            <p:cNvSpPr/>
            <p:nvPr/>
          </p:nvSpPr>
          <p:spPr>
            <a:xfrm>
              <a:off x="3128250" y="3949875"/>
              <a:ext cx="67550" cy="86400"/>
            </a:xfrm>
            <a:custGeom>
              <a:rect b="b" l="l" r="r" t="t"/>
              <a:pathLst>
                <a:path extrusionOk="0" h="3456" w="2702">
                  <a:moveTo>
                    <a:pt x="1941" y="1"/>
                  </a:moveTo>
                  <a:cubicBezTo>
                    <a:pt x="1759" y="1"/>
                    <a:pt x="1554" y="55"/>
                    <a:pt x="1334" y="170"/>
                  </a:cubicBezTo>
                  <a:cubicBezTo>
                    <a:pt x="567" y="703"/>
                    <a:pt x="67" y="1537"/>
                    <a:pt x="0" y="2505"/>
                  </a:cubicBezTo>
                  <a:cubicBezTo>
                    <a:pt x="0" y="3098"/>
                    <a:pt x="304" y="3455"/>
                    <a:pt x="744" y="3455"/>
                  </a:cubicBezTo>
                  <a:cubicBezTo>
                    <a:pt x="923" y="3455"/>
                    <a:pt x="1123" y="3397"/>
                    <a:pt x="1334" y="3272"/>
                  </a:cubicBezTo>
                  <a:cubicBezTo>
                    <a:pt x="2135" y="2772"/>
                    <a:pt x="2635" y="1904"/>
                    <a:pt x="2702" y="937"/>
                  </a:cubicBezTo>
                  <a:cubicBezTo>
                    <a:pt x="2702" y="341"/>
                    <a:pt x="2396" y="1"/>
                    <a:pt x="194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9"/>
            <p:cNvSpPr/>
            <p:nvPr/>
          </p:nvSpPr>
          <p:spPr>
            <a:xfrm>
              <a:off x="3948825" y="330390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39" y="1"/>
                  </a:moveTo>
                  <a:cubicBezTo>
                    <a:pt x="1757" y="1"/>
                    <a:pt x="1552" y="62"/>
                    <a:pt x="1335" y="190"/>
                  </a:cubicBezTo>
                  <a:cubicBezTo>
                    <a:pt x="534" y="691"/>
                    <a:pt x="34" y="1558"/>
                    <a:pt x="0" y="2492"/>
                  </a:cubicBezTo>
                  <a:cubicBezTo>
                    <a:pt x="0" y="3103"/>
                    <a:pt x="298" y="3449"/>
                    <a:pt x="730" y="3449"/>
                  </a:cubicBezTo>
                  <a:cubicBezTo>
                    <a:pt x="912" y="3449"/>
                    <a:pt x="1118" y="3387"/>
                    <a:pt x="1335" y="3259"/>
                  </a:cubicBezTo>
                  <a:cubicBezTo>
                    <a:pt x="2102" y="2759"/>
                    <a:pt x="2602" y="1891"/>
                    <a:pt x="2669" y="957"/>
                  </a:cubicBezTo>
                  <a:cubicBezTo>
                    <a:pt x="2669" y="347"/>
                    <a:pt x="2371" y="1"/>
                    <a:pt x="19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9"/>
            <p:cNvSpPr/>
            <p:nvPr/>
          </p:nvSpPr>
          <p:spPr>
            <a:xfrm>
              <a:off x="4335775" y="2776575"/>
              <a:ext cx="67575" cy="86500"/>
            </a:xfrm>
            <a:custGeom>
              <a:rect b="b" l="l" r="r" t="t"/>
              <a:pathLst>
                <a:path extrusionOk="0" h="3460" w="2703">
                  <a:moveTo>
                    <a:pt x="1950" y="0"/>
                  </a:moveTo>
                  <a:cubicBezTo>
                    <a:pt x="1773" y="0"/>
                    <a:pt x="1576" y="55"/>
                    <a:pt x="1368" y="168"/>
                  </a:cubicBezTo>
                  <a:cubicBezTo>
                    <a:pt x="567" y="702"/>
                    <a:pt x="67" y="1569"/>
                    <a:pt x="0" y="2503"/>
                  </a:cubicBezTo>
                  <a:cubicBezTo>
                    <a:pt x="0" y="3114"/>
                    <a:pt x="298" y="3460"/>
                    <a:pt x="742" y="3460"/>
                  </a:cubicBezTo>
                  <a:cubicBezTo>
                    <a:pt x="928" y="3460"/>
                    <a:pt x="1141" y="3399"/>
                    <a:pt x="1368" y="3270"/>
                  </a:cubicBezTo>
                  <a:cubicBezTo>
                    <a:pt x="2135" y="2770"/>
                    <a:pt x="2635" y="1903"/>
                    <a:pt x="2702" y="969"/>
                  </a:cubicBezTo>
                  <a:cubicBezTo>
                    <a:pt x="2702" y="347"/>
                    <a:pt x="2394" y="0"/>
                    <a:pt x="195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39"/>
            <p:cNvSpPr/>
            <p:nvPr/>
          </p:nvSpPr>
          <p:spPr>
            <a:xfrm>
              <a:off x="4535900" y="3275550"/>
              <a:ext cx="66750" cy="86525"/>
            </a:xfrm>
            <a:custGeom>
              <a:rect b="b" l="l" r="r" t="t"/>
              <a:pathLst>
                <a:path extrusionOk="0" h="3461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0"/>
                    <a:pt x="34" y="1558"/>
                    <a:pt x="1" y="2492"/>
                  </a:cubicBezTo>
                  <a:cubicBezTo>
                    <a:pt x="1" y="3113"/>
                    <a:pt x="309" y="3460"/>
                    <a:pt x="753" y="3460"/>
                  </a:cubicBezTo>
                  <a:cubicBezTo>
                    <a:pt x="930" y="3460"/>
                    <a:pt x="1127" y="3406"/>
                    <a:pt x="1335" y="3292"/>
                  </a:cubicBezTo>
                  <a:cubicBezTo>
                    <a:pt x="2136" y="2759"/>
                    <a:pt x="2636" y="1891"/>
                    <a:pt x="2669" y="957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39"/>
            <p:cNvSpPr/>
            <p:nvPr/>
          </p:nvSpPr>
          <p:spPr>
            <a:xfrm>
              <a:off x="4577600" y="2504850"/>
              <a:ext cx="104275" cy="123200"/>
            </a:xfrm>
            <a:custGeom>
              <a:rect b="b" l="l" r="r" t="t"/>
              <a:pathLst>
                <a:path extrusionOk="0" h="4928" w="4171">
                  <a:moveTo>
                    <a:pt x="2930" y="1"/>
                  </a:moveTo>
                  <a:cubicBezTo>
                    <a:pt x="2206" y="1"/>
                    <a:pt x="1321" y="657"/>
                    <a:pt x="735" y="1697"/>
                  </a:cubicBezTo>
                  <a:cubicBezTo>
                    <a:pt x="1" y="2965"/>
                    <a:pt x="1" y="4366"/>
                    <a:pt x="735" y="4799"/>
                  </a:cubicBezTo>
                  <a:cubicBezTo>
                    <a:pt x="882" y="4886"/>
                    <a:pt x="1048" y="4928"/>
                    <a:pt x="1225" y="4928"/>
                  </a:cubicBezTo>
                  <a:cubicBezTo>
                    <a:pt x="1933" y="4928"/>
                    <a:pt x="2823" y="4271"/>
                    <a:pt x="3437" y="3232"/>
                  </a:cubicBezTo>
                  <a:cubicBezTo>
                    <a:pt x="4170" y="1964"/>
                    <a:pt x="4170" y="563"/>
                    <a:pt x="3437" y="129"/>
                  </a:cubicBezTo>
                  <a:cubicBezTo>
                    <a:pt x="3283" y="42"/>
                    <a:pt x="3111" y="1"/>
                    <a:pt x="293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9"/>
            <p:cNvSpPr/>
            <p:nvPr/>
          </p:nvSpPr>
          <p:spPr>
            <a:xfrm>
              <a:off x="5213050" y="365915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1"/>
                    <a:pt x="34" y="1558"/>
                    <a:pt x="1" y="2492"/>
                  </a:cubicBezTo>
                  <a:cubicBezTo>
                    <a:pt x="1" y="3103"/>
                    <a:pt x="299" y="3449"/>
                    <a:pt x="731" y="3449"/>
                  </a:cubicBezTo>
                  <a:cubicBezTo>
                    <a:pt x="913" y="3449"/>
                    <a:pt x="1118" y="3388"/>
                    <a:pt x="1335" y="3259"/>
                  </a:cubicBezTo>
                  <a:cubicBezTo>
                    <a:pt x="2136" y="2759"/>
                    <a:pt x="2603" y="1892"/>
                    <a:pt x="2669" y="958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9"/>
            <p:cNvSpPr/>
            <p:nvPr/>
          </p:nvSpPr>
          <p:spPr>
            <a:xfrm>
              <a:off x="4367450" y="2982200"/>
              <a:ext cx="76750" cy="100025"/>
            </a:xfrm>
            <a:custGeom>
              <a:rect b="b" l="l" r="r" t="t"/>
              <a:pathLst>
                <a:path extrusionOk="0" h="4001" w="3070">
                  <a:moveTo>
                    <a:pt x="2232" y="0"/>
                  </a:moveTo>
                  <a:cubicBezTo>
                    <a:pt x="2025" y="0"/>
                    <a:pt x="1788" y="70"/>
                    <a:pt x="1535" y="216"/>
                  </a:cubicBezTo>
                  <a:cubicBezTo>
                    <a:pt x="635" y="816"/>
                    <a:pt x="67" y="1817"/>
                    <a:pt x="1" y="2884"/>
                  </a:cubicBezTo>
                  <a:cubicBezTo>
                    <a:pt x="1" y="3593"/>
                    <a:pt x="352" y="4000"/>
                    <a:pt x="853" y="4000"/>
                  </a:cubicBezTo>
                  <a:cubicBezTo>
                    <a:pt x="1060" y="4000"/>
                    <a:pt x="1292" y="3931"/>
                    <a:pt x="1535" y="3785"/>
                  </a:cubicBezTo>
                  <a:cubicBezTo>
                    <a:pt x="2436" y="3185"/>
                    <a:pt x="3036" y="2184"/>
                    <a:pt x="3070" y="1116"/>
                  </a:cubicBezTo>
                  <a:cubicBezTo>
                    <a:pt x="3070" y="408"/>
                    <a:pt x="2735" y="0"/>
                    <a:pt x="223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39"/>
            <p:cNvSpPr/>
            <p:nvPr/>
          </p:nvSpPr>
          <p:spPr>
            <a:xfrm>
              <a:off x="4244875" y="3380625"/>
              <a:ext cx="59225" cy="76225"/>
            </a:xfrm>
            <a:custGeom>
              <a:rect b="b" l="l" r="r" t="t"/>
              <a:pathLst>
                <a:path extrusionOk="0" h="3049" w="2369">
                  <a:moveTo>
                    <a:pt x="1700" y="1"/>
                  </a:moveTo>
                  <a:cubicBezTo>
                    <a:pt x="1540" y="1"/>
                    <a:pt x="1359" y="51"/>
                    <a:pt x="1168" y="157"/>
                  </a:cubicBezTo>
                  <a:cubicBezTo>
                    <a:pt x="467" y="624"/>
                    <a:pt x="34" y="1391"/>
                    <a:pt x="0" y="2225"/>
                  </a:cubicBezTo>
                  <a:cubicBezTo>
                    <a:pt x="0" y="2746"/>
                    <a:pt x="270" y="3049"/>
                    <a:pt x="653" y="3049"/>
                  </a:cubicBezTo>
                  <a:cubicBezTo>
                    <a:pt x="809" y="3049"/>
                    <a:pt x="984" y="2998"/>
                    <a:pt x="1168" y="2892"/>
                  </a:cubicBezTo>
                  <a:cubicBezTo>
                    <a:pt x="1868" y="2458"/>
                    <a:pt x="2302" y="1691"/>
                    <a:pt x="2369" y="857"/>
                  </a:cubicBezTo>
                  <a:cubicBezTo>
                    <a:pt x="2369" y="311"/>
                    <a:pt x="2098" y="1"/>
                    <a:pt x="17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39"/>
            <p:cNvSpPr/>
            <p:nvPr/>
          </p:nvSpPr>
          <p:spPr>
            <a:xfrm>
              <a:off x="4063075" y="2856925"/>
              <a:ext cx="58400" cy="76200"/>
            </a:xfrm>
            <a:custGeom>
              <a:rect b="b" l="l" r="r" t="t"/>
              <a:pathLst>
                <a:path extrusionOk="0" h="3048" w="2336">
                  <a:moveTo>
                    <a:pt x="1694" y="1"/>
                  </a:moveTo>
                  <a:cubicBezTo>
                    <a:pt x="1538" y="1"/>
                    <a:pt x="1360" y="51"/>
                    <a:pt x="1168" y="156"/>
                  </a:cubicBezTo>
                  <a:cubicBezTo>
                    <a:pt x="467" y="623"/>
                    <a:pt x="34" y="1357"/>
                    <a:pt x="0" y="2191"/>
                  </a:cubicBezTo>
                  <a:cubicBezTo>
                    <a:pt x="0" y="2738"/>
                    <a:pt x="254" y="3048"/>
                    <a:pt x="642" y="3048"/>
                  </a:cubicBezTo>
                  <a:cubicBezTo>
                    <a:pt x="798" y="3048"/>
                    <a:pt x="976" y="2997"/>
                    <a:pt x="1168" y="2892"/>
                  </a:cubicBezTo>
                  <a:cubicBezTo>
                    <a:pt x="1868" y="2425"/>
                    <a:pt x="2302" y="1658"/>
                    <a:pt x="2335" y="857"/>
                  </a:cubicBezTo>
                  <a:cubicBezTo>
                    <a:pt x="2335" y="310"/>
                    <a:pt x="2081" y="1"/>
                    <a:pt x="16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39"/>
            <p:cNvSpPr/>
            <p:nvPr/>
          </p:nvSpPr>
          <p:spPr>
            <a:xfrm>
              <a:off x="5486600" y="3479350"/>
              <a:ext cx="45050" cy="57775"/>
            </a:xfrm>
            <a:custGeom>
              <a:rect b="b" l="l" r="r" t="t"/>
              <a:pathLst>
                <a:path extrusionOk="0" h="2311" w="1802">
                  <a:moveTo>
                    <a:pt x="1291" y="0"/>
                  </a:moveTo>
                  <a:cubicBezTo>
                    <a:pt x="1173" y="0"/>
                    <a:pt x="1041" y="36"/>
                    <a:pt x="901" y="111"/>
                  </a:cubicBezTo>
                  <a:cubicBezTo>
                    <a:pt x="367" y="444"/>
                    <a:pt x="33" y="1045"/>
                    <a:pt x="0" y="1678"/>
                  </a:cubicBezTo>
                  <a:cubicBezTo>
                    <a:pt x="0" y="2076"/>
                    <a:pt x="197" y="2310"/>
                    <a:pt x="488" y="2310"/>
                  </a:cubicBezTo>
                  <a:cubicBezTo>
                    <a:pt x="611" y="2310"/>
                    <a:pt x="752" y="2268"/>
                    <a:pt x="901" y="2179"/>
                  </a:cubicBezTo>
                  <a:cubicBezTo>
                    <a:pt x="1434" y="1845"/>
                    <a:pt x="1768" y="1278"/>
                    <a:pt x="1801" y="644"/>
                  </a:cubicBezTo>
                  <a:cubicBezTo>
                    <a:pt x="1801" y="236"/>
                    <a:pt x="1594" y="0"/>
                    <a:pt x="129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39"/>
            <p:cNvSpPr/>
            <p:nvPr/>
          </p:nvSpPr>
          <p:spPr>
            <a:xfrm>
              <a:off x="4784175" y="1506675"/>
              <a:ext cx="230425" cy="429350"/>
            </a:xfrm>
            <a:custGeom>
              <a:rect b="b" l="l" r="r" t="t"/>
              <a:pathLst>
                <a:path extrusionOk="0" h="17174" w="9217">
                  <a:moveTo>
                    <a:pt x="258" y="0"/>
                  </a:moveTo>
                  <a:cubicBezTo>
                    <a:pt x="123" y="0"/>
                    <a:pt x="0" y="140"/>
                    <a:pt x="110" y="295"/>
                  </a:cubicBezTo>
                  <a:lnTo>
                    <a:pt x="8817" y="17073"/>
                  </a:lnTo>
                  <a:cubicBezTo>
                    <a:pt x="8850" y="17140"/>
                    <a:pt x="8917" y="17173"/>
                    <a:pt x="8983" y="17173"/>
                  </a:cubicBezTo>
                  <a:lnTo>
                    <a:pt x="9083" y="17173"/>
                  </a:lnTo>
                  <a:cubicBezTo>
                    <a:pt x="9150" y="17107"/>
                    <a:pt x="9217" y="17006"/>
                    <a:pt x="9150" y="16906"/>
                  </a:cubicBezTo>
                  <a:lnTo>
                    <a:pt x="444" y="128"/>
                  </a:lnTo>
                  <a:cubicBezTo>
                    <a:pt x="399" y="37"/>
                    <a:pt x="327" y="0"/>
                    <a:pt x="25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9"/>
            <p:cNvSpPr/>
            <p:nvPr/>
          </p:nvSpPr>
          <p:spPr>
            <a:xfrm>
              <a:off x="5074625" y="1641000"/>
              <a:ext cx="206000" cy="265825"/>
            </a:xfrm>
            <a:custGeom>
              <a:rect b="b" l="l" r="r" t="t"/>
              <a:pathLst>
                <a:path extrusionOk="0" h="10633" w="8240">
                  <a:moveTo>
                    <a:pt x="8140" y="0"/>
                  </a:moveTo>
                  <a:cubicBezTo>
                    <a:pt x="8115" y="0"/>
                    <a:pt x="8090" y="9"/>
                    <a:pt x="8073" y="25"/>
                  </a:cubicBezTo>
                  <a:lnTo>
                    <a:pt x="34" y="10499"/>
                  </a:lnTo>
                  <a:cubicBezTo>
                    <a:pt x="1" y="10533"/>
                    <a:pt x="1" y="10599"/>
                    <a:pt x="34" y="10633"/>
                  </a:cubicBezTo>
                  <a:lnTo>
                    <a:pt x="67" y="10633"/>
                  </a:lnTo>
                  <a:cubicBezTo>
                    <a:pt x="101" y="10633"/>
                    <a:pt x="134" y="10633"/>
                    <a:pt x="167" y="10599"/>
                  </a:cubicBezTo>
                  <a:lnTo>
                    <a:pt x="8206" y="159"/>
                  </a:lnTo>
                  <a:cubicBezTo>
                    <a:pt x="8240" y="125"/>
                    <a:pt x="8240" y="59"/>
                    <a:pt x="8206" y="25"/>
                  </a:cubicBezTo>
                  <a:cubicBezTo>
                    <a:pt x="8190" y="9"/>
                    <a:pt x="8165" y="0"/>
                    <a:pt x="814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39"/>
            <p:cNvSpPr/>
            <p:nvPr/>
          </p:nvSpPr>
          <p:spPr>
            <a:xfrm>
              <a:off x="5045450" y="1679975"/>
              <a:ext cx="60900" cy="221850"/>
            </a:xfrm>
            <a:custGeom>
              <a:rect b="b" l="l" r="r" t="t"/>
              <a:pathLst>
                <a:path extrusionOk="0" h="8874" w="2436">
                  <a:moveTo>
                    <a:pt x="2368" y="1"/>
                  </a:moveTo>
                  <a:cubicBezTo>
                    <a:pt x="2302" y="1"/>
                    <a:pt x="2268" y="34"/>
                    <a:pt x="2268" y="67"/>
                  </a:cubicBezTo>
                  <a:lnTo>
                    <a:pt x="0" y="8774"/>
                  </a:lnTo>
                  <a:cubicBezTo>
                    <a:pt x="0" y="8807"/>
                    <a:pt x="33" y="8840"/>
                    <a:pt x="67" y="8874"/>
                  </a:cubicBezTo>
                  <a:lnTo>
                    <a:pt x="100" y="8874"/>
                  </a:lnTo>
                  <a:cubicBezTo>
                    <a:pt x="134" y="8874"/>
                    <a:pt x="167" y="8840"/>
                    <a:pt x="167" y="8807"/>
                  </a:cubicBezTo>
                  <a:lnTo>
                    <a:pt x="2435" y="101"/>
                  </a:lnTo>
                  <a:cubicBezTo>
                    <a:pt x="2435" y="67"/>
                    <a:pt x="2402" y="1"/>
                    <a:pt x="236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39"/>
            <p:cNvSpPr/>
            <p:nvPr/>
          </p:nvSpPr>
          <p:spPr>
            <a:xfrm>
              <a:off x="5040425" y="2006675"/>
              <a:ext cx="46725" cy="228725"/>
            </a:xfrm>
            <a:custGeom>
              <a:rect b="b" l="l" r="r" t="t"/>
              <a:pathLst>
                <a:path extrusionOk="0" h="9149" w="1869">
                  <a:moveTo>
                    <a:pt x="219" y="0"/>
                  </a:moveTo>
                  <a:cubicBezTo>
                    <a:pt x="202" y="0"/>
                    <a:pt x="185" y="3"/>
                    <a:pt x="168" y="9"/>
                  </a:cubicBezTo>
                  <a:cubicBezTo>
                    <a:pt x="68" y="9"/>
                    <a:pt x="1" y="109"/>
                    <a:pt x="1" y="209"/>
                  </a:cubicBezTo>
                  <a:lnTo>
                    <a:pt x="1469" y="8982"/>
                  </a:lnTo>
                  <a:cubicBezTo>
                    <a:pt x="1502" y="9082"/>
                    <a:pt x="1569" y="9149"/>
                    <a:pt x="1669" y="9149"/>
                  </a:cubicBezTo>
                  <a:lnTo>
                    <a:pt x="1702" y="9149"/>
                  </a:lnTo>
                  <a:cubicBezTo>
                    <a:pt x="1802" y="9115"/>
                    <a:pt x="1869" y="9015"/>
                    <a:pt x="1836" y="8915"/>
                  </a:cubicBezTo>
                  <a:lnTo>
                    <a:pt x="368" y="175"/>
                  </a:lnTo>
                  <a:cubicBezTo>
                    <a:pt x="368" y="65"/>
                    <a:pt x="299" y="0"/>
                    <a:pt x="21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39"/>
            <p:cNvSpPr/>
            <p:nvPr/>
          </p:nvSpPr>
          <p:spPr>
            <a:xfrm>
              <a:off x="5130500" y="2020225"/>
              <a:ext cx="71750" cy="196825"/>
            </a:xfrm>
            <a:custGeom>
              <a:rect b="b" l="l" r="r" t="t"/>
              <a:pathLst>
                <a:path extrusionOk="0" h="7873" w="2870">
                  <a:moveTo>
                    <a:pt x="2803" y="0"/>
                  </a:moveTo>
                  <a:cubicBezTo>
                    <a:pt x="2769" y="0"/>
                    <a:pt x="2702" y="0"/>
                    <a:pt x="2702" y="67"/>
                  </a:cubicBezTo>
                  <a:lnTo>
                    <a:pt x="1" y="7739"/>
                  </a:lnTo>
                  <a:cubicBezTo>
                    <a:pt x="1" y="7806"/>
                    <a:pt x="1" y="7839"/>
                    <a:pt x="67" y="7873"/>
                  </a:cubicBezTo>
                  <a:lnTo>
                    <a:pt x="101" y="7873"/>
                  </a:lnTo>
                  <a:cubicBezTo>
                    <a:pt x="134" y="7873"/>
                    <a:pt x="134" y="7839"/>
                    <a:pt x="167" y="7806"/>
                  </a:cubicBezTo>
                  <a:lnTo>
                    <a:pt x="2869" y="100"/>
                  </a:lnTo>
                  <a:cubicBezTo>
                    <a:pt x="2869" y="67"/>
                    <a:pt x="2836" y="34"/>
                    <a:pt x="280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39"/>
            <p:cNvSpPr/>
            <p:nvPr/>
          </p:nvSpPr>
          <p:spPr>
            <a:xfrm>
              <a:off x="4949550" y="2317925"/>
              <a:ext cx="81750" cy="30050"/>
            </a:xfrm>
            <a:custGeom>
              <a:rect b="b" l="l" r="r" t="t"/>
              <a:pathLst>
                <a:path extrusionOk="0" h="1202" w="3270">
                  <a:moveTo>
                    <a:pt x="3169" y="1"/>
                  </a:moveTo>
                  <a:lnTo>
                    <a:pt x="67" y="1035"/>
                  </a:lnTo>
                  <a:cubicBezTo>
                    <a:pt x="0" y="1068"/>
                    <a:pt x="0" y="1102"/>
                    <a:pt x="0" y="1135"/>
                  </a:cubicBezTo>
                  <a:cubicBezTo>
                    <a:pt x="0" y="1168"/>
                    <a:pt x="33" y="1202"/>
                    <a:pt x="67" y="1202"/>
                  </a:cubicBezTo>
                  <a:lnTo>
                    <a:pt x="100" y="1202"/>
                  </a:lnTo>
                  <a:lnTo>
                    <a:pt x="3202" y="168"/>
                  </a:lnTo>
                  <a:cubicBezTo>
                    <a:pt x="3269" y="134"/>
                    <a:pt x="3269" y="101"/>
                    <a:pt x="3269" y="68"/>
                  </a:cubicBezTo>
                  <a:cubicBezTo>
                    <a:pt x="3236" y="1"/>
                    <a:pt x="3202" y="1"/>
                    <a:pt x="316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9"/>
            <p:cNvSpPr/>
            <p:nvPr/>
          </p:nvSpPr>
          <p:spPr>
            <a:xfrm>
              <a:off x="5041275" y="2374000"/>
              <a:ext cx="49675" cy="319225"/>
            </a:xfrm>
            <a:custGeom>
              <a:rect b="b" l="l" r="r" t="t"/>
              <a:pathLst>
                <a:path extrusionOk="0" h="12769" w="1987">
                  <a:moveTo>
                    <a:pt x="1790" y="0"/>
                  </a:moveTo>
                  <a:cubicBezTo>
                    <a:pt x="1704" y="0"/>
                    <a:pt x="1617" y="51"/>
                    <a:pt x="1601" y="160"/>
                  </a:cubicBezTo>
                  <a:lnTo>
                    <a:pt x="0" y="12535"/>
                  </a:lnTo>
                  <a:cubicBezTo>
                    <a:pt x="0" y="12635"/>
                    <a:pt x="67" y="12735"/>
                    <a:pt x="167" y="12769"/>
                  </a:cubicBezTo>
                  <a:lnTo>
                    <a:pt x="200" y="12769"/>
                  </a:lnTo>
                  <a:cubicBezTo>
                    <a:pt x="301" y="12769"/>
                    <a:pt x="367" y="12702"/>
                    <a:pt x="401" y="12602"/>
                  </a:cubicBezTo>
                  <a:lnTo>
                    <a:pt x="1968" y="193"/>
                  </a:lnTo>
                  <a:cubicBezTo>
                    <a:pt x="1986" y="68"/>
                    <a:pt x="1889" y="0"/>
                    <a:pt x="179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9"/>
            <p:cNvSpPr/>
            <p:nvPr/>
          </p:nvSpPr>
          <p:spPr>
            <a:xfrm>
              <a:off x="5117150" y="2476800"/>
              <a:ext cx="226025" cy="232275"/>
            </a:xfrm>
            <a:custGeom>
              <a:rect b="b" l="l" r="r" t="t"/>
              <a:pathLst>
                <a:path extrusionOk="0" h="9291" w="9041">
                  <a:moveTo>
                    <a:pt x="8820" y="0"/>
                  </a:moveTo>
                  <a:cubicBezTo>
                    <a:pt x="8774" y="0"/>
                    <a:pt x="8724" y="17"/>
                    <a:pt x="8674" y="50"/>
                  </a:cubicBezTo>
                  <a:lnTo>
                    <a:pt x="68" y="8957"/>
                  </a:lnTo>
                  <a:cubicBezTo>
                    <a:pt x="1" y="9024"/>
                    <a:pt x="1" y="9157"/>
                    <a:pt x="68" y="9224"/>
                  </a:cubicBezTo>
                  <a:cubicBezTo>
                    <a:pt x="101" y="9257"/>
                    <a:pt x="134" y="9290"/>
                    <a:pt x="201" y="9290"/>
                  </a:cubicBezTo>
                  <a:cubicBezTo>
                    <a:pt x="234" y="9290"/>
                    <a:pt x="301" y="9257"/>
                    <a:pt x="334" y="9224"/>
                  </a:cubicBezTo>
                  <a:lnTo>
                    <a:pt x="8941" y="317"/>
                  </a:lnTo>
                  <a:cubicBezTo>
                    <a:pt x="9041" y="251"/>
                    <a:pt x="9041" y="117"/>
                    <a:pt x="8941" y="50"/>
                  </a:cubicBezTo>
                  <a:cubicBezTo>
                    <a:pt x="8907" y="17"/>
                    <a:pt x="8866" y="0"/>
                    <a:pt x="882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9"/>
            <p:cNvSpPr/>
            <p:nvPr/>
          </p:nvSpPr>
          <p:spPr>
            <a:xfrm>
              <a:off x="4907000" y="2715175"/>
              <a:ext cx="71750" cy="41425"/>
            </a:xfrm>
            <a:custGeom>
              <a:rect b="b" l="l" r="r" t="t"/>
              <a:pathLst>
                <a:path extrusionOk="0" h="1657" w="2870">
                  <a:moveTo>
                    <a:pt x="66" y="0"/>
                  </a:moveTo>
                  <a:cubicBezTo>
                    <a:pt x="40" y="0"/>
                    <a:pt x="20" y="17"/>
                    <a:pt x="1" y="56"/>
                  </a:cubicBezTo>
                  <a:cubicBezTo>
                    <a:pt x="1" y="89"/>
                    <a:pt x="1" y="122"/>
                    <a:pt x="34" y="156"/>
                  </a:cubicBezTo>
                  <a:lnTo>
                    <a:pt x="2703" y="1657"/>
                  </a:lnTo>
                  <a:lnTo>
                    <a:pt x="2769" y="1657"/>
                  </a:lnTo>
                  <a:cubicBezTo>
                    <a:pt x="2803" y="1657"/>
                    <a:pt x="2836" y="1623"/>
                    <a:pt x="2836" y="1590"/>
                  </a:cubicBezTo>
                  <a:cubicBezTo>
                    <a:pt x="2870" y="1557"/>
                    <a:pt x="2836" y="1490"/>
                    <a:pt x="2803" y="1490"/>
                  </a:cubicBezTo>
                  <a:lnTo>
                    <a:pt x="134" y="22"/>
                  </a:lnTo>
                  <a:cubicBezTo>
                    <a:pt x="107" y="8"/>
                    <a:pt x="85" y="0"/>
                    <a:pt x="6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39"/>
            <p:cNvSpPr/>
            <p:nvPr/>
          </p:nvSpPr>
          <p:spPr>
            <a:xfrm>
              <a:off x="4833625" y="2830175"/>
              <a:ext cx="113425" cy="90725"/>
            </a:xfrm>
            <a:custGeom>
              <a:rect b="b" l="l" r="r" t="t"/>
              <a:pathLst>
                <a:path extrusionOk="0" h="3629" w="4537">
                  <a:moveTo>
                    <a:pt x="4437" y="1"/>
                  </a:moveTo>
                  <a:cubicBezTo>
                    <a:pt x="4412" y="1"/>
                    <a:pt x="4387" y="9"/>
                    <a:pt x="4370" y="26"/>
                  </a:cubicBezTo>
                  <a:lnTo>
                    <a:pt x="34" y="3461"/>
                  </a:lnTo>
                  <a:cubicBezTo>
                    <a:pt x="0" y="3495"/>
                    <a:pt x="0" y="3561"/>
                    <a:pt x="34" y="3595"/>
                  </a:cubicBezTo>
                  <a:cubicBezTo>
                    <a:pt x="67" y="3595"/>
                    <a:pt x="67" y="3628"/>
                    <a:pt x="100" y="3628"/>
                  </a:cubicBezTo>
                  <a:cubicBezTo>
                    <a:pt x="134" y="3628"/>
                    <a:pt x="134" y="3595"/>
                    <a:pt x="167" y="3595"/>
                  </a:cubicBezTo>
                  <a:lnTo>
                    <a:pt x="4504" y="159"/>
                  </a:lnTo>
                  <a:cubicBezTo>
                    <a:pt x="4537" y="126"/>
                    <a:pt x="4537" y="59"/>
                    <a:pt x="4504" y="26"/>
                  </a:cubicBezTo>
                  <a:cubicBezTo>
                    <a:pt x="4487" y="9"/>
                    <a:pt x="4462" y="1"/>
                    <a:pt x="443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39"/>
            <p:cNvSpPr/>
            <p:nvPr/>
          </p:nvSpPr>
          <p:spPr>
            <a:xfrm>
              <a:off x="4768575" y="2702875"/>
              <a:ext cx="70075" cy="218025"/>
            </a:xfrm>
            <a:custGeom>
              <a:rect b="b" l="l" r="r" t="t"/>
              <a:pathLst>
                <a:path extrusionOk="0" h="8721" w="2803">
                  <a:moveTo>
                    <a:pt x="117" y="0"/>
                  </a:moveTo>
                  <a:cubicBezTo>
                    <a:pt x="103" y="0"/>
                    <a:pt x="87" y="4"/>
                    <a:pt x="67" y="14"/>
                  </a:cubicBezTo>
                  <a:cubicBezTo>
                    <a:pt x="34" y="14"/>
                    <a:pt x="1" y="47"/>
                    <a:pt x="34" y="114"/>
                  </a:cubicBezTo>
                  <a:lnTo>
                    <a:pt x="2636" y="8653"/>
                  </a:lnTo>
                  <a:cubicBezTo>
                    <a:pt x="2636" y="8687"/>
                    <a:pt x="2669" y="8720"/>
                    <a:pt x="2702" y="8720"/>
                  </a:cubicBezTo>
                  <a:lnTo>
                    <a:pt x="2736" y="8720"/>
                  </a:lnTo>
                  <a:cubicBezTo>
                    <a:pt x="2803" y="8687"/>
                    <a:pt x="2803" y="8653"/>
                    <a:pt x="2803" y="8587"/>
                  </a:cubicBezTo>
                  <a:lnTo>
                    <a:pt x="167" y="47"/>
                  </a:lnTo>
                  <a:cubicBezTo>
                    <a:pt x="167" y="24"/>
                    <a:pt x="151" y="0"/>
                    <a:pt x="11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39"/>
            <p:cNvSpPr/>
            <p:nvPr/>
          </p:nvSpPr>
          <p:spPr>
            <a:xfrm>
              <a:off x="4731050" y="2900525"/>
              <a:ext cx="108425" cy="20375"/>
            </a:xfrm>
            <a:custGeom>
              <a:rect b="b" l="l" r="r" t="t"/>
              <a:pathLst>
                <a:path extrusionOk="0" h="815" w="4337">
                  <a:moveTo>
                    <a:pt x="54" y="0"/>
                  </a:moveTo>
                  <a:cubicBezTo>
                    <a:pt x="18" y="0"/>
                    <a:pt x="0" y="31"/>
                    <a:pt x="0" y="80"/>
                  </a:cubicBezTo>
                  <a:cubicBezTo>
                    <a:pt x="0" y="114"/>
                    <a:pt x="34" y="180"/>
                    <a:pt x="67" y="180"/>
                  </a:cubicBezTo>
                  <a:lnTo>
                    <a:pt x="4203" y="814"/>
                  </a:lnTo>
                  <a:lnTo>
                    <a:pt x="4237" y="814"/>
                  </a:lnTo>
                  <a:cubicBezTo>
                    <a:pt x="4337" y="814"/>
                    <a:pt x="4337" y="647"/>
                    <a:pt x="4237" y="647"/>
                  </a:cubicBezTo>
                  <a:lnTo>
                    <a:pt x="101" y="14"/>
                  </a:lnTo>
                  <a:cubicBezTo>
                    <a:pt x="83" y="5"/>
                    <a:pt x="67" y="0"/>
                    <a:pt x="5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39"/>
            <p:cNvSpPr/>
            <p:nvPr/>
          </p:nvSpPr>
          <p:spPr>
            <a:xfrm>
              <a:off x="5117150" y="2799100"/>
              <a:ext cx="377800" cy="42575"/>
            </a:xfrm>
            <a:custGeom>
              <a:rect b="b" l="l" r="r" t="t"/>
              <a:pathLst>
                <a:path extrusionOk="0" h="1703" w="15112">
                  <a:moveTo>
                    <a:pt x="234" y="1"/>
                  </a:moveTo>
                  <a:cubicBezTo>
                    <a:pt x="134" y="1"/>
                    <a:pt x="34" y="101"/>
                    <a:pt x="1" y="201"/>
                  </a:cubicBezTo>
                  <a:cubicBezTo>
                    <a:pt x="1" y="301"/>
                    <a:pt x="68" y="401"/>
                    <a:pt x="201" y="401"/>
                  </a:cubicBezTo>
                  <a:lnTo>
                    <a:pt x="14911" y="1702"/>
                  </a:lnTo>
                  <a:cubicBezTo>
                    <a:pt x="15012" y="1702"/>
                    <a:pt x="15112" y="1636"/>
                    <a:pt x="15112" y="1502"/>
                  </a:cubicBezTo>
                  <a:cubicBezTo>
                    <a:pt x="15112" y="1402"/>
                    <a:pt x="15045" y="1302"/>
                    <a:pt x="14945" y="1302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39"/>
            <p:cNvSpPr/>
            <p:nvPr/>
          </p:nvSpPr>
          <p:spPr>
            <a:xfrm>
              <a:off x="4934525" y="2671075"/>
              <a:ext cx="206000" cy="262325"/>
            </a:xfrm>
            <a:custGeom>
              <a:rect b="b" l="l" r="r" t="t"/>
              <a:pathLst>
                <a:path extrusionOk="0" h="10493" w="8240">
                  <a:moveTo>
                    <a:pt x="5810" y="682"/>
                  </a:moveTo>
                  <a:cubicBezTo>
                    <a:pt x="6117" y="682"/>
                    <a:pt x="6397" y="751"/>
                    <a:pt x="6639" y="886"/>
                  </a:cubicBezTo>
                  <a:cubicBezTo>
                    <a:pt x="7239" y="1253"/>
                    <a:pt x="7573" y="2020"/>
                    <a:pt x="7573" y="3054"/>
                  </a:cubicBezTo>
                  <a:cubicBezTo>
                    <a:pt x="7573" y="5355"/>
                    <a:pt x="5938" y="8191"/>
                    <a:pt x="3937" y="9358"/>
                  </a:cubicBezTo>
                  <a:cubicBezTo>
                    <a:pt x="3388" y="9663"/>
                    <a:pt x="2864" y="9820"/>
                    <a:pt x="2402" y="9820"/>
                  </a:cubicBezTo>
                  <a:cubicBezTo>
                    <a:pt x="2106" y="9820"/>
                    <a:pt x="1836" y="9755"/>
                    <a:pt x="1602" y="9625"/>
                  </a:cubicBezTo>
                  <a:cubicBezTo>
                    <a:pt x="1001" y="9258"/>
                    <a:pt x="668" y="8491"/>
                    <a:pt x="668" y="7457"/>
                  </a:cubicBezTo>
                  <a:cubicBezTo>
                    <a:pt x="668" y="5122"/>
                    <a:pt x="2269" y="2320"/>
                    <a:pt x="4304" y="1152"/>
                  </a:cubicBezTo>
                  <a:cubicBezTo>
                    <a:pt x="4841" y="834"/>
                    <a:pt x="5355" y="682"/>
                    <a:pt x="5810" y="682"/>
                  </a:cubicBezTo>
                  <a:close/>
                  <a:moveTo>
                    <a:pt x="5790" y="1"/>
                  </a:moveTo>
                  <a:cubicBezTo>
                    <a:pt x="5215" y="1"/>
                    <a:pt x="4587" y="189"/>
                    <a:pt x="3937" y="552"/>
                  </a:cubicBezTo>
                  <a:cubicBezTo>
                    <a:pt x="1769" y="1820"/>
                    <a:pt x="1" y="4922"/>
                    <a:pt x="1" y="7457"/>
                  </a:cubicBezTo>
                  <a:cubicBezTo>
                    <a:pt x="1" y="8758"/>
                    <a:pt x="434" y="9725"/>
                    <a:pt x="1268" y="10192"/>
                  </a:cubicBezTo>
                  <a:cubicBezTo>
                    <a:pt x="1602" y="10392"/>
                    <a:pt x="2002" y="10493"/>
                    <a:pt x="2436" y="10493"/>
                  </a:cubicBezTo>
                  <a:cubicBezTo>
                    <a:pt x="3069" y="10459"/>
                    <a:pt x="3737" y="10259"/>
                    <a:pt x="4304" y="9925"/>
                  </a:cubicBezTo>
                  <a:cubicBezTo>
                    <a:pt x="6472" y="8658"/>
                    <a:pt x="8240" y="5589"/>
                    <a:pt x="8240" y="3054"/>
                  </a:cubicBezTo>
                  <a:cubicBezTo>
                    <a:pt x="8240" y="1753"/>
                    <a:pt x="7806" y="786"/>
                    <a:pt x="6972" y="319"/>
                  </a:cubicBezTo>
                  <a:cubicBezTo>
                    <a:pt x="6616" y="105"/>
                    <a:pt x="6218" y="1"/>
                    <a:pt x="579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39"/>
            <p:cNvSpPr/>
            <p:nvPr/>
          </p:nvSpPr>
          <p:spPr>
            <a:xfrm>
              <a:off x="4981225" y="2729925"/>
              <a:ext cx="112600" cy="145075"/>
            </a:xfrm>
            <a:custGeom>
              <a:rect b="b" l="l" r="r" t="t"/>
              <a:pathLst>
                <a:path extrusionOk="0" h="5803" w="4504">
                  <a:moveTo>
                    <a:pt x="3264" y="0"/>
                  </a:moveTo>
                  <a:cubicBezTo>
                    <a:pt x="2964" y="0"/>
                    <a:pt x="2626" y="97"/>
                    <a:pt x="2269" y="300"/>
                  </a:cubicBezTo>
                  <a:cubicBezTo>
                    <a:pt x="935" y="1167"/>
                    <a:pt x="101" y="2601"/>
                    <a:pt x="1" y="4202"/>
                  </a:cubicBezTo>
                  <a:cubicBezTo>
                    <a:pt x="1" y="5221"/>
                    <a:pt x="506" y="5803"/>
                    <a:pt x="1253" y="5803"/>
                  </a:cubicBezTo>
                  <a:cubicBezTo>
                    <a:pt x="1557" y="5803"/>
                    <a:pt x="1902" y="5706"/>
                    <a:pt x="2269" y="5503"/>
                  </a:cubicBezTo>
                  <a:cubicBezTo>
                    <a:pt x="3570" y="4636"/>
                    <a:pt x="4404" y="3168"/>
                    <a:pt x="4504" y="1600"/>
                  </a:cubicBezTo>
                  <a:cubicBezTo>
                    <a:pt x="4504" y="581"/>
                    <a:pt x="3999" y="0"/>
                    <a:pt x="326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39"/>
            <p:cNvSpPr/>
            <p:nvPr/>
          </p:nvSpPr>
          <p:spPr>
            <a:xfrm>
              <a:off x="5467400" y="2716175"/>
              <a:ext cx="206850" cy="262250"/>
            </a:xfrm>
            <a:custGeom>
              <a:rect b="b" l="l" r="r" t="t"/>
              <a:pathLst>
                <a:path extrusionOk="0" h="10490" w="8274">
                  <a:moveTo>
                    <a:pt x="5838" y="683"/>
                  </a:moveTo>
                  <a:cubicBezTo>
                    <a:pt x="6105" y="683"/>
                    <a:pt x="6405" y="749"/>
                    <a:pt x="6639" y="883"/>
                  </a:cubicBezTo>
                  <a:cubicBezTo>
                    <a:pt x="7273" y="1250"/>
                    <a:pt x="7606" y="2017"/>
                    <a:pt x="7606" y="3051"/>
                  </a:cubicBezTo>
                  <a:cubicBezTo>
                    <a:pt x="7606" y="5353"/>
                    <a:pt x="5972" y="8188"/>
                    <a:pt x="3970" y="9356"/>
                  </a:cubicBezTo>
                  <a:cubicBezTo>
                    <a:pt x="3421" y="9661"/>
                    <a:pt x="2885" y="9817"/>
                    <a:pt x="2414" y="9817"/>
                  </a:cubicBezTo>
                  <a:cubicBezTo>
                    <a:pt x="2112" y="9817"/>
                    <a:pt x="1836" y="9753"/>
                    <a:pt x="1602" y="9623"/>
                  </a:cubicBezTo>
                  <a:cubicBezTo>
                    <a:pt x="1002" y="9256"/>
                    <a:pt x="668" y="8488"/>
                    <a:pt x="668" y="7454"/>
                  </a:cubicBezTo>
                  <a:cubicBezTo>
                    <a:pt x="668" y="5119"/>
                    <a:pt x="2302" y="2317"/>
                    <a:pt x="4304" y="1150"/>
                  </a:cubicBezTo>
                  <a:cubicBezTo>
                    <a:pt x="4771" y="850"/>
                    <a:pt x="5271" y="716"/>
                    <a:pt x="5838" y="683"/>
                  </a:cubicBezTo>
                  <a:close/>
                  <a:moveTo>
                    <a:pt x="5833" y="1"/>
                  </a:moveTo>
                  <a:cubicBezTo>
                    <a:pt x="5260" y="1"/>
                    <a:pt x="4626" y="197"/>
                    <a:pt x="3970" y="583"/>
                  </a:cubicBezTo>
                  <a:cubicBezTo>
                    <a:pt x="1769" y="1850"/>
                    <a:pt x="1" y="4919"/>
                    <a:pt x="1" y="7454"/>
                  </a:cubicBezTo>
                  <a:cubicBezTo>
                    <a:pt x="1" y="8755"/>
                    <a:pt x="434" y="9723"/>
                    <a:pt x="1268" y="10190"/>
                  </a:cubicBezTo>
                  <a:cubicBezTo>
                    <a:pt x="1635" y="10390"/>
                    <a:pt x="2036" y="10490"/>
                    <a:pt x="2436" y="10490"/>
                  </a:cubicBezTo>
                  <a:cubicBezTo>
                    <a:pt x="3103" y="10490"/>
                    <a:pt x="3737" y="10290"/>
                    <a:pt x="4304" y="9923"/>
                  </a:cubicBezTo>
                  <a:cubicBezTo>
                    <a:pt x="6472" y="8655"/>
                    <a:pt x="8273" y="5586"/>
                    <a:pt x="8273" y="3051"/>
                  </a:cubicBezTo>
                  <a:cubicBezTo>
                    <a:pt x="8273" y="1750"/>
                    <a:pt x="7806" y="783"/>
                    <a:pt x="6972" y="316"/>
                  </a:cubicBezTo>
                  <a:cubicBezTo>
                    <a:pt x="6635" y="105"/>
                    <a:pt x="6250" y="1"/>
                    <a:pt x="583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39"/>
            <p:cNvSpPr/>
            <p:nvPr/>
          </p:nvSpPr>
          <p:spPr>
            <a:xfrm>
              <a:off x="5514950" y="2774950"/>
              <a:ext cx="111775" cy="145075"/>
            </a:xfrm>
            <a:custGeom>
              <a:rect b="b" l="l" r="r" t="t"/>
              <a:pathLst>
                <a:path extrusionOk="0" h="5803" w="4471">
                  <a:moveTo>
                    <a:pt x="3230" y="0"/>
                  </a:moveTo>
                  <a:cubicBezTo>
                    <a:pt x="2930" y="0"/>
                    <a:pt x="2593" y="97"/>
                    <a:pt x="2235" y="300"/>
                  </a:cubicBezTo>
                  <a:cubicBezTo>
                    <a:pt x="901" y="1167"/>
                    <a:pt x="67" y="2602"/>
                    <a:pt x="0" y="4203"/>
                  </a:cubicBezTo>
                  <a:cubicBezTo>
                    <a:pt x="0" y="5222"/>
                    <a:pt x="488" y="5803"/>
                    <a:pt x="1226" y="5803"/>
                  </a:cubicBezTo>
                  <a:cubicBezTo>
                    <a:pt x="1526" y="5803"/>
                    <a:pt x="1868" y="5706"/>
                    <a:pt x="2235" y="5504"/>
                  </a:cubicBezTo>
                  <a:cubicBezTo>
                    <a:pt x="3569" y="4636"/>
                    <a:pt x="4370" y="3169"/>
                    <a:pt x="4470" y="1601"/>
                  </a:cubicBezTo>
                  <a:cubicBezTo>
                    <a:pt x="4470" y="582"/>
                    <a:pt x="3965" y="0"/>
                    <a:pt x="323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39"/>
            <p:cNvSpPr/>
            <p:nvPr/>
          </p:nvSpPr>
          <p:spPr>
            <a:xfrm>
              <a:off x="5326475" y="2325225"/>
              <a:ext cx="143450" cy="182025"/>
            </a:xfrm>
            <a:custGeom>
              <a:rect b="b" l="l" r="r" t="t"/>
              <a:pathLst>
                <a:path extrusionOk="0" h="7281" w="5738">
                  <a:moveTo>
                    <a:pt x="4070" y="476"/>
                  </a:moveTo>
                  <a:cubicBezTo>
                    <a:pt x="4270" y="476"/>
                    <a:pt x="4437" y="509"/>
                    <a:pt x="4637" y="610"/>
                  </a:cubicBezTo>
                  <a:cubicBezTo>
                    <a:pt x="5037" y="876"/>
                    <a:pt x="5271" y="1410"/>
                    <a:pt x="5271" y="2111"/>
                  </a:cubicBezTo>
                  <a:cubicBezTo>
                    <a:pt x="5171" y="3879"/>
                    <a:pt x="4237" y="5513"/>
                    <a:pt x="2769" y="6480"/>
                  </a:cubicBezTo>
                  <a:cubicBezTo>
                    <a:pt x="2382" y="6705"/>
                    <a:pt x="2019" y="6817"/>
                    <a:pt x="1697" y="6817"/>
                  </a:cubicBezTo>
                  <a:cubicBezTo>
                    <a:pt x="1492" y="6817"/>
                    <a:pt x="1303" y="6771"/>
                    <a:pt x="1135" y="6681"/>
                  </a:cubicBezTo>
                  <a:cubicBezTo>
                    <a:pt x="701" y="6414"/>
                    <a:pt x="467" y="5880"/>
                    <a:pt x="467" y="5179"/>
                  </a:cubicBezTo>
                  <a:cubicBezTo>
                    <a:pt x="568" y="3378"/>
                    <a:pt x="1502" y="1777"/>
                    <a:pt x="3003" y="810"/>
                  </a:cubicBezTo>
                  <a:cubicBezTo>
                    <a:pt x="3303" y="610"/>
                    <a:pt x="3670" y="476"/>
                    <a:pt x="4070" y="476"/>
                  </a:cubicBezTo>
                  <a:close/>
                  <a:moveTo>
                    <a:pt x="4051" y="1"/>
                  </a:moveTo>
                  <a:cubicBezTo>
                    <a:pt x="3653" y="1"/>
                    <a:pt x="3217" y="137"/>
                    <a:pt x="2769" y="409"/>
                  </a:cubicBezTo>
                  <a:cubicBezTo>
                    <a:pt x="1135" y="1443"/>
                    <a:pt x="101" y="3211"/>
                    <a:pt x="0" y="5179"/>
                  </a:cubicBezTo>
                  <a:cubicBezTo>
                    <a:pt x="0" y="6080"/>
                    <a:pt x="334" y="6747"/>
                    <a:pt x="901" y="7081"/>
                  </a:cubicBezTo>
                  <a:cubicBezTo>
                    <a:pt x="1135" y="7214"/>
                    <a:pt x="1435" y="7281"/>
                    <a:pt x="1702" y="7281"/>
                  </a:cubicBezTo>
                  <a:cubicBezTo>
                    <a:pt x="2169" y="7248"/>
                    <a:pt x="2602" y="7114"/>
                    <a:pt x="2969" y="6881"/>
                  </a:cubicBezTo>
                  <a:cubicBezTo>
                    <a:pt x="4604" y="5813"/>
                    <a:pt x="5638" y="4045"/>
                    <a:pt x="5738" y="2111"/>
                  </a:cubicBezTo>
                  <a:cubicBezTo>
                    <a:pt x="5738" y="1210"/>
                    <a:pt x="5404" y="543"/>
                    <a:pt x="4837" y="209"/>
                  </a:cubicBezTo>
                  <a:cubicBezTo>
                    <a:pt x="4601" y="70"/>
                    <a:pt x="4336" y="1"/>
                    <a:pt x="405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39"/>
            <p:cNvSpPr/>
            <p:nvPr/>
          </p:nvSpPr>
          <p:spPr>
            <a:xfrm>
              <a:off x="5359825" y="2365925"/>
              <a:ext cx="77575" cy="100850"/>
            </a:xfrm>
            <a:custGeom>
              <a:rect b="b" l="l" r="r" t="t"/>
              <a:pathLst>
                <a:path extrusionOk="0" h="4034" w="3103">
                  <a:moveTo>
                    <a:pt x="2239" y="0"/>
                  </a:moveTo>
                  <a:cubicBezTo>
                    <a:pt x="2027" y="0"/>
                    <a:pt x="1788" y="70"/>
                    <a:pt x="1535" y="216"/>
                  </a:cubicBezTo>
                  <a:cubicBezTo>
                    <a:pt x="635" y="816"/>
                    <a:pt x="34" y="1817"/>
                    <a:pt x="1" y="2918"/>
                  </a:cubicBezTo>
                  <a:cubicBezTo>
                    <a:pt x="1" y="3626"/>
                    <a:pt x="352" y="4034"/>
                    <a:pt x="853" y="4034"/>
                  </a:cubicBezTo>
                  <a:cubicBezTo>
                    <a:pt x="1060" y="4034"/>
                    <a:pt x="1292" y="3964"/>
                    <a:pt x="1535" y="3818"/>
                  </a:cubicBezTo>
                  <a:cubicBezTo>
                    <a:pt x="2469" y="3218"/>
                    <a:pt x="3036" y="2217"/>
                    <a:pt x="3103" y="1116"/>
                  </a:cubicBezTo>
                  <a:cubicBezTo>
                    <a:pt x="3103" y="408"/>
                    <a:pt x="2752" y="0"/>
                    <a:pt x="223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39"/>
            <p:cNvSpPr/>
            <p:nvPr/>
          </p:nvSpPr>
          <p:spPr>
            <a:xfrm>
              <a:off x="5022100" y="2207575"/>
              <a:ext cx="143450" cy="182100"/>
            </a:xfrm>
            <a:custGeom>
              <a:rect b="b" l="l" r="r" t="t"/>
              <a:pathLst>
                <a:path extrusionOk="0" h="7284" w="5738">
                  <a:moveTo>
                    <a:pt x="4024" y="450"/>
                  </a:moveTo>
                  <a:cubicBezTo>
                    <a:pt x="4243" y="450"/>
                    <a:pt x="4440" y="503"/>
                    <a:pt x="4603" y="612"/>
                  </a:cubicBezTo>
                  <a:cubicBezTo>
                    <a:pt x="5037" y="846"/>
                    <a:pt x="5271" y="1379"/>
                    <a:pt x="5271" y="2113"/>
                  </a:cubicBezTo>
                  <a:cubicBezTo>
                    <a:pt x="5170" y="3881"/>
                    <a:pt x="4236" y="5516"/>
                    <a:pt x="2769" y="6483"/>
                  </a:cubicBezTo>
                  <a:cubicBezTo>
                    <a:pt x="2394" y="6700"/>
                    <a:pt x="2042" y="6812"/>
                    <a:pt x="1728" y="6812"/>
                  </a:cubicBezTo>
                  <a:cubicBezTo>
                    <a:pt x="1511" y="6812"/>
                    <a:pt x="1311" y="6759"/>
                    <a:pt x="1134" y="6650"/>
                  </a:cubicBezTo>
                  <a:cubicBezTo>
                    <a:pt x="701" y="6416"/>
                    <a:pt x="467" y="5883"/>
                    <a:pt x="467" y="5149"/>
                  </a:cubicBezTo>
                  <a:cubicBezTo>
                    <a:pt x="567" y="3381"/>
                    <a:pt x="1501" y="1746"/>
                    <a:pt x="2969" y="779"/>
                  </a:cubicBezTo>
                  <a:cubicBezTo>
                    <a:pt x="3344" y="562"/>
                    <a:pt x="3707" y="450"/>
                    <a:pt x="4024" y="450"/>
                  </a:cubicBezTo>
                  <a:close/>
                  <a:moveTo>
                    <a:pt x="4033" y="1"/>
                  </a:moveTo>
                  <a:cubicBezTo>
                    <a:pt x="3635" y="1"/>
                    <a:pt x="3196" y="129"/>
                    <a:pt x="2735" y="379"/>
                  </a:cubicBezTo>
                  <a:cubicBezTo>
                    <a:pt x="1134" y="1446"/>
                    <a:pt x="100" y="3214"/>
                    <a:pt x="0" y="5149"/>
                  </a:cubicBezTo>
                  <a:cubicBezTo>
                    <a:pt x="0" y="6049"/>
                    <a:pt x="300" y="6750"/>
                    <a:pt x="867" y="7050"/>
                  </a:cubicBezTo>
                  <a:cubicBezTo>
                    <a:pt x="1134" y="7217"/>
                    <a:pt x="1401" y="7284"/>
                    <a:pt x="1701" y="7284"/>
                  </a:cubicBezTo>
                  <a:cubicBezTo>
                    <a:pt x="2135" y="7250"/>
                    <a:pt x="2569" y="7117"/>
                    <a:pt x="2969" y="6883"/>
                  </a:cubicBezTo>
                  <a:cubicBezTo>
                    <a:pt x="4603" y="5816"/>
                    <a:pt x="5604" y="4048"/>
                    <a:pt x="5738" y="2113"/>
                  </a:cubicBezTo>
                  <a:cubicBezTo>
                    <a:pt x="5738" y="1213"/>
                    <a:pt x="5404" y="545"/>
                    <a:pt x="4837" y="212"/>
                  </a:cubicBezTo>
                  <a:cubicBezTo>
                    <a:pt x="4596" y="70"/>
                    <a:pt x="4326" y="1"/>
                    <a:pt x="403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39"/>
            <p:cNvSpPr/>
            <p:nvPr/>
          </p:nvSpPr>
          <p:spPr>
            <a:xfrm>
              <a:off x="5054625" y="2248325"/>
              <a:ext cx="78400" cy="100050"/>
            </a:xfrm>
            <a:custGeom>
              <a:rect b="b" l="l" r="r" t="t"/>
              <a:pathLst>
                <a:path extrusionOk="0" h="4002" w="3136">
                  <a:moveTo>
                    <a:pt x="2272" y="1"/>
                  </a:moveTo>
                  <a:cubicBezTo>
                    <a:pt x="2060" y="1"/>
                    <a:pt x="1821" y="70"/>
                    <a:pt x="1568" y="216"/>
                  </a:cubicBezTo>
                  <a:cubicBezTo>
                    <a:pt x="634" y="817"/>
                    <a:pt x="67" y="1818"/>
                    <a:pt x="0" y="2918"/>
                  </a:cubicBezTo>
                  <a:cubicBezTo>
                    <a:pt x="0" y="3602"/>
                    <a:pt x="349" y="4002"/>
                    <a:pt x="860" y="4002"/>
                  </a:cubicBezTo>
                  <a:cubicBezTo>
                    <a:pt x="1073" y="4002"/>
                    <a:pt x="1313" y="3933"/>
                    <a:pt x="1568" y="3786"/>
                  </a:cubicBezTo>
                  <a:cubicBezTo>
                    <a:pt x="2468" y="3185"/>
                    <a:pt x="3069" y="2184"/>
                    <a:pt x="3136" y="1117"/>
                  </a:cubicBezTo>
                  <a:cubicBezTo>
                    <a:pt x="3136" y="409"/>
                    <a:pt x="2784" y="1"/>
                    <a:pt x="227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39"/>
            <p:cNvSpPr/>
            <p:nvPr/>
          </p:nvSpPr>
          <p:spPr>
            <a:xfrm>
              <a:off x="4983725" y="1892250"/>
              <a:ext cx="109575" cy="133825"/>
            </a:xfrm>
            <a:custGeom>
              <a:rect b="b" l="l" r="r" t="t"/>
              <a:pathLst>
                <a:path extrusionOk="0" h="5353" w="4383">
                  <a:moveTo>
                    <a:pt x="2909" y="347"/>
                  </a:moveTo>
                  <a:cubicBezTo>
                    <a:pt x="3501" y="347"/>
                    <a:pt x="4047" y="887"/>
                    <a:pt x="3903" y="1583"/>
                  </a:cubicBezTo>
                  <a:cubicBezTo>
                    <a:pt x="3837" y="2884"/>
                    <a:pt x="3136" y="4085"/>
                    <a:pt x="2069" y="4786"/>
                  </a:cubicBezTo>
                  <a:cubicBezTo>
                    <a:pt x="1863" y="4973"/>
                    <a:pt x="1623" y="5055"/>
                    <a:pt x="1389" y="5055"/>
                  </a:cubicBezTo>
                  <a:cubicBezTo>
                    <a:pt x="790" y="5055"/>
                    <a:pt x="233" y="4514"/>
                    <a:pt x="401" y="3818"/>
                  </a:cubicBezTo>
                  <a:cubicBezTo>
                    <a:pt x="468" y="2518"/>
                    <a:pt x="1135" y="1317"/>
                    <a:pt x="2236" y="616"/>
                  </a:cubicBezTo>
                  <a:cubicBezTo>
                    <a:pt x="2441" y="429"/>
                    <a:pt x="2679" y="347"/>
                    <a:pt x="2909" y="347"/>
                  </a:cubicBezTo>
                  <a:close/>
                  <a:moveTo>
                    <a:pt x="2917" y="1"/>
                  </a:moveTo>
                  <a:cubicBezTo>
                    <a:pt x="2629" y="1"/>
                    <a:pt x="2333" y="97"/>
                    <a:pt x="2069" y="316"/>
                  </a:cubicBezTo>
                  <a:cubicBezTo>
                    <a:pt x="868" y="1116"/>
                    <a:pt x="134" y="2384"/>
                    <a:pt x="34" y="3818"/>
                  </a:cubicBezTo>
                  <a:cubicBezTo>
                    <a:pt x="1" y="4352"/>
                    <a:pt x="234" y="4919"/>
                    <a:pt x="701" y="5219"/>
                  </a:cubicBezTo>
                  <a:cubicBezTo>
                    <a:pt x="868" y="5320"/>
                    <a:pt x="1068" y="5353"/>
                    <a:pt x="1302" y="5353"/>
                  </a:cubicBezTo>
                  <a:cubicBezTo>
                    <a:pt x="1635" y="5353"/>
                    <a:pt x="1935" y="5253"/>
                    <a:pt x="2236" y="5053"/>
                  </a:cubicBezTo>
                  <a:cubicBezTo>
                    <a:pt x="3436" y="4285"/>
                    <a:pt x="4170" y="2985"/>
                    <a:pt x="4237" y="1583"/>
                  </a:cubicBezTo>
                  <a:cubicBezTo>
                    <a:pt x="4383" y="686"/>
                    <a:pt x="3682" y="1"/>
                    <a:pt x="291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39"/>
            <p:cNvSpPr/>
            <p:nvPr/>
          </p:nvSpPr>
          <p:spPr>
            <a:xfrm>
              <a:off x="5008750" y="1922900"/>
              <a:ext cx="57575" cy="73750"/>
            </a:xfrm>
            <a:custGeom>
              <a:rect b="b" l="l" r="r" t="t"/>
              <a:pathLst>
                <a:path extrusionOk="0" h="2950" w="2303">
                  <a:moveTo>
                    <a:pt x="1662" y="1"/>
                  </a:moveTo>
                  <a:cubicBezTo>
                    <a:pt x="1510" y="1"/>
                    <a:pt x="1342" y="51"/>
                    <a:pt x="1168" y="157"/>
                  </a:cubicBezTo>
                  <a:cubicBezTo>
                    <a:pt x="467" y="591"/>
                    <a:pt x="67" y="1325"/>
                    <a:pt x="0" y="2125"/>
                  </a:cubicBezTo>
                  <a:cubicBezTo>
                    <a:pt x="0" y="2647"/>
                    <a:pt x="270" y="2949"/>
                    <a:pt x="653" y="2949"/>
                  </a:cubicBezTo>
                  <a:cubicBezTo>
                    <a:pt x="809" y="2949"/>
                    <a:pt x="984" y="2899"/>
                    <a:pt x="1168" y="2793"/>
                  </a:cubicBezTo>
                  <a:cubicBezTo>
                    <a:pt x="1835" y="2359"/>
                    <a:pt x="2269" y="1625"/>
                    <a:pt x="2302" y="825"/>
                  </a:cubicBezTo>
                  <a:cubicBezTo>
                    <a:pt x="2302" y="303"/>
                    <a:pt x="2033" y="1"/>
                    <a:pt x="166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39"/>
            <p:cNvSpPr/>
            <p:nvPr/>
          </p:nvSpPr>
          <p:spPr>
            <a:xfrm>
              <a:off x="5183875" y="20010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33" y="1"/>
                  </a:moveTo>
                  <a:cubicBezTo>
                    <a:pt x="843" y="1"/>
                    <a:pt x="741" y="32"/>
                    <a:pt x="634" y="100"/>
                  </a:cubicBezTo>
                  <a:cubicBezTo>
                    <a:pt x="267" y="334"/>
                    <a:pt x="0" y="767"/>
                    <a:pt x="0" y="1234"/>
                  </a:cubicBezTo>
                  <a:cubicBezTo>
                    <a:pt x="0" y="1519"/>
                    <a:pt x="153" y="1686"/>
                    <a:pt x="361" y="1686"/>
                  </a:cubicBezTo>
                  <a:cubicBezTo>
                    <a:pt x="445" y="1686"/>
                    <a:pt x="538" y="1659"/>
                    <a:pt x="634" y="1601"/>
                  </a:cubicBezTo>
                  <a:cubicBezTo>
                    <a:pt x="1034" y="1334"/>
                    <a:pt x="1268" y="934"/>
                    <a:pt x="1301" y="467"/>
                  </a:cubicBezTo>
                  <a:cubicBezTo>
                    <a:pt x="1301" y="184"/>
                    <a:pt x="1151" y="1"/>
                    <a:pt x="93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39"/>
            <p:cNvSpPr/>
            <p:nvPr/>
          </p:nvSpPr>
          <p:spPr>
            <a:xfrm>
              <a:off x="4935350" y="2325000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0"/>
                  </a:moveTo>
                  <a:cubicBezTo>
                    <a:pt x="840" y="0"/>
                    <a:pt x="740" y="27"/>
                    <a:pt x="635" y="85"/>
                  </a:cubicBezTo>
                  <a:cubicBezTo>
                    <a:pt x="268" y="352"/>
                    <a:pt x="1" y="752"/>
                    <a:pt x="1" y="1219"/>
                  </a:cubicBezTo>
                  <a:cubicBezTo>
                    <a:pt x="1" y="1502"/>
                    <a:pt x="151" y="1685"/>
                    <a:pt x="358" y="1685"/>
                  </a:cubicBezTo>
                  <a:cubicBezTo>
                    <a:pt x="443" y="1685"/>
                    <a:pt x="537" y="1654"/>
                    <a:pt x="635" y="1586"/>
                  </a:cubicBezTo>
                  <a:cubicBezTo>
                    <a:pt x="1035" y="1352"/>
                    <a:pt x="1269" y="919"/>
                    <a:pt x="1302" y="452"/>
                  </a:cubicBezTo>
                  <a:cubicBezTo>
                    <a:pt x="1302" y="167"/>
                    <a:pt x="1150" y="0"/>
                    <a:pt x="92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39"/>
            <p:cNvSpPr/>
            <p:nvPr/>
          </p:nvSpPr>
          <p:spPr>
            <a:xfrm>
              <a:off x="4892825" y="26965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45" y="1"/>
                  </a:moveTo>
                  <a:cubicBezTo>
                    <a:pt x="860" y="1"/>
                    <a:pt x="765" y="32"/>
                    <a:pt x="668" y="100"/>
                  </a:cubicBezTo>
                  <a:cubicBezTo>
                    <a:pt x="268" y="334"/>
                    <a:pt x="34" y="767"/>
                    <a:pt x="1" y="1234"/>
                  </a:cubicBezTo>
                  <a:cubicBezTo>
                    <a:pt x="1" y="1519"/>
                    <a:pt x="153" y="1686"/>
                    <a:pt x="373" y="1686"/>
                  </a:cubicBezTo>
                  <a:cubicBezTo>
                    <a:pt x="462" y="1686"/>
                    <a:pt x="562" y="1659"/>
                    <a:pt x="668" y="1601"/>
                  </a:cubicBezTo>
                  <a:cubicBezTo>
                    <a:pt x="1035" y="1334"/>
                    <a:pt x="1268" y="934"/>
                    <a:pt x="1302" y="467"/>
                  </a:cubicBezTo>
                  <a:cubicBezTo>
                    <a:pt x="1302" y="184"/>
                    <a:pt x="1151" y="1"/>
                    <a:pt x="94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39"/>
            <p:cNvSpPr/>
            <p:nvPr/>
          </p:nvSpPr>
          <p:spPr>
            <a:xfrm>
              <a:off x="4751075" y="2679100"/>
              <a:ext cx="40050" cy="51575"/>
            </a:xfrm>
            <a:custGeom>
              <a:rect b="b" l="l" r="r" t="t"/>
              <a:pathLst>
                <a:path extrusionOk="0" h="2063" w="1602">
                  <a:moveTo>
                    <a:pt x="1144" y="1"/>
                  </a:moveTo>
                  <a:cubicBezTo>
                    <a:pt x="1039" y="1"/>
                    <a:pt x="923" y="32"/>
                    <a:pt x="801" y="98"/>
                  </a:cubicBezTo>
                  <a:cubicBezTo>
                    <a:pt x="334" y="431"/>
                    <a:pt x="33" y="932"/>
                    <a:pt x="0" y="1499"/>
                  </a:cubicBezTo>
                  <a:cubicBezTo>
                    <a:pt x="0" y="1858"/>
                    <a:pt x="190" y="2063"/>
                    <a:pt x="457" y="2063"/>
                  </a:cubicBezTo>
                  <a:cubicBezTo>
                    <a:pt x="562" y="2063"/>
                    <a:pt x="679" y="2031"/>
                    <a:pt x="801" y="1966"/>
                  </a:cubicBezTo>
                  <a:cubicBezTo>
                    <a:pt x="1268" y="1665"/>
                    <a:pt x="1568" y="1132"/>
                    <a:pt x="1601" y="565"/>
                  </a:cubicBezTo>
                  <a:cubicBezTo>
                    <a:pt x="1601" y="205"/>
                    <a:pt x="1412" y="1"/>
                    <a:pt x="114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39"/>
            <p:cNvSpPr/>
            <p:nvPr/>
          </p:nvSpPr>
          <p:spPr>
            <a:xfrm>
              <a:off x="4720200" y="2886550"/>
              <a:ext cx="25050" cy="32425"/>
            </a:xfrm>
            <a:custGeom>
              <a:rect b="b" l="l" r="r" t="t"/>
              <a:pathLst>
                <a:path extrusionOk="0" h="1297" w="1002">
                  <a:moveTo>
                    <a:pt x="721" y="0"/>
                  </a:moveTo>
                  <a:cubicBezTo>
                    <a:pt x="654" y="0"/>
                    <a:pt x="579" y="24"/>
                    <a:pt x="501" y="72"/>
                  </a:cubicBezTo>
                  <a:cubicBezTo>
                    <a:pt x="201" y="272"/>
                    <a:pt x="1" y="573"/>
                    <a:pt x="1" y="940"/>
                  </a:cubicBezTo>
                  <a:cubicBezTo>
                    <a:pt x="1" y="1178"/>
                    <a:pt x="120" y="1297"/>
                    <a:pt x="285" y="1297"/>
                  </a:cubicBezTo>
                  <a:cubicBezTo>
                    <a:pt x="351" y="1297"/>
                    <a:pt x="425" y="1278"/>
                    <a:pt x="501" y="1240"/>
                  </a:cubicBezTo>
                  <a:cubicBezTo>
                    <a:pt x="801" y="1040"/>
                    <a:pt x="968" y="706"/>
                    <a:pt x="1002" y="372"/>
                  </a:cubicBezTo>
                  <a:cubicBezTo>
                    <a:pt x="1002" y="136"/>
                    <a:pt x="885" y="0"/>
                    <a:pt x="72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39"/>
            <p:cNvSpPr/>
            <p:nvPr/>
          </p:nvSpPr>
          <p:spPr>
            <a:xfrm>
              <a:off x="4810275" y="2884750"/>
              <a:ext cx="51725" cy="67250"/>
            </a:xfrm>
            <a:custGeom>
              <a:rect b="b" l="l" r="r" t="t"/>
              <a:pathLst>
                <a:path extrusionOk="0" h="2690" w="2069">
                  <a:moveTo>
                    <a:pt x="1496" y="1"/>
                  </a:moveTo>
                  <a:cubicBezTo>
                    <a:pt x="1357" y="1"/>
                    <a:pt x="1200" y="47"/>
                    <a:pt x="1034" y="144"/>
                  </a:cubicBezTo>
                  <a:cubicBezTo>
                    <a:pt x="434" y="545"/>
                    <a:pt x="34" y="1212"/>
                    <a:pt x="0" y="1946"/>
                  </a:cubicBezTo>
                  <a:cubicBezTo>
                    <a:pt x="0" y="2418"/>
                    <a:pt x="235" y="2690"/>
                    <a:pt x="572" y="2690"/>
                  </a:cubicBezTo>
                  <a:cubicBezTo>
                    <a:pt x="712" y="2690"/>
                    <a:pt x="869" y="2643"/>
                    <a:pt x="1034" y="2546"/>
                  </a:cubicBezTo>
                  <a:cubicBezTo>
                    <a:pt x="1668" y="2146"/>
                    <a:pt x="2035" y="1479"/>
                    <a:pt x="2069" y="745"/>
                  </a:cubicBezTo>
                  <a:cubicBezTo>
                    <a:pt x="2069" y="272"/>
                    <a:pt x="1834" y="1"/>
                    <a:pt x="149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39"/>
            <p:cNvSpPr/>
            <p:nvPr/>
          </p:nvSpPr>
          <p:spPr>
            <a:xfrm>
              <a:off x="5251425" y="1607650"/>
              <a:ext cx="54225" cy="70775"/>
            </a:xfrm>
            <a:custGeom>
              <a:rect b="b" l="l" r="r" t="t"/>
              <a:pathLst>
                <a:path extrusionOk="0" h="2831" w="2169">
                  <a:moveTo>
                    <a:pt x="1585" y="1"/>
                  </a:moveTo>
                  <a:cubicBezTo>
                    <a:pt x="1440" y="1"/>
                    <a:pt x="1276" y="51"/>
                    <a:pt x="1101" y="158"/>
                  </a:cubicBezTo>
                  <a:cubicBezTo>
                    <a:pt x="434" y="559"/>
                    <a:pt x="34" y="1259"/>
                    <a:pt x="0" y="2060"/>
                  </a:cubicBezTo>
                  <a:cubicBezTo>
                    <a:pt x="0" y="2540"/>
                    <a:pt x="243" y="2830"/>
                    <a:pt x="615" y="2830"/>
                  </a:cubicBezTo>
                  <a:cubicBezTo>
                    <a:pt x="760" y="2830"/>
                    <a:pt x="924" y="2787"/>
                    <a:pt x="1101" y="2693"/>
                  </a:cubicBezTo>
                  <a:cubicBezTo>
                    <a:pt x="1735" y="2260"/>
                    <a:pt x="2135" y="1559"/>
                    <a:pt x="2169" y="792"/>
                  </a:cubicBezTo>
                  <a:cubicBezTo>
                    <a:pt x="2169" y="296"/>
                    <a:pt x="1935" y="1"/>
                    <a:pt x="158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39"/>
            <p:cNvSpPr/>
            <p:nvPr/>
          </p:nvSpPr>
          <p:spPr>
            <a:xfrm>
              <a:off x="5087975" y="1661175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1"/>
                  </a:moveTo>
                  <a:cubicBezTo>
                    <a:pt x="840" y="1"/>
                    <a:pt x="740" y="28"/>
                    <a:pt x="634" y="85"/>
                  </a:cubicBezTo>
                  <a:cubicBezTo>
                    <a:pt x="267" y="352"/>
                    <a:pt x="0" y="753"/>
                    <a:pt x="0" y="1220"/>
                  </a:cubicBezTo>
                  <a:cubicBezTo>
                    <a:pt x="0" y="1503"/>
                    <a:pt x="151" y="1686"/>
                    <a:pt x="357" y="1686"/>
                  </a:cubicBezTo>
                  <a:cubicBezTo>
                    <a:pt x="442" y="1686"/>
                    <a:pt x="537" y="1655"/>
                    <a:pt x="634" y="1587"/>
                  </a:cubicBezTo>
                  <a:cubicBezTo>
                    <a:pt x="1034" y="1353"/>
                    <a:pt x="1268" y="919"/>
                    <a:pt x="1301" y="452"/>
                  </a:cubicBezTo>
                  <a:cubicBezTo>
                    <a:pt x="1301" y="167"/>
                    <a:pt x="1149" y="1"/>
                    <a:pt x="92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9"/>
            <p:cNvSpPr/>
            <p:nvPr/>
          </p:nvSpPr>
          <p:spPr>
            <a:xfrm>
              <a:off x="4981225" y="2729925"/>
              <a:ext cx="112600" cy="145075"/>
            </a:xfrm>
            <a:custGeom>
              <a:rect b="b" l="l" r="r" t="t"/>
              <a:pathLst>
                <a:path extrusionOk="0" h="5803" w="4504">
                  <a:moveTo>
                    <a:pt x="3264" y="0"/>
                  </a:moveTo>
                  <a:cubicBezTo>
                    <a:pt x="2964" y="0"/>
                    <a:pt x="2626" y="97"/>
                    <a:pt x="2269" y="300"/>
                  </a:cubicBezTo>
                  <a:cubicBezTo>
                    <a:pt x="935" y="1167"/>
                    <a:pt x="101" y="2601"/>
                    <a:pt x="1" y="4202"/>
                  </a:cubicBezTo>
                  <a:cubicBezTo>
                    <a:pt x="1" y="5221"/>
                    <a:pt x="506" y="5803"/>
                    <a:pt x="1253" y="5803"/>
                  </a:cubicBezTo>
                  <a:cubicBezTo>
                    <a:pt x="1557" y="5803"/>
                    <a:pt x="1902" y="5706"/>
                    <a:pt x="2269" y="5503"/>
                  </a:cubicBezTo>
                  <a:cubicBezTo>
                    <a:pt x="3570" y="4636"/>
                    <a:pt x="4404" y="3168"/>
                    <a:pt x="4504" y="1600"/>
                  </a:cubicBezTo>
                  <a:cubicBezTo>
                    <a:pt x="4504" y="581"/>
                    <a:pt x="3999" y="0"/>
                    <a:pt x="326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39"/>
            <p:cNvSpPr/>
            <p:nvPr/>
          </p:nvSpPr>
          <p:spPr>
            <a:xfrm>
              <a:off x="5514950" y="2774950"/>
              <a:ext cx="111775" cy="145075"/>
            </a:xfrm>
            <a:custGeom>
              <a:rect b="b" l="l" r="r" t="t"/>
              <a:pathLst>
                <a:path extrusionOk="0" h="5803" w="4471">
                  <a:moveTo>
                    <a:pt x="3230" y="0"/>
                  </a:moveTo>
                  <a:cubicBezTo>
                    <a:pt x="2930" y="0"/>
                    <a:pt x="2593" y="97"/>
                    <a:pt x="2235" y="300"/>
                  </a:cubicBezTo>
                  <a:cubicBezTo>
                    <a:pt x="901" y="1167"/>
                    <a:pt x="67" y="2602"/>
                    <a:pt x="0" y="4203"/>
                  </a:cubicBezTo>
                  <a:cubicBezTo>
                    <a:pt x="0" y="5222"/>
                    <a:pt x="488" y="5803"/>
                    <a:pt x="1226" y="5803"/>
                  </a:cubicBezTo>
                  <a:cubicBezTo>
                    <a:pt x="1526" y="5803"/>
                    <a:pt x="1868" y="5706"/>
                    <a:pt x="2235" y="5504"/>
                  </a:cubicBezTo>
                  <a:cubicBezTo>
                    <a:pt x="3569" y="4636"/>
                    <a:pt x="4370" y="3169"/>
                    <a:pt x="4470" y="1601"/>
                  </a:cubicBezTo>
                  <a:cubicBezTo>
                    <a:pt x="4470" y="582"/>
                    <a:pt x="3965" y="0"/>
                    <a:pt x="32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39"/>
            <p:cNvSpPr/>
            <p:nvPr/>
          </p:nvSpPr>
          <p:spPr>
            <a:xfrm>
              <a:off x="5359825" y="2365925"/>
              <a:ext cx="77575" cy="100850"/>
            </a:xfrm>
            <a:custGeom>
              <a:rect b="b" l="l" r="r" t="t"/>
              <a:pathLst>
                <a:path extrusionOk="0" h="4034" w="3103">
                  <a:moveTo>
                    <a:pt x="2239" y="0"/>
                  </a:moveTo>
                  <a:cubicBezTo>
                    <a:pt x="2027" y="0"/>
                    <a:pt x="1788" y="70"/>
                    <a:pt x="1535" y="216"/>
                  </a:cubicBezTo>
                  <a:cubicBezTo>
                    <a:pt x="635" y="816"/>
                    <a:pt x="34" y="1817"/>
                    <a:pt x="1" y="2918"/>
                  </a:cubicBezTo>
                  <a:cubicBezTo>
                    <a:pt x="1" y="3626"/>
                    <a:pt x="352" y="4034"/>
                    <a:pt x="853" y="4034"/>
                  </a:cubicBezTo>
                  <a:cubicBezTo>
                    <a:pt x="1060" y="4034"/>
                    <a:pt x="1292" y="3964"/>
                    <a:pt x="1535" y="3818"/>
                  </a:cubicBezTo>
                  <a:cubicBezTo>
                    <a:pt x="2469" y="3218"/>
                    <a:pt x="3036" y="2217"/>
                    <a:pt x="3103" y="1116"/>
                  </a:cubicBezTo>
                  <a:cubicBezTo>
                    <a:pt x="3103" y="408"/>
                    <a:pt x="2752" y="0"/>
                    <a:pt x="223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39"/>
            <p:cNvSpPr/>
            <p:nvPr/>
          </p:nvSpPr>
          <p:spPr>
            <a:xfrm>
              <a:off x="5054625" y="2248325"/>
              <a:ext cx="78400" cy="100050"/>
            </a:xfrm>
            <a:custGeom>
              <a:rect b="b" l="l" r="r" t="t"/>
              <a:pathLst>
                <a:path extrusionOk="0" h="4002" w="3136">
                  <a:moveTo>
                    <a:pt x="2272" y="1"/>
                  </a:moveTo>
                  <a:cubicBezTo>
                    <a:pt x="2060" y="1"/>
                    <a:pt x="1821" y="70"/>
                    <a:pt x="1568" y="216"/>
                  </a:cubicBezTo>
                  <a:cubicBezTo>
                    <a:pt x="634" y="817"/>
                    <a:pt x="67" y="1818"/>
                    <a:pt x="0" y="2918"/>
                  </a:cubicBezTo>
                  <a:cubicBezTo>
                    <a:pt x="0" y="3602"/>
                    <a:pt x="349" y="4002"/>
                    <a:pt x="860" y="4002"/>
                  </a:cubicBezTo>
                  <a:cubicBezTo>
                    <a:pt x="1073" y="4002"/>
                    <a:pt x="1313" y="3933"/>
                    <a:pt x="1568" y="3786"/>
                  </a:cubicBezTo>
                  <a:cubicBezTo>
                    <a:pt x="2468" y="3185"/>
                    <a:pt x="3069" y="2184"/>
                    <a:pt x="3136" y="1117"/>
                  </a:cubicBezTo>
                  <a:cubicBezTo>
                    <a:pt x="3136" y="409"/>
                    <a:pt x="2784" y="1"/>
                    <a:pt x="22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39"/>
            <p:cNvSpPr/>
            <p:nvPr/>
          </p:nvSpPr>
          <p:spPr>
            <a:xfrm>
              <a:off x="5008750" y="1922900"/>
              <a:ext cx="57575" cy="73750"/>
            </a:xfrm>
            <a:custGeom>
              <a:rect b="b" l="l" r="r" t="t"/>
              <a:pathLst>
                <a:path extrusionOk="0" h="2950" w="2303">
                  <a:moveTo>
                    <a:pt x="1662" y="1"/>
                  </a:moveTo>
                  <a:cubicBezTo>
                    <a:pt x="1510" y="1"/>
                    <a:pt x="1342" y="51"/>
                    <a:pt x="1168" y="157"/>
                  </a:cubicBezTo>
                  <a:cubicBezTo>
                    <a:pt x="467" y="591"/>
                    <a:pt x="67" y="1325"/>
                    <a:pt x="0" y="2125"/>
                  </a:cubicBezTo>
                  <a:cubicBezTo>
                    <a:pt x="0" y="2647"/>
                    <a:pt x="270" y="2949"/>
                    <a:pt x="653" y="2949"/>
                  </a:cubicBezTo>
                  <a:cubicBezTo>
                    <a:pt x="809" y="2949"/>
                    <a:pt x="984" y="2899"/>
                    <a:pt x="1168" y="2793"/>
                  </a:cubicBezTo>
                  <a:cubicBezTo>
                    <a:pt x="1835" y="2359"/>
                    <a:pt x="2269" y="1625"/>
                    <a:pt x="2302" y="825"/>
                  </a:cubicBezTo>
                  <a:cubicBezTo>
                    <a:pt x="2302" y="303"/>
                    <a:pt x="2033" y="1"/>
                    <a:pt x="166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9"/>
            <p:cNvSpPr/>
            <p:nvPr/>
          </p:nvSpPr>
          <p:spPr>
            <a:xfrm>
              <a:off x="5183875" y="20010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33" y="1"/>
                  </a:moveTo>
                  <a:cubicBezTo>
                    <a:pt x="843" y="1"/>
                    <a:pt x="741" y="32"/>
                    <a:pt x="634" y="100"/>
                  </a:cubicBezTo>
                  <a:cubicBezTo>
                    <a:pt x="267" y="334"/>
                    <a:pt x="0" y="767"/>
                    <a:pt x="0" y="1234"/>
                  </a:cubicBezTo>
                  <a:cubicBezTo>
                    <a:pt x="0" y="1519"/>
                    <a:pt x="153" y="1686"/>
                    <a:pt x="361" y="1686"/>
                  </a:cubicBezTo>
                  <a:cubicBezTo>
                    <a:pt x="445" y="1686"/>
                    <a:pt x="538" y="1659"/>
                    <a:pt x="634" y="1601"/>
                  </a:cubicBezTo>
                  <a:cubicBezTo>
                    <a:pt x="1034" y="1334"/>
                    <a:pt x="1268" y="934"/>
                    <a:pt x="1301" y="467"/>
                  </a:cubicBezTo>
                  <a:cubicBezTo>
                    <a:pt x="1301" y="184"/>
                    <a:pt x="1151" y="1"/>
                    <a:pt x="93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39"/>
            <p:cNvSpPr/>
            <p:nvPr/>
          </p:nvSpPr>
          <p:spPr>
            <a:xfrm>
              <a:off x="4935350" y="2325000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0"/>
                  </a:moveTo>
                  <a:cubicBezTo>
                    <a:pt x="840" y="0"/>
                    <a:pt x="740" y="27"/>
                    <a:pt x="635" y="85"/>
                  </a:cubicBezTo>
                  <a:cubicBezTo>
                    <a:pt x="268" y="352"/>
                    <a:pt x="1" y="752"/>
                    <a:pt x="1" y="1219"/>
                  </a:cubicBezTo>
                  <a:cubicBezTo>
                    <a:pt x="1" y="1502"/>
                    <a:pt x="151" y="1685"/>
                    <a:pt x="358" y="1685"/>
                  </a:cubicBezTo>
                  <a:cubicBezTo>
                    <a:pt x="443" y="1685"/>
                    <a:pt x="537" y="1654"/>
                    <a:pt x="635" y="1586"/>
                  </a:cubicBezTo>
                  <a:cubicBezTo>
                    <a:pt x="1035" y="1352"/>
                    <a:pt x="1269" y="919"/>
                    <a:pt x="1302" y="452"/>
                  </a:cubicBezTo>
                  <a:cubicBezTo>
                    <a:pt x="1302" y="167"/>
                    <a:pt x="1150" y="0"/>
                    <a:pt x="9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39"/>
            <p:cNvSpPr/>
            <p:nvPr/>
          </p:nvSpPr>
          <p:spPr>
            <a:xfrm>
              <a:off x="4892825" y="26965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45" y="1"/>
                  </a:moveTo>
                  <a:cubicBezTo>
                    <a:pt x="860" y="1"/>
                    <a:pt x="765" y="32"/>
                    <a:pt x="668" y="100"/>
                  </a:cubicBezTo>
                  <a:cubicBezTo>
                    <a:pt x="268" y="334"/>
                    <a:pt x="34" y="767"/>
                    <a:pt x="1" y="1234"/>
                  </a:cubicBezTo>
                  <a:cubicBezTo>
                    <a:pt x="1" y="1519"/>
                    <a:pt x="153" y="1686"/>
                    <a:pt x="373" y="1686"/>
                  </a:cubicBezTo>
                  <a:cubicBezTo>
                    <a:pt x="462" y="1686"/>
                    <a:pt x="562" y="1659"/>
                    <a:pt x="668" y="1601"/>
                  </a:cubicBezTo>
                  <a:cubicBezTo>
                    <a:pt x="1035" y="1334"/>
                    <a:pt x="1268" y="934"/>
                    <a:pt x="1302" y="467"/>
                  </a:cubicBezTo>
                  <a:cubicBezTo>
                    <a:pt x="1302" y="184"/>
                    <a:pt x="1151" y="1"/>
                    <a:pt x="94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39"/>
            <p:cNvSpPr/>
            <p:nvPr/>
          </p:nvSpPr>
          <p:spPr>
            <a:xfrm>
              <a:off x="4751075" y="2679100"/>
              <a:ext cx="40050" cy="51575"/>
            </a:xfrm>
            <a:custGeom>
              <a:rect b="b" l="l" r="r" t="t"/>
              <a:pathLst>
                <a:path extrusionOk="0" h="2063" w="1602">
                  <a:moveTo>
                    <a:pt x="1144" y="1"/>
                  </a:moveTo>
                  <a:cubicBezTo>
                    <a:pt x="1039" y="1"/>
                    <a:pt x="923" y="32"/>
                    <a:pt x="801" y="98"/>
                  </a:cubicBezTo>
                  <a:cubicBezTo>
                    <a:pt x="334" y="431"/>
                    <a:pt x="33" y="932"/>
                    <a:pt x="0" y="1499"/>
                  </a:cubicBezTo>
                  <a:cubicBezTo>
                    <a:pt x="0" y="1858"/>
                    <a:pt x="190" y="2063"/>
                    <a:pt x="457" y="2063"/>
                  </a:cubicBezTo>
                  <a:cubicBezTo>
                    <a:pt x="562" y="2063"/>
                    <a:pt x="679" y="2031"/>
                    <a:pt x="801" y="1966"/>
                  </a:cubicBezTo>
                  <a:cubicBezTo>
                    <a:pt x="1268" y="1665"/>
                    <a:pt x="1568" y="1132"/>
                    <a:pt x="1601" y="565"/>
                  </a:cubicBezTo>
                  <a:cubicBezTo>
                    <a:pt x="1601" y="205"/>
                    <a:pt x="1412" y="1"/>
                    <a:pt x="11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9"/>
            <p:cNvSpPr/>
            <p:nvPr/>
          </p:nvSpPr>
          <p:spPr>
            <a:xfrm>
              <a:off x="4720200" y="2886550"/>
              <a:ext cx="25050" cy="32425"/>
            </a:xfrm>
            <a:custGeom>
              <a:rect b="b" l="l" r="r" t="t"/>
              <a:pathLst>
                <a:path extrusionOk="0" h="1297" w="1002">
                  <a:moveTo>
                    <a:pt x="721" y="0"/>
                  </a:moveTo>
                  <a:cubicBezTo>
                    <a:pt x="654" y="0"/>
                    <a:pt x="579" y="24"/>
                    <a:pt x="501" y="72"/>
                  </a:cubicBezTo>
                  <a:cubicBezTo>
                    <a:pt x="201" y="272"/>
                    <a:pt x="1" y="573"/>
                    <a:pt x="1" y="940"/>
                  </a:cubicBezTo>
                  <a:cubicBezTo>
                    <a:pt x="1" y="1178"/>
                    <a:pt x="120" y="1297"/>
                    <a:pt x="285" y="1297"/>
                  </a:cubicBezTo>
                  <a:cubicBezTo>
                    <a:pt x="351" y="1297"/>
                    <a:pt x="425" y="1278"/>
                    <a:pt x="501" y="1240"/>
                  </a:cubicBezTo>
                  <a:cubicBezTo>
                    <a:pt x="801" y="1040"/>
                    <a:pt x="968" y="706"/>
                    <a:pt x="1002" y="372"/>
                  </a:cubicBezTo>
                  <a:cubicBezTo>
                    <a:pt x="1002" y="136"/>
                    <a:pt x="885" y="0"/>
                    <a:pt x="7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39"/>
            <p:cNvSpPr/>
            <p:nvPr/>
          </p:nvSpPr>
          <p:spPr>
            <a:xfrm>
              <a:off x="4810275" y="2884750"/>
              <a:ext cx="51725" cy="67250"/>
            </a:xfrm>
            <a:custGeom>
              <a:rect b="b" l="l" r="r" t="t"/>
              <a:pathLst>
                <a:path extrusionOk="0" h="2690" w="2069">
                  <a:moveTo>
                    <a:pt x="1496" y="1"/>
                  </a:moveTo>
                  <a:cubicBezTo>
                    <a:pt x="1357" y="1"/>
                    <a:pt x="1200" y="47"/>
                    <a:pt x="1034" y="144"/>
                  </a:cubicBezTo>
                  <a:cubicBezTo>
                    <a:pt x="434" y="545"/>
                    <a:pt x="34" y="1212"/>
                    <a:pt x="0" y="1946"/>
                  </a:cubicBezTo>
                  <a:cubicBezTo>
                    <a:pt x="0" y="2418"/>
                    <a:pt x="235" y="2690"/>
                    <a:pt x="572" y="2690"/>
                  </a:cubicBezTo>
                  <a:cubicBezTo>
                    <a:pt x="712" y="2690"/>
                    <a:pt x="869" y="2643"/>
                    <a:pt x="1034" y="2546"/>
                  </a:cubicBezTo>
                  <a:cubicBezTo>
                    <a:pt x="1668" y="2146"/>
                    <a:pt x="2035" y="1479"/>
                    <a:pt x="2069" y="745"/>
                  </a:cubicBezTo>
                  <a:cubicBezTo>
                    <a:pt x="2069" y="272"/>
                    <a:pt x="1834" y="1"/>
                    <a:pt x="1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39"/>
            <p:cNvSpPr/>
            <p:nvPr/>
          </p:nvSpPr>
          <p:spPr>
            <a:xfrm>
              <a:off x="5251425" y="1607650"/>
              <a:ext cx="54225" cy="70775"/>
            </a:xfrm>
            <a:custGeom>
              <a:rect b="b" l="l" r="r" t="t"/>
              <a:pathLst>
                <a:path extrusionOk="0" h="2831" w="2169">
                  <a:moveTo>
                    <a:pt x="1585" y="1"/>
                  </a:moveTo>
                  <a:cubicBezTo>
                    <a:pt x="1440" y="1"/>
                    <a:pt x="1276" y="51"/>
                    <a:pt x="1101" y="158"/>
                  </a:cubicBezTo>
                  <a:cubicBezTo>
                    <a:pt x="434" y="559"/>
                    <a:pt x="34" y="1259"/>
                    <a:pt x="0" y="2060"/>
                  </a:cubicBezTo>
                  <a:cubicBezTo>
                    <a:pt x="0" y="2540"/>
                    <a:pt x="243" y="2830"/>
                    <a:pt x="615" y="2830"/>
                  </a:cubicBezTo>
                  <a:cubicBezTo>
                    <a:pt x="760" y="2830"/>
                    <a:pt x="924" y="2787"/>
                    <a:pt x="1101" y="2693"/>
                  </a:cubicBezTo>
                  <a:cubicBezTo>
                    <a:pt x="1735" y="2260"/>
                    <a:pt x="2135" y="1559"/>
                    <a:pt x="2169" y="792"/>
                  </a:cubicBezTo>
                  <a:cubicBezTo>
                    <a:pt x="2169" y="296"/>
                    <a:pt x="1935" y="1"/>
                    <a:pt x="158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9"/>
            <p:cNvSpPr/>
            <p:nvPr/>
          </p:nvSpPr>
          <p:spPr>
            <a:xfrm>
              <a:off x="5087975" y="1661175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1"/>
                  </a:moveTo>
                  <a:cubicBezTo>
                    <a:pt x="840" y="1"/>
                    <a:pt x="740" y="28"/>
                    <a:pt x="634" y="85"/>
                  </a:cubicBezTo>
                  <a:cubicBezTo>
                    <a:pt x="267" y="352"/>
                    <a:pt x="0" y="753"/>
                    <a:pt x="0" y="1220"/>
                  </a:cubicBezTo>
                  <a:cubicBezTo>
                    <a:pt x="0" y="1503"/>
                    <a:pt x="151" y="1686"/>
                    <a:pt x="357" y="1686"/>
                  </a:cubicBezTo>
                  <a:cubicBezTo>
                    <a:pt x="442" y="1686"/>
                    <a:pt x="537" y="1655"/>
                    <a:pt x="634" y="1587"/>
                  </a:cubicBezTo>
                  <a:cubicBezTo>
                    <a:pt x="1034" y="1353"/>
                    <a:pt x="1268" y="919"/>
                    <a:pt x="1301" y="452"/>
                  </a:cubicBezTo>
                  <a:cubicBezTo>
                    <a:pt x="1301" y="167"/>
                    <a:pt x="1149" y="1"/>
                    <a:pt x="92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9"/>
            <p:cNvSpPr/>
            <p:nvPr/>
          </p:nvSpPr>
          <p:spPr>
            <a:xfrm>
              <a:off x="4612625" y="1532650"/>
              <a:ext cx="68425" cy="107325"/>
            </a:xfrm>
            <a:custGeom>
              <a:rect b="b" l="l" r="r" t="t"/>
              <a:pathLst>
                <a:path extrusionOk="0" h="4293" w="2737">
                  <a:moveTo>
                    <a:pt x="2618" y="1"/>
                  </a:moveTo>
                  <a:cubicBezTo>
                    <a:pt x="2592" y="1"/>
                    <a:pt x="2569" y="17"/>
                    <a:pt x="2569" y="56"/>
                  </a:cubicBezTo>
                  <a:lnTo>
                    <a:pt x="34" y="4159"/>
                  </a:lnTo>
                  <a:cubicBezTo>
                    <a:pt x="1" y="4192"/>
                    <a:pt x="1" y="4259"/>
                    <a:pt x="34" y="4292"/>
                  </a:cubicBezTo>
                  <a:lnTo>
                    <a:pt x="101" y="4292"/>
                  </a:lnTo>
                  <a:cubicBezTo>
                    <a:pt x="134" y="4292"/>
                    <a:pt x="134" y="4259"/>
                    <a:pt x="168" y="4259"/>
                  </a:cubicBezTo>
                  <a:lnTo>
                    <a:pt x="2703" y="123"/>
                  </a:lnTo>
                  <a:cubicBezTo>
                    <a:pt x="2736" y="89"/>
                    <a:pt x="2703" y="56"/>
                    <a:pt x="2669" y="23"/>
                  </a:cubicBezTo>
                  <a:cubicBezTo>
                    <a:pt x="2656" y="9"/>
                    <a:pt x="2636" y="1"/>
                    <a:pt x="261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9"/>
            <p:cNvSpPr/>
            <p:nvPr/>
          </p:nvSpPr>
          <p:spPr>
            <a:xfrm>
              <a:off x="4676850" y="1548225"/>
              <a:ext cx="33375" cy="216000"/>
            </a:xfrm>
            <a:custGeom>
              <a:rect b="b" l="l" r="r" t="t"/>
              <a:pathLst>
                <a:path extrusionOk="0" h="8640" w="1335">
                  <a:moveTo>
                    <a:pt x="1268" y="0"/>
                  </a:moveTo>
                  <a:cubicBezTo>
                    <a:pt x="1234" y="0"/>
                    <a:pt x="1168" y="34"/>
                    <a:pt x="1168" y="100"/>
                  </a:cubicBezTo>
                  <a:lnTo>
                    <a:pt x="0" y="8540"/>
                  </a:lnTo>
                  <a:cubicBezTo>
                    <a:pt x="0" y="8606"/>
                    <a:pt x="0" y="8640"/>
                    <a:pt x="67" y="8640"/>
                  </a:cubicBezTo>
                  <a:cubicBezTo>
                    <a:pt x="100" y="8640"/>
                    <a:pt x="167" y="8640"/>
                    <a:pt x="167" y="8573"/>
                  </a:cubicBezTo>
                  <a:lnTo>
                    <a:pt x="1335" y="100"/>
                  </a:lnTo>
                  <a:cubicBezTo>
                    <a:pt x="1335" y="67"/>
                    <a:pt x="1335" y="0"/>
                    <a:pt x="12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39"/>
            <p:cNvSpPr/>
            <p:nvPr/>
          </p:nvSpPr>
          <p:spPr>
            <a:xfrm>
              <a:off x="4591775" y="1760525"/>
              <a:ext cx="88425" cy="176325"/>
            </a:xfrm>
            <a:custGeom>
              <a:rect b="b" l="l" r="r" t="t"/>
              <a:pathLst>
                <a:path extrusionOk="0" h="7053" w="3537">
                  <a:moveTo>
                    <a:pt x="3452" y="0"/>
                  </a:moveTo>
                  <a:cubicBezTo>
                    <a:pt x="3417" y="0"/>
                    <a:pt x="3393" y="24"/>
                    <a:pt x="3370" y="48"/>
                  </a:cubicBezTo>
                  <a:lnTo>
                    <a:pt x="34" y="6919"/>
                  </a:lnTo>
                  <a:cubicBezTo>
                    <a:pt x="1" y="6986"/>
                    <a:pt x="34" y="7019"/>
                    <a:pt x="68" y="7053"/>
                  </a:cubicBezTo>
                  <a:lnTo>
                    <a:pt x="101" y="7053"/>
                  </a:lnTo>
                  <a:cubicBezTo>
                    <a:pt x="134" y="7053"/>
                    <a:pt x="168" y="7019"/>
                    <a:pt x="201" y="7019"/>
                  </a:cubicBezTo>
                  <a:lnTo>
                    <a:pt x="3537" y="114"/>
                  </a:lnTo>
                  <a:cubicBezTo>
                    <a:pt x="3537" y="81"/>
                    <a:pt x="3537" y="14"/>
                    <a:pt x="3503" y="14"/>
                  </a:cubicBezTo>
                  <a:cubicBezTo>
                    <a:pt x="3484" y="5"/>
                    <a:pt x="3467" y="0"/>
                    <a:pt x="345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9"/>
            <p:cNvSpPr/>
            <p:nvPr/>
          </p:nvSpPr>
          <p:spPr>
            <a:xfrm>
              <a:off x="4499225" y="1760325"/>
              <a:ext cx="181825" cy="106475"/>
            </a:xfrm>
            <a:custGeom>
              <a:rect b="b" l="l" r="r" t="t"/>
              <a:pathLst>
                <a:path extrusionOk="0" h="4259" w="7273">
                  <a:moveTo>
                    <a:pt x="7193" y="0"/>
                  </a:moveTo>
                  <a:cubicBezTo>
                    <a:pt x="7172" y="0"/>
                    <a:pt x="7152" y="8"/>
                    <a:pt x="7139" y="22"/>
                  </a:cubicBezTo>
                  <a:lnTo>
                    <a:pt x="67" y="4092"/>
                  </a:lnTo>
                  <a:cubicBezTo>
                    <a:pt x="0" y="4125"/>
                    <a:pt x="0" y="4159"/>
                    <a:pt x="34" y="4225"/>
                  </a:cubicBezTo>
                  <a:cubicBezTo>
                    <a:pt x="34" y="4225"/>
                    <a:pt x="67" y="4259"/>
                    <a:pt x="100" y="4259"/>
                  </a:cubicBezTo>
                  <a:cubicBezTo>
                    <a:pt x="100" y="4259"/>
                    <a:pt x="134" y="4259"/>
                    <a:pt x="134" y="4225"/>
                  </a:cubicBezTo>
                  <a:lnTo>
                    <a:pt x="7239" y="156"/>
                  </a:lnTo>
                  <a:cubicBezTo>
                    <a:pt x="7272" y="122"/>
                    <a:pt x="7272" y="89"/>
                    <a:pt x="7272" y="56"/>
                  </a:cubicBezTo>
                  <a:cubicBezTo>
                    <a:pt x="7253" y="17"/>
                    <a:pt x="7222" y="0"/>
                    <a:pt x="719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9"/>
            <p:cNvSpPr/>
            <p:nvPr/>
          </p:nvSpPr>
          <p:spPr>
            <a:xfrm>
              <a:off x="4747725" y="890550"/>
              <a:ext cx="42550" cy="436700"/>
            </a:xfrm>
            <a:custGeom>
              <a:rect b="b" l="l" r="r" t="t"/>
              <a:pathLst>
                <a:path extrusionOk="0" h="17468" w="1702">
                  <a:moveTo>
                    <a:pt x="1505" y="1"/>
                  </a:moveTo>
                  <a:cubicBezTo>
                    <a:pt x="1412" y="1"/>
                    <a:pt x="1318" y="59"/>
                    <a:pt x="1302" y="188"/>
                  </a:cubicBezTo>
                  <a:lnTo>
                    <a:pt x="1" y="17234"/>
                  </a:lnTo>
                  <a:cubicBezTo>
                    <a:pt x="1" y="17367"/>
                    <a:pt x="67" y="17434"/>
                    <a:pt x="167" y="17468"/>
                  </a:cubicBezTo>
                  <a:cubicBezTo>
                    <a:pt x="267" y="17468"/>
                    <a:pt x="368" y="17367"/>
                    <a:pt x="368" y="17267"/>
                  </a:cubicBezTo>
                  <a:lnTo>
                    <a:pt x="1702" y="188"/>
                  </a:lnTo>
                  <a:cubicBezTo>
                    <a:pt x="1702" y="68"/>
                    <a:pt x="1604" y="1"/>
                    <a:pt x="150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9"/>
            <p:cNvSpPr/>
            <p:nvPr/>
          </p:nvSpPr>
          <p:spPr>
            <a:xfrm>
              <a:off x="4808600" y="663475"/>
              <a:ext cx="323850" cy="648775"/>
            </a:xfrm>
            <a:custGeom>
              <a:rect b="b" l="l" r="r" t="t"/>
              <a:pathLst>
                <a:path extrusionOk="0" h="25951" w="12954">
                  <a:moveTo>
                    <a:pt x="12716" y="1"/>
                  </a:moveTo>
                  <a:cubicBezTo>
                    <a:pt x="12653" y="1"/>
                    <a:pt x="12588" y="30"/>
                    <a:pt x="12543" y="98"/>
                  </a:cubicBezTo>
                  <a:lnTo>
                    <a:pt x="34" y="25683"/>
                  </a:lnTo>
                  <a:cubicBezTo>
                    <a:pt x="1" y="25783"/>
                    <a:pt x="34" y="25883"/>
                    <a:pt x="134" y="25950"/>
                  </a:cubicBezTo>
                  <a:lnTo>
                    <a:pt x="201" y="25950"/>
                  </a:lnTo>
                  <a:cubicBezTo>
                    <a:pt x="268" y="25950"/>
                    <a:pt x="334" y="25917"/>
                    <a:pt x="401" y="25850"/>
                  </a:cubicBezTo>
                  <a:lnTo>
                    <a:pt x="12910" y="265"/>
                  </a:lnTo>
                  <a:cubicBezTo>
                    <a:pt x="12954" y="111"/>
                    <a:pt x="12838" y="1"/>
                    <a:pt x="1271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9"/>
            <p:cNvSpPr/>
            <p:nvPr/>
          </p:nvSpPr>
          <p:spPr>
            <a:xfrm>
              <a:off x="4538950" y="1331975"/>
              <a:ext cx="147925" cy="81175"/>
            </a:xfrm>
            <a:custGeom>
              <a:rect b="b" l="l" r="r" t="t"/>
              <a:pathLst>
                <a:path extrusionOk="0" h="3247" w="5917">
                  <a:moveTo>
                    <a:pt x="283" y="0"/>
                  </a:moveTo>
                  <a:cubicBezTo>
                    <a:pt x="114" y="0"/>
                    <a:pt x="1" y="225"/>
                    <a:pt x="179" y="344"/>
                  </a:cubicBezTo>
                  <a:lnTo>
                    <a:pt x="5616" y="3213"/>
                  </a:lnTo>
                  <a:cubicBezTo>
                    <a:pt x="5616" y="3213"/>
                    <a:pt x="5650" y="3213"/>
                    <a:pt x="5683" y="3246"/>
                  </a:cubicBezTo>
                  <a:cubicBezTo>
                    <a:pt x="5750" y="3246"/>
                    <a:pt x="5816" y="3180"/>
                    <a:pt x="5850" y="3113"/>
                  </a:cubicBezTo>
                  <a:cubicBezTo>
                    <a:pt x="5917" y="3046"/>
                    <a:pt x="5883" y="2913"/>
                    <a:pt x="5783" y="2879"/>
                  </a:cubicBezTo>
                  <a:lnTo>
                    <a:pt x="346" y="11"/>
                  </a:lnTo>
                  <a:cubicBezTo>
                    <a:pt x="324" y="3"/>
                    <a:pt x="303" y="0"/>
                    <a:pt x="28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9"/>
            <p:cNvSpPr/>
            <p:nvPr/>
          </p:nvSpPr>
          <p:spPr>
            <a:xfrm>
              <a:off x="3657775" y="990325"/>
              <a:ext cx="582950" cy="123450"/>
            </a:xfrm>
            <a:custGeom>
              <a:rect b="b" l="l" r="r" t="t"/>
              <a:pathLst>
                <a:path extrusionOk="0" h="4938" w="23318">
                  <a:moveTo>
                    <a:pt x="23084" y="0"/>
                  </a:moveTo>
                  <a:lnTo>
                    <a:pt x="168" y="4570"/>
                  </a:lnTo>
                  <a:cubicBezTo>
                    <a:pt x="68" y="4570"/>
                    <a:pt x="1" y="4670"/>
                    <a:pt x="34" y="4804"/>
                  </a:cubicBezTo>
                  <a:cubicBezTo>
                    <a:pt x="34" y="4870"/>
                    <a:pt x="101" y="4937"/>
                    <a:pt x="201" y="4937"/>
                  </a:cubicBezTo>
                  <a:lnTo>
                    <a:pt x="234" y="4937"/>
                  </a:lnTo>
                  <a:lnTo>
                    <a:pt x="23151" y="400"/>
                  </a:lnTo>
                  <a:cubicBezTo>
                    <a:pt x="23251" y="367"/>
                    <a:pt x="23317" y="267"/>
                    <a:pt x="23284" y="167"/>
                  </a:cubicBezTo>
                  <a:cubicBezTo>
                    <a:pt x="23284" y="67"/>
                    <a:pt x="23184" y="0"/>
                    <a:pt x="2308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9"/>
            <p:cNvSpPr/>
            <p:nvPr/>
          </p:nvSpPr>
          <p:spPr>
            <a:xfrm>
              <a:off x="4287400" y="1332950"/>
              <a:ext cx="165750" cy="63525"/>
            </a:xfrm>
            <a:custGeom>
              <a:rect b="b" l="l" r="r" t="t"/>
              <a:pathLst>
                <a:path extrusionOk="0" h="2541" w="6630">
                  <a:moveTo>
                    <a:pt x="6498" y="1"/>
                  </a:moveTo>
                  <a:cubicBezTo>
                    <a:pt x="6490" y="1"/>
                    <a:pt x="6481" y="2"/>
                    <a:pt x="6472" y="5"/>
                  </a:cubicBezTo>
                  <a:lnTo>
                    <a:pt x="67" y="2373"/>
                  </a:lnTo>
                  <a:cubicBezTo>
                    <a:pt x="0" y="2407"/>
                    <a:pt x="0" y="2440"/>
                    <a:pt x="0" y="2507"/>
                  </a:cubicBezTo>
                  <a:cubicBezTo>
                    <a:pt x="34" y="2507"/>
                    <a:pt x="67" y="2540"/>
                    <a:pt x="101" y="2540"/>
                  </a:cubicBezTo>
                  <a:lnTo>
                    <a:pt x="6538" y="172"/>
                  </a:lnTo>
                  <a:cubicBezTo>
                    <a:pt x="6630" y="141"/>
                    <a:pt x="6583" y="1"/>
                    <a:pt x="649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9"/>
            <p:cNvSpPr/>
            <p:nvPr/>
          </p:nvSpPr>
          <p:spPr>
            <a:xfrm>
              <a:off x="4399975" y="1145725"/>
              <a:ext cx="89250" cy="129825"/>
            </a:xfrm>
            <a:custGeom>
              <a:rect b="b" l="l" r="r" t="t"/>
              <a:pathLst>
                <a:path extrusionOk="0" h="5193" w="3570">
                  <a:moveTo>
                    <a:pt x="119" y="0"/>
                  </a:moveTo>
                  <a:cubicBezTo>
                    <a:pt x="101" y="0"/>
                    <a:pt x="81" y="8"/>
                    <a:pt x="67" y="22"/>
                  </a:cubicBezTo>
                  <a:cubicBezTo>
                    <a:pt x="34" y="55"/>
                    <a:pt x="1" y="89"/>
                    <a:pt x="34" y="122"/>
                  </a:cubicBezTo>
                  <a:lnTo>
                    <a:pt x="3403" y="5126"/>
                  </a:lnTo>
                  <a:cubicBezTo>
                    <a:pt x="3436" y="5159"/>
                    <a:pt x="3470" y="5159"/>
                    <a:pt x="3470" y="5192"/>
                  </a:cubicBezTo>
                  <a:cubicBezTo>
                    <a:pt x="3503" y="5159"/>
                    <a:pt x="3537" y="5159"/>
                    <a:pt x="3537" y="5159"/>
                  </a:cubicBezTo>
                  <a:cubicBezTo>
                    <a:pt x="3570" y="5126"/>
                    <a:pt x="3570" y="5092"/>
                    <a:pt x="3570" y="5059"/>
                  </a:cubicBezTo>
                  <a:lnTo>
                    <a:pt x="167" y="55"/>
                  </a:lnTo>
                  <a:cubicBezTo>
                    <a:pt x="167" y="16"/>
                    <a:pt x="145" y="0"/>
                    <a:pt x="11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39"/>
            <p:cNvSpPr/>
            <p:nvPr/>
          </p:nvSpPr>
          <p:spPr>
            <a:xfrm>
              <a:off x="4415000" y="1392275"/>
              <a:ext cx="63400" cy="162975"/>
            </a:xfrm>
            <a:custGeom>
              <a:rect b="b" l="l" r="r" t="t"/>
              <a:pathLst>
                <a:path extrusionOk="0" h="6519" w="2536">
                  <a:moveTo>
                    <a:pt x="2469" y="0"/>
                  </a:moveTo>
                  <a:cubicBezTo>
                    <a:pt x="2402" y="0"/>
                    <a:pt x="2368" y="34"/>
                    <a:pt x="2368" y="67"/>
                  </a:cubicBezTo>
                  <a:lnTo>
                    <a:pt x="0" y="6405"/>
                  </a:lnTo>
                  <a:cubicBezTo>
                    <a:pt x="0" y="6438"/>
                    <a:pt x="33" y="6505"/>
                    <a:pt x="67" y="6505"/>
                  </a:cubicBezTo>
                  <a:lnTo>
                    <a:pt x="100" y="6505"/>
                  </a:lnTo>
                  <a:cubicBezTo>
                    <a:pt x="110" y="6515"/>
                    <a:pt x="120" y="6519"/>
                    <a:pt x="130" y="6519"/>
                  </a:cubicBezTo>
                  <a:cubicBezTo>
                    <a:pt x="153" y="6519"/>
                    <a:pt x="177" y="6495"/>
                    <a:pt x="200" y="6472"/>
                  </a:cubicBezTo>
                  <a:lnTo>
                    <a:pt x="2502" y="134"/>
                  </a:lnTo>
                  <a:cubicBezTo>
                    <a:pt x="2535" y="67"/>
                    <a:pt x="2502" y="34"/>
                    <a:pt x="246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39"/>
            <p:cNvSpPr/>
            <p:nvPr/>
          </p:nvSpPr>
          <p:spPr>
            <a:xfrm>
              <a:off x="4233200" y="992825"/>
              <a:ext cx="21700" cy="371950"/>
            </a:xfrm>
            <a:custGeom>
              <a:rect b="b" l="l" r="r" t="t"/>
              <a:pathLst>
                <a:path extrusionOk="0" h="14878" w="868">
                  <a:moveTo>
                    <a:pt x="100" y="0"/>
                  </a:moveTo>
                  <a:cubicBezTo>
                    <a:pt x="34" y="0"/>
                    <a:pt x="0" y="34"/>
                    <a:pt x="0" y="67"/>
                  </a:cubicBezTo>
                  <a:lnTo>
                    <a:pt x="701" y="14811"/>
                  </a:lnTo>
                  <a:cubicBezTo>
                    <a:pt x="701" y="14844"/>
                    <a:pt x="767" y="14878"/>
                    <a:pt x="801" y="14878"/>
                  </a:cubicBezTo>
                  <a:cubicBezTo>
                    <a:pt x="834" y="14878"/>
                    <a:pt x="868" y="14844"/>
                    <a:pt x="868" y="14778"/>
                  </a:cubicBezTo>
                  <a:lnTo>
                    <a:pt x="167" y="67"/>
                  </a:lnTo>
                  <a:cubicBezTo>
                    <a:pt x="167" y="34"/>
                    <a:pt x="134" y="0"/>
                    <a:pt x="10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39"/>
            <p:cNvSpPr/>
            <p:nvPr/>
          </p:nvSpPr>
          <p:spPr>
            <a:xfrm>
              <a:off x="4130175" y="1286650"/>
              <a:ext cx="98875" cy="105650"/>
            </a:xfrm>
            <a:custGeom>
              <a:rect b="b" l="l" r="r" t="t"/>
              <a:pathLst>
                <a:path extrusionOk="0" h="4226" w="3955">
                  <a:moveTo>
                    <a:pt x="117" y="0"/>
                  </a:moveTo>
                  <a:cubicBezTo>
                    <a:pt x="48" y="0"/>
                    <a:pt x="0" y="71"/>
                    <a:pt x="52" y="122"/>
                  </a:cubicBezTo>
                  <a:lnTo>
                    <a:pt x="3788" y="4192"/>
                  </a:lnTo>
                  <a:cubicBezTo>
                    <a:pt x="3821" y="4225"/>
                    <a:pt x="3854" y="4225"/>
                    <a:pt x="3854" y="4225"/>
                  </a:cubicBezTo>
                  <a:lnTo>
                    <a:pt x="3921" y="4225"/>
                  </a:lnTo>
                  <a:cubicBezTo>
                    <a:pt x="3954" y="4192"/>
                    <a:pt x="3954" y="4125"/>
                    <a:pt x="3921" y="4092"/>
                  </a:cubicBezTo>
                  <a:lnTo>
                    <a:pt x="185" y="22"/>
                  </a:lnTo>
                  <a:cubicBezTo>
                    <a:pt x="162" y="7"/>
                    <a:pt x="139" y="0"/>
                    <a:pt x="11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9"/>
            <p:cNvSpPr/>
            <p:nvPr/>
          </p:nvSpPr>
          <p:spPr>
            <a:xfrm>
              <a:off x="4846975" y="1351400"/>
              <a:ext cx="259375" cy="38400"/>
            </a:xfrm>
            <a:custGeom>
              <a:rect b="b" l="l" r="r" t="t"/>
              <a:pathLst>
                <a:path extrusionOk="0" h="1536" w="10375">
                  <a:moveTo>
                    <a:pt x="10174" y="1"/>
                  </a:moveTo>
                  <a:lnTo>
                    <a:pt x="200" y="1135"/>
                  </a:lnTo>
                  <a:cubicBezTo>
                    <a:pt x="100" y="1168"/>
                    <a:pt x="0" y="1268"/>
                    <a:pt x="33" y="1369"/>
                  </a:cubicBezTo>
                  <a:cubicBezTo>
                    <a:pt x="33" y="1469"/>
                    <a:pt x="100" y="1535"/>
                    <a:pt x="200" y="1535"/>
                  </a:cubicBezTo>
                  <a:lnTo>
                    <a:pt x="234" y="1535"/>
                  </a:lnTo>
                  <a:lnTo>
                    <a:pt x="10207" y="401"/>
                  </a:lnTo>
                  <a:cubicBezTo>
                    <a:pt x="10307" y="368"/>
                    <a:pt x="10374" y="301"/>
                    <a:pt x="10374" y="168"/>
                  </a:cubicBezTo>
                  <a:cubicBezTo>
                    <a:pt x="10374" y="68"/>
                    <a:pt x="10274" y="1"/>
                    <a:pt x="1017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9"/>
            <p:cNvSpPr/>
            <p:nvPr/>
          </p:nvSpPr>
          <p:spPr>
            <a:xfrm>
              <a:off x="5168850" y="946025"/>
              <a:ext cx="137550" cy="332025"/>
            </a:xfrm>
            <a:custGeom>
              <a:rect b="b" l="l" r="r" t="t"/>
              <a:pathLst>
                <a:path extrusionOk="0" h="13281" w="5502">
                  <a:moveTo>
                    <a:pt x="5260" y="1"/>
                  </a:moveTo>
                  <a:cubicBezTo>
                    <a:pt x="5193" y="1"/>
                    <a:pt x="5129" y="41"/>
                    <a:pt x="5105" y="138"/>
                  </a:cubicBezTo>
                  <a:lnTo>
                    <a:pt x="68" y="13014"/>
                  </a:lnTo>
                  <a:cubicBezTo>
                    <a:pt x="1" y="13147"/>
                    <a:pt x="101" y="13280"/>
                    <a:pt x="234" y="13280"/>
                  </a:cubicBezTo>
                  <a:cubicBezTo>
                    <a:pt x="301" y="13280"/>
                    <a:pt x="401" y="13214"/>
                    <a:pt x="401" y="13147"/>
                  </a:cubicBezTo>
                  <a:lnTo>
                    <a:pt x="5438" y="271"/>
                  </a:lnTo>
                  <a:cubicBezTo>
                    <a:pt x="5502" y="123"/>
                    <a:pt x="5376" y="1"/>
                    <a:pt x="526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9"/>
            <p:cNvSpPr/>
            <p:nvPr/>
          </p:nvSpPr>
          <p:spPr>
            <a:xfrm>
              <a:off x="5379850" y="876900"/>
              <a:ext cx="201000" cy="55075"/>
            </a:xfrm>
            <a:custGeom>
              <a:rect b="b" l="l" r="r" t="t"/>
              <a:pathLst>
                <a:path extrusionOk="0" h="2203" w="8040">
                  <a:moveTo>
                    <a:pt x="100" y="1"/>
                  </a:moveTo>
                  <a:cubicBezTo>
                    <a:pt x="67" y="1"/>
                    <a:pt x="0" y="34"/>
                    <a:pt x="0" y="67"/>
                  </a:cubicBezTo>
                  <a:cubicBezTo>
                    <a:pt x="0" y="134"/>
                    <a:pt x="0" y="167"/>
                    <a:pt x="67" y="167"/>
                  </a:cubicBezTo>
                  <a:lnTo>
                    <a:pt x="7906" y="2202"/>
                  </a:lnTo>
                  <a:lnTo>
                    <a:pt x="7939" y="2202"/>
                  </a:lnTo>
                  <a:cubicBezTo>
                    <a:pt x="7973" y="2202"/>
                    <a:pt x="8006" y="2169"/>
                    <a:pt x="8006" y="2135"/>
                  </a:cubicBezTo>
                  <a:cubicBezTo>
                    <a:pt x="8039" y="2069"/>
                    <a:pt x="8006" y="2035"/>
                    <a:pt x="7973" y="2035"/>
                  </a:cubicBezTo>
                  <a:lnTo>
                    <a:pt x="10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9"/>
            <p:cNvSpPr/>
            <p:nvPr/>
          </p:nvSpPr>
          <p:spPr>
            <a:xfrm>
              <a:off x="5381525" y="694575"/>
              <a:ext cx="146400" cy="139825"/>
            </a:xfrm>
            <a:custGeom>
              <a:rect b="b" l="l" r="r" t="t"/>
              <a:pathLst>
                <a:path extrusionOk="0" h="5593" w="5856">
                  <a:moveTo>
                    <a:pt x="5737" y="0"/>
                  </a:moveTo>
                  <a:cubicBezTo>
                    <a:pt x="5716" y="0"/>
                    <a:pt x="5693" y="7"/>
                    <a:pt x="5671" y="22"/>
                  </a:cubicBezTo>
                  <a:lnTo>
                    <a:pt x="33" y="5426"/>
                  </a:lnTo>
                  <a:cubicBezTo>
                    <a:pt x="0" y="5459"/>
                    <a:pt x="0" y="5526"/>
                    <a:pt x="33" y="5559"/>
                  </a:cubicBezTo>
                  <a:cubicBezTo>
                    <a:pt x="33" y="5592"/>
                    <a:pt x="67" y="5592"/>
                    <a:pt x="100" y="5592"/>
                  </a:cubicBezTo>
                  <a:cubicBezTo>
                    <a:pt x="100" y="5592"/>
                    <a:pt x="133" y="5559"/>
                    <a:pt x="133" y="5559"/>
                  </a:cubicBezTo>
                  <a:lnTo>
                    <a:pt x="5804" y="155"/>
                  </a:lnTo>
                  <a:cubicBezTo>
                    <a:pt x="5856" y="78"/>
                    <a:pt x="5807" y="0"/>
                    <a:pt x="573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9"/>
            <p:cNvSpPr/>
            <p:nvPr/>
          </p:nvSpPr>
          <p:spPr>
            <a:xfrm>
              <a:off x="4209000" y="960050"/>
              <a:ext cx="53400" cy="68900"/>
            </a:xfrm>
            <a:custGeom>
              <a:rect b="b" l="l" r="r" t="t"/>
              <a:pathLst>
                <a:path extrusionOk="0" h="2756" w="2136">
                  <a:moveTo>
                    <a:pt x="1548" y="1"/>
                  </a:moveTo>
                  <a:cubicBezTo>
                    <a:pt x="1405" y="1"/>
                    <a:pt x="1242" y="47"/>
                    <a:pt x="1068" y="144"/>
                  </a:cubicBezTo>
                  <a:cubicBezTo>
                    <a:pt x="435" y="544"/>
                    <a:pt x="34" y="1245"/>
                    <a:pt x="1" y="2012"/>
                  </a:cubicBezTo>
                  <a:cubicBezTo>
                    <a:pt x="1" y="2484"/>
                    <a:pt x="252" y="2756"/>
                    <a:pt x="599" y="2756"/>
                  </a:cubicBezTo>
                  <a:cubicBezTo>
                    <a:pt x="743" y="2756"/>
                    <a:pt x="903" y="2710"/>
                    <a:pt x="1068" y="2612"/>
                  </a:cubicBezTo>
                  <a:cubicBezTo>
                    <a:pt x="1702" y="2212"/>
                    <a:pt x="2102" y="1511"/>
                    <a:pt x="2136" y="778"/>
                  </a:cubicBezTo>
                  <a:cubicBezTo>
                    <a:pt x="2136" y="280"/>
                    <a:pt x="1900" y="1"/>
                    <a:pt x="154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9"/>
            <p:cNvSpPr/>
            <p:nvPr/>
          </p:nvSpPr>
          <p:spPr>
            <a:xfrm>
              <a:off x="4388300" y="1128950"/>
              <a:ext cx="29225" cy="37825"/>
            </a:xfrm>
            <a:custGeom>
              <a:rect b="b" l="l" r="r" t="t"/>
              <a:pathLst>
                <a:path extrusionOk="0" h="1513" w="1169">
                  <a:moveTo>
                    <a:pt x="852" y="1"/>
                  </a:moveTo>
                  <a:cubicBezTo>
                    <a:pt x="768" y="1"/>
                    <a:pt x="671" y="31"/>
                    <a:pt x="568" y="93"/>
                  </a:cubicBezTo>
                  <a:cubicBezTo>
                    <a:pt x="234" y="293"/>
                    <a:pt x="1" y="660"/>
                    <a:pt x="1" y="1093"/>
                  </a:cubicBezTo>
                  <a:cubicBezTo>
                    <a:pt x="1" y="1353"/>
                    <a:pt x="134" y="1512"/>
                    <a:pt x="319" y="1512"/>
                  </a:cubicBezTo>
                  <a:cubicBezTo>
                    <a:pt x="395" y="1512"/>
                    <a:pt x="480" y="1485"/>
                    <a:pt x="568" y="1427"/>
                  </a:cubicBezTo>
                  <a:cubicBezTo>
                    <a:pt x="935" y="1193"/>
                    <a:pt x="1135" y="826"/>
                    <a:pt x="1168" y="426"/>
                  </a:cubicBezTo>
                  <a:cubicBezTo>
                    <a:pt x="1168" y="150"/>
                    <a:pt x="1041" y="1"/>
                    <a:pt x="85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9"/>
            <p:cNvSpPr/>
            <p:nvPr/>
          </p:nvSpPr>
          <p:spPr>
            <a:xfrm>
              <a:off x="4116450" y="1268775"/>
              <a:ext cx="29200" cy="37725"/>
            </a:xfrm>
            <a:custGeom>
              <a:rect b="b" l="l" r="r" t="t"/>
              <a:pathLst>
                <a:path extrusionOk="0" h="1509" w="1168">
                  <a:moveTo>
                    <a:pt x="829" y="0"/>
                  </a:moveTo>
                  <a:cubicBezTo>
                    <a:pt x="750" y="0"/>
                    <a:pt x="661" y="23"/>
                    <a:pt x="567" y="70"/>
                  </a:cubicBezTo>
                  <a:cubicBezTo>
                    <a:pt x="234" y="304"/>
                    <a:pt x="34" y="671"/>
                    <a:pt x="0" y="1104"/>
                  </a:cubicBezTo>
                  <a:cubicBezTo>
                    <a:pt x="0" y="1366"/>
                    <a:pt x="136" y="1509"/>
                    <a:pt x="323" y="1509"/>
                  </a:cubicBezTo>
                  <a:cubicBezTo>
                    <a:pt x="398" y="1509"/>
                    <a:pt x="481" y="1486"/>
                    <a:pt x="567" y="1438"/>
                  </a:cubicBezTo>
                  <a:cubicBezTo>
                    <a:pt x="934" y="1204"/>
                    <a:pt x="1134" y="837"/>
                    <a:pt x="1168" y="437"/>
                  </a:cubicBezTo>
                  <a:cubicBezTo>
                    <a:pt x="1168" y="150"/>
                    <a:pt x="1030" y="0"/>
                    <a:pt x="82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9"/>
            <p:cNvSpPr/>
            <p:nvPr/>
          </p:nvSpPr>
          <p:spPr>
            <a:xfrm>
              <a:off x="4402475" y="1534400"/>
              <a:ext cx="29225" cy="37675"/>
            </a:xfrm>
            <a:custGeom>
              <a:rect b="b" l="l" r="r" t="t"/>
              <a:pathLst>
                <a:path extrusionOk="0" h="1507" w="1169">
                  <a:moveTo>
                    <a:pt x="850" y="1"/>
                  </a:moveTo>
                  <a:cubicBezTo>
                    <a:pt x="774" y="1"/>
                    <a:pt x="689" y="28"/>
                    <a:pt x="601" y="86"/>
                  </a:cubicBezTo>
                  <a:cubicBezTo>
                    <a:pt x="234" y="286"/>
                    <a:pt x="34" y="687"/>
                    <a:pt x="1" y="1087"/>
                  </a:cubicBezTo>
                  <a:cubicBezTo>
                    <a:pt x="1" y="1347"/>
                    <a:pt x="134" y="1506"/>
                    <a:pt x="331" y="1506"/>
                  </a:cubicBezTo>
                  <a:cubicBezTo>
                    <a:pt x="412" y="1506"/>
                    <a:pt x="504" y="1479"/>
                    <a:pt x="601" y="1420"/>
                  </a:cubicBezTo>
                  <a:cubicBezTo>
                    <a:pt x="935" y="1187"/>
                    <a:pt x="1168" y="820"/>
                    <a:pt x="1168" y="420"/>
                  </a:cubicBezTo>
                  <a:cubicBezTo>
                    <a:pt x="1168" y="160"/>
                    <a:pt x="1035" y="1"/>
                    <a:pt x="85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9"/>
            <p:cNvSpPr/>
            <p:nvPr/>
          </p:nvSpPr>
          <p:spPr>
            <a:xfrm>
              <a:off x="4600125" y="1618625"/>
              <a:ext cx="29200" cy="37675"/>
            </a:xfrm>
            <a:custGeom>
              <a:rect b="b" l="l" r="r" t="t"/>
              <a:pathLst>
                <a:path extrusionOk="0" h="1507" w="1168">
                  <a:moveTo>
                    <a:pt x="850" y="1"/>
                  </a:moveTo>
                  <a:cubicBezTo>
                    <a:pt x="773" y="1"/>
                    <a:pt x="689" y="28"/>
                    <a:pt x="601" y="86"/>
                  </a:cubicBezTo>
                  <a:cubicBezTo>
                    <a:pt x="234" y="320"/>
                    <a:pt x="34" y="687"/>
                    <a:pt x="0" y="1087"/>
                  </a:cubicBezTo>
                  <a:cubicBezTo>
                    <a:pt x="0" y="1347"/>
                    <a:pt x="134" y="1506"/>
                    <a:pt x="331" y="1506"/>
                  </a:cubicBezTo>
                  <a:cubicBezTo>
                    <a:pt x="412" y="1506"/>
                    <a:pt x="503" y="1479"/>
                    <a:pt x="601" y="1421"/>
                  </a:cubicBezTo>
                  <a:cubicBezTo>
                    <a:pt x="934" y="1187"/>
                    <a:pt x="1168" y="820"/>
                    <a:pt x="1168" y="420"/>
                  </a:cubicBezTo>
                  <a:cubicBezTo>
                    <a:pt x="1168" y="160"/>
                    <a:pt x="1034" y="1"/>
                    <a:pt x="85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39"/>
            <p:cNvSpPr/>
            <p:nvPr/>
          </p:nvSpPr>
          <p:spPr>
            <a:xfrm>
              <a:off x="4580100" y="1915500"/>
              <a:ext cx="29225" cy="37675"/>
            </a:xfrm>
            <a:custGeom>
              <a:rect b="b" l="l" r="r" t="t"/>
              <a:pathLst>
                <a:path extrusionOk="0" h="1507" w="1169">
                  <a:moveTo>
                    <a:pt x="838" y="1"/>
                  </a:moveTo>
                  <a:cubicBezTo>
                    <a:pt x="757" y="1"/>
                    <a:pt x="665" y="28"/>
                    <a:pt x="568" y="86"/>
                  </a:cubicBezTo>
                  <a:cubicBezTo>
                    <a:pt x="234" y="320"/>
                    <a:pt x="34" y="687"/>
                    <a:pt x="1" y="1087"/>
                  </a:cubicBezTo>
                  <a:cubicBezTo>
                    <a:pt x="1" y="1347"/>
                    <a:pt x="135" y="1506"/>
                    <a:pt x="319" y="1506"/>
                  </a:cubicBezTo>
                  <a:cubicBezTo>
                    <a:pt x="395" y="1506"/>
                    <a:pt x="480" y="1479"/>
                    <a:pt x="568" y="1421"/>
                  </a:cubicBezTo>
                  <a:cubicBezTo>
                    <a:pt x="935" y="1221"/>
                    <a:pt x="1135" y="820"/>
                    <a:pt x="1168" y="420"/>
                  </a:cubicBezTo>
                  <a:cubicBezTo>
                    <a:pt x="1168" y="160"/>
                    <a:pt x="1035" y="1"/>
                    <a:pt x="83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39"/>
            <p:cNvSpPr/>
            <p:nvPr/>
          </p:nvSpPr>
          <p:spPr>
            <a:xfrm>
              <a:off x="4656000" y="1733925"/>
              <a:ext cx="44225" cy="56950"/>
            </a:xfrm>
            <a:custGeom>
              <a:rect b="b" l="l" r="r" t="t"/>
              <a:pathLst>
                <a:path extrusionOk="0" h="2278" w="1769">
                  <a:moveTo>
                    <a:pt x="1288" y="0"/>
                  </a:moveTo>
                  <a:cubicBezTo>
                    <a:pt x="1173" y="0"/>
                    <a:pt x="1042" y="35"/>
                    <a:pt x="901" y="111"/>
                  </a:cubicBezTo>
                  <a:cubicBezTo>
                    <a:pt x="367" y="444"/>
                    <a:pt x="34" y="1012"/>
                    <a:pt x="0" y="1645"/>
                  </a:cubicBezTo>
                  <a:cubicBezTo>
                    <a:pt x="0" y="2043"/>
                    <a:pt x="198" y="2277"/>
                    <a:pt x="488" y="2277"/>
                  </a:cubicBezTo>
                  <a:cubicBezTo>
                    <a:pt x="612" y="2277"/>
                    <a:pt x="752" y="2235"/>
                    <a:pt x="901" y="2146"/>
                  </a:cubicBezTo>
                  <a:cubicBezTo>
                    <a:pt x="1435" y="1812"/>
                    <a:pt x="1735" y="1245"/>
                    <a:pt x="1768" y="611"/>
                  </a:cubicBezTo>
                  <a:cubicBezTo>
                    <a:pt x="1768" y="228"/>
                    <a:pt x="1579" y="0"/>
                    <a:pt x="128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39"/>
            <p:cNvSpPr/>
            <p:nvPr/>
          </p:nvSpPr>
          <p:spPr>
            <a:xfrm>
              <a:off x="4479200" y="1835975"/>
              <a:ext cx="44225" cy="56925"/>
            </a:xfrm>
            <a:custGeom>
              <a:rect b="b" l="l" r="r" t="t"/>
              <a:pathLst>
                <a:path extrusionOk="0" h="2277" w="1769">
                  <a:moveTo>
                    <a:pt x="1307" y="0"/>
                  </a:moveTo>
                  <a:cubicBezTo>
                    <a:pt x="1188" y="0"/>
                    <a:pt x="1050" y="42"/>
                    <a:pt x="901" y="132"/>
                  </a:cubicBezTo>
                  <a:cubicBezTo>
                    <a:pt x="368" y="465"/>
                    <a:pt x="34" y="1032"/>
                    <a:pt x="1" y="1633"/>
                  </a:cubicBezTo>
                  <a:cubicBezTo>
                    <a:pt x="1" y="2041"/>
                    <a:pt x="208" y="2277"/>
                    <a:pt x="511" y="2277"/>
                  </a:cubicBezTo>
                  <a:cubicBezTo>
                    <a:pt x="629" y="2277"/>
                    <a:pt x="761" y="2241"/>
                    <a:pt x="901" y="2167"/>
                  </a:cubicBezTo>
                  <a:cubicBezTo>
                    <a:pt x="1435" y="1833"/>
                    <a:pt x="1735" y="1266"/>
                    <a:pt x="1769" y="632"/>
                  </a:cubicBezTo>
                  <a:cubicBezTo>
                    <a:pt x="1769" y="234"/>
                    <a:pt x="1588" y="0"/>
                    <a:pt x="130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9"/>
            <p:cNvSpPr/>
            <p:nvPr/>
          </p:nvSpPr>
          <p:spPr>
            <a:xfrm>
              <a:off x="5503275" y="668475"/>
              <a:ext cx="44225" cy="56950"/>
            </a:xfrm>
            <a:custGeom>
              <a:rect b="b" l="l" r="r" t="t"/>
              <a:pathLst>
                <a:path extrusionOk="0" h="2278" w="1769">
                  <a:moveTo>
                    <a:pt x="1280" y="0"/>
                  </a:moveTo>
                  <a:cubicBezTo>
                    <a:pt x="1157" y="0"/>
                    <a:pt x="1017" y="42"/>
                    <a:pt x="867" y="132"/>
                  </a:cubicBezTo>
                  <a:cubicBezTo>
                    <a:pt x="334" y="465"/>
                    <a:pt x="34" y="1032"/>
                    <a:pt x="0" y="1666"/>
                  </a:cubicBezTo>
                  <a:cubicBezTo>
                    <a:pt x="0" y="2049"/>
                    <a:pt x="206" y="2277"/>
                    <a:pt x="495" y="2277"/>
                  </a:cubicBezTo>
                  <a:cubicBezTo>
                    <a:pt x="609" y="2277"/>
                    <a:pt x="736" y="2242"/>
                    <a:pt x="867" y="2167"/>
                  </a:cubicBezTo>
                  <a:cubicBezTo>
                    <a:pt x="1401" y="1833"/>
                    <a:pt x="1735" y="1266"/>
                    <a:pt x="1768" y="632"/>
                  </a:cubicBezTo>
                  <a:cubicBezTo>
                    <a:pt x="1768" y="234"/>
                    <a:pt x="1571" y="0"/>
                    <a:pt x="128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39"/>
            <p:cNvSpPr/>
            <p:nvPr/>
          </p:nvSpPr>
          <p:spPr>
            <a:xfrm>
              <a:off x="4654325" y="1297450"/>
              <a:ext cx="206850" cy="262475"/>
            </a:xfrm>
            <a:custGeom>
              <a:rect b="b" l="l" r="r" t="t"/>
              <a:pathLst>
                <a:path extrusionOk="0" h="10499" w="8274">
                  <a:moveTo>
                    <a:pt x="5827" y="673"/>
                  </a:moveTo>
                  <a:cubicBezTo>
                    <a:pt x="6135" y="673"/>
                    <a:pt x="6419" y="745"/>
                    <a:pt x="6672" y="891"/>
                  </a:cubicBezTo>
                  <a:cubicBezTo>
                    <a:pt x="7272" y="1225"/>
                    <a:pt x="7606" y="1992"/>
                    <a:pt x="7606" y="3060"/>
                  </a:cubicBezTo>
                  <a:cubicBezTo>
                    <a:pt x="7606" y="5361"/>
                    <a:pt x="5972" y="8197"/>
                    <a:pt x="3970" y="9331"/>
                  </a:cubicBezTo>
                  <a:cubicBezTo>
                    <a:pt x="3428" y="9652"/>
                    <a:pt x="2911" y="9816"/>
                    <a:pt x="2454" y="9816"/>
                  </a:cubicBezTo>
                  <a:cubicBezTo>
                    <a:pt x="2151" y="9816"/>
                    <a:pt x="1874" y="9744"/>
                    <a:pt x="1635" y="9598"/>
                  </a:cubicBezTo>
                  <a:cubicBezTo>
                    <a:pt x="1001" y="9264"/>
                    <a:pt x="668" y="8497"/>
                    <a:pt x="668" y="7429"/>
                  </a:cubicBezTo>
                  <a:cubicBezTo>
                    <a:pt x="668" y="5128"/>
                    <a:pt x="2302" y="2292"/>
                    <a:pt x="4304" y="1158"/>
                  </a:cubicBezTo>
                  <a:cubicBezTo>
                    <a:pt x="4845" y="837"/>
                    <a:pt x="5363" y="673"/>
                    <a:pt x="5827" y="673"/>
                  </a:cubicBezTo>
                  <a:close/>
                  <a:moveTo>
                    <a:pt x="5853" y="0"/>
                  </a:moveTo>
                  <a:cubicBezTo>
                    <a:pt x="5270" y="0"/>
                    <a:pt x="4631" y="188"/>
                    <a:pt x="3970" y="558"/>
                  </a:cubicBezTo>
                  <a:cubicBezTo>
                    <a:pt x="1802" y="1825"/>
                    <a:pt x="1" y="4894"/>
                    <a:pt x="1" y="7429"/>
                  </a:cubicBezTo>
                  <a:cubicBezTo>
                    <a:pt x="1" y="8730"/>
                    <a:pt x="468" y="9698"/>
                    <a:pt x="1302" y="10198"/>
                  </a:cubicBezTo>
                  <a:cubicBezTo>
                    <a:pt x="1635" y="10398"/>
                    <a:pt x="2035" y="10498"/>
                    <a:pt x="2436" y="10498"/>
                  </a:cubicBezTo>
                  <a:cubicBezTo>
                    <a:pt x="3103" y="10465"/>
                    <a:pt x="3737" y="10265"/>
                    <a:pt x="4304" y="9931"/>
                  </a:cubicBezTo>
                  <a:cubicBezTo>
                    <a:pt x="6505" y="8664"/>
                    <a:pt x="8273" y="5561"/>
                    <a:pt x="8273" y="3060"/>
                  </a:cubicBezTo>
                  <a:cubicBezTo>
                    <a:pt x="8273" y="1759"/>
                    <a:pt x="7806" y="791"/>
                    <a:pt x="7006" y="291"/>
                  </a:cubicBezTo>
                  <a:cubicBezTo>
                    <a:pt x="6658" y="96"/>
                    <a:pt x="6270" y="0"/>
                    <a:pt x="585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39"/>
            <p:cNvSpPr/>
            <p:nvPr/>
          </p:nvSpPr>
          <p:spPr>
            <a:xfrm>
              <a:off x="4701850" y="1356425"/>
              <a:ext cx="111775" cy="144650"/>
            </a:xfrm>
            <a:custGeom>
              <a:rect b="b" l="l" r="r" t="t"/>
              <a:pathLst>
                <a:path extrusionOk="0" h="5786" w="4471">
                  <a:moveTo>
                    <a:pt x="3245" y="1"/>
                  </a:moveTo>
                  <a:cubicBezTo>
                    <a:pt x="2945" y="1"/>
                    <a:pt x="2603" y="97"/>
                    <a:pt x="2236" y="300"/>
                  </a:cubicBezTo>
                  <a:cubicBezTo>
                    <a:pt x="902" y="1168"/>
                    <a:pt x="68" y="2602"/>
                    <a:pt x="1" y="4203"/>
                  </a:cubicBezTo>
                  <a:cubicBezTo>
                    <a:pt x="1" y="5195"/>
                    <a:pt x="503" y="5785"/>
                    <a:pt x="1233" y="5785"/>
                  </a:cubicBezTo>
                  <a:cubicBezTo>
                    <a:pt x="1535" y="5785"/>
                    <a:pt x="1875" y="5685"/>
                    <a:pt x="2236" y="5471"/>
                  </a:cubicBezTo>
                  <a:cubicBezTo>
                    <a:pt x="3570" y="4603"/>
                    <a:pt x="4404" y="3169"/>
                    <a:pt x="4471" y="1601"/>
                  </a:cubicBezTo>
                  <a:cubicBezTo>
                    <a:pt x="4471" y="582"/>
                    <a:pt x="3983" y="1"/>
                    <a:pt x="324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39"/>
            <p:cNvSpPr/>
            <p:nvPr/>
          </p:nvSpPr>
          <p:spPr>
            <a:xfrm>
              <a:off x="5094650" y="458825"/>
              <a:ext cx="170150" cy="217125"/>
            </a:xfrm>
            <a:custGeom>
              <a:rect b="b" l="l" r="r" t="t"/>
              <a:pathLst>
                <a:path extrusionOk="0" h="8685" w="6806">
                  <a:moveTo>
                    <a:pt x="4873" y="397"/>
                  </a:moveTo>
                  <a:cubicBezTo>
                    <a:pt x="5143" y="397"/>
                    <a:pt x="5390" y="458"/>
                    <a:pt x="5604" y="579"/>
                  </a:cubicBezTo>
                  <a:cubicBezTo>
                    <a:pt x="6138" y="912"/>
                    <a:pt x="6438" y="1579"/>
                    <a:pt x="6438" y="2513"/>
                  </a:cubicBezTo>
                  <a:cubicBezTo>
                    <a:pt x="6305" y="4682"/>
                    <a:pt x="5171" y="6683"/>
                    <a:pt x="3336" y="7884"/>
                  </a:cubicBezTo>
                  <a:cubicBezTo>
                    <a:pt x="2857" y="8163"/>
                    <a:pt x="2390" y="8299"/>
                    <a:pt x="1978" y="8299"/>
                  </a:cubicBezTo>
                  <a:cubicBezTo>
                    <a:pt x="1701" y="8299"/>
                    <a:pt x="1449" y="8238"/>
                    <a:pt x="1234" y="8117"/>
                  </a:cubicBezTo>
                  <a:cubicBezTo>
                    <a:pt x="701" y="7817"/>
                    <a:pt x="400" y="7117"/>
                    <a:pt x="400" y="6216"/>
                  </a:cubicBezTo>
                  <a:cubicBezTo>
                    <a:pt x="534" y="4015"/>
                    <a:pt x="1668" y="2013"/>
                    <a:pt x="3536" y="812"/>
                  </a:cubicBezTo>
                  <a:cubicBezTo>
                    <a:pt x="4015" y="533"/>
                    <a:pt x="4470" y="397"/>
                    <a:pt x="4873" y="397"/>
                  </a:cubicBezTo>
                  <a:close/>
                  <a:moveTo>
                    <a:pt x="4856" y="1"/>
                  </a:moveTo>
                  <a:cubicBezTo>
                    <a:pt x="4379" y="1"/>
                    <a:pt x="3852" y="164"/>
                    <a:pt x="3303" y="479"/>
                  </a:cubicBezTo>
                  <a:cubicBezTo>
                    <a:pt x="1501" y="1513"/>
                    <a:pt x="0" y="4115"/>
                    <a:pt x="0" y="6216"/>
                  </a:cubicBezTo>
                  <a:cubicBezTo>
                    <a:pt x="0" y="7250"/>
                    <a:pt x="367" y="8051"/>
                    <a:pt x="1034" y="8451"/>
                  </a:cubicBezTo>
                  <a:cubicBezTo>
                    <a:pt x="1334" y="8618"/>
                    <a:pt x="1635" y="8685"/>
                    <a:pt x="1968" y="8685"/>
                  </a:cubicBezTo>
                  <a:cubicBezTo>
                    <a:pt x="2535" y="8651"/>
                    <a:pt x="3036" y="8518"/>
                    <a:pt x="3503" y="8218"/>
                  </a:cubicBezTo>
                  <a:cubicBezTo>
                    <a:pt x="5337" y="7183"/>
                    <a:pt x="6805" y="4582"/>
                    <a:pt x="6805" y="2480"/>
                  </a:cubicBezTo>
                  <a:cubicBezTo>
                    <a:pt x="6805" y="1446"/>
                    <a:pt x="6438" y="645"/>
                    <a:pt x="5771" y="245"/>
                  </a:cubicBezTo>
                  <a:cubicBezTo>
                    <a:pt x="5497" y="81"/>
                    <a:pt x="5188" y="1"/>
                    <a:pt x="485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39"/>
            <p:cNvSpPr/>
            <p:nvPr/>
          </p:nvSpPr>
          <p:spPr>
            <a:xfrm>
              <a:off x="5133000" y="506125"/>
              <a:ext cx="94250" cy="122825"/>
            </a:xfrm>
            <a:custGeom>
              <a:rect b="b" l="l" r="r" t="t"/>
              <a:pathLst>
                <a:path extrusionOk="0" h="4913" w="3770">
                  <a:moveTo>
                    <a:pt x="2718" y="0"/>
                  </a:moveTo>
                  <a:cubicBezTo>
                    <a:pt x="2464" y="0"/>
                    <a:pt x="2176" y="82"/>
                    <a:pt x="1869" y="255"/>
                  </a:cubicBezTo>
                  <a:cubicBezTo>
                    <a:pt x="768" y="988"/>
                    <a:pt x="67" y="2223"/>
                    <a:pt x="1" y="3557"/>
                  </a:cubicBezTo>
                  <a:cubicBezTo>
                    <a:pt x="1" y="4412"/>
                    <a:pt x="424" y="4912"/>
                    <a:pt x="1041" y="4912"/>
                  </a:cubicBezTo>
                  <a:cubicBezTo>
                    <a:pt x="1290" y="4912"/>
                    <a:pt x="1571" y="4830"/>
                    <a:pt x="1869" y="4658"/>
                  </a:cubicBezTo>
                  <a:cubicBezTo>
                    <a:pt x="3003" y="3924"/>
                    <a:pt x="3703" y="2690"/>
                    <a:pt x="3770" y="1355"/>
                  </a:cubicBezTo>
                  <a:cubicBezTo>
                    <a:pt x="3770" y="500"/>
                    <a:pt x="3347" y="0"/>
                    <a:pt x="271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39"/>
            <p:cNvSpPr/>
            <p:nvPr/>
          </p:nvSpPr>
          <p:spPr>
            <a:xfrm>
              <a:off x="4732725" y="752950"/>
              <a:ext cx="124125" cy="150675"/>
            </a:xfrm>
            <a:custGeom>
              <a:rect b="b" l="l" r="r" t="t"/>
              <a:pathLst>
                <a:path extrusionOk="0" h="6027" w="4965">
                  <a:moveTo>
                    <a:pt x="3403" y="422"/>
                  </a:moveTo>
                  <a:cubicBezTo>
                    <a:pt x="3569" y="422"/>
                    <a:pt x="3736" y="455"/>
                    <a:pt x="3870" y="522"/>
                  </a:cubicBezTo>
                  <a:cubicBezTo>
                    <a:pt x="4270" y="822"/>
                    <a:pt x="4470" y="1289"/>
                    <a:pt x="4403" y="1790"/>
                  </a:cubicBezTo>
                  <a:cubicBezTo>
                    <a:pt x="4337" y="3224"/>
                    <a:pt x="3569" y="4558"/>
                    <a:pt x="2335" y="5359"/>
                  </a:cubicBezTo>
                  <a:cubicBezTo>
                    <a:pt x="2100" y="5575"/>
                    <a:pt x="1828" y="5670"/>
                    <a:pt x="1564" y="5670"/>
                  </a:cubicBezTo>
                  <a:cubicBezTo>
                    <a:pt x="892" y="5670"/>
                    <a:pt x="276" y="5058"/>
                    <a:pt x="467" y="4291"/>
                  </a:cubicBezTo>
                  <a:cubicBezTo>
                    <a:pt x="534" y="2824"/>
                    <a:pt x="1301" y="1489"/>
                    <a:pt x="2535" y="689"/>
                  </a:cubicBezTo>
                  <a:cubicBezTo>
                    <a:pt x="2802" y="522"/>
                    <a:pt x="3102" y="422"/>
                    <a:pt x="3403" y="422"/>
                  </a:cubicBezTo>
                  <a:close/>
                  <a:moveTo>
                    <a:pt x="3287" y="0"/>
                  </a:moveTo>
                  <a:cubicBezTo>
                    <a:pt x="2961" y="0"/>
                    <a:pt x="2627" y="109"/>
                    <a:pt x="2335" y="355"/>
                  </a:cubicBezTo>
                  <a:cubicBezTo>
                    <a:pt x="1001" y="1223"/>
                    <a:pt x="167" y="2690"/>
                    <a:pt x="67" y="4291"/>
                  </a:cubicBezTo>
                  <a:cubicBezTo>
                    <a:pt x="0" y="4892"/>
                    <a:pt x="300" y="5492"/>
                    <a:pt x="801" y="5859"/>
                  </a:cubicBezTo>
                  <a:cubicBezTo>
                    <a:pt x="1001" y="5959"/>
                    <a:pt x="1234" y="6026"/>
                    <a:pt x="1468" y="6026"/>
                  </a:cubicBezTo>
                  <a:cubicBezTo>
                    <a:pt x="1835" y="5993"/>
                    <a:pt x="2202" y="5893"/>
                    <a:pt x="2535" y="5692"/>
                  </a:cubicBezTo>
                  <a:cubicBezTo>
                    <a:pt x="3836" y="4792"/>
                    <a:pt x="4704" y="3357"/>
                    <a:pt x="4770" y="1790"/>
                  </a:cubicBezTo>
                  <a:cubicBezTo>
                    <a:pt x="4964" y="772"/>
                    <a:pt x="4154" y="0"/>
                    <a:pt x="328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39"/>
            <p:cNvSpPr/>
            <p:nvPr/>
          </p:nvSpPr>
          <p:spPr>
            <a:xfrm>
              <a:off x="4761900" y="787225"/>
              <a:ext cx="63400" cy="82775"/>
            </a:xfrm>
            <a:custGeom>
              <a:rect b="b" l="l" r="r" t="t"/>
              <a:pathLst>
                <a:path extrusionOk="0" h="3311" w="2536">
                  <a:moveTo>
                    <a:pt x="1834" y="1"/>
                  </a:moveTo>
                  <a:cubicBezTo>
                    <a:pt x="1664" y="1"/>
                    <a:pt x="1472" y="59"/>
                    <a:pt x="1268" y="185"/>
                  </a:cubicBezTo>
                  <a:cubicBezTo>
                    <a:pt x="501" y="686"/>
                    <a:pt x="34" y="1486"/>
                    <a:pt x="1" y="2387"/>
                  </a:cubicBezTo>
                  <a:cubicBezTo>
                    <a:pt x="1" y="2972"/>
                    <a:pt x="280" y="3311"/>
                    <a:pt x="689" y="3311"/>
                  </a:cubicBezTo>
                  <a:cubicBezTo>
                    <a:pt x="863" y="3311"/>
                    <a:pt x="1059" y="3250"/>
                    <a:pt x="1268" y="3121"/>
                  </a:cubicBezTo>
                  <a:cubicBezTo>
                    <a:pt x="2035" y="2654"/>
                    <a:pt x="2502" y="1820"/>
                    <a:pt x="2536" y="919"/>
                  </a:cubicBezTo>
                  <a:cubicBezTo>
                    <a:pt x="2536" y="351"/>
                    <a:pt x="2250" y="1"/>
                    <a:pt x="183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39"/>
            <p:cNvSpPr/>
            <p:nvPr/>
          </p:nvSpPr>
          <p:spPr>
            <a:xfrm>
              <a:off x="5092975" y="1267450"/>
              <a:ext cx="124350" cy="149875"/>
            </a:xfrm>
            <a:custGeom>
              <a:rect b="b" l="l" r="r" t="t"/>
              <a:pathLst>
                <a:path extrusionOk="0" h="5995" w="4974">
                  <a:moveTo>
                    <a:pt x="3292" y="380"/>
                  </a:moveTo>
                  <a:cubicBezTo>
                    <a:pt x="3961" y="380"/>
                    <a:pt x="4595" y="991"/>
                    <a:pt x="4404" y="1758"/>
                  </a:cubicBezTo>
                  <a:cubicBezTo>
                    <a:pt x="4337" y="3225"/>
                    <a:pt x="3536" y="4560"/>
                    <a:pt x="2335" y="5360"/>
                  </a:cubicBezTo>
                  <a:cubicBezTo>
                    <a:pt x="2101" y="5576"/>
                    <a:pt x="1830" y="5670"/>
                    <a:pt x="1567" y="5670"/>
                  </a:cubicBezTo>
                  <a:cubicBezTo>
                    <a:pt x="892" y="5670"/>
                    <a:pt x="266" y="5051"/>
                    <a:pt x="434" y="4260"/>
                  </a:cubicBezTo>
                  <a:cubicBezTo>
                    <a:pt x="534" y="2792"/>
                    <a:pt x="1301" y="1491"/>
                    <a:pt x="2536" y="690"/>
                  </a:cubicBezTo>
                  <a:cubicBezTo>
                    <a:pt x="2761" y="474"/>
                    <a:pt x="3030" y="380"/>
                    <a:pt x="3292" y="380"/>
                  </a:cubicBezTo>
                  <a:close/>
                  <a:moveTo>
                    <a:pt x="3291" y="1"/>
                  </a:moveTo>
                  <a:cubicBezTo>
                    <a:pt x="2963" y="1"/>
                    <a:pt x="2628" y="110"/>
                    <a:pt x="2335" y="357"/>
                  </a:cubicBezTo>
                  <a:cubicBezTo>
                    <a:pt x="1001" y="1224"/>
                    <a:pt x="167" y="2658"/>
                    <a:pt x="67" y="4260"/>
                  </a:cubicBezTo>
                  <a:cubicBezTo>
                    <a:pt x="0" y="4893"/>
                    <a:pt x="301" y="5494"/>
                    <a:pt x="801" y="5827"/>
                  </a:cubicBezTo>
                  <a:cubicBezTo>
                    <a:pt x="1001" y="5961"/>
                    <a:pt x="1235" y="5994"/>
                    <a:pt x="1468" y="5994"/>
                  </a:cubicBezTo>
                  <a:cubicBezTo>
                    <a:pt x="1835" y="5994"/>
                    <a:pt x="2202" y="5894"/>
                    <a:pt x="2536" y="5694"/>
                  </a:cubicBezTo>
                  <a:cubicBezTo>
                    <a:pt x="3870" y="4827"/>
                    <a:pt x="4704" y="3359"/>
                    <a:pt x="4804" y="1758"/>
                  </a:cubicBezTo>
                  <a:cubicBezTo>
                    <a:pt x="4973" y="765"/>
                    <a:pt x="4159" y="1"/>
                    <a:pt x="329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9"/>
            <p:cNvSpPr/>
            <p:nvPr/>
          </p:nvSpPr>
          <p:spPr>
            <a:xfrm>
              <a:off x="5122150" y="1301625"/>
              <a:ext cx="63425" cy="82400"/>
            </a:xfrm>
            <a:custGeom>
              <a:rect b="b" l="l" r="r" t="t"/>
              <a:pathLst>
                <a:path extrusionOk="0" h="3296" w="2537">
                  <a:moveTo>
                    <a:pt x="1848" y="0"/>
                  </a:moveTo>
                  <a:cubicBezTo>
                    <a:pt x="1674" y="0"/>
                    <a:pt x="1477" y="61"/>
                    <a:pt x="1269" y="191"/>
                  </a:cubicBezTo>
                  <a:cubicBezTo>
                    <a:pt x="501" y="658"/>
                    <a:pt x="34" y="1492"/>
                    <a:pt x="1" y="2392"/>
                  </a:cubicBezTo>
                  <a:cubicBezTo>
                    <a:pt x="1" y="2962"/>
                    <a:pt x="289" y="3296"/>
                    <a:pt x="707" y="3296"/>
                  </a:cubicBezTo>
                  <a:cubicBezTo>
                    <a:pt x="876" y="3296"/>
                    <a:pt x="1067" y="3241"/>
                    <a:pt x="1269" y="3126"/>
                  </a:cubicBezTo>
                  <a:cubicBezTo>
                    <a:pt x="2036" y="2626"/>
                    <a:pt x="2503" y="1825"/>
                    <a:pt x="2536" y="924"/>
                  </a:cubicBezTo>
                  <a:cubicBezTo>
                    <a:pt x="2536" y="339"/>
                    <a:pt x="2257" y="0"/>
                    <a:pt x="184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9"/>
            <p:cNvSpPr/>
            <p:nvPr/>
          </p:nvSpPr>
          <p:spPr>
            <a:xfrm>
              <a:off x="5272275" y="806675"/>
              <a:ext cx="122925" cy="150300"/>
            </a:xfrm>
            <a:custGeom>
              <a:rect b="b" l="l" r="r" t="t"/>
              <a:pathLst>
                <a:path extrusionOk="0" h="6012" w="4917">
                  <a:moveTo>
                    <a:pt x="3271" y="365"/>
                  </a:moveTo>
                  <a:cubicBezTo>
                    <a:pt x="3946" y="365"/>
                    <a:pt x="4571" y="984"/>
                    <a:pt x="4403" y="1776"/>
                  </a:cubicBezTo>
                  <a:cubicBezTo>
                    <a:pt x="4303" y="3210"/>
                    <a:pt x="3536" y="4544"/>
                    <a:pt x="2302" y="5345"/>
                  </a:cubicBezTo>
                  <a:cubicBezTo>
                    <a:pt x="2067" y="5561"/>
                    <a:pt x="1794" y="5655"/>
                    <a:pt x="1531" y="5655"/>
                  </a:cubicBezTo>
                  <a:cubicBezTo>
                    <a:pt x="859" y="5655"/>
                    <a:pt x="242" y="5044"/>
                    <a:pt x="434" y="4277"/>
                  </a:cubicBezTo>
                  <a:cubicBezTo>
                    <a:pt x="501" y="2810"/>
                    <a:pt x="1268" y="1475"/>
                    <a:pt x="2502" y="675"/>
                  </a:cubicBezTo>
                  <a:cubicBezTo>
                    <a:pt x="2736" y="459"/>
                    <a:pt x="3007" y="365"/>
                    <a:pt x="3271" y="365"/>
                  </a:cubicBezTo>
                  <a:close/>
                  <a:moveTo>
                    <a:pt x="3258" y="0"/>
                  </a:moveTo>
                  <a:cubicBezTo>
                    <a:pt x="2935" y="0"/>
                    <a:pt x="2601" y="105"/>
                    <a:pt x="2302" y="341"/>
                  </a:cubicBezTo>
                  <a:cubicBezTo>
                    <a:pt x="968" y="1208"/>
                    <a:pt x="134" y="2676"/>
                    <a:pt x="67" y="4277"/>
                  </a:cubicBezTo>
                  <a:cubicBezTo>
                    <a:pt x="0" y="4878"/>
                    <a:pt x="267" y="5478"/>
                    <a:pt x="801" y="5845"/>
                  </a:cubicBezTo>
                  <a:cubicBezTo>
                    <a:pt x="968" y="5945"/>
                    <a:pt x="1201" y="6012"/>
                    <a:pt x="1435" y="6012"/>
                  </a:cubicBezTo>
                  <a:cubicBezTo>
                    <a:pt x="1802" y="5979"/>
                    <a:pt x="2168" y="5878"/>
                    <a:pt x="2502" y="5678"/>
                  </a:cubicBezTo>
                  <a:cubicBezTo>
                    <a:pt x="3836" y="4811"/>
                    <a:pt x="4670" y="3343"/>
                    <a:pt x="4770" y="1776"/>
                  </a:cubicBezTo>
                  <a:cubicBezTo>
                    <a:pt x="4916" y="755"/>
                    <a:pt x="4124" y="0"/>
                    <a:pt x="325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39"/>
            <p:cNvSpPr/>
            <p:nvPr/>
          </p:nvSpPr>
          <p:spPr>
            <a:xfrm>
              <a:off x="5300625" y="840600"/>
              <a:ext cx="64225" cy="82775"/>
            </a:xfrm>
            <a:custGeom>
              <a:rect b="b" l="l" r="r" t="t"/>
              <a:pathLst>
                <a:path extrusionOk="0" h="3311" w="2569">
                  <a:moveTo>
                    <a:pt x="1840" y="1"/>
                  </a:moveTo>
                  <a:cubicBezTo>
                    <a:pt x="1666" y="1"/>
                    <a:pt x="1471" y="59"/>
                    <a:pt x="1268" y="185"/>
                  </a:cubicBezTo>
                  <a:cubicBezTo>
                    <a:pt x="534" y="685"/>
                    <a:pt x="34" y="1486"/>
                    <a:pt x="0" y="2387"/>
                  </a:cubicBezTo>
                  <a:cubicBezTo>
                    <a:pt x="0" y="2972"/>
                    <a:pt x="280" y="3311"/>
                    <a:pt x="689" y="3311"/>
                  </a:cubicBezTo>
                  <a:cubicBezTo>
                    <a:pt x="862" y="3311"/>
                    <a:pt x="1059" y="3250"/>
                    <a:pt x="1268" y="3120"/>
                  </a:cubicBezTo>
                  <a:cubicBezTo>
                    <a:pt x="2035" y="2653"/>
                    <a:pt x="2502" y="1820"/>
                    <a:pt x="2569" y="919"/>
                  </a:cubicBezTo>
                  <a:cubicBezTo>
                    <a:pt x="2569" y="351"/>
                    <a:pt x="2266" y="1"/>
                    <a:pt x="18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39"/>
            <p:cNvSpPr/>
            <p:nvPr/>
          </p:nvSpPr>
          <p:spPr>
            <a:xfrm>
              <a:off x="4440850" y="1249125"/>
              <a:ext cx="124350" cy="150675"/>
            </a:xfrm>
            <a:custGeom>
              <a:rect b="b" l="l" r="r" t="t"/>
              <a:pathLst>
                <a:path extrusionOk="0" h="6027" w="4974">
                  <a:moveTo>
                    <a:pt x="3289" y="380"/>
                  </a:moveTo>
                  <a:cubicBezTo>
                    <a:pt x="3959" y="380"/>
                    <a:pt x="4595" y="999"/>
                    <a:pt x="4403" y="1790"/>
                  </a:cubicBezTo>
                  <a:cubicBezTo>
                    <a:pt x="4337" y="3225"/>
                    <a:pt x="3536" y="4559"/>
                    <a:pt x="2335" y="5359"/>
                  </a:cubicBezTo>
                  <a:cubicBezTo>
                    <a:pt x="2100" y="5576"/>
                    <a:pt x="1828" y="5670"/>
                    <a:pt x="1563" y="5670"/>
                  </a:cubicBezTo>
                  <a:cubicBezTo>
                    <a:pt x="890" y="5670"/>
                    <a:pt x="266" y="5058"/>
                    <a:pt x="434" y="4292"/>
                  </a:cubicBezTo>
                  <a:cubicBezTo>
                    <a:pt x="534" y="2824"/>
                    <a:pt x="1301" y="1490"/>
                    <a:pt x="2535" y="689"/>
                  </a:cubicBezTo>
                  <a:cubicBezTo>
                    <a:pt x="2760" y="474"/>
                    <a:pt x="3027" y="380"/>
                    <a:pt x="3289" y="380"/>
                  </a:cubicBezTo>
                  <a:close/>
                  <a:moveTo>
                    <a:pt x="3288" y="1"/>
                  </a:moveTo>
                  <a:cubicBezTo>
                    <a:pt x="2961" y="1"/>
                    <a:pt x="2627" y="110"/>
                    <a:pt x="2335" y="356"/>
                  </a:cubicBezTo>
                  <a:cubicBezTo>
                    <a:pt x="1001" y="1223"/>
                    <a:pt x="167" y="2691"/>
                    <a:pt x="67" y="4292"/>
                  </a:cubicBezTo>
                  <a:cubicBezTo>
                    <a:pt x="0" y="4892"/>
                    <a:pt x="300" y="5493"/>
                    <a:pt x="801" y="5860"/>
                  </a:cubicBezTo>
                  <a:cubicBezTo>
                    <a:pt x="1001" y="5960"/>
                    <a:pt x="1234" y="6027"/>
                    <a:pt x="1468" y="6027"/>
                  </a:cubicBezTo>
                  <a:cubicBezTo>
                    <a:pt x="1835" y="5993"/>
                    <a:pt x="2202" y="5893"/>
                    <a:pt x="2535" y="5693"/>
                  </a:cubicBezTo>
                  <a:cubicBezTo>
                    <a:pt x="3870" y="4826"/>
                    <a:pt x="4704" y="3358"/>
                    <a:pt x="4804" y="1790"/>
                  </a:cubicBezTo>
                  <a:cubicBezTo>
                    <a:pt x="4973" y="772"/>
                    <a:pt x="4157" y="1"/>
                    <a:pt x="328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39"/>
            <p:cNvSpPr/>
            <p:nvPr/>
          </p:nvSpPr>
          <p:spPr>
            <a:xfrm>
              <a:off x="4470025" y="1283425"/>
              <a:ext cx="63400" cy="82775"/>
            </a:xfrm>
            <a:custGeom>
              <a:rect b="b" l="l" r="r" t="t"/>
              <a:pathLst>
                <a:path extrusionOk="0" h="3311" w="2536">
                  <a:moveTo>
                    <a:pt x="1834" y="0"/>
                  </a:moveTo>
                  <a:cubicBezTo>
                    <a:pt x="1663" y="0"/>
                    <a:pt x="1471" y="59"/>
                    <a:pt x="1268" y="185"/>
                  </a:cubicBezTo>
                  <a:cubicBezTo>
                    <a:pt x="501" y="685"/>
                    <a:pt x="34" y="1486"/>
                    <a:pt x="1" y="2386"/>
                  </a:cubicBezTo>
                  <a:cubicBezTo>
                    <a:pt x="1" y="2972"/>
                    <a:pt x="280" y="3311"/>
                    <a:pt x="689" y="3311"/>
                  </a:cubicBezTo>
                  <a:cubicBezTo>
                    <a:pt x="863" y="3311"/>
                    <a:pt x="1059" y="3249"/>
                    <a:pt x="1268" y="3120"/>
                  </a:cubicBezTo>
                  <a:cubicBezTo>
                    <a:pt x="2002" y="2653"/>
                    <a:pt x="2502" y="1819"/>
                    <a:pt x="2536" y="919"/>
                  </a:cubicBezTo>
                  <a:cubicBezTo>
                    <a:pt x="2536" y="350"/>
                    <a:pt x="2250" y="0"/>
                    <a:pt x="183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9"/>
            <p:cNvSpPr/>
            <p:nvPr/>
          </p:nvSpPr>
          <p:spPr>
            <a:xfrm>
              <a:off x="4211500" y="1353900"/>
              <a:ext cx="85650" cy="104275"/>
            </a:xfrm>
            <a:custGeom>
              <a:rect b="b" l="l" r="r" t="t"/>
              <a:pathLst>
                <a:path extrusionOk="0" h="4171" w="3426">
                  <a:moveTo>
                    <a:pt x="2336" y="268"/>
                  </a:moveTo>
                  <a:cubicBezTo>
                    <a:pt x="2436" y="268"/>
                    <a:pt x="2569" y="335"/>
                    <a:pt x="2670" y="401"/>
                  </a:cubicBezTo>
                  <a:cubicBezTo>
                    <a:pt x="2936" y="568"/>
                    <a:pt x="3070" y="902"/>
                    <a:pt x="3036" y="1235"/>
                  </a:cubicBezTo>
                  <a:cubicBezTo>
                    <a:pt x="2970" y="2236"/>
                    <a:pt x="2436" y="3170"/>
                    <a:pt x="1602" y="3737"/>
                  </a:cubicBezTo>
                  <a:cubicBezTo>
                    <a:pt x="1443" y="3887"/>
                    <a:pt x="1257" y="3953"/>
                    <a:pt x="1077" y="3953"/>
                  </a:cubicBezTo>
                  <a:cubicBezTo>
                    <a:pt x="613" y="3953"/>
                    <a:pt x="181" y="3522"/>
                    <a:pt x="301" y="2970"/>
                  </a:cubicBezTo>
                  <a:cubicBezTo>
                    <a:pt x="335" y="1969"/>
                    <a:pt x="868" y="1035"/>
                    <a:pt x="1736" y="468"/>
                  </a:cubicBezTo>
                  <a:cubicBezTo>
                    <a:pt x="1902" y="368"/>
                    <a:pt x="2136" y="301"/>
                    <a:pt x="2336" y="301"/>
                  </a:cubicBezTo>
                  <a:lnTo>
                    <a:pt x="2336" y="268"/>
                  </a:lnTo>
                  <a:close/>
                  <a:moveTo>
                    <a:pt x="2250" y="0"/>
                  </a:moveTo>
                  <a:cubicBezTo>
                    <a:pt x="2027" y="0"/>
                    <a:pt x="1800" y="72"/>
                    <a:pt x="1602" y="234"/>
                  </a:cubicBezTo>
                  <a:cubicBezTo>
                    <a:pt x="668" y="835"/>
                    <a:pt x="101" y="1869"/>
                    <a:pt x="34" y="2970"/>
                  </a:cubicBezTo>
                  <a:cubicBezTo>
                    <a:pt x="1" y="3370"/>
                    <a:pt x="201" y="3804"/>
                    <a:pt x="535" y="4037"/>
                  </a:cubicBezTo>
                  <a:cubicBezTo>
                    <a:pt x="668" y="4104"/>
                    <a:pt x="835" y="4171"/>
                    <a:pt x="1002" y="4171"/>
                  </a:cubicBezTo>
                  <a:cubicBezTo>
                    <a:pt x="1269" y="4137"/>
                    <a:pt x="1502" y="4071"/>
                    <a:pt x="1736" y="3937"/>
                  </a:cubicBezTo>
                  <a:cubicBezTo>
                    <a:pt x="2670" y="3337"/>
                    <a:pt x="3237" y="2336"/>
                    <a:pt x="3303" y="1235"/>
                  </a:cubicBezTo>
                  <a:cubicBezTo>
                    <a:pt x="3425" y="529"/>
                    <a:pt x="2853" y="0"/>
                    <a:pt x="225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9"/>
            <p:cNvSpPr/>
            <p:nvPr/>
          </p:nvSpPr>
          <p:spPr>
            <a:xfrm>
              <a:off x="4230700" y="1377300"/>
              <a:ext cx="44225" cy="56975"/>
            </a:xfrm>
            <a:custGeom>
              <a:rect b="b" l="l" r="r" t="t"/>
              <a:pathLst>
                <a:path extrusionOk="0" h="2279" w="1769">
                  <a:moveTo>
                    <a:pt x="1306" y="1"/>
                  </a:moveTo>
                  <a:cubicBezTo>
                    <a:pt x="1187" y="1"/>
                    <a:pt x="1050" y="43"/>
                    <a:pt x="901" y="132"/>
                  </a:cubicBezTo>
                  <a:cubicBezTo>
                    <a:pt x="367" y="466"/>
                    <a:pt x="34" y="1033"/>
                    <a:pt x="0" y="1667"/>
                  </a:cubicBezTo>
                  <a:cubicBezTo>
                    <a:pt x="0" y="2050"/>
                    <a:pt x="206" y="2278"/>
                    <a:pt x="507" y="2278"/>
                  </a:cubicBezTo>
                  <a:cubicBezTo>
                    <a:pt x="626" y="2278"/>
                    <a:pt x="759" y="2243"/>
                    <a:pt x="901" y="2167"/>
                  </a:cubicBezTo>
                  <a:cubicBezTo>
                    <a:pt x="1435" y="1834"/>
                    <a:pt x="1735" y="1267"/>
                    <a:pt x="1768" y="633"/>
                  </a:cubicBezTo>
                  <a:cubicBezTo>
                    <a:pt x="1768" y="235"/>
                    <a:pt x="1587" y="1"/>
                    <a:pt x="130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39"/>
            <p:cNvSpPr/>
            <p:nvPr/>
          </p:nvSpPr>
          <p:spPr>
            <a:xfrm>
              <a:off x="5566650" y="885225"/>
              <a:ext cx="85025" cy="104275"/>
            </a:xfrm>
            <a:custGeom>
              <a:rect b="b" l="l" r="r" t="t"/>
              <a:pathLst>
                <a:path extrusionOk="0" h="4171" w="3401">
                  <a:moveTo>
                    <a:pt x="2261" y="253"/>
                  </a:moveTo>
                  <a:cubicBezTo>
                    <a:pt x="2724" y="253"/>
                    <a:pt x="3156" y="684"/>
                    <a:pt x="3036" y="1235"/>
                  </a:cubicBezTo>
                  <a:cubicBezTo>
                    <a:pt x="2969" y="2203"/>
                    <a:pt x="2435" y="3137"/>
                    <a:pt x="1601" y="3670"/>
                  </a:cubicBezTo>
                  <a:cubicBezTo>
                    <a:pt x="1429" y="3800"/>
                    <a:pt x="1215" y="3873"/>
                    <a:pt x="1004" y="3873"/>
                  </a:cubicBezTo>
                  <a:cubicBezTo>
                    <a:pt x="889" y="3873"/>
                    <a:pt x="774" y="3851"/>
                    <a:pt x="667" y="3804"/>
                  </a:cubicBezTo>
                  <a:cubicBezTo>
                    <a:pt x="401" y="3604"/>
                    <a:pt x="267" y="3270"/>
                    <a:pt x="301" y="2970"/>
                  </a:cubicBezTo>
                  <a:cubicBezTo>
                    <a:pt x="367" y="1936"/>
                    <a:pt x="901" y="1035"/>
                    <a:pt x="1735" y="468"/>
                  </a:cubicBezTo>
                  <a:cubicBezTo>
                    <a:pt x="1894" y="318"/>
                    <a:pt x="2080" y="253"/>
                    <a:pt x="2261" y="253"/>
                  </a:cubicBezTo>
                  <a:close/>
                  <a:moveTo>
                    <a:pt x="2244" y="1"/>
                  </a:moveTo>
                  <a:cubicBezTo>
                    <a:pt x="2024" y="1"/>
                    <a:pt x="1799" y="73"/>
                    <a:pt x="1601" y="235"/>
                  </a:cubicBezTo>
                  <a:cubicBezTo>
                    <a:pt x="667" y="835"/>
                    <a:pt x="100" y="1869"/>
                    <a:pt x="34" y="2970"/>
                  </a:cubicBezTo>
                  <a:cubicBezTo>
                    <a:pt x="0" y="3370"/>
                    <a:pt x="167" y="3804"/>
                    <a:pt x="534" y="4037"/>
                  </a:cubicBezTo>
                  <a:cubicBezTo>
                    <a:pt x="667" y="4104"/>
                    <a:pt x="834" y="4171"/>
                    <a:pt x="1001" y="4171"/>
                  </a:cubicBezTo>
                  <a:cubicBezTo>
                    <a:pt x="1268" y="4137"/>
                    <a:pt x="1501" y="4071"/>
                    <a:pt x="1735" y="3937"/>
                  </a:cubicBezTo>
                  <a:cubicBezTo>
                    <a:pt x="2669" y="3337"/>
                    <a:pt x="3236" y="2303"/>
                    <a:pt x="3303" y="1235"/>
                  </a:cubicBezTo>
                  <a:cubicBezTo>
                    <a:pt x="3400" y="529"/>
                    <a:pt x="2840" y="1"/>
                    <a:pt x="224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9"/>
            <p:cNvSpPr/>
            <p:nvPr/>
          </p:nvSpPr>
          <p:spPr>
            <a:xfrm>
              <a:off x="5585825" y="909150"/>
              <a:ext cx="44225" cy="56950"/>
            </a:xfrm>
            <a:custGeom>
              <a:rect b="b" l="l" r="r" t="t"/>
              <a:pathLst>
                <a:path extrusionOk="0" h="2278" w="1769">
                  <a:moveTo>
                    <a:pt x="1274" y="1"/>
                  </a:moveTo>
                  <a:cubicBezTo>
                    <a:pt x="1160" y="1"/>
                    <a:pt x="1033" y="36"/>
                    <a:pt x="901" y="112"/>
                  </a:cubicBezTo>
                  <a:cubicBezTo>
                    <a:pt x="367" y="445"/>
                    <a:pt x="34" y="1012"/>
                    <a:pt x="1" y="1646"/>
                  </a:cubicBezTo>
                  <a:cubicBezTo>
                    <a:pt x="1" y="2044"/>
                    <a:pt x="198" y="2278"/>
                    <a:pt x="489" y="2278"/>
                  </a:cubicBezTo>
                  <a:cubicBezTo>
                    <a:pt x="612" y="2278"/>
                    <a:pt x="752" y="2236"/>
                    <a:pt x="901" y="2146"/>
                  </a:cubicBezTo>
                  <a:cubicBezTo>
                    <a:pt x="1402" y="1813"/>
                    <a:pt x="1735" y="1246"/>
                    <a:pt x="1768" y="612"/>
                  </a:cubicBezTo>
                  <a:cubicBezTo>
                    <a:pt x="1768" y="229"/>
                    <a:pt x="1563" y="1"/>
                    <a:pt x="127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39"/>
            <p:cNvSpPr/>
            <p:nvPr/>
          </p:nvSpPr>
          <p:spPr>
            <a:xfrm>
              <a:off x="5424875" y="1154925"/>
              <a:ext cx="271225" cy="339100"/>
            </a:xfrm>
            <a:custGeom>
              <a:rect b="b" l="l" r="r" t="t"/>
              <a:pathLst>
                <a:path extrusionOk="0" h="13564" w="10849">
                  <a:moveTo>
                    <a:pt x="10108" y="321"/>
                  </a:moveTo>
                  <a:cubicBezTo>
                    <a:pt x="10175" y="321"/>
                    <a:pt x="10208" y="355"/>
                    <a:pt x="10275" y="388"/>
                  </a:cubicBezTo>
                  <a:cubicBezTo>
                    <a:pt x="10408" y="488"/>
                    <a:pt x="10475" y="655"/>
                    <a:pt x="10475" y="822"/>
                  </a:cubicBezTo>
                  <a:lnTo>
                    <a:pt x="10475" y="6726"/>
                  </a:lnTo>
                  <a:cubicBezTo>
                    <a:pt x="10441" y="7326"/>
                    <a:pt x="10108" y="7860"/>
                    <a:pt x="9641" y="8193"/>
                  </a:cubicBezTo>
                  <a:lnTo>
                    <a:pt x="1068" y="13164"/>
                  </a:lnTo>
                  <a:cubicBezTo>
                    <a:pt x="980" y="13234"/>
                    <a:pt x="883" y="13265"/>
                    <a:pt x="789" y="13265"/>
                  </a:cubicBezTo>
                  <a:cubicBezTo>
                    <a:pt x="527" y="13265"/>
                    <a:pt x="294" y="13025"/>
                    <a:pt x="368" y="12730"/>
                  </a:cubicBezTo>
                  <a:lnTo>
                    <a:pt x="368" y="6859"/>
                  </a:lnTo>
                  <a:cubicBezTo>
                    <a:pt x="401" y="6259"/>
                    <a:pt x="701" y="5725"/>
                    <a:pt x="1201" y="5391"/>
                  </a:cubicBezTo>
                  <a:lnTo>
                    <a:pt x="9774" y="421"/>
                  </a:lnTo>
                  <a:cubicBezTo>
                    <a:pt x="9874" y="388"/>
                    <a:pt x="10008" y="321"/>
                    <a:pt x="10108" y="321"/>
                  </a:cubicBezTo>
                  <a:close/>
                  <a:moveTo>
                    <a:pt x="10058" y="0"/>
                  </a:moveTo>
                  <a:cubicBezTo>
                    <a:pt x="9907" y="0"/>
                    <a:pt x="9750" y="47"/>
                    <a:pt x="9607" y="154"/>
                  </a:cubicBezTo>
                  <a:lnTo>
                    <a:pt x="1035" y="5091"/>
                  </a:lnTo>
                  <a:cubicBezTo>
                    <a:pt x="434" y="5492"/>
                    <a:pt x="67" y="6125"/>
                    <a:pt x="34" y="6859"/>
                  </a:cubicBezTo>
                  <a:lnTo>
                    <a:pt x="34" y="12730"/>
                  </a:lnTo>
                  <a:cubicBezTo>
                    <a:pt x="1" y="13030"/>
                    <a:pt x="134" y="13297"/>
                    <a:pt x="401" y="13464"/>
                  </a:cubicBezTo>
                  <a:cubicBezTo>
                    <a:pt x="501" y="13531"/>
                    <a:pt x="601" y="13564"/>
                    <a:pt x="701" y="13564"/>
                  </a:cubicBezTo>
                  <a:cubicBezTo>
                    <a:pt x="901" y="13564"/>
                    <a:pt x="1068" y="13497"/>
                    <a:pt x="1201" y="13397"/>
                  </a:cubicBezTo>
                  <a:lnTo>
                    <a:pt x="9774" y="8460"/>
                  </a:lnTo>
                  <a:cubicBezTo>
                    <a:pt x="10375" y="8060"/>
                    <a:pt x="10742" y="7426"/>
                    <a:pt x="10775" y="6726"/>
                  </a:cubicBezTo>
                  <a:lnTo>
                    <a:pt x="10775" y="822"/>
                  </a:lnTo>
                  <a:cubicBezTo>
                    <a:pt x="10848" y="357"/>
                    <a:pt x="10474" y="0"/>
                    <a:pt x="1005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9"/>
            <p:cNvSpPr/>
            <p:nvPr/>
          </p:nvSpPr>
          <p:spPr>
            <a:xfrm>
              <a:off x="5468250" y="1230775"/>
              <a:ext cx="184500" cy="108150"/>
            </a:xfrm>
            <a:custGeom>
              <a:rect b="b" l="l" r="r" t="t"/>
              <a:pathLst>
                <a:path extrusionOk="0" h="4326" w="7380">
                  <a:moveTo>
                    <a:pt x="7148" y="0"/>
                  </a:moveTo>
                  <a:cubicBezTo>
                    <a:pt x="7123" y="0"/>
                    <a:pt x="7098" y="7"/>
                    <a:pt x="7072" y="22"/>
                  </a:cubicBezTo>
                  <a:lnTo>
                    <a:pt x="134" y="4025"/>
                  </a:lnTo>
                  <a:cubicBezTo>
                    <a:pt x="0" y="4125"/>
                    <a:pt x="34" y="4326"/>
                    <a:pt x="200" y="4326"/>
                  </a:cubicBezTo>
                  <a:lnTo>
                    <a:pt x="267" y="4326"/>
                  </a:lnTo>
                  <a:lnTo>
                    <a:pt x="7239" y="289"/>
                  </a:lnTo>
                  <a:cubicBezTo>
                    <a:pt x="7380" y="205"/>
                    <a:pt x="7282" y="0"/>
                    <a:pt x="714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9"/>
            <p:cNvSpPr/>
            <p:nvPr/>
          </p:nvSpPr>
          <p:spPr>
            <a:xfrm>
              <a:off x="5468250" y="1271625"/>
              <a:ext cx="184500" cy="108175"/>
            </a:xfrm>
            <a:custGeom>
              <a:rect b="b" l="l" r="r" t="t"/>
              <a:pathLst>
                <a:path extrusionOk="0" h="4327" w="7380">
                  <a:moveTo>
                    <a:pt x="7148" y="1"/>
                  </a:moveTo>
                  <a:cubicBezTo>
                    <a:pt x="7123" y="1"/>
                    <a:pt x="7098" y="8"/>
                    <a:pt x="7072" y="23"/>
                  </a:cubicBezTo>
                  <a:lnTo>
                    <a:pt x="134" y="4026"/>
                  </a:lnTo>
                  <a:cubicBezTo>
                    <a:pt x="0" y="4126"/>
                    <a:pt x="34" y="4326"/>
                    <a:pt x="200" y="4326"/>
                  </a:cubicBezTo>
                  <a:lnTo>
                    <a:pt x="267" y="4326"/>
                  </a:lnTo>
                  <a:lnTo>
                    <a:pt x="7239" y="290"/>
                  </a:lnTo>
                  <a:cubicBezTo>
                    <a:pt x="7380" y="205"/>
                    <a:pt x="7282" y="1"/>
                    <a:pt x="714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9"/>
            <p:cNvSpPr/>
            <p:nvPr/>
          </p:nvSpPr>
          <p:spPr>
            <a:xfrm>
              <a:off x="5469075" y="1312725"/>
              <a:ext cx="182650" cy="107925"/>
            </a:xfrm>
            <a:custGeom>
              <a:rect b="b" l="l" r="r" t="t"/>
              <a:pathLst>
                <a:path extrusionOk="0" h="4317" w="7306">
                  <a:moveTo>
                    <a:pt x="7098" y="0"/>
                  </a:moveTo>
                  <a:cubicBezTo>
                    <a:pt x="7077" y="0"/>
                    <a:pt x="7057" y="5"/>
                    <a:pt x="7039" y="13"/>
                  </a:cubicBezTo>
                  <a:lnTo>
                    <a:pt x="101" y="4016"/>
                  </a:lnTo>
                  <a:cubicBezTo>
                    <a:pt x="1" y="4083"/>
                    <a:pt x="1" y="4183"/>
                    <a:pt x="34" y="4250"/>
                  </a:cubicBezTo>
                  <a:cubicBezTo>
                    <a:pt x="67" y="4283"/>
                    <a:pt x="101" y="4317"/>
                    <a:pt x="167" y="4317"/>
                  </a:cubicBezTo>
                  <a:lnTo>
                    <a:pt x="234" y="4317"/>
                  </a:lnTo>
                  <a:lnTo>
                    <a:pt x="7206" y="280"/>
                  </a:lnTo>
                  <a:cubicBezTo>
                    <a:pt x="7272" y="247"/>
                    <a:pt x="7306" y="147"/>
                    <a:pt x="7272" y="80"/>
                  </a:cubicBezTo>
                  <a:cubicBezTo>
                    <a:pt x="7224" y="31"/>
                    <a:pt x="7157" y="0"/>
                    <a:pt x="709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9"/>
            <p:cNvSpPr/>
            <p:nvPr/>
          </p:nvSpPr>
          <p:spPr>
            <a:xfrm>
              <a:off x="5741775" y="2234875"/>
              <a:ext cx="271225" cy="338275"/>
            </a:xfrm>
            <a:custGeom>
              <a:rect b="b" l="l" r="r" t="t"/>
              <a:pathLst>
                <a:path extrusionOk="0" h="13531" w="10849">
                  <a:moveTo>
                    <a:pt x="10053" y="299"/>
                  </a:moveTo>
                  <a:cubicBezTo>
                    <a:pt x="10293" y="299"/>
                    <a:pt x="10513" y="534"/>
                    <a:pt x="10441" y="821"/>
                  </a:cubicBezTo>
                  <a:lnTo>
                    <a:pt x="10441" y="6725"/>
                  </a:lnTo>
                  <a:cubicBezTo>
                    <a:pt x="10408" y="7292"/>
                    <a:pt x="10108" y="7859"/>
                    <a:pt x="9607" y="8193"/>
                  </a:cubicBezTo>
                  <a:lnTo>
                    <a:pt x="1034" y="13130"/>
                  </a:lnTo>
                  <a:cubicBezTo>
                    <a:pt x="955" y="13200"/>
                    <a:pt x="862" y="13231"/>
                    <a:pt x="770" y="13231"/>
                  </a:cubicBezTo>
                  <a:cubicBezTo>
                    <a:pt x="514" y="13231"/>
                    <a:pt x="269" y="12991"/>
                    <a:pt x="367" y="12696"/>
                  </a:cubicBezTo>
                  <a:lnTo>
                    <a:pt x="367" y="6825"/>
                  </a:lnTo>
                  <a:cubicBezTo>
                    <a:pt x="401" y="6225"/>
                    <a:pt x="701" y="5691"/>
                    <a:pt x="1201" y="5358"/>
                  </a:cubicBezTo>
                  <a:lnTo>
                    <a:pt x="9774" y="421"/>
                  </a:lnTo>
                  <a:cubicBezTo>
                    <a:pt x="9859" y="336"/>
                    <a:pt x="9958" y="299"/>
                    <a:pt x="10053" y="299"/>
                  </a:cubicBezTo>
                  <a:close/>
                  <a:moveTo>
                    <a:pt x="10041" y="0"/>
                  </a:moveTo>
                  <a:cubicBezTo>
                    <a:pt x="9892" y="0"/>
                    <a:pt x="9740" y="48"/>
                    <a:pt x="9607" y="154"/>
                  </a:cubicBezTo>
                  <a:lnTo>
                    <a:pt x="1034" y="5124"/>
                  </a:lnTo>
                  <a:cubicBezTo>
                    <a:pt x="434" y="5491"/>
                    <a:pt x="67" y="6158"/>
                    <a:pt x="34" y="6859"/>
                  </a:cubicBezTo>
                  <a:lnTo>
                    <a:pt x="34" y="12696"/>
                  </a:lnTo>
                  <a:cubicBezTo>
                    <a:pt x="0" y="12996"/>
                    <a:pt x="134" y="13297"/>
                    <a:pt x="367" y="13463"/>
                  </a:cubicBezTo>
                  <a:cubicBezTo>
                    <a:pt x="467" y="13497"/>
                    <a:pt x="567" y="13530"/>
                    <a:pt x="701" y="13530"/>
                  </a:cubicBezTo>
                  <a:cubicBezTo>
                    <a:pt x="868" y="13530"/>
                    <a:pt x="1034" y="13497"/>
                    <a:pt x="1201" y="13430"/>
                  </a:cubicBezTo>
                  <a:lnTo>
                    <a:pt x="9774" y="8460"/>
                  </a:lnTo>
                  <a:cubicBezTo>
                    <a:pt x="10374" y="8093"/>
                    <a:pt x="10741" y="7426"/>
                    <a:pt x="10775" y="6725"/>
                  </a:cubicBezTo>
                  <a:lnTo>
                    <a:pt x="10775" y="854"/>
                  </a:lnTo>
                  <a:cubicBezTo>
                    <a:pt x="10848" y="364"/>
                    <a:pt x="10454" y="0"/>
                    <a:pt x="1004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9"/>
            <p:cNvSpPr/>
            <p:nvPr/>
          </p:nvSpPr>
          <p:spPr>
            <a:xfrm>
              <a:off x="5785125" y="2310400"/>
              <a:ext cx="182675" cy="108475"/>
            </a:xfrm>
            <a:custGeom>
              <a:rect b="b" l="l" r="r" t="t"/>
              <a:pathLst>
                <a:path extrusionOk="0" h="4339" w="7307">
                  <a:moveTo>
                    <a:pt x="7152" y="0"/>
                  </a:moveTo>
                  <a:cubicBezTo>
                    <a:pt x="7124" y="0"/>
                    <a:pt x="7096" y="11"/>
                    <a:pt x="7073" y="35"/>
                  </a:cubicBezTo>
                  <a:lnTo>
                    <a:pt x="101" y="4038"/>
                  </a:lnTo>
                  <a:cubicBezTo>
                    <a:pt x="34" y="4071"/>
                    <a:pt x="1" y="4171"/>
                    <a:pt x="34" y="4271"/>
                  </a:cubicBezTo>
                  <a:cubicBezTo>
                    <a:pt x="68" y="4305"/>
                    <a:pt x="134" y="4338"/>
                    <a:pt x="201" y="4338"/>
                  </a:cubicBezTo>
                  <a:cubicBezTo>
                    <a:pt x="201" y="4338"/>
                    <a:pt x="234" y="4338"/>
                    <a:pt x="268" y="4305"/>
                  </a:cubicBezTo>
                  <a:lnTo>
                    <a:pt x="7206" y="302"/>
                  </a:lnTo>
                  <a:cubicBezTo>
                    <a:pt x="7306" y="269"/>
                    <a:pt x="7306" y="168"/>
                    <a:pt x="7273" y="102"/>
                  </a:cubicBezTo>
                  <a:cubicBezTo>
                    <a:pt x="7251" y="37"/>
                    <a:pt x="7202" y="0"/>
                    <a:pt x="715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9"/>
            <p:cNvSpPr/>
            <p:nvPr/>
          </p:nvSpPr>
          <p:spPr>
            <a:xfrm>
              <a:off x="5784300" y="2351625"/>
              <a:ext cx="183500" cy="108100"/>
            </a:xfrm>
            <a:custGeom>
              <a:rect b="b" l="l" r="r" t="t"/>
              <a:pathLst>
                <a:path extrusionOk="0" h="4324" w="7340">
                  <a:moveTo>
                    <a:pt x="7187" y="1"/>
                  </a:moveTo>
                  <a:cubicBezTo>
                    <a:pt x="7159" y="1"/>
                    <a:pt x="7130" y="8"/>
                    <a:pt x="7106" y="21"/>
                  </a:cubicBezTo>
                  <a:lnTo>
                    <a:pt x="134" y="4023"/>
                  </a:lnTo>
                  <a:cubicBezTo>
                    <a:pt x="1" y="4123"/>
                    <a:pt x="67" y="4324"/>
                    <a:pt x="234" y="4324"/>
                  </a:cubicBezTo>
                  <a:cubicBezTo>
                    <a:pt x="234" y="4324"/>
                    <a:pt x="267" y="4324"/>
                    <a:pt x="301" y="4290"/>
                  </a:cubicBezTo>
                  <a:lnTo>
                    <a:pt x="7239" y="287"/>
                  </a:lnTo>
                  <a:cubicBezTo>
                    <a:pt x="7339" y="254"/>
                    <a:pt x="7339" y="154"/>
                    <a:pt x="7306" y="87"/>
                  </a:cubicBezTo>
                  <a:cubicBezTo>
                    <a:pt x="7285" y="24"/>
                    <a:pt x="7237" y="1"/>
                    <a:pt x="718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9"/>
            <p:cNvSpPr/>
            <p:nvPr/>
          </p:nvSpPr>
          <p:spPr>
            <a:xfrm>
              <a:off x="5785125" y="2391825"/>
              <a:ext cx="182675" cy="108775"/>
            </a:xfrm>
            <a:custGeom>
              <a:rect b="b" l="l" r="r" t="t"/>
              <a:pathLst>
                <a:path extrusionOk="0" h="4351" w="7307">
                  <a:moveTo>
                    <a:pt x="7132" y="1"/>
                  </a:moveTo>
                  <a:cubicBezTo>
                    <a:pt x="7111" y="1"/>
                    <a:pt x="7091" y="5"/>
                    <a:pt x="7073" y="14"/>
                  </a:cubicBezTo>
                  <a:lnTo>
                    <a:pt x="101" y="4050"/>
                  </a:lnTo>
                  <a:cubicBezTo>
                    <a:pt x="34" y="4083"/>
                    <a:pt x="1" y="4183"/>
                    <a:pt x="34" y="4250"/>
                  </a:cubicBezTo>
                  <a:cubicBezTo>
                    <a:pt x="68" y="4317"/>
                    <a:pt x="134" y="4317"/>
                    <a:pt x="201" y="4350"/>
                  </a:cubicBezTo>
                  <a:lnTo>
                    <a:pt x="268" y="4350"/>
                  </a:lnTo>
                  <a:lnTo>
                    <a:pt x="7206" y="314"/>
                  </a:lnTo>
                  <a:cubicBezTo>
                    <a:pt x="7306" y="247"/>
                    <a:pt x="7306" y="147"/>
                    <a:pt x="7273" y="80"/>
                  </a:cubicBezTo>
                  <a:cubicBezTo>
                    <a:pt x="7248" y="32"/>
                    <a:pt x="7188" y="1"/>
                    <a:pt x="713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9"/>
            <p:cNvSpPr/>
            <p:nvPr/>
          </p:nvSpPr>
          <p:spPr>
            <a:xfrm>
              <a:off x="5294775" y="3726250"/>
              <a:ext cx="271200" cy="338800"/>
            </a:xfrm>
            <a:custGeom>
              <a:rect b="b" l="l" r="r" t="t"/>
              <a:pathLst>
                <a:path extrusionOk="0" h="13552" w="10848">
                  <a:moveTo>
                    <a:pt x="10090" y="307"/>
                  </a:moveTo>
                  <a:cubicBezTo>
                    <a:pt x="10153" y="307"/>
                    <a:pt x="10216" y="318"/>
                    <a:pt x="10275" y="342"/>
                  </a:cubicBezTo>
                  <a:cubicBezTo>
                    <a:pt x="10408" y="475"/>
                    <a:pt x="10475" y="642"/>
                    <a:pt x="10475" y="809"/>
                  </a:cubicBezTo>
                  <a:lnTo>
                    <a:pt x="10475" y="6713"/>
                  </a:lnTo>
                  <a:cubicBezTo>
                    <a:pt x="10442" y="7280"/>
                    <a:pt x="10108" y="7847"/>
                    <a:pt x="9641" y="8181"/>
                  </a:cubicBezTo>
                  <a:lnTo>
                    <a:pt x="1068" y="13118"/>
                  </a:lnTo>
                  <a:cubicBezTo>
                    <a:pt x="985" y="13192"/>
                    <a:pt x="888" y="13225"/>
                    <a:pt x="793" y="13225"/>
                  </a:cubicBezTo>
                  <a:cubicBezTo>
                    <a:pt x="549" y="13225"/>
                    <a:pt x="320" y="13006"/>
                    <a:pt x="368" y="12717"/>
                  </a:cubicBezTo>
                  <a:lnTo>
                    <a:pt x="368" y="6846"/>
                  </a:lnTo>
                  <a:cubicBezTo>
                    <a:pt x="401" y="6246"/>
                    <a:pt x="735" y="5712"/>
                    <a:pt x="1202" y="5379"/>
                  </a:cubicBezTo>
                  <a:lnTo>
                    <a:pt x="9775" y="409"/>
                  </a:lnTo>
                  <a:cubicBezTo>
                    <a:pt x="9861" y="344"/>
                    <a:pt x="9975" y="307"/>
                    <a:pt x="10090" y="307"/>
                  </a:cubicBezTo>
                  <a:close/>
                  <a:moveTo>
                    <a:pt x="10078" y="1"/>
                  </a:moveTo>
                  <a:cubicBezTo>
                    <a:pt x="9920" y="1"/>
                    <a:pt x="9756" y="54"/>
                    <a:pt x="9608" y="175"/>
                  </a:cubicBezTo>
                  <a:lnTo>
                    <a:pt x="1035" y="5079"/>
                  </a:lnTo>
                  <a:cubicBezTo>
                    <a:pt x="435" y="5479"/>
                    <a:pt x="68" y="6113"/>
                    <a:pt x="34" y="6846"/>
                  </a:cubicBezTo>
                  <a:lnTo>
                    <a:pt x="34" y="12717"/>
                  </a:lnTo>
                  <a:cubicBezTo>
                    <a:pt x="1" y="13018"/>
                    <a:pt x="134" y="13284"/>
                    <a:pt x="401" y="13451"/>
                  </a:cubicBezTo>
                  <a:cubicBezTo>
                    <a:pt x="501" y="13518"/>
                    <a:pt x="601" y="13551"/>
                    <a:pt x="701" y="13551"/>
                  </a:cubicBezTo>
                  <a:cubicBezTo>
                    <a:pt x="902" y="13551"/>
                    <a:pt x="1068" y="13485"/>
                    <a:pt x="1202" y="13418"/>
                  </a:cubicBezTo>
                  <a:lnTo>
                    <a:pt x="9775" y="8448"/>
                  </a:lnTo>
                  <a:cubicBezTo>
                    <a:pt x="10375" y="8081"/>
                    <a:pt x="10742" y="7414"/>
                    <a:pt x="10775" y="6713"/>
                  </a:cubicBezTo>
                  <a:lnTo>
                    <a:pt x="10775" y="842"/>
                  </a:lnTo>
                  <a:cubicBezTo>
                    <a:pt x="10848" y="361"/>
                    <a:pt x="10485" y="1"/>
                    <a:pt x="1007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9"/>
            <p:cNvSpPr/>
            <p:nvPr/>
          </p:nvSpPr>
          <p:spPr>
            <a:xfrm>
              <a:off x="5338975" y="3802025"/>
              <a:ext cx="183825" cy="107900"/>
            </a:xfrm>
            <a:custGeom>
              <a:rect b="b" l="l" r="r" t="t"/>
              <a:pathLst>
                <a:path extrusionOk="0" h="4316" w="7353">
                  <a:moveTo>
                    <a:pt x="7100" y="1"/>
                  </a:moveTo>
                  <a:cubicBezTo>
                    <a:pt x="7080" y="1"/>
                    <a:pt x="7060" y="5"/>
                    <a:pt x="7039" y="13"/>
                  </a:cubicBezTo>
                  <a:lnTo>
                    <a:pt x="101" y="4016"/>
                  </a:lnTo>
                  <a:cubicBezTo>
                    <a:pt x="1" y="4082"/>
                    <a:pt x="1" y="4182"/>
                    <a:pt x="34" y="4249"/>
                  </a:cubicBezTo>
                  <a:cubicBezTo>
                    <a:pt x="68" y="4282"/>
                    <a:pt x="101" y="4316"/>
                    <a:pt x="168" y="4316"/>
                  </a:cubicBezTo>
                  <a:lnTo>
                    <a:pt x="268" y="4316"/>
                  </a:lnTo>
                  <a:lnTo>
                    <a:pt x="7206" y="280"/>
                  </a:lnTo>
                  <a:cubicBezTo>
                    <a:pt x="7352" y="192"/>
                    <a:pt x="7242" y="1"/>
                    <a:pt x="710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9"/>
            <p:cNvSpPr/>
            <p:nvPr/>
          </p:nvSpPr>
          <p:spPr>
            <a:xfrm>
              <a:off x="5338975" y="3842700"/>
              <a:ext cx="182675" cy="108100"/>
            </a:xfrm>
            <a:custGeom>
              <a:rect b="b" l="l" r="r" t="t"/>
              <a:pathLst>
                <a:path extrusionOk="0" h="4324" w="7307">
                  <a:moveTo>
                    <a:pt x="7123" y="0"/>
                  </a:moveTo>
                  <a:cubicBezTo>
                    <a:pt x="7093" y="0"/>
                    <a:pt x="7064" y="8"/>
                    <a:pt x="7039" y="20"/>
                  </a:cubicBezTo>
                  <a:lnTo>
                    <a:pt x="101" y="4023"/>
                  </a:lnTo>
                  <a:cubicBezTo>
                    <a:pt x="1" y="4090"/>
                    <a:pt x="1" y="4157"/>
                    <a:pt x="34" y="4257"/>
                  </a:cubicBezTo>
                  <a:cubicBezTo>
                    <a:pt x="68" y="4290"/>
                    <a:pt x="101" y="4323"/>
                    <a:pt x="168" y="4323"/>
                  </a:cubicBezTo>
                  <a:lnTo>
                    <a:pt x="268" y="4323"/>
                  </a:lnTo>
                  <a:lnTo>
                    <a:pt x="7206" y="287"/>
                  </a:lnTo>
                  <a:cubicBezTo>
                    <a:pt x="7273" y="254"/>
                    <a:pt x="7306" y="154"/>
                    <a:pt x="7273" y="87"/>
                  </a:cubicBezTo>
                  <a:cubicBezTo>
                    <a:pt x="7230" y="24"/>
                    <a:pt x="7175" y="0"/>
                    <a:pt x="712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9"/>
            <p:cNvSpPr/>
            <p:nvPr/>
          </p:nvSpPr>
          <p:spPr>
            <a:xfrm>
              <a:off x="5338975" y="3883550"/>
              <a:ext cx="182675" cy="108100"/>
            </a:xfrm>
            <a:custGeom>
              <a:rect b="b" l="l" r="r" t="t"/>
              <a:pathLst>
                <a:path extrusionOk="0" h="4324" w="7307">
                  <a:moveTo>
                    <a:pt x="7123" y="1"/>
                  </a:moveTo>
                  <a:cubicBezTo>
                    <a:pt x="7093" y="1"/>
                    <a:pt x="7064" y="9"/>
                    <a:pt x="7039" y="21"/>
                  </a:cubicBezTo>
                  <a:lnTo>
                    <a:pt x="101" y="4024"/>
                  </a:lnTo>
                  <a:cubicBezTo>
                    <a:pt x="1" y="4090"/>
                    <a:pt x="1" y="4157"/>
                    <a:pt x="34" y="4257"/>
                  </a:cubicBezTo>
                  <a:cubicBezTo>
                    <a:pt x="68" y="4290"/>
                    <a:pt x="101" y="4324"/>
                    <a:pt x="168" y="4324"/>
                  </a:cubicBezTo>
                  <a:cubicBezTo>
                    <a:pt x="201" y="4324"/>
                    <a:pt x="234" y="4324"/>
                    <a:pt x="268" y="4290"/>
                  </a:cubicBezTo>
                  <a:lnTo>
                    <a:pt x="7206" y="288"/>
                  </a:lnTo>
                  <a:cubicBezTo>
                    <a:pt x="7273" y="254"/>
                    <a:pt x="7306" y="154"/>
                    <a:pt x="7273" y="87"/>
                  </a:cubicBezTo>
                  <a:cubicBezTo>
                    <a:pt x="7230" y="24"/>
                    <a:pt x="7175" y="1"/>
                    <a:pt x="712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39"/>
            <p:cNvSpPr/>
            <p:nvPr/>
          </p:nvSpPr>
          <p:spPr>
            <a:xfrm>
              <a:off x="3495175" y="4514325"/>
              <a:ext cx="271175" cy="338775"/>
            </a:xfrm>
            <a:custGeom>
              <a:rect b="b" l="l" r="r" t="t"/>
              <a:pathLst>
                <a:path extrusionOk="0" h="13551" w="10847">
                  <a:moveTo>
                    <a:pt x="10144" y="328"/>
                  </a:moveTo>
                  <a:cubicBezTo>
                    <a:pt x="10180" y="328"/>
                    <a:pt x="10227" y="351"/>
                    <a:pt x="10274" y="375"/>
                  </a:cubicBezTo>
                  <a:cubicBezTo>
                    <a:pt x="10408" y="475"/>
                    <a:pt x="10474" y="642"/>
                    <a:pt x="10474" y="842"/>
                  </a:cubicBezTo>
                  <a:lnTo>
                    <a:pt x="10474" y="6713"/>
                  </a:lnTo>
                  <a:cubicBezTo>
                    <a:pt x="10408" y="7313"/>
                    <a:pt x="10107" y="7847"/>
                    <a:pt x="9640" y="8180"/>
                  </a:cubicBezTo>
                  <a:lnTo>
                    <a:pt x="1068" y="13151"/>
                  </a:lnTo>
                  <a:cubicBezTo>
                    <a:pt x="976" y="13206"/>
                    <a:pt x="884" y="13230"/>
                    <a:pt x="792" y="13230"/>
                  </a:cubicBezTo>
                  <a:cubicBezTo>
                    <a:pt x="717" y="13230"/>
                    <a:pt x="642" y="13214"/>
                    <a:pt x="567" y="13184"/>
                  </a:cubicBezTo>
                  <a:cubicBezTo>
                    <a:pt x="434" y="13084"/>
                    <a:pt x="334" y="12917"/>
                    <a:pt x="367" y="12750"/>
                  </a:cubicBezTo>
                  <a:lnTo>
                    <a:pt x="367" y="6846"/>
                  </a:lnTo>
                  <a:cubicBezTo>
                    <a:pt x="400" y="6246"/>
                    <a:pt x="701" y="5712"/>
                    <a:pt x="1201" y="5378"/>
                  </a:cubicBezTo>
                  <a:lnTo>
                    <a:pt x="9774" y="441"/>
                  </a:lnTo>
                  <a:cubicBezTo>
                    <a:pt x="9874" y="375"/>
                    <a:pt x="9974" y="341"/>
                    <a:pt x="10107" y="341"/>
                  </a:cubicBezTo>
                  <a:cubicBezTo>
                    <a:pt x="10117" y="332"/>
                    <a:pt x="10130" y="328"/>
                    <a:pt x="10144" y="328"/>
                  </a:cubicBezTo>
                  <a:close/>
                  <a:moveTo>
                    <a:pt x="10062" y="0"/>
                  </a:moveTo>
                  <a:cubicBezTo>
                    <a:pt x="9906" y="0"/>
                    <a:pt x="9746" y="54"/>
                    <a:pt x="9607" y="175"/>
                  </a:cubicBezTo>
                  <a:lnTo>
                    <a:pt x="1034" y="5111"/>
                  </a:lnTo>
                  <a:cubicBezTo>
                    <a:pt x="434" y="5478"/>
                    <a:pt x="67" y="6146"/>
                    <a:pt x="34" y="6846"/>
                  </a:cubicBezTo>
                  <a:lnTo>
                    <a:pt x="34" y="12750"/>
                  </a:lnTo>
                  <a:cubicBezTo>
                    <a:pt x="0" y="13017"/>
                    <a:pt x="134" y="13317"/>
                    <a:pt x="367" y="13484"/>
                  </a:cubicBezTo>
                  <a:cubicBezTo>
                    <a:pt x="467" y="13517"/>
                    <a:pt x="567" y="13551"/>
                    <a:pt x="701" y="13551"/>
                  </a:cubicBezTo>
                  <a:cubicBezTo>
                    <a:pt x="867" y="13551"/>
                    <a:pt x="1034" y="13517"/>
                    <a:pt x="1201" y="13417"/>
                  </a:cubicBezTo>
                  <a:lnTo>
                    <a:pt x="9774" y="8447"/>
                  </a:lnTo>
                  <a:cubicBezTo>
                    <a:pt x="10374" y="8080"/>
                    <a:pt x="10741" y="7413"/>
                    <a:pt x="10775" y="6713"/>
                  </a:cubicBezTo>
                  <a:lnTo>
                    <a:pt x="10775" y="842"/>
                  </a:lnTo>
                  <a:cubicBezTo>
                    <a:pt x="10847" y="360"/>
                    <a:pt x="10467" y="0"/>
                    <a:pt x="1006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9"/>
            <p:cNvSpPr/>
            <p:nvPr/>
          </p:nvSpPr>
          <p:spPr>
            <a:xfrm>
              <a:off x="3538525" y="4590900"/>
              <a:ext cx="183750" cy="107925"/>
            </a:xfrm>
            <a:custGeom>
              <a:rect b="b" l="l" r="r" t="t"/>
              <a:pathLst>
                <a:path extrusionOk="0" h="4317" w="7350">
                  <a:moveTo>
                    <a:pt x="7138" y="0"/>
                  </a:moveTo>
                  <a:cubicBezTo>
                    <a:pt x="7117" y="0"/>
                    <a:pt x="7095" y="5"/>
                    <a:pt x="7072" y="14"/>
                  </a:cubicBezTo>
                  <a:lnTo>
                    <a:pt x="101" y="4017"/>
                  </a:lnTo>
                  <a:cubicBezTo>
                    <a:pt x="34" y="4050"/>
                    <a:pt x="1" y="4150"/>
                    <a:pt x="34" y="4217"/>
                  </a:cubicBezTo>
                  <a:cubicBezTo>
                    <a:pt x="67" y="4283"/>
                    <a:pt x="134" y="4317"/>
                    <a:pt x="201" y="4317"/>
                  </a:cubicBezTo>
                  <a:cubicBezTo>
                    <a:pt x="201" y="4317"/>
                    <a:pt x="234" y="4317"/>
                    <a:pt x="268" y="4283"/>
                  </a:cubicBezTo>
                  <a:lnTo>
                    <a:pt x="7206" y="281"/>
                  </a:lnTo>
                  <a:cubicBezTo>
                    <a:pt x="7350" y="165"/>
                    <a:pt x="7270" y="0"/>
                    <a:pt x="713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9"/>
            <p:cNvSpPr/>
            <p:nvPr/>
          </p:nvSpPr>
          <p:spPr>
            <a:xfrm>
              <a:off x="3538525" y="4631750"/>
              <a:ext cx="183750" cy="107950"/>
            </a:xfrm>
            <a:custGeom>
              <a:rect b="b" l="l" r="r" t="t"/>
              <a:pathLst>
                <a:path extrusionOk="0" h="4318" w="7350">
                  <a:moveTo>
                    <a:pt x="7138" y="1"/>
                  </a:moveTo>
                  <a:cubicBezTo>
                    <a:pt x="7117" y="1"/>
                    <a:pt x="7095" y="5"/>
                    <a:pt x="7072" y="14"/>
                  </a:cubicBezTo>
                  <a:lnTo>
                    <a:pt x="101" y="4017"/>
                  </a:lnTo>
                  <a:cubicBezTo>
                    <a:pt x="34" y="4050"/>
                    <a:pt x="1" y="4150"/>
                    <a:pt x="34" y="4217"/>
                  </a:cubicBezTo>
                  <a:cubicBezTo>
                    <a:pt x="67" y="4284"/>
                    <a:pt x="134" y="4317"/>
                    <a:pt x="201" y="4317"/>
                  </a:cubicBezTo>
                  <a:cubicBezTo>
                    <a:pt x="201" y="4317"/>
                    <a:pt x="234" y="4317"/>
                    <a:pt x="268" y="4284"/>
                  </a:cubicBezTo>
                  <a:lnTo>
                    <a:pt x="7206" y="281"/>
                  </a:lnTo>
                  <a:cubicBezTo>
                    <a:pt x="7350" y="166"/>
                    <a:pt x="7270" y="1"/>
                    <a:pt x="713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9"/>
            <p:cNvSpPr/>
            <p:nvPr/>
          </p:nvSpPr>
          <p:spPr>
            <a:xfrm>
              <a:off x="3538525" y="4672050"/>
              <a:ext cx="182650" cy="108500"/>
            </a:xfrm>
            <a:custGeom>
              <a:rect b="b" l="l" r="r" t="t"/>
              <a:pathLst>
                <a:path extrusionOk="0" h="4340" w="7306">
                  <a:moveTo>
                    <a:pt x="7158" y="0"/>
                  </a:moveTo>
                  <a:cubicBezTo>
                    <a:pt x="7128" y="0"/>
                    <a:pt x="7098" y="11"/>
                    <a:pt x="7072" y="37"/>
                  </a:cubicBezTo>
                  <a:lnTo>
                    <a:pt x="101" y="4040"/>
                  </a:lnTo>
                  <a:cubicBezTo>
                    <a:pt x="34" y="4073"/>
                    <a:pt x="1" y="4173"/>
                    <a:pt x="34" y="4240"/>
                  </a:cubicBezTo>
                  <a:cubicBezTo>
                    <a:pt x="67" y="4306"/>
                    <a:pt x="134" y="4340"/>
                    <a:pt x="201" y="4340"/>
                  </a:cubicBezTo>
                  <a:cubicBezTo>
                    <a:pt x="201" y="4340"/>
                    <a:pt x="234" y="4340"/>
                    <a:pt x="268" y="4306"/>
                  </a:cubicBezTo>
                  <a:lnTo>
                    <a:pt x="7206" y="304"/>
                  </a:lnTo>
                  <a:cubicBezTo>
                    <a:pt x="7306" y="237"/>
                    <a:pt x="7306" y="170"/>
                    <a:pt x="7273" y="70"/>
                  </a:cubicBezTo>
                  <a:cubicBezTo>
                    <a:pt x="7252" y="29"/>
                    <a:pt x="7206" y="0"/>
                    <a:pt x="715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9"/>
            <p:cNvSpPr/>
            <p:nvPr/>
          </p:nvSpPr>
          <p:spPr>
            <a:xfrm>
              <a:off x="4530075" y="1997525"/>
              <a:ext cx="271175" cy="338775"/>
            </a:xfrm>
            <a:custGeom>
              <a:rect b="b" l="l" r="r" t="t"/>
              <a:pathLst>
                <a:path extrusionOk="0" h="13551" w="10847">
                  <a:moveTo>
                    <a:pt x="10022" y="334"/>
                  </a:moveTo>
                  <a:cubicBezTo>
                    <a:pt x="10274" y="334"/>
                    <a:pt x="10513" y="553"/>
                    <a:pt x="10441" y="842"/>
                  </a:cubicBezTo>
                  <a:lnTo>
                    <a:pt x="10441" y="6713"/>
                  </a:lnTo>
                  <a:cubicBezTo>
                    <a:pt x="10408" y="7313"/>
                    <a:pt x="10108" y="7847"/>
                    <a:pt x="9607" y="8180"/>
                  </a:cubicBezTo>
                  <a:lnTo>
                    <a:pt x="1034" y="13150"/>
                  </a:lnTo>
                  <a:cubicBezTo>
                    <a:pt x="954" y="13222"/>
                    <a:pt x="863" y="13252"/>
                    <a:pt x="773" y="13252"/>
                  </a:cubicBezTo>
                  <a:cubicBezTo>
                    <a:pt x="526" y="13252"/>
                    <a:pt x="294" y="13019"/>
                    <a:pt x="367" y="12750"/>
                  </a:cubicBezTo>
                  <a:lnTo>
                    <a:pt x="367" y="6846"/>
                  </a:lnTo>
                  <a:cubicBezTo>
                    <a:pt x="401" y="6279"/>
                    <a:pt x="701" y="5712"/>
                    <a:pt x="1201" y="5378"/>
                  </a:cubicBezTo>
                  <a:lnTo>
                    <a:pt x="9741" y="441"/>
                  </a:lnTo>
                  <a:cubicBezTo>
                    <a:pt x="9825" y="367"/>
                    <a:pt x="9924" y="334"/>
                    <a:pt x="10022" y="334"/>
                  </a:cubicBezTo>
                  <a:close/>
                  <a:moveTo>
                    <a:pt x="10063" y="0"/>
                  </a:moveTo>
                  <a:cubicBezTo>
                    <a:pt x="9906" y="0"/>
                    <a:pt x="9747" y="54"/>
                    <a:pt x="9607" y="175"/>
                  </a:cubicBezTo>
                  <a:lnTo>
                    <a:pt x="1034" y="5111"/>
                  </a:lnTo>
                  <a:cubicBezTo>
                    <a:pt x="434" y="5512"/>
                    <a:pt x="67" y="6145"/>
                    <a:pt x="34" y="6846"/>
                  </a:cubicBezTo>
                  <a:lnTo>
                    <a:pt x="34" y="12750"/>
                  </a:lnTo>
                  <a:cubicBezTo>
                    <a:pt x="0" y="13017"/>
                    <a:pt x="134" y="13317"/>
                    <a:pt x="367" y="13484"/>
                  </a:cubicBezTo>
                  <a:cubicBezTo>
                    <a:pt x="467" y="13551"/>
                    <a:pt x="567" y="13551"/>
                    <a:pt x="701" y="13551"/>
                  </a:cubicBezTo>
                  <a:cubicBezTo>
                    <a:pt x="868" y="13551"/>
                    <a:pt x="1034" y="13517"/>
                    <a:pt x="1201" y="13451"/>
                  </a:cubicBezTo>
                  <a:lnTo>
                    <a:pt x="9774" y="8480"/>
                  </a:lnTo>
                  <a:cubicBezTo>
                    <a:pt x="10341" y="8080"/>
                    <a:pt x="10741" y="7446"/>
                    <a:pt x="10775" y="6713"/>
                  </a:cubicBezTo>
                  <a:lnTo>
                    <a:pt x="10775" y="842"/>
                  </a:lnTo>
                  <a:cubicBezTo>
                    <a:pt x="10847" y="360"/>
                    <a:pt x="10467" y="0"/>
                    <a:pt x="1006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39"/>
            <p:cNvSpPr/>
            <p:nvPr/>
          </p:nvSpPr>
          <p:spPr>
            <a:xfrm>
              <a:off x="4573425" y="2073875"/>
              <a:ext cx="184400" cy="108150"/>
            </a:xfrm>
            <a:custGeom>
              <a:rect b="b" l="l" r="r" t="t"/>
              <a:pathLst>
                <a:path extrusionOk="0" h="4326" w="7376">
                  <a:moveTo>
                    <a:pt x="7128" y="1"/>
                  </a:moveTo>
                  <a:cubicBezTo>
                    <a:pt x="7100" y="1"/>
                    <a:pt x="7070" y="7"/>
                    <a:pt x="7039" y="23"/>
                  </a:cubicBezTo>
                  <a:lnTo>
                    <a:pt x="101" y="4025"/>
                  </a:lnTo>
                  <a:cubicBezTo>
                    <a:pt x="34" y="4059"/>
                    <a:pt x="1" y="4159"/>
                    <a:pt x="34" y="4259"/>
                  </a:cubicBezTo>
                  <a:cubicBezTo>
                    <a:pt x="68" y="4292"/>
                    <a:pt x="134" y="4326"/>
                    <a:pt x="201" y="4326"/>
                  </a:cubicBezTo>
                  <a:cubicBezTo>
                    <a:pt x="201" y="4326"/>
                    <a:pt x="234" y="4326"/>
                    <a:pt x="268" y="4292"/>
                  </a:cubicBezTo>
                  <a:lnTo>
                    <a:pt x="7206" y="289"/>
                  </a:lnTo>
                  <a:cubicBezTo>
                    <a:pt x="7376" y="205"/>
                    <a:pt x="7282" y="1"/>
                    <a:pt x="712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39"/>
            <p:cNvSpPr/>
            <p:nvPr/>
          </p:nvSpPr>
          <p:spPr>
            <a:xfrm>
              <a:off x="4573425" y="2114150"/>
              <a:ext cx="184875" cy="108750"/>
            </a:xfrm>
            <a:custGeom>
              <a:rect b="b" l="l" r="r" t="t"/>
              <a:pathLst>
                <a:path extrusionOk="0" h="4350" w="7395">
                  <a:moveTo>
                    <a:pt x="7153" y="0"/>
                  </a:moveTo>
                  <a:cubicBezTo>
                    <a:pt x="7117" y="0"/>
                    <a:pt x="7078" y="14"/>
                    <a:pt x="7039" y="46"/>
                  </a:cubicBezTo>
                  <a:lnTo>
                    <a:pt x="101" y="4049"/>
                  </a:lnTo>
                  <a:cubicBezTo>
                    <a:pt x="34" y="4082"/>
                    <a:pt x="1" y="4182"/>
                    <a:pt x="34" y="4282"/>
                  </a:cubicBezTo>
                  <a:cubicBezTo>
                    <a:pt x="68" y="4316"/>
                    <a:pt x="134" y="4349"/>
                    <a:pt x="201" y="4349"/>
                  </a:cubicBezTo>
                  <a:cubicBezTo>
                    <a:pt x="201" y="4349"/>
                    <a:pt x="234" y="4349"/>
                    <a:pt x="268" y="4316"/>
                  </a:cubicBezTo>
                  <a:lnTo>
                    <a:pt x="7206" y="313"/>
                  </a:lnTo>
                  <a:cubicBezTo>
                    <a:pt x="7394" y="232"/>
                    <a:pt x="7301" y="0"/>
                    <a:pt x="715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39"/>
            <p:cNvSpPr/>
            <p:nvPr/>
          </p:nvSpPr>
          <p:spPr>
            <a:xfrm>
              <a:off x="4573425" y="2155850"/>
              <a:ext cx="183825" cy="107900"/>
            </a:xfrm>
            <a:custGeom>
              <a:rect b="b" l="l" r="r" t="t"/>
              <a:pathLst>
                <a:path extrusionOk="0" h="4316" w="7353">
                  <a:moveTo>
                    <a:pt x="7109" y="1"/>
                  </a:moveTo>
                  <a:cubicBezTo>
                    <a:pt x="7087" y="1"/>
                    <a:pt x="7064" y="4"/>
                    <a:pt x="7039" y="13"/>
                  </a:cubicBezTo>
                  <a:lnTo>
                    <a:pt x="101" y="4015"/>
                  </a:lnTo>
                  <a:cubicBezTo>
                    <a:pt x="34" y="4049"/>
                    <a:pt x="1" y="4149"/>
                    <a:pt x="34" y="4249"/>
                  </a:cubicBezTo>
                  <a:cubicBezTo>
                    <a:pt x="68" y="4282"/>
                    <a:pt x="134" y="4316"/>
                    <a:pt x="201" y="4316"/>
                  </a:cubicBezTo>
                  <a:lnTo>
                    <a:pt x="268" y="4316"/>
                  </a:lnTo>
                  <a:lnTo>
                    <a:pt x="7206" y="279"/>
                  </a:lnTo>
                  <a:cubicBezTo>
                    <a:pt x="7353" y="192"/>
                    <a:pt x="7268" y="1"/>
                    <a:pt x="710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39"/>
            <p:cNvSpPr/>
            <p:nvPr/>
          </p:nvSpPr>
          <p:spPr>
            <a:xfrm>
              <a:off x="3527700" y="1049250"/>
              <a:ext cx="140950" cy="179600"/>
            </a:xfrm>
            <a:custGeom>
              <a:rect b="b" l="l" r="r" t="t"/>
              <a:pathLst>
                <a:path extrusionOk="0" h="7184" w="5638">
                  <a:moveTo>
                    <a:pt x="3970" y="445"/>
                  </a:moveTo>
                  <a:cubicBezTo>
                    <a:pt x="4170" y="445"/>
                    <a:pt x="4370" y="479"/>
                    <a:pt x="4537" y="579"/>
                  </a:cubicBezTo>
                  <a:cubicBezTo>
                    <a:pt x="4970" y="845"/>
                    <a:pt x="5204" y="1346"/>
                    <a:pt x="5204" y="2080"/>
                  </a:cubicBezTo>
                  <a:cubicBezTo>
                    <a:pt x="5104" y="3848"/>
                    <a:pt x="4170" y="5449"/>
                    <a:pt x="2702" y="6416"/>
                  </a:cubicBezTo>
                  <a:cubicBezTo>
                    <a:pt x="2327" y="6633"/>
                    <a:pt x="1975" y="6745"/>
                    <a:pt x="1661" y="6745"/>
                  </a:cubicBezTo>
                  <a:cubicBezTo>
                    <a:pt x="1444" y="6745"/>
                    <a:pt x="1245" y="6692"/>
                    <a:pt x="1068" y="6583"/>
                  </a:cubicBezTo>
                  <a:cubicBezTo>
                    <a:pt x="667" y="6349"/>
                    <a:pt x="434" y="5816"/>
                    <a:pt x="434" y="5082"/>
                  </a:cubicBezTo>
                  <a:cubicBezTo>
                    <a:pt x="500" y="3347"/>
                    <a:pt x="1434" y="1713"/>
                    <a:pt x="2936" y="779"/>
                  </a:cubicBezTo>
                  <a:cubicBezTo>
                    <a:pt x="3236" y="579"/>
                    <a:pt x="3603" y="445"/>
                    <a:pt x="3970" y="445"/>
                  </a:cubicBezTo>
                  <a:close/>
                  <a:moveTo>
                    <a:pt x="3969" y="1"/>
                  </a:moveTo>
                  <a:cubicBezTo>
                    <a:pt x="3575" y="1"/>
                    <a:pt x="3144" y="129"/>
                    <a:pt x="2702" y="378"/>
                  </a:cubicBezTo>
                  <a:cubicBezTo>
                    <a:pt x="1101" y="1446"/>
                    <a:pt x="100" y="3181"/>
                    <a:pt x="0" y="5082"/>
                  </a:cubicBezTo>
                  <a:cubicBezTo>
                    <a:pt x="0" y="5983"/>
                    <a:pt x="300" y="6650"/>
                    <a:pt x="867" y="6950"/>
                  </a:cubicBezTo>
                  <a:cubicBezTo>
                    <a:pt x="1101" y="7083"/>
                    <a:pt x="1368" y="7183"/>
                    <a:pt x="1635" y="7183"/>
                  </a:cubicBezTo>
                  <a:cubicBezTo>
                    <a:pt x="2102" y="7150"/>
                    <a:pt x="2535" y="7017"/>
                    <a:pt x="2936" y="6783"/>
                  </a:cubicBezTo>
                  <a:cubicBezTo>
                    <a:pt x="4537" y="5749"/>
                    <a:pt x="5537" y="3981"/>
                    <a:pt x="5637" y="2080"/>
                  </a:cubicBezTo>
                  <a:cubicBezTo>
                    <a:pt x="5637" y="1212"/>
                    <a:pt x="5337" y="545"/>
                    <a:pt x="4770" y="212"/>
                  </a:cubicBezTo>
                  <a:cubicBezTo>
                    <a:pt x="4530" y="70"/>
                    <a:pt x="4259" y="1"/>
                    <a:pt x="396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9"/>
            <p:cNvSpPr/>
            <p:nvPr/>
          </p:nvSpPr>
          <p:spPr>
            <a:xfrm>
              <a:off x="3559375" y="1089175"/>
              <a:ext cx="77575" cy="99500"/>
            </a:xfrm>
            <a:custGeom>
              <a:rect b="b" l="l" r="r" t="t"/>
              <a:pathLst>
                <a:path extrusionOk="0" h="3980" w="3103">
                  <a:moveTo>
                    <a:pt x="2251" y="0"/>
                  </a:moveTo>
                  <a:cubicBezTo>
                    <a:pt x="2044" y="0"/>
                    <a:pt x="1812" y="70"/>
                    <a:pt x="1568" y="216"/>
                  </a:cubicBezTo>
                  <a:cubicBezTo>
                    <a:pt x="634" y="816"/>
                    <a:pt x="67" y="1817"/>
                    <a:pt x="1" y="2884"/>
                  </a:cubicBezTo>
                  <a:cubicBezTo>
                    <a:pt x="1" y="3578"/>
                    <a:pt x="378" y="3980"/>
                    <a:pt x="899" y="3980"/>
                  </a:cubicBezTo>
                  <a:cubicBezTo>
                    <a:pt x="1104" y="3980"/>
                    <a:pt x="1332" y="3917"/>
                    <a:pt x="1568" y="3785"/>
                  </a:cubicBezTo>
                  <a:cubicBezTo>
                    <a:pt x="2469" y="3185"/>
                    <a:pt x="3036" y="2184"/>
                    <a:pt x="3103" y="1117"/>
                  </a:cubicBezTo>
                  <a:cubicBezTo>
                    <a:pt x="3103" y="408"/>
                    <a:pt x="2752" y="0"/>
                    <a:pt x="225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39"/>
            <p:cNvSpPr/>
            <p:nvPr/>
          </p:nvSpPr>
          <p:spPr>
            <a:xfrm>
              <a:off x="3415950" y="582075"/>
              <a:ext cx="357775" cy="431625"/>
            </a:xfrm>
            <a:custGeom>
              <a:rect b="b" l="l" r="r" t="t"/>
              <a:pathLst>
                <a:path extrusionOk="0" h="17265" w="14311">
                  <a:moveTo>
                    <a:pt x="13619" y="322"/>
                  </a:moveTo>
                  <a:cubicBezTo>
                    <a:pt x="13841" y="322"/>
                    <a:pt x="14047" y="530"/>
                    <a:pt x="13977" y="786"/>
                  </a:cubicBezTo>
                  <a:lnTo>
                    <a:pt x="13977" y="8391"/>
                  </a:lnTo>
                  <a:cubicBezTo>
                    <a:pt x="13910" y="8958"/>
                    <a:pt x="13610" y="9492"/>
                    <a:pt x="13143" y="9792"/>
                  </a:cubicBezTo>
                  <a:lnTo>
                    <a:pt x="8873" y="12261"/>
                  </a:lnTo>
                  <a:lnTo>
                    <a:pt x="7639" y="16530"/>
                  </a:lnTo>
                  <a:cubicBezTo>
                    <a:pt x="7639" y="16564"/>
                    <a:pt x="7606" y="16597"/>
                    <a:pt x="7572" y="16597"/>
                  </a:cubicBezTo>
                  <a:cubicBezTo>
                    <a:pt x="7539" y="16597"/>
                    <a:pt x="7506" y="16564"/>
                    <a:pt x="7506" y="16530"/>
                  </a:cubicBezTo>
                  <a:lnTo>
                    <a:pt x="6305" y="13762"/>
                  </a:lnTo>
                  <a:lnTo>
                    <a:pt x="1001" y="16797"/>
                  </a:lnTo>
                  <a:cubicBezTo>
                    <a:pt x="915" y="16862"/>
                    <a:pt x="815" y="16899"/>
                    <a:pt x="710" y="16899"/>
                  </a:cubicBezTo>
                  <a:cubicBezTo>
                    <a:pt x="652" y="16899"/>
                    <a:pt x="593" y="16888"/>
                    <a:pt x="534" y="16864"/>
                  </a:cubicBezTo>
                  <a:cubicBezTo>
                    <a:pt x="401" y="16764"/>
                    <a:pt x="334" y="16597"/>
                    <a:pt x="367" y="16464"/>
                  </a:cubicBezTo>
                  <a:lnTo>
                    <a:pt x="367" y="8858"/>
                  </a:lnTo>
                  <a:cubicBezTo>
                    <a:pt x="401" y="8291"/>
                    <a:pt x="701" y="7757"/>
                    <a:pt x="1168" y="7457"/>
                  </a:cubicBezTo>
                  <a:lnTo>
                    <a:pt x="13310" y="419"/>
                  </a:lnTo>
                  <a:lnTo>
                    <a:pt x="13343" y="452"/>
                  </a:lnTo>
                  <a:cubicBezTo>
                    <a:pt x="13424" y="361"/>
                    <a:pt x="13523" y="322"/>
                    <a:pt x="13619" y="322"/>
                  </a:cubicBezTo>
                  <a:close/>
                  <a:moveTo>
                    <a:pt x="13582" y="0"/>
                  </a:moveTo>
                  <a:cubicBezTo>
                    <a:pt x="13426" y="0"/>
                    <a:pt x="13274" y="44"/>
                    <a:pt x="13143" y="119"/>
                  </a:cubicBezTo>
                  <a:lnTo>
                    <a:pt x="1001" y="7157"/>
                  </a:lnTo>
                  <a:cubicBezTo>
                    <a:pt x="401" y="7524"/>
                    <a:pt x="34" y="8158"/>
                    <a:pt x="0" y="8858"/>
                  </a:cubicBezTo>
                  <a:lnTo>
                    <a:pt x="0" y="16464"/>
                  </a:lnTo>
                  <a:cubicBezTo>
                    <a:pt x="0" y="16730"/>
                    <a:pt x="134" y="16997"/>
                    <a:pt x="367" y="17164"/>
                  </a:cubicBezTo>
                  <a:cubicBezTo>
                    <a:pt x="467" y="17231"/>
                    <a:pt x="567" y="17264"/>
                    <a:pt x="667" y="17264"/>
                  </a:cubicBezTo>
                  <a:cubicBezTo>
                    <a:pt x="868" y="17231"/>
                    <a:pt x="1034" y="17197"/>
                    <a:pt x="1168" y="17097"/>
                  </a:cubicBezTo>
                  <a:lnTo>
                    <a:pt x="6138" y="14262"/>
                  </a:lnTo>
                  <a:lnTo>
                    <a:pt x="7172" y="16697"/>
                  </a:lnTo>
                  <a:cubicBezTo>
                    <a:pt x="7251" y="16856"/>
                    <a:pt x="7406" y="16931"/>
                    <a:pt x="7560" y="16931"/>
                  </a:cubicBezTo>
                  <a:cubicBezTo>
                    <a:pt x="7731" y="16931"/>
                    <a:pt x="7903" y="16839"/>
                    <a:pt x="7973" y="16664"/>
                  </a:cubicBezTo>
                  <a:lnTo>
                    <a:pt x="9173" y="12527"/>
                  </a:lnTo>
                  <a:lnTo>
                    <a:pt x="13310" y="10092"/>
                  </a:lnTo>
                  <a:cubicBezTo>
                    <a:pt x="13910" y="9725"/>
                    <a:pt x="14277" y="9092"/>
                    <a:pt x="14310" y="8391"/>
                  </a:cubicBezTo>
                  <a:lnTo>
                    <a:pt x="14310" y="786"/>
                  </a:lnTo>
                  <a:cubicBezTo>
                    <a:pt x="14310" y="519"/>
                    <a:pt x="14177" y="219"/>
                    <a:pt x="13944" y="85"/>
                  </a:cubicBezTo>
                  <a:cubicBezTo>
                    <a:pt x="13827" y="27"/>
                    <a:pt x="13703" y="0"/>
                    <a:pt x="1358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9"/>
            <p:cNvSpPr/>
            <p:nvPr/>
          </p:nvSpPr>
          <p:spPr>
            <a:xfrm>
              <a:off x="3485150" y="692600"/>
              <a:ext cx="220150" cy="129300"/>
            </a:xfrm>
            <a:custGeom>
              <a:rect b="b" l="l" r="r" t="t"/>
              <a:pathLst>
                <a:path extrusionOk="0" h="5172" w="8806">
                  <a:moveTo>
                    <a:pt x="8574" y="1"/>
                  </a:moveTo>
                  <a:cubicBezTo>
                    <a:pt x="8543" y="1"/>
                    <a:pt x="8509" y="11"/>
                    <a:pt x="8474" y="34"/>
                  </a:cubicBezTo>
                  <a:lnTo>
                    <a:pt x="134" y="4837"/>
                  </a:lnTo>
                  <a:cubicBezTo>
                    <a:pt x="34" y="4904"/>
                    <a:pt x="1" y="5004"/>
                    <a:pt x="68" y="5071"/>
                  </a:cubicBezTo>
                  <a:cubicBezTo>
                    <a:pt x="101" y="5138"/>
                    <a:pt x="134" y="5171"/>
                    <a:pt x="201" y="5171"/>
                  </a:cubicBezTo>
                  <a:cubicBezTo>
                    <a:pt x="234" y="5171"/>
                    <a:pt x="268" y="5171"/>
                    <a:pt x="301" y="5138"/>
                  </a:cubicBezTo>
                  <a:lnTo>
                    <a:pt x="8640" y="334"/>
                  </a:lnTo>
                  <a:cubicBezTo>
                    <a:pt x="8806" y="224"/>
                    <a:pt x="8721" y="1"/>
                    <a:pt x="857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9"/>
            <p:cNvSpPr/>
            <p:nvPr/>
          </p:nvSpPr>
          <p:spPr>
            <a:xfrm>
              <a:off x="3485150" y="733150"/>
              <a:ext cx="219350" cy="129600"/>
            </a:xfrm>
            <a:custGeom>
              <a:rect b="b" l="l" r="r" t="t"/>
              <a:pathLst>
                <a:path extrusionOk="0" h="5184" w="8774">
                  <a:moveTo>
                    <a:pt x="8553" y="0"/>
                  </a:moveTo>
                  <a:cubicBezTo>
                    <a:pt x="8527" y="0"/>
                    <a:pt x="8500" y="4"/>
                    <a:pt x="8474" y="13"/>
                  </a:cubicBezTo>
                  <a:lnTo>
                    <a:pt x="134" y="4850"/>
                  </a:lnTo>
                  <a:cubicBezTo>
                    <a:pt x="34" y="4883"/>
                    <a:pt x="1" y="4983"/>
                    <a:pt x="68" y="5083"/>
                  </a:cubicBezTo>
                  <a:cubicBezTo>
                    <a:pt x="101" y="5150"/>
                    <a:pt x="134" y="5184"/>
                    <a:pt x="201" y="5184"/>
                  </a:cubicBezTo>
                  <a:cubicBezTo>
                    <a:pt x="234" y="5184"/>
                    <a:pt x="268" y="5150"/>
                    <a:pt x="301" y="5150"/>
                  </a:cubicBezTo>
                  <a:lnTo>
                    <a:pt x="8640" y="313"/>
                  </a:lnTo>
                  <a:cubicBezTo>
                    <a:pt x="8740" y="280"/>
                    <a:pt x="8774" y="147"/>
                    <a:pt x="8707" y="80"/>
                  </a:cubicBezTo>
                  <a:cubicBezTo>
                    <a:pt x="8683" y="31"/>
                    <a:pt x="8623" y="0"/>
                    <a:pt x="855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9"/>
            <p:cNvSpPr/>
            <p:nvPr/>
          </p:nvSpPr>
          <p:spPr>
            <a:xfrm>
              <a:off x="3485150" y="773500"/>
              <a:ext cx="220150" cy="129275"/>
            </a:xfrm>
            <a:custGeom>
              <a:rect b="b" l="l" r="r" t="t"/>
              <a:pathLst>
                <a:path extrusionOk="0" h="5171" w="8806">
                  <a:moveTo>
                    <a:pt x="8574" y="0"/>
                  </a:moveTo>
                  <a:cubicBezTo>
                    <a:pt x="8543" y="0"/>
                    <a:pt x="8509" y="10"/>
                    <a:pt x="8474" y="34"/>
                  </a:cubicBezTo>
                  <a:lnTo>
                    <a:pt x="134" y="4837"/>
                  </a:lnTo>
                  <a:cubicBezTo>
                    <a:pt x="34" y="4904"/>
                    <a:pt x="1" y="5004"/>
                    <a:pt x="68" y="5071"/>
                  </a:cubicBezTo>
                  <a:cubicBezTo>
                    <a:pt x="101" y="5137"/>
                    <a:pt x="134" y="5171"/>
                    <a:pt x="201" y="5171"/>
                  </a:cubicBezTo>
                  <a:cubicBezTo>
                    <a:pt x="234" y="5171"/>
                    <a:pt x="268" y="5171"/>
                    <a:pt x="301" y="5137"/>
                  </a:cubicBezTo>
                  <a:lnTo>
                    <a:pt x="8640" y="334"/>
                  </a:lnTo>
                  <a:cubicBezTo>
                    <a:pt x="8806" y="224"/>
                    <a:pt x="8721" y="0"/>
                    <a:pt x="857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9"/>
            <p:cNvSpPr/>
            <p:nvPr/>
          </p:nvSpPr>
          <p:spPr>
            <a:xfrm>
              <a:off x="2327675" y="942775"/>
              <a:ext cx="73400" cy="162650"/>
            </a:xfrm>
            <a:custGeom>
              <a:rect b="b" l="l" r="r" t="t"/>
              <a:pathLst>
                <a:path extrusionOk="0" h="6506" w="2936">
                  <a:moveTo>
                    <a:pt x="2702" y="1"/>
                  </a:moveTo>
                  <a:lnTo>
                    <a:pt x="0" y="1535"/>
                  </a:lnTo>
                  <a:lnTo>
                    <a:pt x="0" y="3136"/>
                  </a:lnTo>
                  <a:lnTo>
                    <a:pt x="1168" y="5438"/>
                  </a:lnTo>
                  <a:cubicBezTo>
                    <a:pt x="1168" y="5471"/>
                    <a:pt x="1201" y="5505"/>
                    <a:pt x="1234" y="5505"/>
                  </a:cubicBezTo>
                  <a:lnTo>
                    <a:pt x="2936" y="6506"/>
                  </a:lnTo>
                  <a:lnTo>
                    <a:pt x="1835" y="4104"/>
                  </a:lnTo>
                  <a:lnTo>
                    <a:pt x="2702" y="1569"/>
                  </a:lnTo>
                  <a:lnTo>
                    <a:pt x="270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39"/>
            <p:cNvSpPr/>
            <p:nvPr/>
          </p:nvSpPr>
          <p:spPr>
            <a:xfrm>
              <a:off x="2327675" y="942775"/>
              <a:ext cx="73400" cy="162650"/>
            </a:xfrm>
            <a:custGeom>
              <a:rect b="b" l="l" r="r" t="t"/>
              <a:pathLst>
                <a:path extrusionOk="0" h="6506" w="2936">
                  <a:moveTo>
                    <a:pt x="2702" y="1"/>
                  </a:moveTo>
                  <a:lnTo>
                    <a:pt x="0" y="1535"/>
                  </a:lnTo>
                  <a:lnTo>
                    <a:pt x="0" y="3136"/>
                  </a:lnTo>
                  <a:lnTo>
                    <a:pt x="1168" y="5438"/>
                  </a:lnTo>
                  <a:cubicBezTo>
                    <a:pt x="1168" y="5471"/>
                    <a:pt x="1201" y="5505"/>
                    <a:pt x="1234" y="5505"/>
                  </a:cubicBezTo>
                  <a:lnTo>
                    <a:pt x="2936" y="6506"/>
                  </a:lnTo>
                  <a:lnTo>
                    <a:pt x="1835" y="4104"/>
                  </a:lnTo>
                  <a:lnTo>
                    <a:pt x="2702" y="1569"/>
                  </a:lnTo>
                  <a:lnTo>
                    <a:pt x="270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39"/>
            <p:cNvSpPr/>
            <p:nvPr/>
          </p:nvSpPr>
          <p:spPr>
            <a:xfrm>
              <a:off x="2210075" y="581475"/>
              <a:ext cx="352775" cy="524075"/>
            </a:xfrm>
            <a:custGeom>
              <a:rect b="b" l="l" r="r" t="t"/>
              <a:pathLst>
                <a:path extrusionOk="0" h="20963" w="14111">
                  <a:moveTo>
                    <a:pt x="11813" y="1"/>
                  </a:moveTo>
                  <a:cubicBezTo>
                    <a:pt x="11534" y="1"/>
                    <a:pt x="11259" y="59"/>
                    <a:pt x="11009" y="176"/>
                  </a:cubicBezTo>
                  <a:lnTo>
                    <a:pt x="835" y="6080"/>
                  </a:lnTo>
                  <a:cubicBezTo>
                    <a:pt x="368" y="6380"/>
                    <a:pt x="34" y="6914"/>
                    <a:pt x="1" y="7481"/>
                  </a:cubicBezTo>
                  <a:lnTo>
                    <a:pt x="1" y="18656"/>
                  </a:lnTo>
                  <a:cubicBezTo>
                    <a:pt x="34" y="19223"/>
                    <a:pt x="368" y="19757"/>
                    <a:pt x="835" y="20057"/>
                  </a:cubicBezTo>
                  <a:lnTo>
                    <a:pt x="1502" y="20457"/>
                  </a:lnTo>
                  <a:cubicBezTo>
                    <a:pt x="1752" y="20591"/>
                    <a:pt x="2036" y="20657"/>
                    <a:pt x="2319" y="20657"/>
                  </a:cubicBezTo>
                  <a:cubicBezTo>
                    <a:pt x="2603" y="20657"/>
                    <a:pt x="2886" y="20591"/>
                    <a:pt x="3136" y="20457"/>
                  </a:cubicBezTo>
                  <a:lnTo>
                    <a:pt x="6405" y="18556"/>
                  </a:lnTo>
                  <a:lnTo>
                    <a:pt x="7573" y="20891"/>
                  </a:lnTo>
                  <a:cubicBezTo>
                    <a:pt x="7604" y="20937"/>
                    <a:pt x="7664" y="20962"/>
                    <a:pt x="7725" y="20962"/>
                  </a:cubicBezTo>
                  <a:cubicBezTo>
                    <a:pt x="7797" y="20962"/>
                    <a:pt x="7871" y="20929"/>
                    <a:pt x="7906" y="20857"/>
                  </a:cubicBezTo>
                  <a:lnTo>
                    <a:pt x="9141" y="16988"/>
                  </a:lnTo>
                  <a:lnTo>
                    <a:pt x="13310" y="14553"/>
                  </a:lnTo>
                  <a:cubicBezTo>
                    <a:pt x="13777" y="14253"/>
                    <a:pt x="14078" y="13719"/>
                    <a:pt x="14111" y="13152"/>
                  </a:cubicBezTo>
                  <a:lnTo>
                    <a:pt x="14111" y="1977"/>
                  </a:lnTo>
                  <a:cubicBezTo>
                    <a:pt x="14078" y="1410"/>
                    <a:pt x="13777" y="876"/>
                    <a:pt x="13310" y="576"/>
                  </a:cubicBezTo>
                  <a:lnTo>
                    <a:pt x="12643" y="176"/>
                  </a:lnTo>
                  <a:cubicBezTo>
                    <a:pt x="12376" y="59"/>
                    <a:pt x="12093" y="1"/>
                    <a:pt x="1181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39"/>
            <p:cNvSpPr/>
            <p:nvPr/>
          </p:nvSpPr>
          <p:spPr>
            <a:xfrm>
              <a:off x="2210925" y="747650"/>
              <a:ext cx="74225" cy="349875"/>
            </a:xfrm>
            <a:custGeom>
              <a:rect b="b" l="l" r="r" t="t"/>
              <a:pathLst>
                <a:path extrusionOk="0" h="13995" w="2969">
                  <a:moveTo>
                    <a:pt x="2969" y="13877"/>
                  </a:moveTo>
                  <a:cubicBezTo>
                    <a:pt x="2964" y="13878"/>
                    <a:pt x="2960" y="13880"/>
                    <a:pt x="2955" y="13882"/>
                  </a:cubicBezTo>
                  <a:lnTo>
                    <a:pt x="2955" y="13882"/>
                  </a:lnTo>
                  <a:cubicBezTo>
                    <a:pt x="2960" y="13880"/>
                    <a:pt x="2964" y="13879"/>
                    <a:pt x="2969" y="13877"/>
                  </a:cubicBezTo>
                  <a:close/>
                  <a:moveTo>
                    <a:pt x="267" y="0"/>
                  </a:moveTo>
                  <a:cubicBezTo>
                    <a:pt x="100" y="267"/>
                    <a:pt x="34" y="534"/>
                    <a:pt x="34" y="801"/>
                  </a:cubicBezTo>
                  <a:lnTo>
                    <a:pt x="0" y="12009"/>
                  </a:lnTo>
                  <a:cubicBezTo>
                    <a:pt x="34" y="12576"/>
                    <a:pt x="334" y="13110"/>
                    <a:pt x="834" y="13410"/>
                  </a:cubicBezTo>
                  <a:lnTo>
                    <a:pt x="1501" y="13810"/>
                  </a:lnTo>
                  <a:cubicBezTo>
                    <a:pt x="1754" y="13937"/>
                    <a:pt x="2027" y="13995"/>
                    <a:pt x="2298" y="13995"/>
                  </a:cubicBezTo>
                  <a:cubicBezTo>
                    <a:pt x="2522" y="13995"/>
                    <a:pt x="2745" y="13955"/>
                    <a:pt x="2955" y="13882"/>
                  </a:cubicBezTo>
                  <a:lnTo>
                    <a:pt x="2955" y="13882"/>
                  </a:lnTo>
                  <a:cubicBezTo>
                    <a:pt x="2885" y="13906"/>
                    <a:pt x="2818" y="13917"/>
                    <a:pt x="2755" y="13917"/>
                  </a:cubicBezTo>
                  <a:cubicBezTo>
                    <a:pt x="2492" y="13917"/>
                    <a:pt x="2302" y="13715"/>
                    <a:pt x="2302" y="13343"/>
                  </a:cubicBezTo>
                  <a:lnTo>
                    <a:pt x="2302" y="2135"/>
                  </a:lnTo>
                  <a:cubicBezTo>
                    <a:pt x="2302" y="1835"/>
                    <a:pt x="2402" y="1568"/>
                    <a:pt x="2535" y="1335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9"/>
            <p:cNvSpPr/>
            <p:nvPr/>
          </p:nvSpPr>
          <p:spPr>
            <a:xfrm>
              <a:off x="2216750" y="581700"/>
              <a:ext cx="345275" cy="200150"/>
            </a:xfrm>
            <a:custGeom>
              <a:rect b="b" l="l" r="r" t="t"/>
              <a:pathLst>
                <a:path extrusionOk="0" h="8006" w="13811">
                  <a:moveTo>
                    <a:pt x="11546" y="0"/>
                  </a:moveTo>
                  <a:cubicBezTo>
                    <a:pt x="11267" y="0"/>
                    <a:pt x="10992" y="67"/>
                    <a:pt x="10742" y="200"/>
                  </a:cubicBezTo>
                  <a:lnTo>
                    <a:pt x="568" y="6071"/>
                  </a:lnTo>
                  <a:cubicBezTo>
                    <a:pt x="334" y="6238"/>
                    <a:pt x="134" y="6438"/>
                    <a:pt x="1" y="6705"/>
                  </a:cubicBezTo>
                  <a:lnTo>
                    <a:pt x="2302" y="8006"/>
                  </a:lnTo>
                  <a:cubicBezTo>
                    <a:pt x="2436" y="7739"/>
                    <a:pt x="2636" y="7539"/>
                    <a:pt x="2869" y="7372"/>
                  </a:cubicBezTo>
                  <a:lnTo>
                    <a:pt x="13043" y="1501"/>
                  </a:lnTo>
                  <a:cubicBezTo>
                    <a:pt x="13171" y="1432"/>
                    <a:pt x="13290" y="1399"/>
                    <a:pt x="13395" y="1399"/>
                  </a:cubicBezTo>
                  <a:cubicBezTo>
                    <a:pt x="13594" y="1399"/>
                    <a:pt x="13745" y="1517"/>
                    <a:pt x="13811" y="1735"/>
                  </a:cubicBezTo>
                  <a:cubicBezTo>
                    <a:pt x="13710" y="1268"/>
                    <a:pt x="13444" y="834"/>
                    <a:pt x="13043" y="601"/>
                  </a:cubicBezTo>
                  <a:lnTo>
                    <a:pt x="12376" y="200"/>
                  </a:lnTo>
                  <a:cubicBezTo>
                    <a:pt x="12109" y="67"/>
                    <a:pt x="11826" y="0"/>
                    <a:pt x="115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9"/>
            <p:cNvSpPr/>
            <p:nvPr/>
          </p:nvSpPr>
          <p:spPr>
            <a:xfrm>
              <a:off x="2312650" y="723450"/>
              <a:ext cx="206000" cy="273575"/>
            </a:xfrm>
            <a:custGeom>
              <a:rect b="b" l="l" r="r" t="t"/>
              <a:pathLst>
                <a:path extrusionOk="0" h="10943" w="8240">
                  <a:moveTo>
                    <a:pt x="4914" y="3061"/>
                  </a:moveTo>
                  <a:cubicBezTo>
                    <a:pt x="4955" y="3061"/>
                    <a:pt x="4996" y="3064"/>
                    <a:pt x="5038" y="3070"/>
                  </a:cubicBezTo>
                  <a:lnTo>
                    <a:pt x="5138" y="3070"/>
                  </a:lnTo>
                  <a:cubicBezTo>
                    <a:pt x="5438" y="3103"/>
                    <a:pt x="5705" y="3303"/>
                    <a:pt x="5838" y="3603"/>
                  </a:cubicBezTo>
                  <a:cubicBezTo>
                    <a:pt x="6239" y="4437"/>
                    <a:pt x="5772" y="5972"/>
                    <a:pt x="4871" y="6939"/>
                  </a:cubicBezTo>
                  <a:cubicBezTo>
                    <a:pt x="4537" y="7339"/>
                    <a:pt x="4104" y="7606"/>
                    <a:pt x="3637" y="7773"/>
                  </a:cubicBezTo>
                  <a:lnTo>
                    <a:pt x="3303" y="7773"/>
                  </a:lnTo>
                  <a:cubicBezTo>
                    <a:pt x="2936" y="7740"/>
                    <a:pt x="2603" y="7540"/>
                    <a:pt x="2469" y="7173"/>
                  </a:cubicBezTo>
                  <a:cubicBezTo>
                    <a:pt x="2402" y="7039"/>
                    <a:pt x="2336" y="6872"/>
                    <a:pt x="2336" y="6706"/>
                  </a:cubicBezTo>
                  <a:cubicBezTo>
                    <a:pt x="2336" y="6606"/>
                    <a:pt x="2336" y="6539"/>
                    <a:pt x="2336" y="6439"/>
                  </a:cubicBezTo>
                  <a:cubicBezTo>
                    <a:pt x="2402" y="5471"/>
                    <a:pt x="2803" y="4571"/>
                    <a:pt x="3470" y="3870"/>
                  </a:cubicBezTo>
                  <a:cubicBezTo>
                    <a:pt x="3670" y="3637"/>
                    <a:pt x="3904" y="3470"/>
                    <a:pt x="4137" y="3303"/>
                  </a:cubicBezTo>
                  <a:cubicBezTo>
                    <a:pt x="4237" y="3270"/>
                    <a:pt x="4304" y="3237"/>
                    <a:pt x="4371" y="3203"/>
                  </a:cubicBezTo>
                  <a:cubicBezTo>
                    <a:pt x="4535" y="3121"/>
                    <a:pt x="4722" y="3061"/>
                    <a:pt x="4914" y="3061"/>
                  </a:cubicBezTo>
                  <a:close/>
                  <a:moveTo>
                    <a:pt x="6172" y="1"/>
                  </a:moveTo>
                  <a:lnTo>
                    <a:pt x="5271" y="101"/>
                  </a:lnTo>
                  <a:cubicBezTo>
                    <a:pt x="5171" y="101"/>
                    <a:pt x="5104" y="168"/>
                    <a:pt x="5071" y="234"/>
                  </a:cubicBezTo>
                  <a:lnTo>
                    <a:pt x="4571" y="1535"/>
                  </a:lnTo>
                  <a:cubicBezTo>
                    <a:pt x="4537" y="1635"/>
                    <a:pt x="4471" y="1702"/>
                    <a:pt x="4371" y="1735"/>
                  </a:cubicBezTo>
                  <a:cubicBezTo>
                    <a:pt x="4170" y="1836"/>
                    <a:pt x="4004" y="1936"/>
                    <a:pt x="3803" y="2069"/>
                  </a:cubicBezTo>
                  <a:cubicBezTo>
                    <a:pt x="3770" y="2102"/>
                    <a:pt x="3737" y="2119"/>
                    <a:pt x="3708" y="2119"/>
                  </a:cubicBezTo>
                  <a:cubicBezTo>
                    <a:pt x="3678" y="2119"/>
                    <a:pt x="3653" y="2102"/>
                    <a:pt x="3637" y="2069"/>
                  </a:cubicBezTo>
                  <a:lnTo>
                    <a:pt x="3170" y="1369"/>
                  </a:lnTo>
                  <a:cubicBezTo>
                    <a:pt x="3156" y="1340"/>
                    <a:pt x="3130" y="1330"/>
                    <a:pt x="3102" y="1330"/>
                  </a:cubicBezTo>
                  <a:cubicBezTo>
                    <a:pt x="3064" y="1330"/>
                    <a:pt x="3022" y="1349"/>
                    <a:pt x="3003" y="1369"/>
                  </a:cubicBezTo>
                  <a:lnTo>
                    <a:pt x="2002" y="2436"/>
                  </a:lnTo>
                  <a:cubicBezTo>
                    <a:pt x="1935" y="2503"/>
                    <a:pt x="1902" y="2569"/>
                    <a:pt x="1902" y="2636"/>
                  </a:cubicBezTo>
                  <a:lnTo>
                    <a:pt x="2202" y="3603"/>
                  </a:lnTo>
                  <a:cubicBezTo>
                    <a:pt x="2202" y="3670"/>
                    <a:pt x="2202" y="3737"/>
                    <a:pt x="2136" y="3804"/>
                  </a:cubicBezTo>
                  <a:cubicBezTo>
                    <a:pt x="1969" y="4070"/>
                    <a:pt x="1835" y="4337"/>
                    <a:pt x="1702" y="4604"/>
                  </a:cubicBezTo>
                  <a:cubicBezTo>
                    <a:pt x="1635" y="4704"/>
                    <a:pt x="1569" y="4738"/>
                    <a:pt x="1468" y="4771"/>
                  </a:cubicBezTo>
                  <a:lnTo>
                    <a:pt x="635" y="4971"/>
                  </a:lnTo>
                  <a:cubicBezTo>
                    <a:pt x="534" y="5004"/>
                    <a:pt x="468" y="5071"/>
                    <a:pt x="434" y="5138"/>
                  </a:cubicBezTo>
                  <a:lnTo>
                    <a:pt x="34" y="6572"/>
                  </a:lnTo>
                  <a:cubicBezTo>
                    <a:pt x="1" y="6639"/>
                    <a:pt x="67" y="6706"/>
                    <a:pt x="134" y="6706"/>
                  </a:cubicBezTo>
                  <a:lnTo>
                    <a:pt x="901" y="6772"/>
                  </a:lnTo>
                  <a:cubicBezTo>
                    <a:pt x="914" y="6766"/>
                    <a:pt x="926" y="6764"/>
                    <a:pt x="938" y="6764"/>
                  </a:cubicBezTo>
                  <a:cubicBezTo>
                    <a:pt x="990" y="6764"/>
                    <a:pt x="1035" y="6818"/>
                    <a:pt x="1035" y="6872"/>
                  </a:cubicBezTo>
                  <a:cubicBezTo>
                    <a:pt x="1001" y="7139"/>
                    <a:pt x="1001" y="7373"/>
                    <a:pt x="1035" y="7640"/>
                  </a:cubicBezTo>
                  <a:cubicBezTo>
                    <a:pt x="1035" y="7706"/>
                    <a:pt x="1001" y="7806"/>
                    <a:pt x="968" y="7873"/>
                  </a:cubicBezTo>
                  <a:lnTo>
                    <a:pt x="67" y="8907"/>
                  </a:lnTo>
                  <a:cubicBezTo>
                    <a:pt x="34" y="8974"/>
                    <a:pt x="1" y="9041"/>
                    <a:pt x="34" y="9141"/>
                  </a:cubicBezTo>
                  <a:lnTo>
                    <a:pt x="434" y="10041"/>
                  </a:lnTo>
                  <a:cubicBezTo>
                    <a:pt x="468" y="10041"/>
                    <a:pt x="468" y="10075"/>
                    <a:pt x="468" y="10075"/>
                  </a:cubicBezTo>
                  <a:lnTo>
                    <a:pt x="501" y="10075"/>
                  </a:lnTo>
                  <a:cubicBezTo>
                    <a:pt x="534" y="10075"/>
                    <a:pt x="568" y="10041"/>
                    <a:pt x="601" y="10041"/>
                  </a:cubicBezTo>
                  <a:lnTo>
                    <a:pt x="1535" y="9207"/>
                  </a:lnTo>
                  <a:cubicBezTo>
                    <a:pt x="1584" y="9159"/>
                    <a:pt x="1633" y="9128"/>
                    <a:pt x="1682" y="9128"/>
                  </a:cubicBezTo>
                  <a:cubicBezTo>
                    <a:pt x="1700" y="9128"/>
                    <a:pt x="1717" y="9132"/>
                    <a:pt x="1735" y="9141"/>
                  </a:cubicBezTo>
                  <a:cubicBezTo>
                    <a:pt x="1869" y="9241"/>
                    <a:pt x="2002" y="9341"/>
                    <a:pt x="2169" y="9374"/>
                  </a:cubicBezTo>
                  <a:cubicBezTo>
                    <a:pt x="2236" y="9408"/>
                    <a:pt x="2269" y="9474"/>
                    <a:pt x="2236" y="9541"/>
                  </a:cubicBezTo>
                  <a:lnTo>
                    <a:pt x="1969" y="10842"/>
                  </a:lnTo>
                  <a:cubicBezTo>
                    <a:pt x="1935" y="10875"/>
                    <a:pt x="1969" y="10909"/>
                    <a:pt x="2002" y="10942"/>
                  </a:cubicBezTo>
                  <a:lnTo>
                    <a:pt x="2102" y="10942"/>
                  </a:lnTo>
                  <a:lnTo>
                    <a:pt x="3003" y="10842"/>
                  </a:lnTo>
                  <a:cubicBezTo>
                    <a:pt x="3070" y="10842"/>
                    <a:pt x="3136" y="10775"/>
                    <a:pt x="3203" y="10709"/>
                  </a:cubicBezTo>
                  <a:lnTo>
                    <a:pt x="3670" y="9408"/>
                  </a:lnTo>
                  <a:cubicBezTo>
                    <a:pt x="3737" y="9308"/>
                    <a:pt x="3803" y="9241"/>
                    <a:pt x="3870" y="9207"/>
                  </a:cubicBezTo>
                  <a:cubicBezTo>
                    <a:pt x="3970" y="9141"/>
                    <a:pt x="4070" y="9107"/>
                    <a:pt x="4170" y="9041"/>
                  </a:cubicBezTo>
                  <a:cubicBezTo>
                    <a:pt x="4270" y="9007"/>
                    <a:pt x="4337" y="8941"/>
                    <a:pt x="4437" y="8874"/>
                  </a:cubicBezTo>
                  <a:cubicBezTo>
                    <a:pt x="4487" y="8841"/>
                    <a:pt x="4529" y="8824"/>
                    <a:pt x="4562" y="8824"/>
                  </a:cubicBezTo>
                  <a:cubicBezTo>
                    <a:pt x="4596" y="8824"/>
                    <a:pt x="4621" y="8841"/>
                    <a:pt x="4637" y="8874"/>
                  </a:cubicBezTo>
                  <a:lnTo>
                    <a:pt x="5104" y="9574"/>
                  </a:lnTo>
                  <a:cubicBezTo>
                    <a:pt x="5114" y="9584"/>
                    <a:pt x="5127" y="9588"/>
                    <a:pt x="5141" y="9588"/>
                  </a:cubicBezTo>
                  <a:cubicBezTo>
                    <a:pt x="5174" y="9588"/>
                    <a:pt x="5214" y="9565"/>
                    <a:pt x="5238" y="9541"/>
                  </a:cubicBezTo>
                  <a:lnTo>
                    <a:pt x="6239" y="8507"/>
                  </a:lnTo>
                  <a:cubicBezTo>
                    <a:pt x="6305" y="8440"/>
                    <a:pt x="6339" y="8340"/>
                    <a:pt x="6305" y="8273"/>
                  </a:cubicBezTo>
                  <a:lnTo>
                    <a:pt x="6038" y="7339"/>
                  </a:lnTo>
                  <a:cubicBezTo>
                    <a:pt x="6038" y="7273"/>
                    <a:pt x="6038" y="7173"/>
                    <a:pt x="6105" y="7106"/>
                  </a:cubicBezTo>
                  <a:cubicBezTo>
                    <a:pt x="6272" y="6839"/>
                    <a:pt x="6405" y="6572"/>
                    <a:pt x="6539" y="6305"/>
                  </a:cubicBezTo>
                  <a:cubicBezTo>
                    <a:pt x="6605" y="6239"/>
                    <a:pt x="6672" y="6172"/>
                    <a:pt x="6772" y="6172"/>
                  </a:cubicBezTo>
                  <a:lnTo>
                    <a:pt x="7606" y="5938"/>
                  </a:lnTo>
                  <a:cubicBezTo>
                    <a:pt x="7673" y="5938"/>
                    <a:pt x="7773" y="5872"/>
                    <a:pt x="7806" y="5805"/>
                  </a:cubicBezTo>
                  <a:lnTo>
                    <a:pt x="8207" y="4337"/>
                  </a:lnTo>
                  <a:cubicBezTo>
                    <a:pt x="8240" y="4304"/>
                    <a:pt x="8207" y="4271"/>
                    <a:pt x="8173" y="4237"/>
                  </a:cubicBezTo>
                  <a:lnTo>
                    <a:pt x="8140" y="4237"/>
                  </a:lnTo>
                  <a:lnTo>
                    <a:pt x="7339" y="4204"/>
                  </a:lnTo>
                  <a:cubicBezTo>
                    <a:pt x="7273" y="4204"/>
                    <a:pt x="7206" y="4137"/>
                    <a:pt x="7239" y="4070"/>
                  </a:cubicBezTo>
                  <a:lnTo>
                    <a:pt x="7239" y="3704"/>
                  </a:lnTo>
                  <a:lnTo>
                    <a:pt x="7239" y="3303"/>
                  </a:lnTo>
                  <a:cubicBezTo>
                    <a:pt x="7239" y="3237"/>
                    <a:pt x="7239" y="3136"/>
                    <a:pt x="7306" y="3070"/>
                  </a:cubicBezTo>
                  <a:lnTo>
                    <a:pt x="8173" y="2036"/>
                  </a:lnTo>
                  <a:cubicBezTo>
                    <a:pt x="8240" y="1969"/>
                    <a:pt x="8240" y="1902"/>
                    <a:pt x="8240" y="1802"/>
                  </a:cubicBezTo>
                  <a:lnTo>
                    <a:pt x="7806" y="902"/>
                  </a:lnTo>
                  <a:cubicBezTo>
                    <a:pt x="7806" y="902"/>
                    <a:pt x="7806" y="868"/>
                    <a:pt x="7773" y="868"/>
                  </a:cubicBezTo>
                  <a:cubicBezTo>
                    <a:pt x="7740" y="868"/>
                    <a:pt x="7706" y="868"/>
                    <a:pt x="7640" y="902"/>
                  </a:cubicBezTo>
                  <a:lnTo>
                    <a:pt x="6739" y="1735"/>
                  </a:lnTo>
                  <a:cubicBezTo>
                    <a:pt x="6698" y="1777"/>
                    <a:pt x="6656" y="1805"/>
                    <a:pt x="6615" y="1805"/>
                  </a:cubicBezTo>
                  <a:cubicBezTo>
                    <a:pt x="6590" y="1805"/>
                    <a:pt x="6564" y="1794"/>
                    <a:pt x="6539" y="1769"/>
                  </a:cubicBezTo>
                  <a:cubicBezTo>
                    <a:pt x="6405" y="1669"/>
                    <a:pt x="6272" y="1602"/>
                    <a:pt x="6105" y="1569"/>
                  </a:cubicBezTo>
                  <a:cubicBezTo>
                    <a:pt x="6038" y="1535"/>
                    <a:pt x="6005" y="1469"/>
                    <a:pt x="6005" y="1402"/>
                  </a:cubicBezTo>
                  <a:lnTo>
                    <a:pt x="6305" y="101"/>
                  </a:lnTo>
                  <a:cubicBezTo>
                    <a:pt x="6305" y="68"/>
                    <a:pt x="6305" y="34"/>
                    <a:pt x="62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40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es INVEN?</a:t>
            </a:r>
            <a:endParaRPr b="1"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40"/>
          <p:cNvSpPr txBox="1"/>
          <p:nvPr>
            <p:ph idx="1" type="body"/>
          </p:nvPr>
        </p:nvSpPr>
        <p:spPr>
          <a:xfrm>
            <a:off x="622000" y="1357200"/>
            <a:ext cx="3414000" cy="3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INVEN es una aplicación web desarrollada para la gestión integral del inventario de material informático de una organización.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plataforma permite registrar, localizar y administrar activos tecnológicos, gestionar incidencias, controlar cambios de ubicación y mantener un historial completo de movimientos. Además, incorpora un sistema de códigos QR que facilita la identificación rápida de los equipos.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822" name="Google Shape;822;p40" title="IvenFavIcon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6375" y="1107725"/>
            <a:ext cx="3372851" cy="3372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41"/>
          <p:cNvSpPr txBox="1"/>
          <p:nvPr>
            <p:ph idx="2" type="title"/>
          </p:nvPr>
        </p:nvSpPr>
        <p:spPr>
          <a:xfrm flipH="1">
            <a:off x="616300" y="3795175"/>
            <a:ext cx="1635300" cy="988500"/>
          </a:xfrm>
          <a:prstGeom prst="rect">
            <a:avLst/>
          </a:prstGeom>
        </p:spPr>
        <p:txBody>
          <a:bodyPr anchorCtr="0" anchor="b" bIns="91425" lIns="91425" spcFirstLastPara="1" rIns="11255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/>
          </a:p>
        </p:txBody>
      </p:sp>
      <p:sp>
        <p:nvSpPr>
          <p:cNvPr id="828" name="Google Shape;828;p41"/>
          <p:cNvSpPr txBox="1"/>
          <p:nvPr>
            <p:ph type="title"/>
          </p:nvPr>
        </p:nvSpPr>
        <p:spPr>
          <a:xfrm flipH="1">
            <a:off x="99975" y="663975"/>
            <a:ext cx="4069200" cy="18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Problema a resolver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829" name="Google Shape;829;p41"/>
          <p:cNvGrpSpPr/>
          <p:nvPr/>
        </p:nvGrpSpPr>
        <p:grpSpPr>
          <a:xfrm>
            <a:off x="5313079" y="871955"/>
            <a:ext cx="3093441" cy="2952953"/>
            <a:chOff x="1410350" y="458825"/>
            <a:chExt cx="4602650" cy="4394275"/>
          </a:xfrm>
        </p:grpSpPr>
        <p:sp>
          <p:nvSpPr>
            <p:cNvPr id="830" name="Google Shape;830;p41"/>
            <p:cNvSpPr/>
            <p:nvPr/>
          </p:nvSpPr>
          <p:spPr>
            <a:xfrm>
              <a:off x="1758925" y="3935750"/>
              <a:ext cx="1210050" cy="698875"/>
            </a:xfrm>
            <a:custGeom>
              <a:rect b="b" l="l" r="r" t="t"/>
              <a:pathLst>
                <a:path extrusionOk="0" h="27955" w="48402">
                  <a:moveTo>
                    <a:pt x="24185" y="1"/>
                  </a:moveTo>
                  <a:cubicBezTo>
                    <a:pt x="10842" y="1"/>
                    <a:pt x="1" y="6272"/>
                    <a:pt x="1" y="13978"/>
                  </a:cubicBezTo>
                  <a:cubicBezTo>
                    <a:pt x="1" y="21716"/>
                    <a:pt x="10842" y="27954"/>
                    <a:pt x="24185" y="27954"/>
                  </a:cubicBezTo>
                  <a:cubicBezTo>
                    <a:pt x="37561" y="27954"/>
                    <a:pt x="48402" y="21716"/>
                    <a:pt x="48402" y="13978"/>
                  </a:cubicBezTo>
                  <a:cubicBezTo>
                    <a:pt x="48402" y="6272"/>
                    <a:pt x="37561" y="1"/>
                    <a:pt x="24185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41"/>
            <p:cNvSpPr/>
            <p:nvPr/>
          </p:nvSpPr>
          <p:spPr>
            <a:xfrm>
              <a:off x="1522225" y="3195650"/>
              <a:ext cx="531950" cy="799350"/>
            </a:xfrm>
            <a:custGeom>
              <a:rect b="b" l="l" r="r" t="t"/>
              <a:pathLst>
                <a:path extrusionOk="0" h="31974" w="21278">
                  <a:moveTo>
                    <a:pt x="6424" y="0"/>
                  </a:moveTo>
                  <a:cubicBezTo>
                    <a:pt x="2958" y="0"/>
                    <a:pt x="1" y="2810"/>
                    <a:pt x="2797" y="6522"/>
                  </a:cubicBezTo>
                  <a:cubicBezTo>
                    <a:pt x="6366" y="11258"/>
                    <a:pt x="16374" y="17830"/>
                    <a:pt x="15973" y="29872"/>
                  </a:cubicBezTo>
                  <a:lnTo>
                    <a:pt x="20677" y="31973"/>
                  </a:lnTo>
                  <a:cubicBezTo>
                    <a:pt x="20677" y="31973"/>
                    <a:pt x="21277" y="23267"/>
                    <a:pt x="20043" y="16462"/>
                  </a:cubicBezTo>
                  <a:cubicBezTo>
                    <a:pt x="18775" y="9691"/>
                    <a:pt x="13605" y="2852"/>
                    <a:pt x="9302" y="684"/>
                  </a:cubicBezTo>
                  <a:cubicBezTo>
                    <a:pt x="8377" y="215"/>
                    <a:pt x="7381" y="0"/>
                    <a:pt x="642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41"/>
            <p:cNvSpPr/>
            <p:nvPr/>
          </p:nvSpPr>
          <p:spPr>
            <a:xfrm>
              <a:off x="1522225" y="3195650"/>
              <a:ext cx="531950" cy="799350"/>
            </a:xfrm>
            <a:custGeom>
              <a:rect b="b" l="l" r="r" t="t"/>
              <a:pathLst>
                <a:path extrusionOk="0" h="31974" w="21278">
                  <a:moveTo>
                    <a:pt x="6424" y="0"/>
                  </a:moveTo>
                  <a:cubicBezTo>
                    <a:pt x="2958" y="0"/>
                    <a:pt x="1" y="2810"/>
                    <a:pt x="2797" y="6522"/>
                  </a:cubicBezTo>
                  <a:cubicBezTo>
                    <a:pt x="6366" y="11258"/>
                    <a:pt x="16374" y="17830"/>
                    <a:pt x="15973" y="29872"/>
                  </a:cubicBezTo>
                  <a:lnTo>
                    <a:pt x="20677" y="31973"/>
                  </a:lnTo>
                  <a:cubicBezTo>
                    <a:pt x="20677" y="31973"/>
                    <a:pt x="21277" y="23267"/>
                    <a:pt x="20043" y="16462"/>
                  </a:cubicBezTo>
                  <a:cubicBezTo>
                    <a:pt x="18775" y="9691"/>
                    <a:pt x="13605" y="2852"/>
                    <a:pt x="9302" y="684"/>
                  </a:cubicBezTo>
                  <a:cubicBezTo>
                    <a:pt x="8377" y="215"/>
                    <a:pt x="7381" y="0"/>
                    <a:pt x="642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41"/>
            <p:cNvSpPr/>
            <p:nvPr/>
          </p:nvSpPr>
          <p:spPr>
            <a:xfrm>
              <a:off x="1704725" y="3274425"/>
              <a:ext cx="308575" cy="560450"/>
            </a:xfrm>
            <a:custGeom>
              <a:rect b="b" l="l" r="r" t="t"/>
              <a:pathLst>
                <a:path extrusionOk="0" h="22418" w="12343">
                  <a:moveTo>
                    <a:pt x="253" y="0"/>
                  </a:moveTo>
                  <a:cubicBezTo>
                    <a:pt x="181" y="0"/>
                    <a:pt x="110" y="37"/>
                    <a:pt x="67" y="102"/>
                  </a:cubicBezTo>
                  <a:cubicBezTo>
                    <a:pt x="0" y="202"/>
                    <a:pt x="34" y="335"/>
                    <a:pt x="134" y="402"/>
                  </a:cubicBezTo>
                  <a:cubicBezTo>
                    <a:pt x="7172" y="5506"/>
                    <a:pt x="11509" y="13545"/>
                    <a:pt x="11876" y="22218"/>
                  </a:cubicBezTo>
                  <a:cubicBezTo>
                    <a:pt x="11876" y="22351"/>
                    <a:pt x="11976" y="22418"/>
                    <a:pt x="12109" y="22418"/>
                  </a:cubicBezTo>
                  <a:cubicBezTo>
                    <a:pt x="12242" y="22418"/>
                    <a:pt x="12343" y="22318"/>
                    <a:pt x="12309" y="22184"/>
                  </a:cubicBezTo>
                  <a:cubicBezTo>
                    <a:pt x="11942" y="13378"/>
                    <a:pt x="7539" y="5205"/>
                    <a:pt x="367" y="35"/>
                  </a:cubicBezTo>
                  <a:cubicBezTo>
                    <a:pt x="332" y="11"/>
                    <a:pt x="292" y="0"/>
                    <a:pt x="2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41"/>
            <p:cNvSpPr/>
            <p:nvPr/>
          </p:nvSpPr>
          <p:spPr>
            <a:xfrm>
              <a:off x="1410350" y="3567025"/>
              <a:ext cx="682175" cy="701325"/>
            </a:xfrm>
            <a:custGeom>
              <a:rect b="b" l="l" r="r" t="t"/>
              <a:pathLst>
                <a:path extrusionOk="0" h="28053" w="27287">
                  <a:moveTo>
                    <a:pt x="4462" y="1"/>
                  </a:moveTo>
                  <a:cubicBezTo>
                    <a:pt x="3571" y="1"/>
                    <a:pt x="2727" y="247"/>
                    <a:pt x="2035" y="873"/>
                  </a:cubicBezTo>
                  <a:cubicBezTo>
                    <a:pt x="0" y="2641"/>
                    <a:pt x="2736" y="6244"/>
                    <a:pt x="4870" y="7878"/>
                  </a:cubicBezTo>
                  <a:cubicBezTo>
                    <a:pt x="5971" y="8712"/>
                    <a:pt x="6271" y="9379"/>
                    <a:pt x="5471" y="10480"/>
                  </a:cubicBezTo>
                  <a:cubicBezTo>
                    <a:pt x="5004" y="11114"/>
                    <a:pt x="4770" y="11514"/>
                    <a:pt x="4303" y="12148"/>
                  </a:cubicBezTo>
                  <a:cubicBezTo>
                    <a:pt x="3870" y="12748"/>
                    <a:pt x="3670" y="13516"/>
                    <a:pt x="3736" y="14250"/>
                  </a:cubicBezTo>
                  <a:cubicBezTo>
                    <a:pt x="3903" y="15384"/>
                    <a:pt x="4837" y="16184"/>
                    <a:pt x="5871" y="16651"/>
                  </a:cubicBezTo>
                  <a:cubicBezTo>
                    <a:pt x="6905" y="17085"/>
                    <a:pt x="8006" y="17285"/>
                    <a:pt x="9007" y="17785"/>
                  </a:cubicBezTo>
                  <a:cubicBezTo>
                    <a:pt x="9841" y="18186"/>
                    <a:pt x="10474" y="18886"/>
                    <a:pt x="10741" y="19787"/>
                  </a:cubicBezTo>
                  <a:cubicBezTo>
                    <a:pt x="10975" y="20721"/>
                    <a:pt x="10808" y="21688"/>
                    <a:pt x="10741" y="22656"/>
                  </a:cubicBezTo>
                  <a:cubicBezTo>
                    <a:pt x="10608" y="24890"/>
                    <a:pt x="11709" y="26258"/>
                    <a:pt x="13243" y="27192"/>
                  </a:cubicBezTo>
                  <a:cubicBezTo>
                    <a:pt x="14207" y="27802"/>
                    <a:pt x="15264" y="28052"/>
                    <a:pt x="16345" y="28052"/>
                  </a:cubicBezTo>
                  <a:cubicBezTo>
                    <a:pt x="17097" y="28052"/>
                    <a:pt x="17861" y="27931"/>
                    <a:pt x="18614" y="27726"/>
                  </a:cubicBezTo>
                  <a:cubicBezTo>
                    <a:pt x="20815" y="27059"/>
                    <a:pt x="22817" y="25891"/>
                    <a:pt x="24451" y="24290"/>
                  </a:cubicBezTo>
                  <a:cubicBezTo>
                    <a:pt x="26152" y="22656"/>
                    <a:pt x="27286" y="20254"/>
                    <a:pt x="26819" y="17919"/>
                  </a:cubicBezTo>
                  <a:cubicBezTo>
                    <a:pt x="26453" y="16151"/>
                    <a:pt x="25185" y="14650"/>
                    <a:pt x="23717" y="13582"/>
                  </a:cubicBezTo>
                  <a:cubicBezTo>
                    <a:pt x="22850" y="12949"/>
                    <a:pt x="21849" y="12382"/>
                    <a:pt x="21349" y="11414"/>
                  </a:cubicBezTo>
                  <a:cubicBezTo>
                    <a:pt x="20715" y="10213"/>
                    <a:pt x="21082" y="8746"/>
                    <a:pt x="20882" y="7411"/>
                  </a:cubicBezTo>
                  <a:cubicBezTo>
                    <a:pt x="20648" y="5977"/>
                    <a:pt x="19748" y="4743"/>
                    <a:pt x="18480" y="4076"/>
                  </a:cubicBezTo>
                  <a:cubicBezTo>
                    <a:pt x="17012" y="3308"/>
                    <a:pt x="15311" y="3375"/>
                    <a:pt x="13710" y="3275"/>
                  </a:cubicBezTo>
                  <a:cubicBezTo>
                    <a:pt x="12242" y="3242"/>
                    <a:pt x="10808" y="2741"/>
                    <a:pt x="9607" y="1941"/>
                  </a:cubicBezTo>
                  <a:cubicBezTo>
                    <a:pt x="8287" y="1023"/>
                    <a:pt x="6277" y="1"/>
                    <a:pt x="446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41"/>
            <p:cNvSpPr/>
            <p:nvPr/>
          </p:nvSpPr>
          <p:spPr>
            <a:xfrm>
              <a:off x="1524875" y="3615475"/>
              <a:ext cx="405875" cy="535475"/>
            </a:xfrm>
            <a:custGeom>
              <a:rect b="b" l="l" r="r" t="t"/>
              <a:pathLst>
                <a:path extrusionOk="0" h="21419" w="16235">
                  <a:moveTo>
                    <a:pt x="394" y="1"/>
                  </a:moveTo>
                  <a:cubicBezTo>
                    <a:pt x="156" y="1"/>
                    <a:pt x="0" y="361"/>
                    <a:pt x="256" y="503"/>
                  </a:cubicBezTo>
                  <a:cubicBezTo>
                    <a:pt x="356" y="536"/>
                    <a:pt x="8095" y="4940"/>
                    <a:pt x="12698" y="12845"/>
                  </a:cubicBezTo>
                  <a:cubicBezTo>
                    <a:pt x="10497" y="11719"/>
                    <a:pt x="8070" y="11157"/>
                    <a:pt x="5615" y="11157"/>
                  </a:cubicBezTo>
                  <a:cubicBezTo>
                    <a:pt x="4797" y="11157"/>
                    <a:pt x="3975" y="11219"/>
                    <a:pt x="3158" y="11344"/>
                  </a:cubicBezTo>
                  <a:cubicBezTo>
                    <a:pt x="2821" y="11375"/>
                    <a:pt x="2906" y="11856"/>
                    <a:pt x="3181" y="11856"/>
                  </a:cubicBezTo>
                  <a:cubicBezTo>
                    <a:pt x="3206" y="11856"/>
                    <a:pt x="3231" y="11853"/>
                    <a:pt x="3258" y="11845"/>
                  </a:cubicBezTo>
                  <a:cubicBezTo>
                    <a:pt x="4029" y="11724"/>
                    <a:pt x="4803" y="11664"/>
                    <a:pt x="5574" y="11664"/>
                  </a:cubicBezTo>
                  <a:cubicBezTo>
                    <a:pt x="8208" y="11664"/>
                    <a:pt x="10810" y="12356"/>
                    <a:pt x="13132" y="13646"/>
                  </a:cubicBezTo>
                  <a:cubicBezTo>
                    <a:pt x="14433" y="16014"/>
                    <a:pt x="15300" y="18583"/>
                    <a:pt x="15734" y="21218"/>
                  </a:cubicBezTo>
                  <a:cubicBezTo>
                    <a:pt x="15734" y="21318"/>
                    <a:pt x="15834" y="21418"/>
                    <a:pt x="15934" y="21418"/>
                  </a:cubicBezTo>
                  <a:lnTo>
                    <a:pt x="16034" y="21418"/>
                  </a:lnTo>
                  <a:cubicBezTo>
                    <a:pt x="16167" y="21418"/>
                    <a:pt x="16234" y="21285"/>
                    <a:pt x="16234" y="21151"/>
                  </a:cubicBezTo>
                  <a:cubicBezTo>
                    <a:pt x="15767" y="18449"/>
                    <a:pt x="14900" y="15847"/>
                    <a:pt x="13599" y="13446"/>
                  </a:cubicBezTo>
                  <a:cubicBezTo>
                    <a:pt x="13566" y="13379"/>
                    <a:pt x="13566" y="13346"/>
                    <a:pt x="13532" y="13312"/>
                  </a:cubicBezTo>
                  <a:cubicBezTo>
                    <a:pt x="13032" y="12412"/>
                    <a:pt x="12465" y="11511"/>
                    <a:pt x="11898" y="10644"/>
                  </a:cubicBezTo>
                  <a:cubicBezTo>
                    <a:pt x="11931" y="10243"/>
                    <a:pt x="12131" y="7308"/>
                    <a:pt x="13032" y="5040"/>
                  </a:cubicBezTo>
                  <a:cubicBezTo>
                    <a:pt x="13095" y="4851"/>
                    <a:pt x="12946" y="4715"/>
                    <a:pt x="12794" y="4715"/>
                  </a:cubicBezTo>
                  <a:cubicBezTo>
                    <a:pt x="12705" y="4715"/>
                    <a:pt x="12614" y="4762"/>
                    <a:pt x="12565" y="4873"/>
                  </a:cubicBezTo>
                  <a:cubicBezTo>
                    <a:pt x="11964" y="6541"/>
                    <a:pt x="11598" y="8242"/>
                    <a:pt x="11431" y="10010"/>
                  </a:cubicBezTo>
                  <a:cubicBezTo>
                    <a:pt x="8462" y="6007"/>
                    <a:pt x="4759" y="2638"/>
                    <a:pt x="523" y="36"/>
                  </a:cubicBezTo>
                  <a:cubicBezTo>
                    <a:pt x="479" y="11"/>
                    <a:pt x="435" y="1"/>
                    <a:pt x="3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41"/>
            <p:cNvSpPr/>
            <p:nvPr/>
          </p:nvSpPr>
          <p:spPr>
            <a:xfrm>
              <a:off x="1974075" y="2335450"/>
              <a:ext cx="836375" cy="2011275"/>
            </a:xfrm>
            <a:custGeom>
              <a:rect b="b" l="l" r="r" t="t"/>
              <a:pathLst>
                <a:path extrusionOk="0" h="80451" w="33455">
                  <a:moveTo>
                    <a:pt x="7473" y="0"/>
                  </a:moveTo>
                  <a:cubicBezTo>
                    <a:pt x="4671" y="5905"/>
                    <a:pt x="4170" y="9440"/>
                    <a:pt x="4037" y="14444"/>
                  </a:cubicBezTo>
                  <a:cubicBezTo>
                    <a:pt x="3837" y="24818"/>
                    <a:pt x="2869" y="37060"/>
                    <a:pt x="2869" y="37060"/>
                  </a:cubicBezTo>
                  <a:cubicBezTo>
                    <a:pt x="2736" y="38228"/>
                    <a:pt x="1702" y="40596"/>
                    <a:pt x="935" y="45766"/>
                  </a:cubicBezTo>
                  <a:cubicBezTo>
                    <a:pt x="34" y="51804"/>
                    <a:pt x="601" y="67716"/>
                    <a:pt x="601" y="67716"/>
                  </a:cubicBezTo>
                  <a:lnTo>
                    <a:pt x="568" y="68449"/>
                  </a:lnTo>
                  <a:cubicBezTo>
                    <a:pt x="534" y="69283"/>
                    <a:pt x="1" y="76122"/>
                    <a:pt x="334" y="78356"/>
                  </a:cubicBezTo>
                  <a:cubicBezTo>
                    <a:pt x="556" y="79687"/>
                    <a:pt x="1415" y="80451"/>
                    <a:pt x="2281" y="80451"/>
                  </a:cubicBezTo>
                  <a:cubicBezTo>
                    <a:pt x="3109" y="80451"/>
                    <a:pt x="3944" y="79754"/>
                    <a:pt x="4237" y="78190"/>
                  </a:cubicBezTo>
                  <a:cubicBezTo>
                    <a:pt x="4537" y="76655"/>
                    <a:pt x="4904" y="69350"/>
                    <a:pt x="4938" y="68650"/>
                  </a:cubicBezTo>
                  <a:lnTo>
                    <a:pt x="5004" y="68116"/>
                  </a:lnTo>
                  <a:cubicBezTo>
                    <a:pt x="5204" y="66615"/>
                    <a:pt x="5538" y="65581"/>
                    <a:pt x="6172" y="63312"/>
                  </a:cubicBezTo>
                  <a:cubicBezTo>
                    <a:pt x="7906" y="57208"/>
                    <a:pt x="10675" y="43765"/>
                    <a:pt x="11509" y="39162"/>
                  </a:cubicBezTo>
                  <a:cubicBezTo>
                    <a:pt x="12176" y="35392"/>
                    <a:pt x="14211" y="27987"/>
                    <a:pt x="15312" y="24051"/>
                  </a:cubicBezTo>
                  <a:lnTo>
                    <a:pt x="17914" y="39962"/>
                  </a:lnTo>
                  <a:cubicBezTo>
                    <a:pt x="17914" y="39962"/>
                    <a:pt x="17713" y="43131"/>
                    <a:pt x="17713" y="45433"/>
                  </a:cubicBezTo>
                  <a:cubicBezTo>
                    <a:pt x="17713" y="50236"/>
                    <a:pt x="21149" y="63879"/>
                    <a:pt x="21283" y="65547"/>
                  </a:cubicBezTo>
                  <a:cubicBezTo>
                    <a:pt x="21082" y="66348"/>
                    <a:pt x="20615" y="66882"/>
                    <a:pt x="20615" y="68283"/>
                  </a:cubicBezTo>
                  <a:cubicBezTo>
                    <a:pt x="20615" y="69083"/>
                    <a:pt x="21316" y="70117"/>
                    <a:pt x="23084" y="72586"/>
                  </a:cubicBezTo>
                  <a:cubicBezTo>
                    <a:pt x="23618" y="73286"/>
                    <a:pt x="23951" y="75788"/>
                    <a:pt x="24452" y="76488"/>
                  </a:cubicBezTo>
                  <a:cubicBezTo>
                    <a:pt x="25219" y="77589"/>
                    <a:pt x="27921" y="78290"/>
                    <a:pt x="29689" y="78523"/>
                  </a:cubicBezTo>
                  <a:cubicBezTo>
                    <a:pt x="29903" y="78553"/>
                    <a:pt x="30127" y="78568"/>
                    <a:pt x="30352" y="78568"/>
                  </a:cubicBezTo>
                  <a:cubicBezTo>
                    <a:pt x="31876" y="78568"/>
                    <a:pt x="33454" y="77898"/>
                    <a:pt x="32524" y="76822"/>
                  </a:cubicBezTo>
                  <a:cubicBezTo>
                    <a:pt x="32190" y="76355"/>
                    <a:pt x="29722" y="74153"/>
                    <a:pt x="29355" y="73720"/>
                  </a:cubicBezTo>
                  <a:cubicBezTo>
                    <a:pt x="28221" y="72352"/>
                    <a:pt x="27320" y="70818"/>
                    <a:pt x="26686" y="69183"/>
                  </a:cubicBezTo>
                  <a:cubicBezTo>
                    <a:pt x="26186" y="67882"/>
                    <a:pt x="26019" y="67315"/>
                    <a:pt x="26019" y="66548"/>
                  </a:cubicBezTo>
                  <a:lnTo>
                    <a:pt x="26053" y="65814"/>
                  </a:lnTo>
                  <a:cubicBezTo>
                    <a:pt x="26053" y="65814"/>
                    <a:pt x="26553" y="53872"/>
                    <a:pt x="26453" y="40196"/>
                  </a:cubicBezTo>
                  <a:cubicBezTo>
                    <a:pt x="26353" y="24585"/>
                    <a:pt x="24952" y="6739"/>
                    <a:pt x="24618" y="4103"/>
                  </a:cubicBezTo>
                  <a:lnTo>
                    <a:pt x="7473" y="0"/>
                  </a:ln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41"/>
            <p:cNvSpPr/>
            <p:nvPr/>
          </p:nvSpPr>
          <p:spPr>
            <a:xfrm>
              <a:off x="1978250" y="2292075"/>
              <a:ext cx="671350" cy="1469500"/>
            </a:xfrm>
            <a:custGeom>
              <a:rect b="b" l="l" r="r" t="t"/>
              <a:pathLst>
                <a:path extrusionOk="0" h="58780" w="26854">
                  <a:moveTo>
                    <a:pt x="6372" y="1"/>
                  </a:moveTo>
                  <a:lnTo>
                    <a:pt x="6272" y="1102"/>
                  </a:lnTo>
                  <a:cubicBezTo>
                    <a:pt x="5404" y="3136"/>
                    <a:pt x="3370" y="5805"/>
                    <a:pt x="2369" y="11042"/>
                  </a:cubicBezTo>
                  <a:cubicBezTo>
                    <a:pt x="1869" y="13644"/>
                    <a:pt x="2069" y="16179"/>
                    <a:pt x="2035" y="19748"/>
                  </a:cubicBezTo>
                  <a:cubicBezTo>
                    <a:pt x="2002" y="24952"/>
                    <a:pt x="2669" y="35560"/>
                    <a:pt x="2469" y="37961"/>
                  </a:cubicBezTo>
                  <a:cubicBezTo>
                    <a:pt x="2269" y="40363"/>
                    <a:pt x="1035" y="43198"/>
                    <a:pt x="534" y="46834"/>
                  </a:cubicBezTo>
                  <a:cubicBezTo>
                    <a:pt x="1" y="50504"/>
                    <a:pt x="67" y="57175"/>
                    <a:pt x="67" y="57175"/>
                  </a:cubicBezTo>
                  <a:cubicBezTo>
                    <a:pt x="67" y="57175"/>
                    <a:pt x="1068" y="58376"/>
                    <a:pt x="3570" y="58743"/>
                  </a:cubicBezTo>
                  <a:cubicBezTo>
                    <a:pt x="3808" y="58768"/>
                    <a:pt x="4047" y="58780"/>
                    <a:pt x="4285" y="58780"/>
                  </a:cubicBezTo>
                  <a:cubicBezTo>
                    <a:pt x="5643" y="58780"/>
                    <a:pt x="6976" y="58380"/>
                    <a:pt x="8140" y="57642"/>
                  </a:cubicBezTo>
                  <a:cubicBezTo>
                    <a:pt x="8140" y="57642"/>
                    <a:pt x="11442" y="44633"/>
                    <a:pt x="11809" y="42831"/>
                  </a:cubicBezTo>
                  <a:cubicBezTo>
                    <a:pt x="12209" y="40997"/>
                    <a:pt x="15111" y="26553"/>
                    <a:pt x="15111" y="26553"/>
                  </a:cubicBezTo>
                  <a:lnTo>
                    <a:pt x="17280" y="41831"/>
                  </a:lnTo>
                  <a:cubicBezTo>
                    <a:pt x="17079" y="43832"/>
                    <a:pt x="17046" y="45800"/>
                    <a:pt x="17179" y="47768"/>
                  </a:cubicBezTo>
                  <a:cubicBezTo>
                    <a:pt x="17380" y="51438"/>
                    <a:pt x="18914" y="56641"/>
                    <a:pt x="18914" y="56641"/>
                  </a:cubicBezTo>
                  <a:cubicBezTo>
                    <a:pt x="18914" y="56641"/>
                    <a:pt x="19719" y="57417"/>
                    <a:pt x="22006" y="57417"/>
                  </a:cubicBezTo>
                  <a:cubicBezTo>
                    <a:pt x="22138" y="57417"/>
                    <a:pt x="22275" y="57414"/>
                    <a:pt x="22417" y="57409"/>
                  </a:cubicBezTo>
                  <a:cubicBezTo>
                    <a:pt x="25018" y="57342"/>
                    <a:pt x="26186" y="56508"/>
                    <a:pt x="26186" y="56508"/>
                  </a:cubicBezTo>
                  <a:cubicBezTo>
                    <a:pt x="26186" y="56508"/>
                    <a:pt x="26620" y="42998"/>
                    <a:pt x="26753" y="30323"/>
                  </a:cubicBezTo>
                  <a:cubicBezTo>
                    <a:pt x="26853" y="20983"/>
                    <a:pt x="26019" y="7840"/>
                    <a:pt x="23984" y="1635"/>
                  </a:cubicBezTo>
                  <a:lnTo>
                    <a:pt x="24018" y="334"/>
                  </a:lnTo>
                  <a:lnTo>
                    <a:pt x="24018" y="334"/>
                  </a:lnTo>
                  <a:cubicBezTo>
                    <a:pt x="21847" y="1734"/>
                    <a:pt x="18833" y="2290"/>
                    <a:pt x="15867" y="2290"/>
                  </a:cubicBezTo>
                  <a:cubicBezTo>
                    <a:pt x="11906" y="2290"/>
                    <a:pt x="8031" y="1298"/>
                    <a:pt x="637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41"/>
            <p:cNvSpPr/>
            <p:nvPr/>
          </p:nvSpPr>
          <p:spPr>
            <a:xfrm>
              <a:off x="1939900" y="4028325"/>
              <a:ext cx="185150" cy="429850"/>
            </a:xfrm>
            <a:custGeom>
              <a:rect b="b" l="l" r="r" t="t"/>
              <a:pathLst>
                <a:path extrusionOk="0" h="17194" w="7406">
                  <a:moveTo>
                    <a:pt x="1968" y="1"/>
                  </a:moveTo>
                  <a:cubicBezTo>
                    <a:pt x="1168" y="1"/>
                    <a:pt x="1668" y="3136"/>
                    <a:pt x="1434" y="5138"/>
                  </a:cubicBezTo>
                  <a:cubicBezTo>
                    <a:pt x="1201" y="7272"/>
                    <a:pt x="467" y="8840"/>
                    <a:pt x="234" y="10608"/>
                  </a:cubicBezTo>
                  <a:cubicBezTo>
                    <a:pt x="0" y="12643"/>
                    <a:pt x="167" y="13477"/>
                    <a:pt x="867" y="15145"/>
                  </a:cubicBezTo>
                  <a:cubicBezTo>
                    <a:pt x="1238" y="16048"/>
                    <a:pt x="2720" y="17194"/>
                    <a:pt x="3948" y="17194"/>
                  </a:cubicBezTo>
                  <a:cubicBezTo>
                    <a:pt x="4487" y="17194"/>
                    <a:pt x="4978" y="16972"/>
                    <a:pt x="5304" y="16412"/>
                  </a:cubicBezTo>
                  <a:cubicBezTo>
                    <a:pt x="6405" y="14544"/>
                    <a:pt x="6672" y="12443"/>
                    <a:pt x="6571" y="10441"/>
                  </a:cubicBezTo>
                  <a:cubicBezTo>
                    <a:pt x="6471" y="8373"/>
                    <a:pt x="6338" y="6839"/>
                    <a:pt x="6338" y="5271"/>
                  </a:cubicBezTo>
                  <a:cubicBezTo>
                    <a:pt x="6338" y="3870"/>
                    <a:pt x="7405" y="601"/>
                    <a:pt x="6371" y="401"/>
                  </a:cubicBezTo>
                  <a:lnTo>
                    <a:pt x="6371" y="401"/>
                  </a:lnTo>
                  <a:lnTo>
                    <a:pt x="6305" y="935"/>
                  </a:lnTo>
                  <a:cubicBezTo>
                    <a:pt x="6110" y="1341"/>
                    <a:pt x="5008" y="1663"/>
                    <a:pt x="3955" y="1663"/>
                  </a:cubicBezTo>
                  <a:cubicBezTo>
                    <a:pt x="3020" y="1663"/>
                    <a:pt x="2123" y="1409"/>
                    <a:pt x="1935" y="734"/>
                  </a:cubicBezTo>
                  <a:lnTo>
                    <a:pt x="1968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41"/>
            <p:cNvSpPr/>
            <p:nvPr/>
          </p:nvSpPr>
          <p:spPr>
            <a:xfrm>
              <a:off x="2477775" y="4085025"/>
              <a:ext cx="73400" cy="134300"/>
            </a:xfrm>
            <a:custGeom>
              <a:rect b="b" l="l" r="r" t="t"/>
              <a:pathLst>
                <a:path extrusionOk="0" h="5372" w="2936">
                  <a:moveTo>
                    <a:pt x="267" y="1"/>
                  </a:moveTo>
                  <a:cubicBezTo>
                    <a:pt x="0" y="1035"/>
                    <a:pt x="234" y="3770"/>
                    <a:pt x="234" y="3770"/>
                  </a:cubicBezTo>
                  <a:cubicBezTo>
                    <a:pt x="234" y="3770"/>
                    <a:pt x="668" y="4738"/>
                    <a:pt x="2202" y="5371"/>
                  </a:cubicBezTo>
                  <a:lnTo>
                    <a:pt x="2936" y="1535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41"/>
            <p:cNvSpPr/>
            <p:nvPr/>
          </p:nvSpPr>
          <p:spPr>
            <a:xfrm>
              <a:off x="2532825" y="4116725"/>
              <a:ext cx="107600" cy="103425"/>
            </a:xfrm>
            <a:custGeom>
              <a:rect b="b" l="l" r="r" t="t"/>
              <a:pathLst>
                <a:path extrusionOk="0" h="4137" w="4304">
                  <a:moveTo>
                    <a:pt x="4303" y="0"/>
                  </a:moveTo>
                  <a:lnTo>
                    <a:pt x="434" y="1902"/>
                  </a:lnTo>
                  <a:lnTo>
                    <a:pt x="0" y="4137"/>
                  </a:lnTo>
                  <a:lnTo>
                    <a:pt x="3436" y="3036"/>
                  </a:lnTo>
                  <a:lnTo>
                    <a:pt x="43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41"/>
            <p:cNvSpPr/>
            <p:nvPr/>
          </p:nvSpPr>
          <p:spPr>
            <a:xfrm>
              <a:off x="2479450" y="3973950"/>
              <a:ext cx="350900" cy="353150"/>
            </a:xfrm>
            <a:custGeom>
              <a:rect b="b" l="l" r="r" t="t"/>
              <a:pathLst>
                <a:path extrusionOk="0" h="14126" w="14036">
                  <a:moveTo>
                    <a:pt x="1028" y="1"/>
                  </a:moveTo>
                  <a:cubicBezTo>
                    <a:pt x="744" y="1"/>
                    <a:pt x="489" y="1013"/>
                    <a:pt x="234" y="1842"/>
                  </a:cubicBezTo>
                  <a:cubicBezTo>
                    <a:pt x="0" y="2676"/>
                    <a:pt x="0" y="3610"/>
                    <a:pt x="200" y="4444"/>
                  </a:cubicBezTo>
                  <a:cubicBezTo>
                    <a:pt x="467" y="5411"/>
                    <a:pt x="1801" y="6379"/>
                    <a:pt x="2369" y="7246"/>
                  </a:cubicBezTo>
                  <a:cubicBezTo>
                    <a:pt x="2936" y="8080"/>
                    <a:pt x="3136" y="10148"/>
                    <a:pt x="3803" y="11315"/>
                  </a:cubicBezTo>
                  <a:cubicBezTo>
                    <a:pt x="4503" y="12450"/>
                    <a:pt x="7039" y="13550"/>
                    <a:pt x="8706" y="13951"/>
                  </a:cubicBezTo>
                  <a:cubicBezTo>
                    <a:pt x="9265" y="14071"/>
                    <a:pt x="9788" y="14125"/>
                    <a:pt x="10268" y="14125"/>
                  </a:cubicBezTo>
                  <a:cubicBezTo>
                    <a:pt x="12713" y="14125"/>
                    <a:pt x="14035" y="12725"/>
                    <a:pt x="13143" y="11582"/>
                  </a:cubicBezTo>
                  <a:cubicBezTo>
                    <a:pt x="12342" y="10548"/>
                    <a:pt x="9874" y="9214"/>
                    <a:pt x="8640" y="6879"/>
                  </a:cubicBezTo>
                  <a:cubicBezTo>
                    <a:pt x="7272" y="4277"/>
                    <a:pt x="6305" y="508"/>
                    <a:pt x="5838" y="274"/>
                  </a:cubicBezTo>
                  <a:lnTo>
                    <a:pt x="5804" y="1008"/>
                  </a:lnTo>
                  <a:cubicBezTo>
                    <a:pt x="5462" y="1635"/>
                    <a:pt x="4852" y="1824"/>
                    <a:pt x="4162" y="1824"/>
                  </a:cubicBezTo>
                  <a:cubicBezTo>
                    <a:pt x="4044" y="1824"/>
                    <a:pt x="3924" y="1818"/>
                    <a:pt x="3803" y="1809"/>
                  </a:cubicBezTo>
                  <a:cubicBezTo>
                    <a:pt x="2102" y="1709"/>
                    <a:pt x="1301" y="1141"/>
                    <a:pt x="1068" y="674"/>
                  </a:cubicBezTo>
                  <a:lnTo>
                    <a:pt x="1068" y="7"/>
                  </a:lnTo>
                  <a:cubicBezTo>
                    <a:pt x="1054" y="3"/>
                    <a:pt x="1041" y="1"/>
                    <a:pt x="102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41"/>
            <p:cNvSpPr/>
            <p:nvPr/>
          </p:nvSpPr>
          <p:spPr>
            <a:xfrm>
              <a:off x="1985750" y="2318775"/>
              <a:ext cx="212675" cy="1192550"/>
            </a:xfrm>
            <a:custGeom>
              <a:rect b="b" l="l" r="r" t="t"/>
              <a:pathLst>
                <a:path extrusionOk="0" h="47702" w="8507">
                  <a:moveTo>
                    <a:pt x="8107" y="0"/>
                  </a:moveTo>
                  <a:cubicBezTo>
                    <a:pt x="5605" y="5337"/>
                    <a:pt x="3670" y="10107"/>
                    <a:pt x="3503" y="18614"/>
                  </a:cubicBezTo>
                  <a:cubicBezTo>
                    <a:pt x="3470" y="20448"/>
                    <a:pt x="3437" y="22250"/>
                    <a:pt x="3437" y="23984"/>
                  </a:cubicBezTo>
                  <a:cubicBezTo>
                    <a:pt x="3370" y="30088"/>
                    <a:pt x="3303" y="35359"/>
                    <a:pt x="2436" y="37927"/>
                  </a:cubicBezTo>
                  <a:cubicBezTo>
                    <a:pt x="2269" y="38461"/>
                    <a:pt x="2069" y="39028"/>
                    <a:pt x="1835" y="39595"/>
                  </a:cubicBezTo>
                  <a:cubicBezTo>
                    <a:pt x="1569" y="40329"/>
                    <a:pt x="1302" y="41096"/>
                    <a:pt x="1001" y="41964"/>
                  </a:cubicBezTo>
                  <a:cubicBezTo>
                    <a:pt x="668" y="43198"/>
                    <a:pt x="401" y="44465"/>
                    <a:pt x="201" y="45766"/>
                  </a:cubicBezTo>
                  <a:cubicBezTo>
                    <a:pt x="134" y="46367"/>
                    <a:pt x="67" y="47001"/>
                    <a:pt x="1" y="47701"/>
                  </a:cubicBezTo>
                  <a:cubicBezTo>
                    <a:pt x="501" y="44999"/>
                    <a:pt x="1235" y="42331"/>
                    <a:pt x="2236" y="39729"/>
                  </a:cubicBezTo>
                  <a:cubicBezTo>
                    <a:pt x="2469" y="39128"/>
                    <a:pt x="2669" y="38595"/>
                    <a:pt x="2869" y="38027"/>
                  </a:cubicBezTo>
                  <a:cubicBezTo>
                    <a:pt x="3737" y="35426"/>
                    <a:pt x="3803" y="30122"/>
                    <a:pt x="3870" y="23984"/>
                  </a:cubicBezTo>
                  <a:cubicBezTo>
                    <a:pt x="3870" y="22216"/>
                    <a:pt x="3904" y="20415"/>
                    <a:pt x="3937" y="18614"/>
                  </a:cubicBezTo>
                  <a:cubicBezTo>
                    <a:pt x="4104" y="10174"/>
                    <a:pt x="6005" y="5437"/>
                    <a:pt x="8507" y="134"/>
                  </a:cubicBezTo>
                  <a:lnTo>
                    <a:pt x="8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41"/>
            <p:cNvSpPr/>
            <p:nvPr/>
          </p:nvSpPr>
          <p:spPr>
            <a:xfrm>
              <a:off x="2356025" y="2645675"/>
              <a:ext cx="175150" cy="576275"/>
            </a:xfrm>
            <a:custGeom>
              <a:rect b="b" l="l" r="r" t="t"/>
              <a:pathLst>
                <a:path extrusionOk="0" h="23051" w="7006">
                  <a:moveTo>
                    <a:pt x="7005" y="0"/>
                  </a:moveTo>
                  <a:lnTo>
                    <a:pt x="7005" y="0"/>
                  </a:lnTo>
                  <a:cubicBezTo>
                    <a:pt x="5404" y="2035"/>
                    <a:pt x="2035" y="2869"/>
                    <a:pt x="2035" y="2869"/>
                  </a:cubicBezTo>
                  <a:lnTo>
                    <a:pt x="0" y="12409"/>
                  </a:lnTo>
                  <a:lnTo>
                    <a:pt x="1501" y="23050"/>
                  </a:lnTo>
                  <a:lnTo>
                    <a:pt x="1168" y="12910"/>
                  </a:lnTo>
                  <a:lnTo>
                    <a:pt x="3236" y="3903"/>
                  </a:lnTo>
                  <a:cubicBezTo>
                    <a:pt x="6738" y="2502"/>
                    <a:pt x="7005" y="0"/>
                    <a:pt x="70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41"/>
            <p:cNvSpPr/>
            <p:nvPr/>
          </p:nvSpPr>
          <p:spPr>
            <a:xfrm>
              <a:off x="1969075" y="3628050"/>
              <a:ext cx="240200" cy="156850"/>
            </a:xfrm>
            <a:custGeom>
              <a:rect b="b" l="l" r="r" t="t"/>
              <a:pathLst>
                <a:path extrusionOk="0" h="6274" w="9608">
                  <a:moveTo>
                    <a:pt x="434" y="0"/>
                  </a:moveTo>
                  <a:cubicBezTo>
                    <a:pt x="34" y="234"/>
                    <a:pt x="67" y="834"/>
                    <a:pt x="34" y="2102"/>
                  </a:cubicBezTo>
                  <a:cubicBezTo>
                    <a:pt x="1" y="2936"/>
                    <a:pt x="67" y="3769"/>
                    <a:pt x="201" y="4603"/>
                  </a:cubicBezTo>
                  <a:cubicBezTo>
                    <a:pt x="301" y="4904"/>
                    <a:pt x="1068" y="5904"/>
                    <a:pt x="4037" y="6205"/>
                  </a:cubicBezTo>
                  <a:cubicBezTo>
                    <a:pt x="4459" y="6252"/>
                    <a:pt x="4845" y="6273"/>
                    <a:pt x="5198" y="6273"/>
                  </a:cubicBezTo>
                  <a:cubicBezTo>
                    <a:pt x="7328" y="6273"/>
                    <a:pt x="8240" y="5504"/>
                    <a:pt x="8440" y="5104"/>
                  </a:cubicBezTo>
                  <a:cubicBezTo>
                    <a:pt x="8840" y="4003"/>
                    <a:pt x="9174" y="2902"/>
                    <a:pt x="9441" y="1768"/>
                  </a:cubicBezTo>
                  <a:cubicBezTo>
                    <a:pt x="9607" y="1101"/>
                    <a:pt x="9307" y="1001"/>
                    <a:pt x="9307" y="1001"/>
                  </a:cubicBezTo>
                  <a:lnTo>
                    <a:pt x="9107" y="1768"/>
                  </a:lnTo>
                  <a:cubicBezTo>
                    <a:pt x="9107" y="1768"/>
                    <a:pt x="8055" y="2621"/>
                    <a:pt x="5454" y="2621"/>
                  </a:cubicBezTo>
                  <a:cubicBezTo>
                    <a:pt x="5237" y="2621"/>
                    <a:pt x="5009" y="2615"/>
                    <a:pt x="4771" y="2602"/>
                  </a:cubicBezTo>
                  <a:cubicBezTo>
                    <a:pt x="1668" y="2435"/>
                    <a:pt x="468" y="901"/>
                    <a:pt x="468" y="901"/>
                  </a:cubicBezTo>
                  <a:lnTo>
                    <a:pt x="434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41"/>
            <p:cNvSpPr/>
            <p:nvPr/>
          </p:nvSpPr>
          <p:spPr>
            <a:xfrm>
              <a:off x="1969075" y="3628050"/>
              <a:ext cx="240200" cy="156850"/>
            </a:xfrm>
            <a:custGeom>
              <a:rect b="b" l="l" r="r" t="t"/>
              <a:pathLst>
                <a:path extrusionOk="0" h="6274" w="9608">
                  <a:moveTo>
                    <a:pt x="434" y="0"/>
                  </a:moveTo>
                  <a:cubicBezTo>
                    <a:pt x="34" y="234"/>
                    <a:pt x="67" y="834"/>
                    <a:pt x="34" y="2102"/>
                  </a:cubicBezTo>
                  <a:cubicBezTo>
                    <a:pt x="1" y="2936"/>
                    <a:pt x="67" y="3769"/>
                    <a:pt x="201" y="4603"/>
                  </a:cubicBezTo>
                  <a:cubicBezTo>
                    <a:pt x="301" y="4904"/>
                    <a:pt x="1068" y="5904"/>
                    <a:pt x="4037" y="6205"/>
                  </a:cubicBezTo>
                  <a:cubicBezTo>
                    <a:pt x="4459" y="6252"/>
                    <a:pt x="4845" y="6273"/>
                    <a:pt x="5198" y="6273"/>
                  </a:cubicBezTo>
                  <a:cubicBezTo>
                    <a:pt x="7328" y="6273"/>
                    <a:pt x="8240" y="5504"/>
                    <a:pt x="8440" y="5104"/>
                  </a:cubicBezTo>
                  <a:cubicBezTo>
                    <a:pt x="8840" y="4003"/>
                    <a:pt x="9174" y="2902"/>
                    <a:pt x="9441" y="1768"/>
                  </a:cubicBezTo>
                  <a:cubicBezTo>
                    <a:pt x="9607" y="1101"/>
                    <a:pt x="9307" y="1001"/>
                    <a:pt x="9307" y="1001"/>
                  </a:cubicBezTo>
                  <a:lnTo>
                    <a:pt x="9107" y="1768"/>
                  </a:lnTo>
                  <a:cubicBezTo>
                    <a:pt x="9107" y="1768"/>
                    <a:pt x="8055" y="2621"/>
                    <a:pt x="5454" y="2621"/>
                  </a:cubicBezTo>
                  <a:cubicBezTo>
                    <a:pt x="5237" y="2621"/>
                    <a:pt x="5009" y="2615"/>
                    <a:pt x="4771" y="2602"/>
                  </a:cubicBezTo>
                  <a:cubicBezTo>
                    <a:pt x="1668" y="2435"/>
                    <a:pt x="468" y="901"/>
                    <a:pt x="468" y="901"/>
                  </a:cubicBezTo>
                  <a:lnTo>
                    <a:pt x="4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41"/>
            <p:cNvSpPr/>
            <p:nvPr/>
          </p:nvSpPr>
          <p:spPr>
            <a:xfrm>
              <a:off x="2430250" y="3649725"/>
              <a:ext cx="213500" cy="131525"/>
            </a:xfrm>
            <a:custGeom>
              <a:rect b="b" l="l" r="r" t="t"/>
              <a:pathLst>
                <a:path extrusionOk="0" h="5261" w="8540">
                  <a:moveTo>
                    <a:pt x="8173" y="0"/>
                  </a:moveTo>
                  <a:lnTo>
                    <a:pt x="8139" y="734"/>
                  </a:lnTo>
                  <a:cubicBezTo>
                    <a:pt x="8139" y="734"/>
                    <a:pt x="7606" y="1702"/>
                    <a:pt x="4703" y="1802"/>
                  </a:cubicBezTo>
                  <a:cubicBezTo>
                    <a:pt x="4574" y="1806"/>
                    <a:pt x="4447" y="1808"/>
                    <a:pt x="4323" y="1808"/>
                  </a:cubicBezTo>
                  <a:cubicBezTo>
                    <a:pt x="1682" y="1808"/>
                    <a:pt x="434" y="834"/>
                    <a:pt x="434" y="834"/>
                  </a:cubicBezTo>
                  <a:lnTo>
                    <a:pt x="267" y="234"/>
                  </a:lnTo>
                  <a:cubicBezTo>
                    <a:pt x="0" y="334"/>
                    <a:pt x="0" y="668"/>
                    <a:pt x="134" y="1368"/>
                  </a:cubicBezTo>
                  <a:cubicBezTo>
                    <a:pt x="234" y="2035"/>
                    <a:pt x="634" y="3570"/>
                    <a:pt x="734" y="4070"/>
                  </a:cubicBezTo>
                  <a:cubicBezTo>
                    <a:pt x="821" y="4476"/>
                    <a:pt x="2170" y="5261"/>
                    <a:pt x="4231" y="5261"/>
                  </a:cubicBezTo>
                  <a:cubicBezTo>
                    <a:pt x="4540" y="5261"/>
                    <a:pt x="4865" y="5243"/>
                    <a:pt x="5204" y="5204"/>
                  </a:cubicBezTo>
                  <a:cubicBezTo>
                    <a:pt x="7772" y="4904"/>
                    <a:pt x="8273" y="4237"/>
                    <a:pt x="8373" y="3570"/>
                  </a:cubicBezTo>
                  <a:cubicBezTo>
                    <a:pt x="8439" y="2869"/>
                    <a:pt x="8540" y="1101"/>
                    <a:pt x="8540" y="634"/>
                  </a:cubicBezTo>
                  <a:cubicBezTo>
                    <a:pt x="8540" y="167"/>
                    <a:pt x="8506" y="100"/>
                    <a:pt x="817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41"/>
            <p:cNvSpPr/>
            <p:nvPr/>
          </p:nvSpPr>
          <p:spPr>
            <a:xfrm>
              <a:off x="2430250" y="3649725"/>
              <a:ext cx="213500" cy="131525"/>
            </a:xfrm>
            <a:custGeom>
              <a:rect b="b" l="l" r="r" t="t"/>
              <a:pathLst>
                <a:path extrusionOk="0" h="5261" w="8540">
                  <a:moveTo>
                    <a:pt x="8173" y="0"/>
                  </a:moveTo>
                  <a:lnTo>
                    <a:pt x="8139" y="734"/>
                  </a:lnTo>
                  <a:cubicBezTo>
                    <a:pt x="8139" y="734"/>
                    <a:pt x="7606" y="1702"/>
                    <a:pt x="4703" y="1802"/>
                  </a:cubicBezTo>
                  <a:cubicBezTo>
                    <a:pt x="4574" y="1806"/>
                    <a:pt x="4447" y="1808"/>
                    <a:pt x="4323" y="1808"/>
                  </a:cubicBezTo>
                  <a:cubicBezTo>
                    <a:pt x="1682" y="1808"/>
                    <a:pt x="434" y="834"/>
                    <a:pt x="434" y="834"/>
                  </a:cubicBezTo>
                  <a:lnTo>
                    <a:pt x="267" y="234"/>
                  </a:lnTo>
                  <a:cubicBezTo>
                    <a:pt x="0" y="334"/>
                    <a:pt x="0" y="668"/>
                    <a:pt x="134" y="1368"/>
                  </a:cubicBezTo>
                  <a:cubicBezTo>
                    <a:pt x="234" y="2035"/>
                    <a:pt x="634" y="3570"/>
                    <a:pt x="734" y="4070"/>
                  </a:cubicBezTo>
                  <a:cubicBezTo>
                    <a:pt x="821" y="4476"/>
                    <a:pt x="2170" y="5261"/>
                    <a:pt x="4231" y="5261"/>
                  </a:cubicBezTo>
                  <a:cubicBezTo>
                    <a:pt x="4540" y="5261"/>
                    <a:pt x="4865" y="5243"/>
                    <a:pt x="5204" y="5204"/>
                  </a:cubicBezTo>
                  <a:cubicBezTo>
                    <a:pt x="7772" y="4904"/>
                    <a:pt x="8273" y="4237"/>
                    <a:pt x="8373" y="3570"/>
                  </a:cubicBezTo>
                  <a:cubicBezTo>
                    <a:pt x="8439" y="2869"/>
                    <a:pt x="8540" y="1101"/>
                    <a:pt x="8540" y="634"/>
                  </a:cubicBezTo>
                  <a:cubicBezTo>
                    <a:pt x="8540" y="167"/>
                    <a:pt x="8506" y="100"/>
                    <a:pt x="81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41"/>
            <p:cNvSpPr/>
            <p:nvPr/>
          </p:nvSpPr>
          <p:spPr>
            <a:xfrm>
              <a:off x="2003275" y="1376525"/>
              <a:ext cx="679675" cy="480475"/>
            </a:xfrm>
            <a:custGeom>
              <a:rect b="b" l="l" r="r" t="t"/>
              <a:pathLst>
                <a:path extrusionOk="0" h="19219" w="27187">
                  <a:moveTo>
                    <a:pt x="8267" y="0"/>
                  </a:moveTo>
                  <a:cubicBezTo>
                    <a:pt x="7705" y="0"/>
                    <a:pt x="7164" y="104"/>
                    <a:pt x="6672" y="364"/>
                  </a:cubicBezTo>
                  <a:cubicBezTo>
                    <a:pt x="5704" y="897"/>
                    <a:pt x="5004" y="1765"/>
                    <a:pt x="4637" y="2799"/>
                  </a:cubicBezTo>
                  <a:cubicBezTo>
                    <a:pt x="4070" y="4366"/>
                    <a:pt x="4203" y="6068"/>
                    <a:pt x="4237" y="7735"/>
                  </a:cubicBezTo>
                  <a:cubicBezTo>
                    <a:pt x="4270" y="8303"/>
                    <a:pt x="4170" y="8870"/>
                    <a:pt x="3970" y="9403"/>
                  </a:cubicBezTo>
                  <a:cubicBezTo>
                    <a:pt x="3764" y="9873"/>
                    <a:pt x="3300" y="10188"/>
                    <a:pt x="2804" y="10188"/>
                  </a:cubicBezTo>
                  <a:cubicBezTo>
                    <a:pt x="2737" y="10188"/>
                    <a:pt x="2670" y="10182"/>
                    <a:pt x="2602" y="10171"/>
                  </a:cubicBezTo>
                  <a:cubicBezTo>
                    <a:pt x="2035" y="10037"/>
                    <a:pt x="1768" y="9203"/>
                    <a:pt x="2202" y="8870"/>
                  </a:cubicBezTo>
                  <a:cubicBezTo>
                    <a:pt x="2155" y="8865"/>
                    <a:pt x="2110" y="8863"/>
                    <a:pt x="2065" y="8863"/>
                  </a:cubicBezTo>
                  <a:cubicBezTo>
                    <a:pt x="835" y="8863"/>
                    <a:pt x="409" y="10592"/>
                    <a:pt x="1568" y="11171"/>
                  </a:cubicBezTo>
                  <a:cubicBezTo>
                    <a:pt x="534" y="11338"/>
                    <a:pt x="0" y="12706"/>
                    <a:pt x="501" y="13606"/>
                  </a:cubicBezTo>
                  <a:cubicBezTo>
                    <a:pt x="913" y="14248"/>
                    <a:pt x="1593" y="14591"/>
                    <a:pt x="2303" y="14591"/>
                  </a:cubicBezTo>
                  <a:cubicBezTo>
                    <a:pt x="2627" y="14591"/>
                    <a:pt x="2956" y="14520"/>
                    <a:pt x="3269" y="14374"/>
                  </a:cubicBezTo>
                  <a:lnTo>
                    <a:pt x="3269" y="14374"/>
                  </a:lnTo>
                  <a:cubicBezTo>
                    <a:pt x="2869" y="15241"/>
                    <a:pt x="2635" y="16408"/>
                    <a:pt x="3770" y="17442"/>
                  </a:cubicBezTo>
                  <a:cubicBezTo>
                    <a:pt x="4365" y="17978"/>
                    <a:pt x="5160" y="18242"/>
                    <a:pt x="5869" y="18242"/>
                  </a:cubicBezTo>
                  <a:cubicBezTo>
                    <a:pt x="6352" y="18242"/>
                    <a:pt x="6794" y="18119"/>
                    <a:pt x="7105" y="17876"/>
                  </a:cubicBezTo>
                  <a:cubicBezTo>
                    <a:pt x="7601" y="18816"/>
                    <a:pt x="8179" y="18918"/>
                    <a:pt x="9062" y="18918"/>
                  </a:cubicBezTo>
                  <a:cubicBezTo>
                    <a:pt x="9308" y="18918"/>
                    <a:pt x="9577" y="18910"/>
                    <a:pt x="9874" y="18910"/>
                  </a:cubicBezTo>
                  <a:cubicBezTo>
                    <a:pt x="11242" y="18910"/>
                    <a:pt x="12509" y="18210"/>
                    <a:pt x="13243" y="17009"/>
                  </a:cubicBezTo>
                  <a:cubicBezTo>
                    <a:pt x="13243" y="18426"/>
                    <a:pt x="14819" y="19219"/>
                    <a:pt x="16090" y="19219"/>
                  </a:cubicBezTo>
                  <a:cubicBezTo>
                    <a:pt x="16165" y="19219"/>
                    <a:pt x="16239" y="19216"/>
                    <a:pt x="16312" y="19210"/>
                  </a:cubicBezTo>
                  <a:cubicBezTo>
                    <a:pt x="17146" y="19144"/>
                    <a:pt x="17946" y="18743"/>
                    <a:pt x="18547" y="18110"/>
                  </a:cubicBezTo>
                  <a:cubicBezTo>
                    <a:pt x="19177" y="18674"/>
                    <a:pt x="19907" y="18922"/>
                    <a:pt x="20619" y="18922"/>
                  </a:cubicBezTo>
                  <a:cubicBezTo>
                    <a:pt x="22433" y="18922"/>
                    <a:pt x="24124" y="17306"/>
                    <a:pt x="23717" y="15174"/>
                  </a:cubicBezTo>
                  <a:cubicBezTo>
                    <a:pt x="26186" y="15007"/>
                    <a:pt x="27186" y="11905"/>
                    <a:pt x="25285" y="10337"/>
                  </a:cubicBezTo>
                  <a:cubicBezTo>
                    <a:pt x="26219" y="9937"/>
                    <a:pt x="26819" y="9003"/>
                    <a:pt x="26352" y="7969"/>
                  </a:cubicBezTo>
                  <a:lnTo>
                    <a:pt x="26352" y="7969"/>
                  </a:lnTo>
                  <a:cubicBezTo>
                    <a:pt x="26167" y="8525"/>
                    <a:pt x="25792" y="8745"/>
                    <a:pt x="25295" y="8745"/>
                  </a:cubicBezTo>
                  <a:cubicBezTo>
                    <a:pt x="25166" y="8745"/>
                    <a:pt x="25029" y="8730"/>
                    <a:pt x="24885" y="8703"/>
                  </a:cubicBezTo>
                  <a:cubicBezTo>
                    <a:pt x="23484" y="8469"/>
                    <a:pt x="23183" y="7135"/>
                    <a:pt x="23083" y="6334"/>
                  </a:cubicBezTo>
                  <a:cubicBezTo>
                    <a:pt x="22983" y="5601"/>
                    <a:pt x="22283" y="5834"/>
                    <a:pt x="21749" y="5300"/>
                  </a:cubicBezTo>
                  <a:cubicBezTo>
                    <a:pt x="21182" y="4733"/>
                    <a:pt x="20515" y="4300"/>
                    <a:pt x="19781" y="3966"/>
                  </a:cubicBezTo>
                  <a:cubicBezTo>
                    <a:pt x="19414" y="3799"/>
                    <a:pt x="19014" y="3666"/>
                    <a:pt x="18647" y="3566"/>
                  </a:cubicBezTo>
                  <a:cubicBezTo>
                    <a:pt x="18247" y="3499"/>
                    <a:pt x="17880" y="3399"/>
                    <a:pt x="17546" y="3266"/>
                  </a:cubicBezTo>
                  <a:cubicBezTo>
                    <a:pt x="16779" y="2932"/>
                    <a:pt x="16045" y="2532"/>
                    <a:pt x="15278" y="2198"/>
                  </a:cubicBezTo>
                  <a:cubicBezTo>
                    <a:pt x="14511" y="1865"/>
                    <a:pt x="13610" y="1498"/>
                    <a:pt x="12776" y="1231"/>
                  </a:cubicBezTo>
                  <a:cubicBezTo>
                    <a:pt x="11483" y="767"/>
                    <a:pt x="9797" y="0"/>
                    <a:pt x="82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41"/>
            <p:cNvSpPr/>
            <p:nvPr/>
          </p:nvSpPr>
          <p:spPr>
            <a:xfrm>
              <a:off x="2502800" y="1427100"/>
              <a:ext cx="970700" cy="564800"/>
            </a:xfrm>
            <a:custGeom>
              <a:rect b="b" l="l" r="r" t="t"/>
              <a:pathLst>
                <a:path extrusionOk="0" h="22592" w="38828">
                  <a:moveTo>
                    <a:pt x="38053" y="0"/>
                  </a:moveTo>
                  <a:cubicBezTo>
                    <a:pt x="37359" y="0"/>
                    <a:pt x="36247" y="1251"/>
                    <a:pt x="35225" y="2410"/>
                  </a:cubicBezTo>
                  <a:cubicBezTo>
                    <a:pt x="34081" y="3620"/>
                    <a:pt x="32775" y="5247"/>
                    <a:pt x="32348" y="5247"/>
                  </a:cubicBezTo>
                  <a:cubicBezTo>
                    <a:pt x="32339" y="5247"/>
                    <a:pt x="32331" y="5247"/>
                    <a:pt x="32323" y="5245"/>
                  </a:cubicBezTo>
                  <a:cubicBezTo>
                    <a:pt x="31823" y="5179"/>
                    <a:pt x="32223" y="3511"/>
                    <a:pt x="31656" y="2610"/>
                  </a:cubicBezTo>
                  <a:cubicBezTo>
                    <a:pt x="31409" y="2193"/>
                    <a:pt x="31119" y="1998"/>
                    <a:pt x="30875" y="1998"/>
                  </a:cubicBezTo>
                  <a:cubicBezTo>
                    <a:pt x="30593" y="1998"/>
                    <a:pt x="30373" y="2260"/>
                    <a:pt x="30355" y="2744"/>
                  </a:cubicBezTo>
                  <a:cubicBezTo>
                    <a:pt x="30355" y="3511"/>
                    <a:pt x="29855" y="4645"/>
                    <a:pt x="29855" y="5946"/>
                  </a:cubicBezTo>
                  <a:cubicBezTo>
                    <a:pt x="29855" y="6580"/>
                    <a:pt x="30055" y="7947"/>
                    <a:pt x="29388" y="8581"/>
                  </a:cubicBezTo>
                  <a:cubicBezTo>
                    <a:pt x="28854" y="9115"/>
                    <a:pt x="18447" y="15419"/>
                    <a:pt x="18447" y="15419"/>
                  </a:cubicBezTo>
                  <a:cubicBezTo>
                    <a:pt x="18447" y="15419"/>
                    <a:pt x="12565" y="15578"/>
                    <a:pt x="9166" y="15578"/>
                  </a:cubicBezTo>
                  <a:cubicBezTo>
                    <a:pt x="8438" y="15578"/>
                    <a:pt x="7823" y="15571"/>
                    <a:pt x="7405" y="15553"/>
                  </a:cubicBezTo>
                  <a:cubicBezTo>
                    <a:pt x="5115" y="15469"/>
                    <a:pt x="4018" y="15222"/>
                    <a:pt x="1881" y="15222"/>
                  </a:cubicBezTo>
                  <a:cubicBezTo>
                    <a:pt x="1465" y="15222"/>
                    <a:pt x="1011" y="15231"/>
                    <a:pt x="501" y="15253"/>
                  </a:cubicBezTo>
                  <a:cubicBezTo>
                    <a:pt x="0" y="15920"/>
                    <a:pt x="1234" y="22191"/>
                    <a:pt x="4870" y="22591"/>
                  </a:cubicBezTo>
                  <a:cubicBezTo>
                    <a:pt x="4870" y="22591"/>
                    <a:pt x="13476" y="22424"/>
                    <a:pt x="16745" y="22291"/>
                  </a:cubicBezTo>
                  <a:cubicBezTo>
                    <a:pt x="19948" y="22158"/>
                    <a:pt x="20782" y="22158"/>
                    <a:pt x="21983" y="21324"/>
                  </a:cubicBezTo>
                  <a:cubicBezTo>
                    <a:pt x="24184" y="19823"/>
                    <a:pt x="26286" y="18188"/>
                    <a:pt x="28287" y="16453"/>
                  </a:cubicBezTo>
                  <a:cubicBezTo>
                    <a:pt x="31089" y="14118"/>
                    <a:pt x="32357" y="13118"/>
                    <a:pt x="32724" y="12918"/>
                  </a:cubicBezTo>
                  <a:cubicBezTo>
                    <a:pt x="33758" y="12250"/>
                    <a:pt x="34725" y="12117"/>
                    <a:pt x="35559" y="11583"/>
                  </a:cubicBezTo>
                  <a:cubicBezTo>
                    <a:pt x="36493" y="11050"/>
                    <a:pt x="37360" y="10349"/>
                    <a:pt x="38027" y="9482"/>
                  </a:cubicBezTo>
                  <a:cubicBezTo>
                    <a:pt x="38261" y="9215"/>
                    <a:pt x="38361" y="8848"/>
                    <a:pt x="38328" y="8514"/>
                  </a:cubicBezTo>
                  <a:cubicBezTo>
                    <a:pt x="38294" y="8348"/>
                    <a:pt x="38194" y="8181"/>
                    <a:pt x="38161" y="8014"/>
                  </a:cubicBezTo>
                  <a:cubicBezTo>
                    <a:pt x="38127" y="7714"/>
                    <a:pt x="38094" y="7414"/>
                    <a:pt x="38027" y="7147"/>
                  </a:cubicBezTo>
                  <a:cubicBezTo>
                    <a:pt x="37894" y="6780"/>
                    <a:pt x="37360" y="6613"/>
                    <a:pt x="37227" y="6246"/>
                  </a:cubicBezTo>
                  <a:cubicBezTo>
                    <a:pt x="37160" y="6079"/>
                    <a:pt x="37227" y="5579"/>
                    <a:pt x="37127" y="5446"/>
                  </a:cubicBezTo>
                  <a:cubicBezTo>
                    <a:pt x="36893" y="5179"/>
                    <a:pt x="36693" y="5145"/>
                    <a:pt x="36493" y="4979"/>
                  </a:cubicBezTo>
                  <a:cubicBezTo>
                    <a:pt x="36359" y="4879"/>
                    <a:pt x="36059" y="4712"/>
                    <a:pt x="36159" y="4512"/>
                  </a:cubicBezTo>
                  <a:cubicBezTo>
                    <a:pt x="36226" y="4311"/>
                    <a:pt x="36660" y="3878"/>
                    <a:pt x="37394" y="2744"/>
                  </a:cubicBezTo>
                  <a:cubicBezTo>
                    <a:pt x="38127" y="1610"/>
                    <a:pt x="38828" y="642"/>
                    <a:pt x="38428" y="175"/>
                  </a:cubicBezTo>
                  <a:cubicBezTo>
                    <a:pt x="38324" y="54"/>
                    <a:pt x="38198" y="0"/>
                    <a:pt x="38053" y="0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41"/>
            <p:cNvSpPr/>
            <p:nvPr/>
          </p:nvSpPr>
          <p:spPr>
            <a:xfrm>
              <a:off x="3326725" y="1561550"/>
              <a:ext cx="83400" cy="127625"/>
            </a:xfrm>
            <a:custGeom>
              <a:rect b="b" l="l" r="r" t="t"/>
              <a:pathLst>
                <a:path extrusionOk="0" h="5105" w="3336">
                  <a:moveTo>
                    <a:pt x="1835" y="1"/>
                  </a:moveTo>
                  <a:lnTo>
                    <a:pt x="1835" y="1"/>
                  </a:lnTo>
                  <a:cubicBezTo>
                    <a:pt x="1834" y="1"/>
                    <a:pt x="0" y="1469"/>
                    <a:pt x="67" y="2236"/>
                  </a:cubicBezTo>
                  <a:cubicBezTo>
                    <a:pt x="133" y="2703"/>
                    <a:pt x="467" y="3070"/>
                    <a:pt x="901" y="3237"/>
                  </a:cubicBezTo>
                  <a:cubicBezTo>
                    <a:pt x="867" y="3937"/>
                    <a:pt x="600" y="4604"/>
                    <a:pt x="133" y="5105"/>
                  </a:cubicBezTo>
                  <a:cubicBezTo>
                    <a:pt x="1245" y="4425"/>
                    <a:pt x="1328" y="3575"/>
                    <a:pt x="1334" y="3452"/>
                  </a:cubicBezTo>
                  <a:lnTo>
                    <a:pt x="1334" y="3452"/>
                  </a:lnTo>
                  <a:cubicBezTo>
                    <a:pt x="1313" y="4272"/>
                    <a:pt x="2268" y="4404"/>
                    <a:pt x="2268" y="4404"/>
                  </a:cubicBezTo>
                  <a:cubicBezTo>
                    <a:pt x="2290" y="4858"/>
                    <a:pt x="2592" y="4990"/>
                    <a:pt x="2893" y="4990"/>
                  </a:cubicBezTo>
                  <a:cubicBezTo>
                    <a:pt x="3056" y="4990"/>
                    <a:pt x="3219" y="4951"/>
                    <a:pt x="3336" y="4904"/>
                  </a:cubicBezTo>
                  <a:cubicBezTo>
                    <a:pt x="2869" y="4871"/>
                    <a:pt x="2502" y="4437"/>
                    <a:pt x="2535" y="3970"/>
                  </a:cubicBezTo>
                  <a:lnTo>
                    <a:pt x="2535" y="3970"/>
                  </a:lnTo>
                  <a:cubicBezTo>
                    <a:pt x="2483" y="3982"/>
                    <a:pt x="2431" y="3988"/>
                    <a:pt x="2379" y="3988"/>
                  </a:cubicBezTo>
                  <a:cubicBezTo>
                    <a:pt x="2134" y="3988"/>
                    <a:pt x="1906" y="3863"/>
                    <a:pt x="1768" y="3670"/>
                  </a:cubicBezTo>
                  <a:cubicBezTo>
                    <a:pt x="1601" y="3403"/>
                    <a:pt x="1568" y="3070"/>
                    <a:pt x="1701" y="2803"/>
                  </a:cubicBezTo>
                  <a:lnTo>
                    <a:pt x="1701" y="2803"/>
                  </a:lnTo>
                  <a:cubicBezTo>
                    <a:pt x="1568" y="2879"/>
                    <a:pt x="1424" y="2915"/>
                    <a:pt x="1282" y="2915"/>
                  </a:cubicBezTo>
                  <a:cubicBezTo>
                    <a:pt x="927" y="2915"/>
                    <a:pt x="586" y="2693"/>
                    <a:pt x="467" y="2336"/>
                  </a:cubicBezTo>
                  <a:cubicBezTo>
                    <a:pt x="267" y="1735"/>
                    <a:pt x="1201" y="902"/>
                    <a:pt x="1835" y="1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41"/>
            <p:cNvSpPr/>
            <p:nvPr/>
          </p:nvSpPr>
          <p:spPr>
            <a:xfrm>
              <a:off x="2101675" y="1807575"/>
              <a:ext cx="589600" cy="564400"/>
            </a:xfrm>
            <a:custGeom>
              <a:rect b="b" l="l" r="r" t="t"/>
              <a:pathLst>
                <a:path extrusionOk="0" h="22576" w="23584">
                  <a:moveTo>
                    <a:pt x="7272" y="0"/>
                  </a:moveTo>
                  <a:lnTo>
                    <a:pt x="2269" y="501"/>
                  </a:lnTo>
                  <a:cubicBezTo>
                    <a:pt x="3103" y="5838"/>
                    <a:pt x="467" y="11142"/>
                    <a:pt x="467" y="11142"/>
                  </a:cubicBezTo>
                  <a:cubicBezTo>
                    <a:pt x="334" y="14544"/>
                    <a:pt x="0" y="18480"/>
                    <a:pt x="1468" y="19247"/>
                  </a:cubicBezTo>
                  <a:cubicBezTo>
                    <a:pt x="1468" y="19714"/>
                    <a:pt x="1535" y="20148"/>
                    <a:pt x="1635" y="20582"/>
                  </a:cubicBezTo>
                  <a:cubicBezTo>
                    <a:pt x="3811" y="21709"/>
                    <a:pt x="7537" y="22575"/>
                    <a:pt x="11265" y="22575"/>
                  </a:cubicBezTo>
                  <a:cubicBezTo>
                    <a:pt x="13937" y="22575"/>
                    <a:pt x="16610" y="22130"/>
                    <a:pt x="18714" y="21015"/>
                  </a:cubicBezTo>
                  <a:lnTo>
                    <a:pt x="19081" y="19548"/>
                  </a:lnTo>
                  <a:cubicBezTo>
                    <a:pt x="20315" y="18714"/>
                    <a:pt x="20048" y="15178"/>
                    <a:pt x="20282" y="12643"/>
                  </a:cubicBezTo>
                  <a:cubicBezTo>
                    <a:pt x="23584" y="8139"/>
                    <a:pt x="19081" y="2369"/>
                    <a:pt x="16512" y="34"/>
                  </a:cubicBezTo>
                  <a:lnTo>
                    <a:pt x="13343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41"/>
            <p:cNvSpPr/>
            <p:nvPr/>
          </p:nvSpPr>
          <p:spPr>
            <a:xfrm>
              <a:off x="2135875" y="2288750"/>
              <a:ext cx="442825" cy="96450"/>
            </a:xfrm>
            <a:custGeom>
              <a:rect b="b" l="l" r="r" t="t"/>
              <a:pathLst>
                <a:path extrusionOk="0" h="3858" w="17713">
                  <a:moveTo>
                    <a:pt x="100" y="0"/>
                  </a:moveTo>
                  <a:lnTo>
                    <a:pt x="0" y="1235"/>
                  </a:lnTo>
                  <a:cubicBezTo>
                    <a:pt x="0" y="1235"/>
                    <a:pt x="1301" y="3570"/>
                    <a:pt x="8573" y="3836"/>
                  </a:cubicBezTo>
                  <a:cubicBezTo>
                    <a:pt x="8966" y="3851"/>
                    <a:pt x="9343" y="3858"/>
                    <a:pt x="9705" y="3858"/>
                  </a:cubicBezTo>
                  <a:cubicBezTo>
                    <a:pt x="16038" y="3858"/>
                    <a:pt x="17679" y="1768"/>
                    <a:pt x="17679" y="1768"/>
                  </a:cubicBezTo>
                  <a:lnTo>
                    <a:pt x="17713" y="301"/>
                  </a:lnTo>
                  <a:lnTo>
                    <a:pt x="17713" y="301"/>
                  </a:lnTo>
                  <a:cubicBezTo>
                    <a:pt x="15528" y="1709"/>
                    <a:pt x="12489" y="2269"/>
                    <a:pt x="9508" y="2269"/>
                  </a:cubicBezTo>
                  <a:cubicBezTo>
                    <a:pt x="5570" y="2269"/>
                    <a:pt x="1733" y="1291"/>
                    <a:pt x="100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41"/>
            <p:cNvSpPr/>
            <p:nvPr/>
          </p:nvSpPr>
          <p:spPr>
            <a:xfrm>
              <a:off x="2100000" y="1215475"/>
              <a:ext cx="543750" cy="548750"/>
            </a:xfrm>
            <a:custGeom>
              <a:rect b="b" l="l" r="r" t="t"/>
              <a:pathLst>
                <a:path extrusionOk="0" h="21950" w="21750">
                  <a:moveTo>
                    <a:pt x="8440" y="1"/>
                  </a:moveTo>
                  <a:lnTo>
                    <a:pt x="8440" y="1"/>
                  </a:lnTo>
                  <a:cubicBezTo>
                    <a:pt x="8640" y="668"/>
                    <a:pt x="8140" y="1368"/>
                    <a:pt x="7539" y="1735"/>
                  </a:cubicBezTo>
                  <a:cubicBezTo>
                    <a:pt x="6939" y="2102"/>
                    <a:pt x="6238" y="2269"/>
                    <a:pt x="5638" y="2636"/>
                  </a:cubicBezTo>
                  <a:cubicBezTo>
                    <a:pt x="5138" y="2936"/>
                    <a:pt x="4771" y="3370"/>
                    <a:pt x="4504" y="3870"/>
                  </a:cubicBezTo>
                  <a:cubicBezTo>
                    <a:pt x="4170" y="4471"/>
                    <a:pt x="3803" y="5771"/>
                    <a:pt x="4270" y="6439"/>
                  </a:cubicBezTo>
                  <a:cubicBezTo>
                    <a:pt x="1" y="8807"/>
                    <a:pt x="1535" y="14211"/>
                    <a:pt x="2903" y="16312"/>
                  </a:cubicBezTo>
                  <a:cubicBezTo>
                    <a:pt x="4337" y="18581"/>
                    <a:pt x="7306" y="21082"/>
                    <a:pt x="7306" y="21950"/>
                  </a:cubicBezTo>
                  <a:lnTo>
                    <a:pt x="18147" y="10808"/>
                  </a:lnTo>
                  <a:cubicBezTo>
                    <a:pt x="18147" y="10808"/>
                    <a:pt x="19081" y="12243"/>
                    <a:pt x="20115" y="12309"/>
                  </a:cubicBezTo>
                  <a:cubicBezTo>
                    <a:pt x="20156" y="12312"/>
                    <a:pt x="20196" y="12313"/>
                    <a:pt x="20234" y="12313"/>
                  </a:cubicBezTo>
                  <a:cubicBezTo>
                    <a:pt x="21190" y="12313"/>
                    <a:pt x="21283" y="11542"/>
                    <a:pt x="21283" y="11542"/>
                  </a:cubicBezTo>
                  <a:lnTo>
                    <a:pt x="21283" y="11542"/>
                  </a:lnTo>
                  <a:cubicBezTo>
                    <a:pt x="21189" y="11667"/>
                    <a:pt x="21062" y="11721"/>
                    <a:pt x="20936" y="11721"/>
                  </a:cubicBezTo>
                  <a:cubicBezTo>
                    <a:pt x="20658" y="11721"/>
                    <a:pt x="20380" y="11463"/>
                    <a:pt x="20449" y="11142"/>
                  </a:cubicBezTo>
                  <a:cubicBezTo>
                    <a:pt x="20615" y="10608"/>
                    <a:pt x="21549" y="10408"/>
                    <a:pt x="21683" y="9407"/>
                  </a:cubicBezTo>
                  <a:cubicBezTo>
                    <a:pt x="21750" y="8974"/>
                    <a:pt x="21616" y="8507"/>
                    <a:pt x="21349" y="8140"/>
                  </a:cubicBezTo>
                  <a:cubicBezTo>
                    <a:pt x="21016" y="7673"/>
                    <a:pt x="20849" y="7606"/>
                    <a:pt x="21049" y="7006"/>
                  </a:cubicBezTo>
                  <a:cubicBezTo>
                    <a:pt x="21483" y="5538"/>
                    <a:pt x="21016" y="3470"/>
                    <a:pt x="19448" y="2803"/>
                  </a:cubicBezTo>
                  <a:cubicBezTo>
                    <a:pt x="19137" y="2684"/>
                    <a:pt x="18812" y="2625"/>
                    <a:pt x="18489" y="2625"/>
                  </a:cubicBezTo>
                  <a:cubicBezTo>
                    <a:pt x="18085" y="2625"/>
                    <a:pt x="17684" y="2717"/>
                    <a:pt x="17313" y="2903"/>
                  </a:cubicBezTo>
                  <a:cubicBezTo>
                    <a:pt x="17246" y="2836"/>
                    <a:pt x="17180" y="2769"/>
                    <a:pt x="17113" y="2703"/>
                  </a:cubicBezTo>
                  <a:cubicBezTo>
                    <a:pt x="16919" y="2561"/>
                    <a:pt x="16701" y="2494"/>
                    <a:pt x="16487" y="2494"/>
                  </a:cubicBezTo>
                  <a:cubicBezTo>
                    <a:pt x="16147" y="2494"/>
                    <a:pt x="15816" y="2663"/>
                    <a:pt x="15612" y="2969"/>
                  </a:cubicBezTo>
                  <a:cubicBezTo>
                    <a:pt x="15779" y="2302"/>
                    <a:pt x="15545" y="1635"/>
                    <a:pt x="15011" y="1235"/>
                  </a:cubicBezTo>
                  <a:cubicBezTo>
                    <a:pt x="14681" y="987"/>
                    <a:pt x="14287" y="867"/>
                    <a:pt x="13884" y="867"/>
                  </a:cubicBezTo>
                  <a:cubicBezTo>
                    <a:pt x="13636" y="867"/>
                    <a:pt x="13385" y="912"/>
                    <a:pt x="13143" y="1001"/>
                  </a:cubicBezTo>
                  <a:cubicBezTo>
                    <a:pt x="12543" y="1235"/>
                    <a:pt x="12043" y="1702"/>
                    <a:pt x="11742" y="2302"/>
                  </a:cubicBezTo>
                  <a:cubicBezTo>
                    <a:pt x="11876" y="1869"/>
                    <a:pt x="11676" y="1402"/>
                    <a:pt x="11309" y="1202"/>
                  </a:cubicBezTo>
                  <a:cubicBezTo>
                    <a:pt x="11109" y="1118"/>
                    <a:pt x="10892" y="1076"/>
                    <a:pt x="10675" y="1076"/>
                  </a:cubicBezTo>
                  <a:cubicBezTo>
                    <a:pt x="10458" y="1076"/>
                    <a:pt x="10241" y="1118"/>
                    <a:pt x="10041" y="1202"/>
                  </a:cubicBezTo>
                  <a:cubicBezTo>
                    <a:pt x="9641" y="1402"/>
                    <a:pt x="9307" y="1635"/>
                    <a:pt x="9007" y="1935"/>
                  </a:cubicBezTo>
                  <a:cubicBezTo>
                    <a:pt x="9407" y="1268"/>
                    <a:pt x="9141" y="368"/>
                    <a:pt x="84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41"/>
            <p:cNvSpPr/>
            <p:nvPr/>
          </p:nvSpPr>
          <p:spPr>
            <a:xfrm>
              <a:off x="2184225" y="1371425"/>
              <a:ext cx="407825" cy="543275"/>
            </a:xfrm>
            <a:custGeom>
              <a:rect b="b" l="l" r="r" t="t"/>
              <a:pathLst>
                <a:path extrusionOk="0" h="21731" w="16313">
                  <a:moveTo>
                    <a:pt x="13711" y="0"/>
                  </a:moveTo>
                  <a:cubicBezTo>
                    <a:pt x="13410" y="1902"/>
                    <a:pt x="12977" y="3870"/>
                    <a:pt x="9975" y="5671"/>
                  </a:cubicBezTo>
                  <a:cubicBezTo>
                    <a:pt x="8401" y="6604"/>
                    <a:pt x="6623" y="7104"/>
                    <a:pt x="4819" y="7104"/>
                  </a:cubicBezTo>
                  <a:cubicBezTo>
                    <a:pt x="4559" y="7104"/>
                    <a:pt x="4298" y="7093"/>
                    <a:pt x="4037" y="7072"/>
                  </a:cubicBezTo>
                  <a:cubicBezTo>
                    <a:pt x="3520" y="6505"/>
                    <a:pt x="2970" y="6238"/>
                    <a:pt x="2436" y="6238"/>
                  </a:cubicBezTo>
                  <a:cubicBezTo>
                    <a:pt x="1902" y="6238"/>
                    <a:pt x="1385" y="6505"/>
                    <a:pt x="935" y="7005"/>
                  </a:cubicBezTo>
                  <a:cubicBezTo>
                    <a:pt x="1" y="7973"/>
                    <a:pt x="368" y="9874"/>
                    <a:pt x="1602" y="10842"/>
                  </a:cubicBezTo>
                  <a:cubicBezTo>
                    <a:pt x="1971" y="11137"/>
                    <a:pt x="2412" y="11279"/>
                    <a:pt x="2857" y="11279"/>
                  </a:cubicBezTo>
                  <a:cubicBezTo>
                    <a:pt x="3215" y="11279"/>
                    <a:pt x="3576" y="11187"/>
                    <a:pt x="3904" y="11008"/>
                  </a:cubicBezTo>
                  <a:lnTo>
                    <a:pt x="3937" y="17413"/>
                  </a:lnTo>
                  <a:lnTo>
                    <a:pt x="1969" y="17613"/>
                  </a:lnTo>
                  <a:cubicBezTo>
                    <a:pt x="1969" y="17613"/>
                    <a:pt x="4694" y="21731"/>
                    <a:pt x="9866" y="21731"/>
                  </a:cubicBezTo>
                  <a:cubicBezTo>
                    <a:pt x="10182" y="21731"/>
                    <a:pt x="10507" y="21715"/>
                    <a:pt x="10842" y="21683"/>
                  </a:cubicBezTo>
                  <a:cubicBezTo>
                    <a:pt x="14811" y="21316"/>
                    <a:pt x="11676" y="17446"/>
                    <a:pt x="11676" y="17446"/>
                  </a:cubicBezTo>
                  <a:lnTo>
                    <a:pt x="10175" y="17446"/>
                  </a:lnTo>
                  <a:lnTo>
                    <a:pt x="10175" y="14844"/>
                  </a:lnTo>
                  <a:cubicBezTo>
                    <a:pt x="11064" y="14989"/>
                    <a:pt x="11978" y="15121"/>
                    <a:pt x="12720" y="15121"/>
                  </a:cubicBezTo>
                  <a:cubicBezTo>
                    <a:pt x="13175" y="15121"/>
                    <a:pt x="13565" y="15071"/>
                    <a:pt x="13844" y="14944"/>
                  </a:cubicBezTo>
                  <a:cubicBezTo>
                    <a:pt x="14611" y="14578"/>
                    <a:pt x="16146" y="13377"/>
                    <a:pt x="16212" y="8473"/>
                  </a:cubicBezTo>
                  <a:cubicBezTo>
                    <a:pt x="16312" y="2702"/>
                    <a:pt x="15045" y="601"/>
                    <a:pt x="13711" y="0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41"/>
            <p:cNvSpPr/>
            <p:nvPr/>
          </p:nvSpPr>
          <p:spPr>
            <a:xfrm>
              <a:off x="2286800" y="1506525"/>
              <a:ext cx="40050" cy="81775"/>
            </a:xfrm>
            <a:custGeom>
              <a:rect b="b" l="l" r="r" t="t"/>
              <a:pathLst>
                <a:path extrusionOk="0" h="3271" w="1602">
                  <a:moveTo>
                    <a:pt x="1" y="0"/>
                  </a:moveTo>
                  <a:lnTo>
                    <a:pt x="1" y="3269"/>
                  </a:lnTo>
                  <a:cubicBezTo>
                    <a:pt x="20" y="3270"/>
                    <a:pt x="39" y="3270"/>
                    <a:pt x="58" y="3270"/>
                  </a:cubicBezTo>
                  <a:cubicBezTo>
                    <a:pt x="900" y="3270"/>
                    <a:pt x="1601" y="2550"/>
                    <a:pt x="1568" y="1702"/>
                  </a:cubicBezTo>
                  <a:cubicBezTo>
                    <a:pt x="1602" y="801"/>
                    <a:pt x="901" y="34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41"/>
            <p:cNvSpPr/>
            <p:nvPr/>
          </p:nvSpPr>
          <p:spPr>
            <a:xfrm>
              <a:off x="2533650" y="1521525"/>
              <a:ext cx="37550" cy="32125"/>
            </a:xfrm>
            <a:custGeom>
              <a:rect b="b" l="l" r="r" t="t"/>
              <a:pathLst>
                <a:path extrusionOk="0" h="1285" w="1502">
                  <a:moveTo>
                    <a:pt x="668" y="1"/>
                  </a:moveTo>
                  <a:cubicBezTo>
                    <a:pt x="301" y="1"/>
                    <a:pt x="0" y="268"/>
                    <a:pt x="0" y="635"/>
                  </a:cubicBezTo>
                  <a:cubicBezTo>
                    <a:pt x="0" y="1022"/>
                    <a:pt x="312" y="1285"/>
                    <a:pt x="647" y="1285"/>
                  </a:cubicBezTo>
                  <a:cubicBezTo>
                    <a:pt x="803" y="1285"/>
                    <a:pt x="964" y="1228"/>
                    <a:pt x="1101" y="1102"/>
                  </a:cubicBezTo>
                  <a:cubicBezTo>
                    <a:pt x="1501" y="735"/>
                    <a:pt x="1235" y="34"/>
                    <a:pt x="6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41"/>
            <p:cNvSpPr/>
            <p:nvPr/>
          </p:nvSpPr>
          <p:spPr>
            <a:xfrm>
              <a:off x="2416900" y="1533200"/>
              <a:ext cx="40875" cy="35425"/>
            </a:xfrm>
            <a:custGeom>
              <a:rect b="b" l="l" r="r" t="t"/>
              <a:pathLst>
                <a:path extrusionOk="0" h="1417" w="1635">
                  <a:moveTo>
                    <a:pt x="734" y="1"/>
                  </a:moveTo>
                  <a:cubicBezTo>
                    <a:pt x="334" y="1"/>
                    <a:pt x="0" y="301"/>
                    <a:pt x="0" y="701"/>
                  </a:cubicBezTo>
                  <a:cubicBezTo>
                    <a:pt x="0" y="1138"/>
                    <a:pt x="349" y="1416"/>
                    <a:pt x="707" y="1416"/>
                  </a:cubicBezTo>
                  <a:cubicBezTo>
                    <a:pt x="869" y="1416"/>
                    <a:pt x="1033" y="1359"/>
                    <a:pt x="1168" y="1235"/>
                  </a:cubicBezTo>
                  <a:cubicBezTo>
                    <a:pt x="1635" y="801"/>
                    <a:pt x="1335" y="34"/>
                    <a:pt x="7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41"/>
            <p:cNvSpPr/>
            <p:nvPr/>
          </p:nvSpPr>
          <p:spPr>
            <a:xfrm>
              <a:off x="2430250" y="1642450"/>
              <a:ext cx="63400" cy="42175"/>
            </a:xfrm>
            <a:custGeom>
              <a:rect b="b" l="l" r="r" t="t"/>
              <a:pathLst>
                <a:path extrusionOk="0" h="1687" w="2536">
                  <a:moveTo>
                    <a:pt x="200" y="1"/>
                  </a:moveTo>
                  <a:cubicBezTo>
                    <a:pt x="0" y="668"/>
                    <a:pt x="367" y="1402"/>
                    <a:pt x="1034" y="1635"/>
                  </a:cubicBezTo>
                  <a:cubicBezTo>
                    <a:pt x="1151" y="1670"/>
                    <a:pt x="1269" y="1687"/>
                    <a:pt x="1385" y="1687"/>
                  </a:cubicBezTo>
                  <a:cubicBezTo>
                    <a:pt x="1929" y="1687"/>
                    <a:pt x="2425" y="1318"/>
                    <a:pt x="2535" y="768"/>
                  </a:cubicBezTo>
                  <a:lnTo>
                    <a:pt x="200" y="1"/>
                  </a:ln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41"/>
            <p:cNvSpPr/>
            <p:nvPr/>
          </p:nvSpPr>
          <p:spPr>
            <a:xfrm>
              <a:off x="2434400" y="1655800"/>
              <a:ext cx="33400" cy="29200"/>
            </a:xfrm>
            <a:custGeom>
              <a:rect b="b" l="l" r="r" t="t"/>
              <a:pathLst>
                <a:path extrusionOk="0" h="1168" w="1336">
                  <a:moveTo>
                    <a:pt x="1" y="0"/>
                  </a:moveTo>
                  <a:cubicBezTo>
                    <a:pt x="68" y="501"/>
                    <a:pt x="401" y="934"/>
                    <a:pt x="868" y="1101"/>
                  </a:cubicBezTo>
                  <a:cubicBezTo>
                    <a:pt x="1035" y="1134"/>
                    <a:pt x="1202" y="1168"/>
                    <a:pt x="1335" y="1168"/>
                  </a:cubicBezTo>
                  <a:cubicBezTo>
                    <a:pt x="1335" y="501"/>
                    <a:pt x="835" y="0"/>
                    <a:pt x="201" y="0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41"/>
            <p:cNvSpPr/>
            <p:nvPr/>
          </p:nvSpPr>
          <p:spPr>
            <a:xfrm>
              <a:off x="2533650" y="1470550"/>
              <a:ext cx="45050" cy="33500"/>
            </a:xfrm>
            <a:custGeom>
              <a:rect b="b" l="l" r="r" t="t"/>
              <a:pathLst>
                <a:path extrusionOk="0" h="1340" w="1802">
                  <a:moveTo>
                    <a:pt x="784" y="0"/>
                  </a:moveTo>
                  <a:cubicBezTo>
                    <a:pt x="457" y="0"/>
                    <a:pt x="140" y="180"/>
                    <a:pt x="0" y="505"/>
                  </a:cubicBezTo>
                  <a:lnTo>
                    <a:pt x="1602" y="1339"/>
                  </a:lnTo>
                  <a:cubicBezTo>
                    <a:pt x="1802" y="906"/>
                    <a:pt x="1635" y="372"/>
                    <a:pt x="1201" y="105"/>
                  </a:cubicBezTo>
                  <a:cubicBezTo>
                    <a:pt x="1070" y="34"/>
                    <a:pt x="926" y="0"/>
                    <a:pt x="7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41"/>
            <p:cNvSpPr/>
            <p:nvPr/>
          </p:nvSpPr>
          <p:spPr>
            <a:xfrm>
              <a:off x="2489450" y="1533200"/>
              <a:ext cx="65075" cy="100100"/>
            </a:xfrm>
            <a:custGeom>
              <a:rect b="b" l="l" r="r" t="t"/>
              <a:pathLst>
                <a:path extrusionOk="0" h="4004" w="2603">
                  <a:moveTo>
                    <a:pt x="0" y="1"/>
                  </a:moveTo>
                  <a:lnTo>
                    <a:pt x="501" y="4004"/>
                  </a:lnTo>
                  <a:lnTo>
                    <a:pt x="2602" y="31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41"/>
            <p:cNvSpPr/>
            <p:nvPr/>
          </p:nvSpPr>
          <p:spPr>
            <a:xfrm>
              <a:off x="2311000" y="1683325"/>
              <a:ext cx="128450" cy="83400"/>
            </a:xfrm>
            <a:custGeom>
              <a:rect b="b" l="l" r="r" t="t"/>
              <a:pathLst>
                <a:path extrusionOk="0" h="3336" w="5138">
                  <a:moveTo>
                    <a:pt x="0" y="0"/>
                  </a:moveTo>
                  <a:cubicBezTo>
                    <a:pt x="200" y="634"/>
                    <a:pt x="567" y="1201"/>
                    <a:pt x="1101" y="1635"/>
                  </a:cubicBezTo>
                  <a:cubicBezTo>
                    <a:pt x="2035" y="2468"/>
                    <a:pt x="5137" y="3336"/>
                    <a:pt x="5137" y="3336"/>
                  </a:cubicBezTo>
                  <a:lnTo>
                    <a:pt x="5137" y="2368"/>
                  </a:lnTo>
                  <a:cubicBezTo>
                    <a:pt x="3603" y="2202"/>
                    <a:pt x="500" y="1268"/>
                    <a:pt x="0" y="0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41"/>
            <p:cNvSpPr/>
            <p:nvPr/>
          </p:nvSpPr>
          <p:spPr>
            <a:xfrm>
              <a:off x="2292650" y="2383275"/>
              <a:ext cx="161800" cy="57275"/>
            </a:xfrm>
            <a:custGeom>
              <a:rect b="b" l="l" r="r" t="t"/>
              <a:pathLst>
                <a:path extrusionOk="0" h="2291" w="6472">
                  <a:moveTo>
                    <a:pt x="6078" y="1"/>
                  </a:moveTo>
                  <a:cubicBezTo>
                    <a:pt x="5854" y="1"/>
                    <a:pt x="5426" y="294"/>
                    <a:pt x="4670" y="456"/>
                  </a:cubicBezTo>
                  <a:cubicBezTo>
                    <a:pt x="3469" y="723"/>
                    <a:pt x="3002" y="689"/>
                    <a:pt x="1768" y="1023"/>
                  </a:cubicBezTo>
                  <a:cubicBezTo>
                    <a:pt x="1201" y="1190"/>
                    <a:pt x="601" y="1323"/>
                    <a:pt x="0" y="1323"/>
                  </a:cubicBezTo>
                  <a:lnTo>
                    <a:pt x="4570" y="2290"/>
                  </a:lnTo>
                  <a:cubicBezTo>
                    <a:pt x="5037" y="2090"/>
                    <a:pt x="5471" y="1823"/>
                    <a:pt x="5871" y="1490"/>
                  </a:cubicBezTo>
                  <a:cubicBezTo>
                    <a:pt x="6338" y="1156"/>
                    <a:pt x="6471" y="522"/>
                    <a:pt x="6205" y="55"/>
                  </a:cubicBezTo>
                  <a:cubicBezTo>
                    <a:pt x="6173" y="17"/>
                    <a:pt x="6131" y="1"/>
                    <a:pt x="6078" y="1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41"/>
            <p:cNvSpPr/>
            <p:nvPr/>
          </p:nvSpPr>
          <p:spPr>
            <a:xfrm>
              <a:off x="2351850" y="2123625"/>
              <a:ext cx="488700" cy="570425"/>
            </a:xfrm>
            <a:custGeom>
              <a:rect b="b" l="l" r="r" t="t"/>
              <a:pathLst>
                <a:path extrusionOk="0" h="22817" w="19548">
                  <a:moveTo>
                    <a:pt x="19281" y="1"/>
                  </a:moveTo>
                  <a:lnTo>
                    <a:pt x="4337" y="3403"/>
                  </a:lnTo>
                  <a:lnTo>
                    <a:pt x="1" y="22450"/>
                  </a:lnTo>
                  <a:lnTo>
                    <a:pt x="301" y="22817"/>
                  </a:lnTo>
                  <a:lnTo>
                    <a:pt x="14544" y="19281"/>
                  </a:lnTo>
                  <a:lnTo>
                    <a:pt x="19548" y="368"/>
                  </a:lnTo>
                  <a:lnTo>
                    <a:pt x="1928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41"/>
            <p:cNvSpPr/>
            <p:nvPr/>
          </p:nvSpPr>
          <p:spPr>
            <a:xfrm>
              <a:off x="2359350" y="2132800"/>
              <a:ext cx="481200" cy="561250"/>
            </a:xfrm>
            <a:custGeom>
              <a:rect b="b" l="l" r="r" t="t"/>
              <a:pathLst>
                <a:path extrusionOk="0" h="22450" w="19248">
                  <a:moveTo>
                    <a:pt x="19248" y="1"/>
                  </a:moveTo>
                  <a:lnTo>
                    <a:pt x="4304" y="3436"/>
                  </a:lnTo>
                  <a:lnTo>
                    <a:pt x="1" y="22450"/>
                  </a:lnTo>
                  <a:lnTo>
                    <a:pt x="14244" y="18914"/>
                  </a:lnTo>
                  <a:lnTo>
                    <a:pt x="1924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41"/>
            <p:cNvSpPr/>
            <p:nvPr/>
          </p:nvSpPr>
          <p:spPr>
            <a:xfrm>
              <a:off x="2351850" y="2208700"/>
              <a:ext cx="115100" cy="485350"/>
            </a:xfrm>
            <a:custGeom>
              <a:rect b="b" l="l" r="r" t="t"/>
              <a:pathLst>
                <a:path extrusionOk="0" h="19414" w="4604">
                  <a:moveTo>
                    <a:pt x="4337" y="0"/>
                  </a:moveTo>
                  <a:lnTo>
                    <a:pt x="1" y="19047"/>
                  </a:lnTo>
                  <a:lnTo>
                    <a:pt x="301" y="19414"/>
                  </a:lnTo>
                  <a:lnTo>
                    <a:pt x="4604" y="400"/>
                  </a:lnTo>
                  <a:lnTo>
                    <a:pt x="43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41"/>
            <p:cNvSpPr/>
            <p:nvPr/>
          </p:nvSpPr>
          <p:spPr>
            <a:xfrm>
              <a:off x="2359350" y="2132800"/>
              <a:ext cx="481200" cy="561250"/>
            </a:xfrm>
            <a:custGeom>
              <a:rect b="b" l="l" r="r" t="t"/>
              <a:pathLst>
                <a:path extrusionOk="0" h="22450" w="19248">
                  <a:moveTo>
                    <a:pt x="19248" y="1"/>
                  </a:moveTo>
                  <a:lnTo>
                    <a:pt x="4304" y="3436"/>
                  </a:lnTo>
                  <a:lnTo>
                    <a:pt x="1" y="22450"/>
                  </a:lnTo>
                  <a:lnTo>
                    <a:pt x="14244" y="18914"/>
                  </a:lnTo>
                  <a:lnTo>
                    <a:pt x="1924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41"/>
            <p:cNvSpPr/>
            <p:nvPr/>
          </p:nvSpPr>
          <p:spPr>
            <a:xfrm>
              <a:off x="2548650" y="2189425"/>
              <a:ext cx="179550" cy="59325"/>
            </a:xfrm>
            <a:custGeom>
              <a:rect b="b" l="l" r="r" t="t"/>
              <a:pathLst>
                <a:path extrusionOk="0" h="2373" w="7182">
                  <a:moveTo>
                    <a:pt x="6806" y="1"/>
                  </a:moveTo>
                  <a:cubicBezTo>
                    <a:pt x="6461" y="1"/>
                    <a:pt x="5884" y="124"/>
                    <a:pt x="5205" y="337"/>
                  </a:cubicBezTo>
                  <a:lnTo>
                    <a:pt x="2536" y="838"/>
                  </a:lnTo>
                  <a:cubicBezTo>
                    <a:pt x="1368" y="1271"/>
                    <a:pt x="268" y="1505"/>
                    <a:pt x="168" y="1805"/>
                  </a:cubicBezTo>
                  <a:lnTo>
                    <a:pt x="1" y="2372"/>
                  </a:lnTo>
                  <a:lnTo>
                    <a:pt x="6972" y="771"/>
                  </a:lnTo>
                  <a:cubicBezTo>
                    <a:pt x="6972" y="771"/>
                    <a:pt x="7039" y="504"/>
                    <a:pt x="7139" y="204"/>
                  </a:cubicBezTo>
                  <a:cubicBezTo>
                    <a:pt x="7181" y="65"/>
                    <a:pt x="7054" y="1"/>
                    <a:pt x="68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41"/>
            <p:cNvSpPr/>
            <p:nvPr/>
          </p:nvSpPr>
          <p:spPr>
            <a:xfrm>
              <a:off x="2557825" y="2133625"/>
              <a:ext cx="194550" cy="64250"/>
            </a:xfrm>
            <a:custGeom>
              <a:rect b="b" l="l" r="r" t="t"/>
              <a:pathLst>
                <a:path extrusionOk="0" h="2570" w="7782">
                  <a:moveTo>
                    <a:pt x="5317" y="0"/>
                  </a:moveTo>
                  <a:cubicBezTo>
                    <a:pt x="5109" y="0"/>
                    <a:pt x="4853" y="20"/>
                    <a:pt x="4537" y="68"/>
                  </a:cubicBezTo>
                  <a:cubicBezTo>
                    <a:pt x="2336" y="401"/>
                    <a:pt x="2169" y="1469"/>
                    <a:pt x="2169" y="1469"/>
                  </a:cubicBezTo>
                  <a:cubicBezTo>
                    <a:pt x="1802" y="1569"/>
                    <a:pt x="1435" y="1669"/>
                    <a:pt x="1068" y="1736"/>
                  </a:cubicBezTo>
                  <a:cubicBezTo>
                    <a:pt x="334" y="1902"/>
                    <a:pt x="234" y="2002"/>
                    <a:pt x="168" y="2203"/>
                  </a:cubicBezTo>
                  <a:lnTo>
                    <a:pt x="1" y="2569"/>
                  </a:lnTo>
                  <a:lnTo>
                    <a:pt x="7640" y="835"/>
                  </a:lnTo>
                  <a:cubicBezTo>
                    <a:pt x="7640" y="835"/>
                    <a:pt x="7673" y="668"/>
                    <a:pt x="7740" y="501"/>
                  </a:cubicBezTo>
                  <a:cubicBezTo>
                    <a:pt x="7782" y="374"/>
                    <a:pt x="7663" y="328"/>
                    <a:pt x="7452" y="328"/>
                  </a:cubicBezTo>
                  <a:cubicBezTo>
                    <a:pt x="7330" y="328"/>
                    <a:pt x="7177" y="343"/>
                    <a:pt x="7006" y="368"/>
                  </a:cubicBezTo>
                  <a:lnTo>
                    <a:pt x="6138" y="568"/>
                  </a:lnTo>
                  <a:cubicBezTo>
                    <a:pt x="6138" y="568"/>
                    <a:pt x="6422" y="0"/>
                    <a:pt x="5317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41"/>
            <p:cNvSpPr/>
            <p:nvPr/>
          </p:nvSpPr>
          <p:spPr>
            <a:xfrm>
              <a:off x="2553650" y="2156975"/>
              <a:ext cx="181000" cy="92600"/>
            </a:xfrm>
            <a:custGeom>
              <a:rect b="b" l="l" r="r" t="t"/>
              <a:pathLst>
                <a:path extrusionOk="0" h="3704" w="7240">
                  <a:moveTo>
                    <a:pt x="7239" y="1"/>
                  </a:moveTo>
                  <a:lnTo>
                    <a:pt x="1135" y="1402"/>
                  </a:lnTo>
                  <a:lnTo>
                    <a:pt x="902" y="2069"/>
                  </a:lnTo>
                  <a:cubicBezTo>
                    <a:pt x="1180" y="1971"/>
                    <a:pt x="1436" y="1926"/>
                    <a:pt x="1632" y="1926"/>
                  </a:cubicBezTo>
                  <a:cubicBezTo>
                    <a:pt x="1904" y="1926"/>
                    <a:pt x="2061" y="2014"/>
                    <a:pt x="2002" y="2169"/>
                  </a:cubicBezTo>
                  <a:cubicBezTo>
                    <a:pt x="2002" y="2203"/>
                    <a:pt x="1969" y="2269"/>
                    <a:pt x="1936" y="2336"/>
                  </a:cubicBezTo>
                  <a:cubicBezTo>
                    <a:pt x="1035" y="2636"/>
                    <a:pt x="268" y="2870"/>
                    <a:pt x="168" y="3137"/>
                  </a:cubicBezTo>
                  <a:lnTo>
                    <a:pt x="1" y="3704"/>
                  </a:lnTo>
                  <a:lnTo>
                    <a:pt x="6939" y="2069"/>
                  </a:lnTo>
                  <a:lnTo>
                    <a:pt x="7139" y="1502"/>
                  </a:lnTo>
                  <a:cubicBezTo>
                    <a:pt x="7173" y="1385"/>
                    <a:pt x="7048" y="1327"/>
                    <a:pt x="6810" y="1327"/>
                  </a:cubicBezTo>
                  <a:cubicBezTo>
                    <a:pt x="6572" y="1327"/>
                    <a:pt x="6222" y="1385"/>
                    <a:pt x="5805" y="1502"/>
                  </a:cubicBezTo>
                  <a:lnTo>
                    <a:pt x="5838" y="1369"/>
                  </a:lnTo>
                  <a:cubicBezTo>
                    <a:pt x="6005" y="902"/>
                    <a:pt x="6239" y="902"/>
                    <a:pt x="6939" y="668"/>
                  </a:cubicBezTo>
                  <a:lnTo>
                    <a:pt x="723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41"/>
            <p:cNvSpPr/>
            <p:nvPr/>
          </p:nvSpPr>
          <p:spPr>
            <a:xfrm>
              <a:off x="1863175" y="1819000"/>
              <a:ext cx="693850" cy="753475"/>
            </a:xfrm>
            <a:custGeom>
              <a:rect b="b" l="l" r="r" t="t"/>
              <a:pathLst>
                <a:path extrusionOk="0" h="30139" w="27754">
                  <a:moveTo>
                    <a:pt x="11669" y="0"/>
                  </a:moveTo>
                  <a:cubicBezTo>
                    <a:pt x="8168" y="0"/>
                    <a:pt x="6880" y="1958"/>
                    <a:pt x="5437" y="5548"/>
                  </a:cubicBezTo>
                  <a:cubicBezTo>
                    <a:pt x="4403" y="8116"/>
                    <a:pt x="1435" y="17256"/>
                    <a:pt x="634" y="20392"/>
                  </a:cubicBezTo>
                  <a:cubicBezTo>
                    <a:pt x="167" y="22193"/>
                    <a:pt x="0" y="23794"/>
                    <a:pt x="1968" y="24895"/>
                  </a:cubicBezTo>
                  <a:cubicBezTo>
                    <a:pt x="3736" y="25895"/>
                    <a:pt x="9207" y="27663"/>
                    <a:pt x="13076" y="28764"/>
                  </a:cubicBezTo>
                  <a:cubicBezTo>
                    <a:pt x="15011" y="29331"/>
                    <a:pt x="16979" y="29732"/>
                    <a:pt x="18980" y="29965"/>
                  </a:cubicBezTo>
                  <a:cubicBezTo>
                    <a:pt x="20180" y="30078"/>
                    <a:pt x="21157" y="30139"/>
                    <a:pt x="21968" y="30139"/>
                  </a:cubicBezTo>
                  <a:cubicBezTo>
                    <a:pt x="24270" y="30139"/>
                    <a:pt x="25231" y="29648"/>
                    <a:pt x="26119" y="28464"/>
                  </a:cubicBezTo>
                  <a:cubicBezTo>
                    <a:pt x="26619" y="27763"/>
                    <a:pt x="26753" y="26729"/>
                    <a:pt x="27186" y="26162"/>
                  </a:cubicBezTo>
                  <a:cubicBezTo>
                    <a:pt x="27620" y="25595"/>
                    <a:pt x="27753" y="25362"/>
                    <a:pt x="27620" y="25062"/>
                  </a:cubicBezTo>
                  <a:cubicBezTo>
                    <a:pt x="27467" y="24772"/>
                    <a:pt x="27224" y="24684"/>
                    <a:pt x="26864" y="24684"/>
                  </a:cubicBezTo>
                  <a:cubicBezTo>
                    <a:pt x="26438" y="24684"/>
                    <a:pt x="25848" y="24807"/>
                    <a:pt x="25051" y="24861"/>
                  </a:cubicBezTo>
                  <a:cubicBezTo>
                    <a:pt x="24501" y="24911"/>
                    <a:pt x="23951" y="24936"/>
                    <a:pt x="23404" y="24936"/>
                  </a:cubicBezTo>
                  <a:cubicBezTo>
                    <a:pt x="22858" y="24936"/>
                    <a:pt x="22316" y="24911"/>
                    <a:pt x="21782" y="24861"/>
                  </a:cubicBezTo>
                  <a:lnTo>
                    <a:pt x="17179" y="23894"/>
                  </a:lnTo>
                  <a:cubicBezTo>
                    <a:pt x="16312" y="23894"/>
                    <a:pt x="14277" y="23327"/>
                    <a:pt x="12042" y="22426"/>
                  </a:cubicBezTo>
                  <a:cubicBezTo>
                    <a:pt x="10608" y="21893"/>
                    <a:pt x="9173" y="21225"/>
                    <a:pt x="7806" y="20492"/>
                  </a:cubicBezTo>
                  <a:cubicBezTo>
                    <a:pt x="8807" y="17156"/>
                    <a:pt x="10007" y="13854"/>
                    <a:pt x="11375" y="10651"/>
                  </a:cubicBezTo>
                  <a:cubicBezTo>
                    <a:pt x="13276" y="7949"/>
                    <a:pt x="14244" y="2479"/>
                    <a:pt x="12109" y="10"/>
                  </a:cubicBezTo>
                  <a:cubicBezTo>
                    <a:pt x="11959" y="4"/>
                    <a:pt x="11812" y="0"/>
                    <a:pt x="11669" y="0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41"/>
            <p:cNvSpPr/>
            <p:nvPr/>
          </p:nvSpPr>
          <p:spPr>
            <a:xfrm>
              <a:off x="1962400" y="2306325"/>
              <a:ext cx="100100" cy="24975"/>
            </a:xfrm>
            <a:custGeom>
              <a:rect b="b" l="l" r="r" t="t"/>
              <a:pathLst>
                <a:path extrusionOk="0" h="999" w="4004">
                  <a:moveTo>
                    <a:pt x="1982" y="1"/>
                  </a:moveTo>
                  <a:cubicBezTo>
                    <a:pt x="560" y="1"/>
                    <a:pt x="1" y="665"/>
                    <a:pt x="1" y="665"/>
                  </a:cubicBezTo>
                  <a:cubicBezTo>
                    <a:pt x="390" y="519"/>
                    <a:pt x="817" y="464"/>
                    <a:pt x="1240" y="464"/>
                  </a:cubicBezTo>
                  <a:cubicBezTo>
                    <a:pt x="2557" y="464"/>
                    <a:pt x="3837" y="999"/>
                    <a:pt x="3837" y="999"/>
                  </a:cubicBezTo>
                  <a:lnTo>
                    <a:pt x="4004" y="365"/>
                  </a:lnTo>
                  <a:cubicBezTo>
                    <a:pt x="3193" y="98"/>
                    <a:pt x="2525" y="1"/>
                    <a:pt x="1982" y="1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41"/>
            <p:cNvSpPr/>
            <p:nvPr/>
          </p:nvSpPr>
          <p:spPr>
            <a:xfrm>
              <a:off x="5432375" y="1740850"/>
              <a:ext cx="127625" cy="306925"/>
            </a:xfrm>
            <a:custGeom>
              <a:rect b="b" l="l" r="r" t="t"/>
              <a:pathLst>
                <a:path extrusionOk="0" h="12277" w="5105">
                  <a:moveTo>
                    <a:pt x="5104" y="1"/>
                  </a:moveTo>
                  <a:cubicBezTo>
                    <a:pt x="4070" y="668"/>
                    <a:pt x="3303" y="1535"/>
                    <a:pt x="2469" y="2903"/>
                  </a:cubicBezTo>
                  <a:cubicBezTo>
                    <a:pt x="368" y="6272"/>
                    <a:pt x="1" y="10542"/>
                    <a:pt x="1335" y="12276"/>
                  </a:cubicBezTo>
                  <a:lnTo>
                    <a:pt x="5104" y="6238"/>
                  </a:lnTo>
                  <a:lnTo>
                    <a:pt x="510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41"/>
            <p:cNvSpPr/>
            <p:nvPr/>
          </p:nvSpPr>
          <p:spPr>
            <a:xfrm>
              <a:off x="5476575" y="1878450"/>
              <a:ext cx="211850" cy="200900"/>
            </a:xfrm>
            <a:custGeom>
              <a:rect b="b" l="l" r="r" t="t"/>
              <a:pathLst>
                <a:path extrusionOk="0" h="8036" w="8474">
                  <a:moveTo>
                    <a:pt x="8473" y="1"/>
                  </a:moveTo>
                  <a:lnTo>
                    <a:pt x="3803" y="1135"/>
                  </a:lnTo>
                  <a:lnTo>
                    <a:pt x="1" y="7306"/>
                  </a:lnTo>
                  <a:cubicBezTo>
                    <a:pt x="475" y="7780"/>
                    <a:pt x="1101" y="8035"/>
                    <a:pt x="1747" y="8035"/>
                  </a:cubicBezTo>
                  <a:cubicBezTo>
                    <a:pt x="2010" y="8035"/>
                    <a:pt x="2276" y="7993"/>
                    <a:pt x="2536" y="7906"/>
                  </a:cubicBezTo>
                  <a:cubicBezTo>
                    <a:pt x="5104" y="7273"/>
                    <a:pt x="7706" y="3770"/>
                    <a:pt x="847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41"/>
            <p:cNvSpPr/>
            <p:nvPr/>
          </p:nvSpPr>
          <p:spPr>
            <a:xfrm>
              <a:off x="5579150" y="1724175"/>
              <a:ext cx="121775" cy="165150"/>
            </a:xfrm>
            <a:custGeom>
              <a:rect b="b" l="l" r="r" t="t"/>
              <a:pathLst>
                <a:path extrusionOk="0" h="6606" w="4871">
                  <a:moveTo>
                    <a:pt x="2502" y="1"/>
                  </a:moveTo>
                  <a:lnTo>
                    <a:pt x="1" y="6605"/>
                  </a:lnTo>
                  <a:lnTo>
                    <a:pt x="1" y="6605"/>
                  </a:lnTo>
                  <a:lnTo>
                    <a:pt x="4471" y="5504"/>
                  </a:lnTo>
                  <a:cubicBezTo>
                    <a:pt x="4871" y="2702"/>
                    <a:pt x="4104" y="601"/>
                    <a:pt x="250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41"/>
            <p:cNvSpPr/>
            <p:nvPr/>
          </p:nvSpPr>
          <p:spPr>
            <a:xfrm>
              <a:off x="5573325" y="1721600"/>
              <a:ext cx="56725" cy="150200"/>
            </a:xfrm>
            <a:custGeom>
              <a:rect b="b" l="l" r="r" t="t"/>
              <a:pathLst>
                <a:path extrusionOk="0" h="6008" w="2269">
                  <a:moveTo>
                    <a:pt x="1604" y="1"/>
                  </a:moveTo>
                  <a:cubicBezTo>
                    <a:pt x="1033" y="1"/>
                    <a:pt x="482" y="157"/>
                    <a:pt x="0" y="470"/>
                  </a:cubicBezTo>
                  <a:lnTo>
                    <a:pt x="0" y="6008"/>
                  </a:lnTo>
                  <a:lnTo>
                    <a:pt x="2268" y="70"/>
                  </a:lnTo>
                  <a:cubicBezTo>
                    <a:pt x="2046" y="24"/>
                    <a:pt x="1824" y="1"/>
                    <a:pt x="160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41"/>
            <p:cNvSpPr/>
            <p:nvPr/>
          </p:nvSpPr>
          <p:spPr>
            <a:xfrm>
              <a:off x="4668500" y="4397750"/>
              <a:ext cx="32550" cy="71550"/>
            </a:xfrm>
            <a:custGeom>
              <a:rect b="b" l="l" r="r" t="t"/>
              <a:pathLst>
                <a:path extrusionOk="0" h="2862" w="1302">
                  <a:moveTo>
                    <a:pt x="1235" y="1"/>
                  </a:moveTo>
                  <a:lnTo>
                    <a:pt x="67" y="701"/>
                  </a:lnTo>
                  <a:cubicBezTo>
                    <a:pt x="34" y="735"/>
                    <a:pt x="1" y="768"/>
                    <a:pt x="1" y="835"/>
                  </a:cubicBezTo>
                  <a:lnTo>
                    <a:pt x="1" y="1135"/>
                  </a:lnTo>
                  <a:lnTo>
                    <a:pt x="1" y="1202"/>
                  </a:lnTo>
                  <a:lnTo>
                    <a:pt x="67" y="1202"/>
                  </a:lnTo>
                  <a:lnTo>
                    <a:pt x="801" y="768"/>
                  </a:lnTo>
                  <a:lnTo>
                    <a:pt x="268" y="2736"/>
                  </a:lnTo>
                  <a:cubicBezTo>
                    <a:pt x="268" y="2769"/>
                    <a:pt x="268" y="2769"/>
                    <a:pt x="268" y="2803"/>
                  </a:cubicBezTo>
                  <a:cubicBezTo>
                    <a:pt x="234" y="2803"/>
                    <a:pt x="268" y="2836"/>
                    <a:pt x="268" y="2836"/>
                  </a:cubicBezTo>
                  <a:cubicBezTo>
                    <a:pt x="284" y="2853"/>
                    <a:pt x="293" y="2861"/>
                    <a:pt x="301" y="2861"/>
                  </a:cubicBezTo>
                  <a:cubicBezTo>
                    <a:pt x="309" y="2861"/>
                    <a:pt x="318" y="2853"/>
                    <a:pt x="334" y="2836"/>
                  </a:cubicBezTo>
                  <a:lnTo>
                    <a:pt x="668" y="2636"/>
                  </a:lnTo>
                  <a:cubicBezTo>
                    <a:pt x="701" y="2636"/>
                    <a:pt x="701" y="2603"/>
                    <a:pt x="701" y="2603"/>
                  </a:cubicBezTo>
                  <a:cubicBezTo>
                    <a:pt x="735" y="2569"/>
                    <a:pt x="735" y="2536"/>
                    <a:pt x="735" y="2536"/>
                  </a:cubicBezTo>
                  <a:lnTo>
                    <a:pt x="1268" y="568"/>
                  </a:lnTo>
                  <a:cubicBezTo>
                    <a:pt x="1302" y="501"/>
                    <a:pt x="1302" y="434"/>
                    <a:pt x="1302" y="368"/>
                  </a:cubicBezTo>
                  <a:lnTo>
                    <a:pt x="1302" y="67"/>
                  </a:lnTo>
                  <a:cubicBezTo>
                    <a:pt x="1302" y="34"/>
                    <a:pt x="1302" y="34"/>
                    <a:pt x="130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41"/>
            <p:cNvSpPr/>
            <p:nvPr/>
          </p:nvSpPr>
          <p:spPr>
            <a:xfrm>
              <a:off x="4706025" y="4380250"/>
              <a:ext cx="35900" cy="64225"/>
            </a:xfrm>
            <a:custGeom>
              <a:rect b="b" l="l" r="r" t="t"/>
              <a:pathLst>
                <a:path extrusionOk="0" h="2569" w="1436">
                  <a:moveTo>
                    <a:pt x="897" y="587"/>
                  </a:moveTo>
                  <a:cubicBezTo>
                    <a:pt x="918" y="587"/>
                    <a:pt x="935" y="610"/>
                    <a:pt x="935" y="634"/>
                  </a:cubicBezTo>
                  <a:cubicBezTo>
                    <a:pt x="968" y="634"/>
                    <a:pt x="968" y="667"/>
                    <a:pt x="968" y="701"/>
                  </a:cubicBezTo>
                  <a:cubicBezTo>
                    <a:pt x="1001" y="767"/>
                    <a:pt x="1001" y="801"/>
                    <a:pt x="968" y="868"/>
                  </a:cubicBezTo>
                  <a:lnTo>
                    <a:pt x="968" y="1401"/>
                  </a:lnTo>
                  <a:cubicBezTo>
                    <a:pt x="1001" y="1468"/>
                    <a:pt x="1001" y="1501"/>
                    <a:pt x="1001" y="1568"/>
                  </a:cubicBezTo>
                  <a:cubicBezTo>
                    <a:pt x="968" y="1601"/>
                    <a:pt x="968" y="1668"/>
                    <a:pt x="935" y="1701"/>
                  </a:cubicBezTo>
                  <a:cubicBezTo>
                    <a:pt x="901" y="1802"/>
                    <a:pt x="835" y="1902"/>
                    <a:pt x="735" y="1935"/>
                  </a:cubicBezTo>
                  <a:cubicBezTo>
                    <a:pt x="701" y="1968"/>
                    <a:pt x="668" y="1968"/>
                    <a:pt x="601" y="1968"/>
                  </a:cubicBezTo>
                  <a:cubicBezTo>
                    <a:pt x="568" y="1968"/>
                    <a:pt x="568" y="1968"/>
                    <a:pt x="534" y="1935"/>
                  </a:cubicBezTo>
                  <a:cubicBezTo>
                    <a:pt x="501" y="1935"/>
                    <a:pt x="501" y="1902"/>
                    <a:pt x="501" y="1868"/>
                  </a:cubicBezTo>
                  <a:cubicBezTo>
                    <a:pt x="468" y="1802"/>
                    <a:pt x="468" y="1768"/>
                    <a:pt x="501" y="1701"/>
                  </a:cubicBezTo>
                  <a:lnTo>
                    <a:pt x="501" y="1168"/>
                  </a:lnTo>
                  <a:cubicBezTo>
                    <a:pt x="501" y="1101"/>
                    <a:pt x="501" y="1034"/>
                    <a:pt x="501" y="1001"/>
                  </a:cubicBezTo>
                  <a:cubicBezTo>
                    <a:pt x="501" y="934"/>
                    <a:pt x="501" y="901"/>
                    <a:pt x="534" y="868"/>
                  </a:cubicBezTo>
                  <a:cubicBezTo>
                    <a:pt x="568" y="801"/>
                    <a:pt x="568" y="767"/>
                    <a:pt x="601" y="734"/>
                  </a:cubicBezTo>
                  <a:cubicBezTo>
                    <a:pt x="635" y="701"/>
                    <a:pt x="701" y="667"/>
                    <a:pt x="735" y="634"/>
                  </a:cubicBezTo>
                  <a:cubicBezTo>
                    <a:pt x="768" y="601"/>
                    <a:pt x="801" y="601"/>
                    <a:pt x="868" y="601"/>
                  </a:cubicBezTo>
                  <a:cubicBezTo>
                    <a:pt x="878" y="591"/>
                    <a:pt x="888" y="587"/>
                    <a:pt x="897" y="587"/>
                  </a:cubicBezTo>
                  <a:close/>
                  <a:moveTo>
                    <a:pt x="1035" y="0"/>
                  </a:moveTo>
                  <a:cubicBezTo>
                    <a:pt x="935" y="0"/>
                    <a:pt x="801" y="34"/>
                    <a:pt x="735" y="100"/>
                  </a:cubicBezTo>
                  <a:cubicBezTo>
                    <a:pt x="601" y="167"/>
                    <a:pt x="501" y="267"/>
                    <a:pt x="401" y="367"/>
                  </a:cubicBezTo>
                  <a:cubicBezTo>
                    <a:pt x="301" y="467"/>
                    <a:pt x="234" y="567"/>
                    <a:pt x="168" y="667"/>
                  </a:cubicBezTo>
                  <a:cubicBezTo>
                    <a:pt x="134" y="801"/>
                    <a:pt x="67" y="901"/>
                    <a:pt x="67" y="1034"/>
                  </a:cubicBezTo>
                  <a:cubicBezTo>
                    <a:pt x="34" y="1168"/>
                    <a:pt x="1" y="1268"/>
                    <a:pt x="1" y="1401"/>
                  </a:cubicBezTo>
                  <a:lnTo>
                    <a:pt x="1" y="1701"/>
                  </a:lnTo>
                  <a:lnTo>
                    <a:pt x="1" y="2002"/>
                  </a:lnTo>
                  <a:cubicBezTo>
                    <a:pt x="1" y="2102"/>
                    <a:pt x="34" y="2202"/>
                    <a:pt x="67" y="2302"/>
                  </a:cubicBezTo>
                  <a:cubicBezTo>
                    <a:pt x="67" y="2369"/>
                    <a:pt x="101" y="2469"/>
                    <a:pt x="168" y="2502"/>
                  </a:cubicBezTo>
                  <a:cubicBezTo>
                    <a:pt x="234" y="2569"/>
                    <a:pt x="334" y="2569"/>
                    <a:pt x="401" y="2569"/>
                  </a:cubicBezTo>
                  <a:cubicBezTo>
                    <a:pt x="501" y="2569"/>
                    <a:pt x="635" y="2535"/>
                    <a:pt x="735" y="2469"/>
                  </a:cubicBezTo>
                  <a:cubicBezTo>
                    <a:pt x="835" y="2402"/>
                    <a:pt x="935" y="2302"/>
                    <a:pt x="1035" y="2202"/>
                  </a:cubicBezTo>
                  <a:cubicBezTo>
                    <a:pt x="1135" y="2102"/>
                    <a:pt x="1202" y="2002"/>
                    <a:pt x="1268" y="1902"/>
                  </a:cubicBezTo>
                  <a:cubicBezTo>
                    <a:pt x="1302" y="1768"/>
                    <a:pt x="1368" y="1668"/>
                    <a:pt x="1402" y="1535"/>
                  </a:cubicBezTo>
                  <a:cubicBezTo>
                    <a:pt x="1402" y="1401"/>
                    <a:pt x="1435" y="1268"/>
                    <a:pt x="1435" y="1168"/>
                  </a:cubicBezTo>
                  <a:lnTo>
                    <a:pt x="1435" y="868"/>
                  </a:lnTo>
                  <a:lnTo>
                    <a:pt x="1435" y="567"/>
                  </a:lnTo>
                  <a:cubicBezTo>
                    <a:pt x="1435" y="467"/>
                    <a:pt x="1402" y="367"/>
                    <a:pt x="1402" y="267"/>
                  </a:cubicBezTo>
                  <a:cubicBezTo>
                    <a:pt x="1368" y="200"/>
                    <a:pt x="1335" y="100"/>
                    <a:pt x="1268" y="67"/>
                  </a:cubicBezTo>
                  <a:cubicBezTo>
                    <a:pt x="1202" y="0"/>
                    <a:pt x="1102" y="0"/>
                    <a:pt x="103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41"/>
            <p:cNvSpPr/>
            <p:nvPr/>
          </p:nvSpPr>
          <p:spPr>
            <a:xfrm>
              <a:off x="4746900" y="4346050"/>
              <a:ext cx="48375" cy="78425"/>
            </a:xfrm>
            <a:custGeom>
              <a:rect b="b" l="l" r="r" t="t"/>
              <a:pathLst>
                <a:path extrusionOk="0" h="3137" w="1935">
                  <a:moveTo>
                    <a:pt x="467" y="1035"/>
                  </a:moveTo>
                  <a:cubicBezTo>
                    <a:pt x="501" y="1068"/>
                    <a:pt x="501" y="1101"/>
                    <a:pt x="501" y="1168"/>
                  </a:cubicBezTo>
                  <a:cubicBezTo>
                    <a:pt x="501" y="1235"/>
                    <a:pt x="501" y="1302"/>
                    <a:pt x="501" y="1368"/>
                  </a:cubicBezTo>
                  <a:cubicBezTo>
                    <a:pt x="501" y="1402"/>
                    <a:pt x="501" y="1468"/>
                    <a:pt x="467" y="1502"/>
                  </a:cubicBezTo>
                  <a:cubicBezTo>
                    <a:pt x="467" y="1535"/>
                    <a:pt x="434" y="1568"/>
                    <a:pt x="401" y="1602"/>
                  </a:cubicBezTo>
                  <a:lnTo>
                    <a:pt x="334" y="1602"/>
                  </a:lnTo>
                  <a:cubicBezTo>
                    <a:pt x="300" y="1568"/>
                    <a:pt x="300" y="1502"/>
                    <a:pt x="300" y="1468"/>
                  </a:cubicBezTo>
                  <a:cubicBezTo>
                    <a:pt x="300" y="1402"/>
                    <a:pt x="300" y="1335"/>
                    <a:pt x="300" y="1268"/>
                  </a:cubicBezTo>
                  <a:cubicBezTo>
                    <a:pt x="300" y="1201"/>
                    <a:pt x="300" y="1168"/>
                    <a:pt x="334" y="1135"/>
                  </a:cubicBezTo>
                  <a:cubicBezTo>
                    <a:pt x="334" y="1101"/>
                    <a:pt x="367" y="1068"/>
                    <a:pt x="401" y="1035"/>
                  </a:cubicBezTo>
                  <a:close/>
                  <a:moveTo>
                    <a:pt x="567" y="668"/>
                  </a:moveTo>
                  <a:cubicBezTo>
                    <a:pt x="501" y="668"/>
                    <a:pt x="467" y="701"/>
                    <a:pt x="401" y="734"/>
                  </a:cubicBezTo>
                  <a:cubicBezTo>
                    <a:pt x="334" y="768"/>
                    <a:pt x="267" y="801"/>
                    <a:pt x="234" y="868"/>
                  </a:cubicBezTo>
                  <a:cubicBezTo>
                    <a:pt x="200" y="901"/>
                    <a:pt x="134" y="968"/>
                    <a:pt x="134" y="1035"/>
                  </a:cubicBezTo>
                  <a:cubicBezTo>
                    <a:pt x="100" y="1101"/>
                    <a:pt x="67" y="1135"/>
                    <a:pt x="34" y="1201"/>
                  </a:cubicBezTo>
                  <a:cubicBezTo>
                    <a:pt x="34" y="1268"/>
                    <a:pt x="34" y="1335"/>
                    <a:pt x="0" y="1402"/>
                  </a:cubicBezTo>
                  <a:lnTo>
                    <a:pt x="0" y="1535"/>
                  </a:lnTo>
                  <a:lnTo>
                    <a:pt x="0" y="1668"/>
                  </a:lnTo>
                  <a:cubicBezTo>
                    <a:pt x="34" y="1735"/>
                    <a:pt x="34" y="1769"/>
                    <a:pt x="34" y="1835"/>
                  </a:cubicBezTo>
                  <a:cubicBezTo>
                    <a:pt x="67" y="1869"/>
                    <a:pt x="67" y="1902"/>
                    <a:pt x="134" y="1935"/>
                  </a:cubicBezTo>
                  <a:cubicBezTo>
                    <a:pt x="134" y="1969"/>
                    <a:pt x="200" y="1969"/>
                    <a:pt x="234" y="1969"/>
                  </a:cubicBezTo>
                  <a:cubicBezTo>
                    <a:pt x="300" y="1969"/>
                    <a:pt x="334" y="1935"/>
                    <a:pt x="401" y="1902"/>
                  </a:cubicBezTo>
                  <a:cubicBezTo>
                    <a:pt x="467" y="1869"/>
                    <a:pt x="534" y="1835"/>
                    <a:pt x="567" y="1769"/>
                  </a:cubicBezTo>
                  <a:cubicBezTo>
                    <a:pt x="601" y="1735"/>
                    <a:pt x="667" y="1668"/>
                    <a:pt x="701" y="1602"/>
                  </a:cubicBezTo>
                  <a:cubicBezTo>
                    <a:pt x="701" y="1535"/>
                    <a:pt x="734" y="1468"/>
                    <a:pt x="767" y="1435"/>
                  </a:cubicBezTo>
                  <a:cubicBezTo>
                    <a:pt x="767" y="1368"/>
                    <a:pt x="801" y="1302"/>
                    <a:pt x="801" y="1235"/>
                  </a:cubicBezTo>
                  <a:lnTo>
                    <a:pt x="801" y="968"/>
                  </a:lnTo>
                  <a:cubicBezTo>
                    <a:pt x="801" y="901"/>
                    <a:pt x="767" y="868"/>
                    <a:pt x="767" y="801"/>
                  </a:cubicBezTo>
                  <a:cubicBezTo>
                    <a:pt x="734" y="768"/>
                    <a:pt x="734" y="734"/>
                    <a:pt x="701" y="701"/>
                  </a:cubicBezTo>
                  <a:cubicBezTo>
                    <a:pt x="667" y="668"/>
                    <a:pt x="601" y="668"/>
                    <a:pt x="567" y="668"/>
                  </a:cubicBezTo>
                  <a:close/>
                  <a:moveTo>
                    <a:pt x="1610" y="1510"/>
                  </a:moveTo>
                  <a:cubicBezTo>
                    <a:pt x="1626" y="1510"/>
                    <a:pt x="1635" y="1518"/>
                    <a:pt x="1635" y="1535"/>
                  </a:cubicBezTo>
                  <a:cubicBezTo>
                    <a:pt x="1635" y="1568"/>
                    <a:pt x="1635" y="1602"/>
                    <a:pt x="1635" y="1635"/>
                  </a:cubicBezTo>
                  <a:cubicBezTo>
                    <a:pt x="1635" y="1702"/>
                    <a:pt x="1635" y="1769"/>
                    <a:pt x="1635" y="1869"/>
                  </a:cubicBezTo>
                  <a:cubicBezTo>
                    <a:pt x="1635" y="1902"/>
                    <a:pt x="1635" y="1935"/>
                    <a:pt x="1635" y="2002"/>
                  </a:cubicBezTo>
                  <a:cubicBezTo>
                    <a:pt x="1601" y="2035"/>
                    <a:pt x="1568" y="2069"/>
                    <a:pt x="1535" y="2069"/>
                  </a:cubicBezTo>
                  <a:cubicBezTo>
                    <a:pt x="1518" y="2085"/>
                    <a:pt x="1501" y="2094"/>
                    <a:pt x="1489" y="2094"/>
                  </a:cubicBezTo>
                  <a:cubicBezTo>
                    <a:pt x="1476" y="2094"/>
                    <a:pt x="1468" y="2085"/>
                    <a:pt x="1468" y="2069"/>
                  </a:cubicBezTo>
                  <a:cubicBezTo>
                    <a:pt x="1435" y="2035"/>
                    <a:pt x="1435" y="2002"/>
                    <a:pt x="1435" y="1969"/>
                  </a:cubicBezTo>
                  <a:cubicBezTo>
                    <a:pt x="1435" y="1902"/>
                    <a:pt x="1435" y="1835"/>
                    <a:pt x="1435" y="1769"/>
                  </a:cubicBezTo>
                  <a:cubicBezTo>
                    <a:pt x="1435" y="1702"/>
                    <a:pt x="1468" y="1668"/>
                    <a:pt x="1468" y="1602"/>
                  </a:cubicBezTo>
                  <a:cubicBezTo>
                    <a:pt x="1468" y="1568"/>
                    <a:pt x="1501" y="1535"/>
                    <a:pt x="1535" y="1535"/>
                  </a:cubicBezTo>
                  <a:cubicBezTo>
                    <a:pt x="1568" y="1518"/>
                    <a:pt x="1593" y="1510"/>
                    <a:pt x="1610" y="1510"/>
                  </a:cubicBezTo>
                  <a:close/>
                  <a:moveTo>
                    <a:pt x="1743" y="1153"/>
                  </a:moveTo>
                  <a:cubicBezTo>
                    <a:pt x="1727" y="1153"/>
                    <a:pt x="1713" y="1157"/>
                    <a:pt x="1701" y="1168"/>
                  </a:cubicBezTo>
                  <a:cubicBezTo>
                    <a:pt x="1635" y="1168"/>
                    <a:pt x="1601" y="1168"/>
                    <a:pt x="1535" y="1201"/>
                  </a:cubicBezTo>
                  <a:cubicBezTo>
                    <a:pt x="1468" y="1235"/>
                    <a:pt x="1435" y="1302"/>
                    <a:pt x="1368" y="1335"/>
                  </a:cubicBezTo>
                  <a:cubicBezTo>
                    <a:pt x="1335" y="1402"/>
                    <a:pt x="1301" y="1435"/>
                    <a:pt x="1268" y="1502"/>
                  </a:cubicBezTo>
                  <a:cubicBezTo>
                    <a:pt x="1234" y="1568"/>
                    <a:pt x="1201" y="1635"/>
                    <a:pt x="1201" y="1702"/>
                  </a:cubicBezTo>
                  <a:cubicBezTo>
                    <a:pt x="1168" y="1769"/>
                    <a:pt x="1168" y="1835"/>
                    <a:pt x="1168" y="1902"/>
                  </a:cubicBezTo>
                  <a:lnTo>
                    <a:pt x="1168" y="2035"/>
                  </a:lnTo>
                  <a:cubicBezTo>
                    <a:pt x="1168" y="2069"/>
                    <a:pt x="1168" y="2102"/>
                    <a:pt x="1168" y="2135"/>
                  </a:cubicBezTo>
                  <a:cubicBezTo>
                    <a:pt x="1168" y="2202"/>
                    <a:pt x="1168" y="2269"/>
                    <a:pt x="1201" y="2302"/>
                  </a:cubicBezTo>
                  <a:cubicBezTo>
                    <a:pt x="1201" y="2369"/>
                    <a:pt x="1234" y="2402"/>
                    <a:pt x="1268" y="2436"/>
                  </a:cubicBezTo>
                  <a:cubicBezTo>
                    <a:pt x="1301" y="2436"/>
                    <a:pt x="1335" y="2469"/>
                    <a:pt x="1368" y="2469"/>
                  </a:cubicBezTo>
                  <a:cubicBezTo>
                    <a:pt x="1435" y="2436"/>
                    <a:pt x="1501" y="2436"/>
                    <a:pt x="1535" y="2402"/>
                  </a:cubicBezTo>
                  <a:cubicBezTo>
                    <a:pt x="1601" y="2369"/>
                    <a:pt x="1668" y="2302"/>
                    <a:pt x="1701" y="2269"/>
                  </a:cubicBezTo>
                  <a:cubicBezTo>
                    <a:pt x="1768" y="2202"/>
                    <a:pt x="1802" y="2135"/>
                    <a:pt x="1835" y="2102"/>
                  </a:cubicBezTo>
                  <a:cubicBezTo>
                    <a:pt x="1868" y="2035"/>
                    <a:pt x="1868" y="1969"/>
                    <a:pt x="1902" y="1902"/>
                  </a:cubicBezTo>
                  <a:cubicBezTo>
                    <a:pt x="1902" y="1835"/>
                    <a:pt x="1935" y="1769"/>
                    <a:pt x="1935" y="1702"/>
                  </a:cubicBezTo>
                  <a:lnTo>
                    <a:pt x="1935" y="1468"/>
                  </a:lnTo>
                  <a:cubicBezTo>
                    <a:pt x="1935" y="1402"/>
                    <a:pt x="1902" y="1335"/>
                    <a:pt x="1902" y="1302"/>
                  </a:cubicBezTo>
                  <a:cubicBezTo>
                    <a:pt x="1902" y="1235"/>
                    <a:pt x="1868" y="1201"/>
                    <a:pt x="1835" y="1168"/>
                  </a:cubicBezTo>
                  <a:cubicBezTo>
                    <a:pt x="1813" y="1168"/>
                    <a:pt x="1776" y="1153"/>
                    <a:pt x="1743" y="1153"/>
                  </a:cubicBezTo>
                  <a:close/>
                  <a:moveTo>
                    <a:pt x="1701" y="1"/>
                  </a:moveTo>
                  <a:lnTo>
                    <a:pt x="1501" y="101"/>
                  </a:lnTo>
                  <a:cubicBezTo>
                    <a:pt x="1468" y="134"/>
                    <a:pt x="1468" y="134"/>
                    <a:pt x="1435" y="167"/>
                  </a:cubicBezTo>
                  <a:cubicBezTo>
                    <a:pt x="1435" y="167"/>
                    <a:pt x="1401" y="201"/>
                    <a:pt x="1401" y="234"/>
                  </a:cubicBezTo>
                  <a:lnTo>
                    <a:pt x="200" y="3069"/>
                  </a:lnTo>
                  <a:cubicBezTo>
                    <a:pt x="167" y="3103"/>
                    <a:pt x="167" y="3103"/>
                    <a:pt x="200" y="3103"/>
                  </a:cubicBezTo>
                  <a:cubicBezTo>
                    <a:pt x="167" y="3103"/>
                    <a:pt x="167" y="3136"/>
                    <a:pt x="200" y="3136"/>
                  </a:cubicBezTo>
                  <a:lnTo>
                    <a:pt x="234" y="3136"/>
                  </a:lnTo>
                  <a:lnTo>
                    <a:pt x="434" y="3036"/>
                  </a:lnTo>
                  <a:cubicBezTo>
                    <a:pt x="467" y="3003"/>
                    <a:pt x="467" y="3003"/>
                    <a:pt x="501" y="2969"/>
                  </a:cubicBezTo>
                  <a:cubicBezTo>
                    <a:pt x="501" y="2969"/>
                    <a:pt x="534" y="2936"/>
                    <a:pt x="534" y="2903"/>
                  </a:cubicBezTo>
                  <a:lnTo>
                    <a:pt x="1735" y="67"/>
                  </a:lnTo>
                  <a:lnTo>
                    <a:pt x="1735" y="34"/>
                  </a:lnTo>
                  <a:cubicBezTo>
                    <a:pt x="1735" y="34"/>
                    <a:pt x="1735" y="1"/>
                    <a:pt x="173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41"/>
            <p:cNvSpPr/>
            <p:nvPr/>
          </p:nvSpPr>
          <p:spPr>
            <a:xfrm>
              <a:off x="4605950" y="4269325"/>
              <a:ext cx="79250" cy="101775"/>
            </a:xfrm>
            <a:custGeom>
              <a:rect b="b" l="l" r="r" t="t"/>
              <a:pathLst>
                <a:path extrusionOk="0" h="4071" w="3170">
                  <a:moveTo>
                    <a:pt x="2636" y="1"/>
                  </a:moveTo>
                  <a:cubicBezTo>
                    <a:pt x="1569" y="1068"/>
                    <a:pt x="668" y="2336"/>
                    <a:pt x="1" y="3703"/>
                  </a:cubicBezTo>
                  <a:lnTo>
                    <a:pt x="1335" y="4070"/>
                  </a:lnTo>
                  <a:cubicBezTo>
                    <a:pt x="1802" y="3136"/>
                    <a:pt x="2403" y="2269"/>
                    <a:pt x="3170" y="1502"/>
                  </a:cubicBezTo>
                  <a:lnTo>
                    <a:pt x="2636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41"/>
            <p:cNvSpPr/>
            <p:nvPr/>
          </p:nvSpPr>
          <p:spPr>
            <a:xfrm>
              <a:off x="4686850" y="4196775"/>
              <a:ext cx="90100" cy="93425"/>
            </a:xfrm>
            <a:custGeom>
              <a:rect b="b" l="l" r="r" t="t"/>
              <a:pathLst>
                <a:path extrusionOk="0" h="3737" w="3604">
                  <a:moveTo>
                    <a:pt x="3603" y="1"/>
                  </a:moveTo>
                  <a:lnTo>
                    <a:pt x="3603" y="1"/>
                  </a:lnTo>
                  <a:cubicBezTo>
                    <a:pt x="2969" y="134"/>
                    <a:pt x="2369" y="401"/>
                    <a:pt x="1802" y="735"/>
                  </a:cubicBezTo>
                  <a:cubicBezTo>
                    <a:pt x="1168" y="1101"/>
                    <a:pt x="534" y="1568"/>
                    <a:pt x="1" y="2069"/>
                  </a:cubicBezTo>
                  <a:lnTo>
                    <a:pt x="534" y="3737"/>
                  </a:lnTo>
                  <a:cubicBezTo>
                    <a:pt x="935" y="3370"/>
                    <a:pt x="1335" y="3070"/>
                    <a:pt x="1802" y="2836"/>
                  </a:cubicBezTo>
                  <a:cubicBezTo>
                    <a:pt x="2169" y="2603"/>
                    <a:pt x="2602" y="2436"/>
                    <a:pt x="3036" y="2302"/>
                  </a:cubicBezTo>
                  <a:lnTo>
                    <a:pt x="3603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41"/>
            <p:cNvSpPr/>
            <p:nvPr/>
          </p:nvSpPr>
          <p:spPr>
            <a:xfrm>
              <a:off x="4772750" y="4192650"/>
              <a:ext cx="86750" cy="72525"/>
            </a:xfrm>
            <a:custGeom>
              <a:rect b="b" l="l" r="r" t="t"/>
              <a:pathLst>
                <a:path extrusionOk="0" h="2901" w="3470">
                  <a:moveTo>
                    <a:pt x="1239" y="1"/>
                  </a:moveTo>
                  <a:cubicBezTo>
                    <a:pt x="1016" y="1"/>
                    <a:pt x="791" y="22"/>
                    <a:pt x="567" y="66"/>
                  </a:cubicBezTo>
                  <a:lnTo>
                    <a:pt x="0" y="2367"/>
                  </a:lnTo>
                  <a:cubicBezTo>
                    <a:pt x="130" y="2349"/>
                    <a:pt x="261" y="2339"/>
                    <a:pt x="392" y="2339"/>
                  </a:cubicBezTo>
                  <a:cubicBezTo>
                    <a:pt x="967" y="2339"/>
                    <a:pt x="1540" y="2521"/>
                    <a:pt x="2002" y="2901"/>
                  </a:cubicBezTo>
                  <a:lnTo>
                    <a:pt x="3469" y="833"/>
                  </a:lnTo>
                  <a:cubicBezTo>
                    <a:pt x="2842" y="284"/>
                    <a:pt x="2050" y="1"/>
                    <a:pt x="123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41"/>
            <p:cNvSpPr/>
            <p:nvPr/>
          </p:nvSpPr>
          <p:spPr>
            <a:xfrm>
              <a:off x="4575100" y="4375250"/>
              <a:ext cx="58400" cy="103425"/>
            </a:xfrm>
            <a:custGeom>
              <a:rect b="b" l="l" r="r" t="t"/>
              <a:pathLst>
                <a:path extrusionOk="0" h="4137" w="2336">
                  <a:moveTo>
                    <a:pt x="1001" y="0"/>
                  </a:moveTo>
                  <a:cubicBezTo>
                    <a:pt x="401" y="1301"/>
                    <a:pt x="67" y="2702"/>
                    <a:pt x="1" y="4136"/>
                  </a:cubicBezTo>
                  <a:lnTo>
                    <a:pt x="1635" y="3202"/>
                  </a:lnTo>
                  <a:cubicBezTo>
                    <a:pt x="1702" y="2202"/>
                    <a:pt x="1935" y="1234"/>
                    <a:pt x="2336" y="334"/>
                  </a:cubicBezTo>
                  <a:lnTo>
                    <a:pt x="100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41"/>
            <p:cNvSpPr/>
            <p:nvPr/>
          </p:nvSpPr>
          <p:spPr>
            <a:xfrm>
              <a:off x="4574275" y="4466975"/>
              <a:ext cx="58400" cy="98425"/>
            </a:xfrm>
            <a:custGeom>
              <a:rect b="b" l="l" r="r" t="t"/>
              <a:pathLst>
                <a:path extrusionOk="0" h="3937" w="2336">
                  <a:moveTo>
                    <a:pt x="1668" y="0"/>
                  </a:moveTo>
                  <a:lnTo>
                    <a:pt x="0" y="968"/>
                  </a:lnTo>
                  <a:cubicBezTo>
                    <a:pt x="0" y="2035"/>
                    <a:pt x="334" y="3103"/>
                    <a:pt x="1001" y="3937"/>
                  </a:cubicBezTo>
                  <a:lnTo>
                    <a:pt x="2335" y="2069"/>
                  </a:lnTo>
                  <a:cubicBezTo>
                    <a:pt x="1902" y="1468"/>
                    <a:pt x="1668" y="734"/>
                    <a:pt x="16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41"/>
            <p:cNvSpPr/>
            <p:nvPr/>
          </p:nvSpPr>
          <p:spPr>
            <a:xfrm>
              <a:off x="4603450" y="4540350"/>
              <a:ext cx="85925" cy="73375"/>
            </a:xfrm>
            <a:custGeom>
              <a:rect b="b" l="l" r="r" t="t"/>
              <a:pathLst>
                <a:path extrusionOk="0" h="2935" w="3437">
                  <a:moveTo>
                    <a:pt x="1469" y="1"/>
                  </a:moveTo>
                  <a:lnTo>
                    <a:pt x="1" y="2102"/>
                  </a:lnTo>
                  <a:cubicBezTo>
                    <a:pt x="602" y="2652"/>
                    <a:pt x="1409" y="2934"/>
                    <a:pt x="2228" y="2934"/>
                  </a:cubicBezTo>
                  <a:cubicBezTo>
                    <a:pt x="2453" y="2934"/>
                    <a:pt x="2680" y="2913"/>
                    <a:pt x="2903" y="2870"/>
                  </a:cubicBezTo>
                  <a:lnTo>
                    <a:pt x="3437" y="535"/>
                  </a:lnTo>
                  <a:lnTo>
                    <a:pt x="3437" y="535"/>
                  </a:lnTo>
                  <a:cubicBezTo>
                    <a:pt x="3294" y="562"/>
                    <a:pt x="3149" y="575"/>
                    <a:pt x="3005" y="575"/>
                  </a:cubicBezTo>
                  <a:cubicBezTo>
                    <a:pt x="2445" y="575"/>
                    <a:pt x="1893" y="373"/>
                    <a:pt x="146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41"/>
            <p:cNvSpPr/>
            <p:nvPr/>
          </p:nvSpPr>
          <p:spPr>
            <a:xfrm>
              <a:off x="4686025" y="4516175"/>
              <a:ext cx="90075" cy="93425"/>
            </a:xfrm>
            <a:custGeom>
              <a:rect b="b" l="l" r="r" t="t"/>
              <a:pathLst>
                <a:path extrusionOk="0" h="3737" w="3603">
                  <a:moveTo>
                    <a:pt x="3036" y="1"/>
                  </a:moveTo>
                  <a:cubicBezTo>
                    <a:pt x="2669" y="334"/>
                    <a:pt x="2235" y="634"/>
                    <a:pt x="1801" y="901"/>
                  </a:cubicBezTo>
                  <a:cubicBezTo>
                    <a:pt x="1401" y="1135"/>
                    <a:pt x="1001" y="1301"/>
                    <a:pt x="567" y="1402"/>
                  </a:cubicBezTo>
                  <a:lnTo>
                    <a:pt x="0" y="3737"/>
                  </a:lnTo>
                  <a:cubicBezTo>
                    <a:pt x="634" y="3570"/>
                    <a:pt x="1234" y="3336"/>
                    <a:pt x="1801" y="3003"/>
                  </a:cubicBezTo>
                  <a:cubicBezTo>
                    <a:pt x="2435" y="2602"/>
                    <a:pt x="3036" y="2169"/>
                    <a:pt x="3603" y="1668"/>
                  </a:cubicBezTo>
                  <a:lnTo>
                    <a:pt x="3036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41"/>
            <p:cNvSpPr/>
            <p:nvPr/>
          </p:nvSpPr>
          <p:spPr>
            <a:xfrm>
              <a:off x="4772750" y="4435275"/>
              <a:ext cx="86750" cy="111775"/>
            </a:xfrm>
            <a:custGeom>
              <a:rect b="b" l="l" r="r" t="t"/>
              <a:pathLst>
                <a:path extrusionOk="0" h="4471" w="3470">
                  <a:moveTo>
                    <a:pt x="2002" y="1"/>
                  </a:moveTo>
                  <a:cubicBezTo>
                    <a:pt x="1501" y="1035"/>
                    <a:pt x="801" y="1969"/>
                    <a:pt x="0" y="2803"/>
                  </a:cubicBezTo>
                  <a:lnTo>
                    <a:pt x="567" y="4471"/>
                  </a:lnTo>
                  <a:cubicBezTo>
                    <a:pt x="1768" y="3270"/>
                    <a:pt x="2736" y="1902"/>
                    <a:pt x="3469" y="368"/>
                  </a:cubicBezTo>
                  <a:lnTo>
                    <a:pt x="200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41"/>
            <p:cNvSpPr/>
            <p:nvPr/>
          </p:nvSpPr>
          <p:spPr>
            <a:xfrm>
              <a:off x="4829450" y="4220125"/>
              <a:ext cx="64250" cy="108450"/>
            </a:xfrm>
            <a:custGeom>
              <a:rect b="b" l="l" r="r" t="t"/>
              <a:pathLst>
                <a:path extrusionOk="0" h="4338" w="2570">
                  <a:moveTo>
                    <a:pt x="1468" y="1"/>
                  </a:moveTo>
                  <a:lnTo>
                    <a:pt x="1" y="2102"/>
                  </a:lnTo>
                  <a:cubicBezTo>
                    <a:pt x="501" y="2736"/>
                    <a:pt x="768" y="3537"/>
                    <a:pt x="768" y="4337"/>
                  </a:cubicBezTo>
                  <a:lnTo>
                    <a:pt x="2569" y="3303"/>
                  </a:lnTo>
                  <a:cubicBezTo>
                    <a:pt x="2536" y="1869"/>
                    <a:pt x="2135" y="735"/>
                    <a:pt x="146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41"/>
            <p:cNvSpPr/>
            <p:nvPr/>
          </p:nvSpPr>
          <p:spPr>
            <a:xfrm>
              <a:off x="4829450" y="4315200"/>
              <a:ext cx="64250" cy="115100"/>
            </a:xfrm>
            <a:custGeom>
              <a:rect b="b" l="l" r="r" t="t"/>
              <a:pathLst>
                <a:path extrusionOk="0" h="4604" w="2570">
                  <a:moveTo>
                    <a:pt x="2569" y="0"/>
                  </a:moveTo>
                  <a:lnTo>
                    <a:pt x="768" y="1068"/>
                  </a:lnTo>
                  <a:cubicBezTo>
                    <a:pt x="701" y="2135"/>
                    <a:pt x="434" y="3203"/>
                    <a:pt x="1" y="4203"/>
                  </a:cubicBezTo>
                  <a:lnTo>
                    <a:pt x="1468" y="4604"/>
                  </a:lnTo>
                  <a:cubicBezTo>
                    <a:pt x="2135" y="3169"/>
                    <a:pt x="2502" y="1602"/>
                    <a:pt x="256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41"/>
            <p:cNvSpPr/>
            <p:nvPr/>
          </p:nvSpPr>
          <p:spPr>
            <a:xfrm>
              <a:off x="3259175" y="2889175"/>
              <a:ext cx="346700" cy="311925"/>
            </a:xfrm>
            <a:custGeom>
              <a:rect b="b" l="l" r="r" t="t"/>
              <a:pathLst>
                <a:path extrusionOk="0" h="12477" w="13868">
                  <a:moveTo>
                    <a:pt x="10908" y="1"/>
                  </a:moveTo>
                  <a:cubicBezTo>
                    <a:pt x="10741" y="1"/>
                    <a:pt x="10574" y="134"/>
                    <a:pt x="10541" y="301"/>
                  </a:cubicBezTo>
                  <a:lnTo>
                    <a:pt x="8273" y="5071"/>
                  </a:lnTo>
                  <a:cubicBezTo>
                    <a:pt x="8273" y="5071"/>
                    <a:pt x="8239" y="5104"/>
                    <a:pt x="8239" y="5104"/>
                  </a:cubicBezTo>
                  <a:cubicBezTo>
                    <a:pt x="8206" y="5104"/>
                    <a:pt x="8173" y="5071"/>
                    <a:pt x="8139" y="5004"/>
                  </a:cubicBezTo>
                  <a:lnTo>
                    <a:pt x="6004" y="1335"/>
                  </a:lnTo>
                  <a:cubicBezTo>
                    <a:pt x="5871" y="1035"/>
                    <a:pt x="5671" y="1035"/>
                    <a:pt x="5571" y="1035"/>
                  </a:cubicBezTo>
                  <a:cubicBezTo>
                    <a:pt x="5404" y="1068"/>
                    <a:pt x="5271" y="1201"/>
                    <a:pt x="5237" y="1368"/>
                  </a:cubicBezTo>
                  <a:lnTo>
                    <a:pt x="2869" y="8140"/>
                  </a:lnTo>
                  <a:cubicBezTo>
                    <a:pt x="2835" y="8206"/>
                    <a:pt x="2802" y="8240"/>
                    <a:pt x="2802" y="8240"/>
                  </a:cubicBezTo>
                  <a:cubicBezTo>
                    <a:pt x="2769" y="8240"/>
                    <a:pt x="2702" y="8240"/>
                    <a:pt x="2669" y="8173"/>
                  </a:cubicBezTo>
                  <a:lnTo>
                    <a:pt x="2068" y="7573"/>
                  </a:lnTo>
                  <a:cubicBezTo>
                    <a:pt x="1966" y="7471"/>
                    <a:pt x="1825" y="7427"/>
                    <a:pt x="1690" y="7427"/>
                  </a:cubicBezTo>
                  <a:cubicBezTo>
                    <a:pt x="1648" y="7427"/>
                    <a:pt x="1607" y="7431"/>
                    <a:pt x="1568" y="7439"/>
                  </a:cubicBezTo>
                  <a:cubicBezTo>
                    <a:pt x="1401" y="7506"/>
                    <a:pt x="1268" y="7639"/>
                    <a:pt x="1234" y="7840"/>
                  </a:cubicBezTo>
                  <a:lnTo>
                    <a:pt x="33" y="12209"/>
                  </a:lnTo>
                  <a:cubicBezTo>
                    <a:pt x="0" y="12343"/>
                    <a:pt x="67" y="12443"/>
                    <a:pt x="167" y="12476"/>
                  </a:cubicBezTo>
                  <a:lnTo>
                    <a:pt x="234" y="12476"/>
                  </a:lnTo>
                  <a:cubicBezTo>
                    <a:pt x="300" y="12476"/>
                    <a:pt x="400" y="12443"/>
                    <a:pt x="434" y="12343"/>
                  </a:cubicBezTo>
                  <a:lnTo>
                    <a:pt x="1635" y="7940"/>
                  </a:lnTo>
                  <a:cubicBezTo>
                    <a:pt x="1668" y="7873"/>
                    <a:pt x="1701" y="7840"/>
                    <a:pt x="1701" y="7840"/>
                  </a:cubicBezTo>
                  <a:cubicBezTo>
                    <a:pt x="1735" y="7840"/>
                    <a:pt x="1768" y="7840"/>
                    <a:pt x="1801" y="7873"/>
                  </a:cubicBezTo>
                  <a:lnTo>
                    <a:pt x="2435" y="8473"/>
                  </a:lnTo>
                  <a:cubicBezTo>
                    <a:pt x="2518" y="8584"/>
                    <a:pt x="2670" y="8649"/>
                    <a:pt x="2814" y="8649"/>
                  </a:cubicBezTo>
                  <a:cubicBezTo>
                    <a:pt x="2844" y="8649"/>
                    <a:pt x="2874" y="8646"/>
                    <a:pt x="2902" y="8640"/>
                  </a:cubicBezTo>
                  <a:cubicBezTo>
                    <a:pt x="3069" y="8573"/>
                    <a:pt x="3236" y="8440"/>
                    <a:pt x="3269" y="8273"/>
                  </a:cubicBezTo>
                  <a:lnTo>
                    <a:pt x="5604" y="1502"/>
                  </a:lnTo>
                  <a:cubicBezTo>
                    <a:pt x="5604" y="1502"/>
                    <a:pt x="5604" y="1468"/>
                    <a:pt x="5604" y="1468"/>
                  </a:cubicBezTo>
                  <a:cubicBezTo>
                    <a:pt x="5637" y="1502"/>
                    <a:pt x="5637" y="1502"/>
                    <a:pt x="5671" y="1535"/>
                  </a:cubicBezTo>
                  <a:lnTo>
                    <a:pt x="7806" y="5238"/>
                  </a:lnTo>
                  <a:cubicBezTo>
                    <a:pt x="7872" y="5404"/>
                    <a:pt x="8073" y="5538"/>
                    <a:pt x="8239" y="5538"/>
                  </a:cubicBezTo>
                  <a:cubicBezTo>
                    <a:pt x="8406" y="5505"/>
                    <a:pt x="8573" y="5404"/>
                    <a:pt x="8640" y="5238"/>
                  </a:cubicBezTo>
                  <a:lnTo>
                    <a:pt x="10875" y="468"/>
                  </a:lnTo>
                  <a:cubicBezTo>
                    <a:pt x="10908" y="434"/>
                    <a:pt x="10908" y="401"/>
                    <a:pt x="10908" y="401"/>
                  </a:cubicBezTo>
                  <a:cubicBezTo>
                    <a:pt x="10975" y="434"/>
                    <a:pt x="10975" y="468"/>
                    <a:pt x="11008" y="501"/>
                  </a:cubicBezTo>
                  <a:lnTo>
                    <a:pt x="13410" y="4671"/>
                  </a:lnTo>
                  <a:cubicBezTo>
                    <a:pt x="13452" y="4744"/>
                    <a:pt x="13517" y="4775"/>
                    <a:pt x="13582" y="4775"/>
                  </a:cubicBezTo>
                  <a:cubicBezTo>
                    <a:pt x="13725" y="4775"/>
                    <a:pt x="13868" y="4630"/>
                    <a:pt x="13777" y="4470"/>
                  </a:cubicBezTo>
                  <a:lnTo>
                    <a:pt x="11375" y="301"/>
                  </a:lnTo>
                  <a:cubicBezTo>
                    <a:pt x="11275" y="134"/>
                    <a:pt x="11108" y="1"/>
                    <a:pt x="1090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41"/>
            <p:cNvSpPr/>
            <p:nvPr/>
          </p:nvSpPr>
          <p:spPr>
            <a:xfrm>
              <a:off x="3265000" y="2973300"/>
              <a:ext cx="333600" cy="368725"/>
            </a:xfrm>
            <a:custGeom>
              <a:rect b="b" l="l" r="r" t="t"/>
              <a:pathLst>
                <a:path extrusionOk="0" h="14749" w="13344">
                  <a:moveTo>
                    <a:pt x="10724" y="0"/>
                  </a:moveTo>
                  <a:cubicBezTo>
                    <a:pt x="10646" y="0"/>
                    <a:pt x="10576" y="67"/>
                    <a:pt x="10541" y="205"/>
                  </a:cubicBezTo>
                  <a:lnTo>
                    <a:pt x="8140" y="7910"/>
                  </a:lnTo>
                  <a:cubicBezTo>
                    <a:pt x="8106" y="8044"/>
                    <a:pt x="8040" y="8110"/>
                    <a:pt x="7960" y="8110"/>
                  </a:cubicBezTo>
                  <a:cubicBezTo>
                    <a:pt x="7881" y="8110"/>
                    <a:pt x="7790" y="8044"/>
                    <a:pt x="7706" y="7910"/>
                  </a:cubicBezTo>
                  <a:lnTo>
                    <a:pt x="5571" y="4241"/>
                  </a:lnTo>
                  <a:cubicBezTo>
                    <a:pt x="5505" y="4108"/>
                    <a:pt x="5421" y="4041"/>
                    <a:pt x="5346" y="4041"/>
                  </a:cubicBezTo>
                  <a:cubicBezTo>
                    <a:pt x="5271" y="4041"/>
                    <a:pt x="5204" y="4108"/>
                    <a:pt x="5171" y="4241"/>
                  </a:cubicBezTo>
                  <a:lnTo>
                    <a:pt x="2803" y="11013"/>
                  </a:lnTo>
                  <a:cubicBezTo>
                    <a:pt x="2771" y="11122"/>
                    <a:pt x="2718" y="11180"/>
                    <a:pt x="2657" y="11180"/>
                  </a:cubicBezTo>
                  <a:cubicBezTo>
                    <a:pt x="2587" y="11180"/>
                    <a:pt x="2507" y="11105"/>
                    <a:pt x="2436" y="10946"/>
                  </a:cubicBezTo>
                  <a:lnTo>
                    <a:pt x="1535" y="8644"/>
                  </a:lnTo>
                  <a:cubicBezTo>
                    <a:pt x="1466" y="8490"/>
                    <a:pt x="1398" y="8415"/>
                    <a:pt x="1334" y="8415"/>
                  </a:cubicBezTo>
                  <a:cubicBezTo>
                    <a:pt x="1273" y="8415"/>
                    <a:pt x="1217" y="8481"/>
                    <a:pt x="1168" y="8611"/>
                  </a:cubicBezTo>
                  <a:lnTo>
                    <a:pt x="1" y="13014"/>
                  </a:lnTo>
                  <a:lnTo>
                    <a:pt x="1" y="14749"/>
                  </a:lnTo>
                  <a:lnTo>
                    <a:pt x="13343" y="7043"/>
                  </a:lnTo>
                  <a:lnTo>
                    <a:pt x="13343" y="3240"/>
                  </a:lnTo>
                  <a:lnTo>
                    <a:pt x="10942" y="171"/>
                  </a:lnTo>
                  <a:cubicBezTo>
                    <a:pt x="10877" y="59"/>
                    <a:pt x="10797" y="0"/>
                    <a:pt x="1072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41"/>
            <p:cNvSpPr/>
            <p:nvPr/>
          </p:nvSpPr>
          <p:spPr>
            <a:xfrm>
              <a:off x="3378425" y="2897600"/>
              <a:ext cx="40050" cy="51250"/>
            </a:xfrm>
            <a:custGeom>
              <a:rect b="b" l="l" r="r" t="t"/>
              <a:pathLst>
                <a:path extrusionOk="0" h="2050" w="1602">
                  <a:moveTo>
                    <a:pt x="1144" y="0"/>
                  </a:moveTo>
                  <a:cubicBezTo>
                    <a:pt x="1040" y="0"/>
                    <a:pt x="923" y="32"/>
                    <a:pt x="801" y="97"/>
                  </a:cubicBezTo>
                  <a:cubicBezTo>
                    <a:pt x="334" y="397"/>
                    <a:pt x="34" y="931"/>
                    <a:pt x="0" y="1465"/>
                  </a:cubicBezTo>
                  <a:cubicBezTo>
                    <a:pt x="0" y="1839"/>
                    <a:pt x="181" y="2050"/>
                    <a:pt x="438" y="2050"/>
                  </a:cubicBezTo>
                  <a:cubicBezTo>
                    <a:pt x="548" y="2050"/>
                    <a:pt x="671" y="2012"/>
                    <a:pt x="801" y="1932"/>
                  </a:cubicBezTo>
                  <a:cubicBezTo>
                    <a:pt x="1268" y="1632"/>
                    <a:pt x="1568" y="1131"/>
                    <a:pt x="1601" y="564"/>
                  </a:cubicBezTo>
                  <a:cubicBezTo>
                    <a:pt x="1601" y="205"/>
                    <a:pt x="1412" y="0"/>
                    <a:pt x="114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41"/>
            <p:cNvSpPr/>
            <p:nvPr/>
          </p:nvSpPr>
          <p:spPr>
            <a:xfrm>
              <a:off x="3246650" y="3171375"/>
              <a:ext cx="401975" cy="235700"/>
            </a:xfrm>
            <a:custGeom>
              <a:rect b="b" l="l" r="r" t="t"/>
              <a:pathLst>
                <a:path extrusionOk="0" h="9428" w="16079">
                  <a:moveTo>
                    <a:pt x="15872" y="1"/>
                  </a:moveTo>
                  <a:cubicBezTo>
                    <a:pt x="15836" y="1"/>
                    <a:pt x="15803" y="8"/>
                    <a:pt x="15779" y="21"/>
                  </a:cubicBezTo>
                  <a:lnTo>
                    <a:pt x="134" y="9060"/>
                  </a:lnTo>
                  <a:cubicBezTo>
                    <a:pt x="34" y="9127"/>
                    <a:pt x="1" y="9227"/>
                    <a:pt x="67" y="9327"/>
                  </a:cubicBezTo>
                  <a:cubicBezTo>
                    <a:pt x="101" y="9394"/>
                    <a:pt x="168" y="9427"/>
                    <a:pt x="234" y="9427"/>
                  </a:cubicBezTo>
                  <a:cubicBezTo>
                    <a:pt x="268" y="9427"/>
                    <a:pt x="301" y="9427"/>
                    <a:pt x="334" y="9394"/>
                  </a:cubicBezTo>
                  <a:lnTo>
                    <a:pt x="15979" y="388"/>
                  </a:lnTo>
                  <a:cubicBezTo>
                    <a:pt x="16079" y="321"/>
                    <a:pt x="16079" y="187"/>
                    <a:pt x="16046" y="87"/>
                  </a:cubicBezTo>
                  <a:cubicBezTo>
                    <a:pt x="16003" y="24"/>
                    <a:pt x="15934" y="1"/>
                    <a:pt x="1587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41"/>
            <p:cNvSpPr/>
            <p:nvPr/>
          </p:nvSpPr>
          <p:spPr>
            <a:xfrm>
              <a:off x="3440950" y="3284675"/>
              <a:ext cx="10875" cy="205800"/>
            </a:xfrm>
            <a:custGeom>
              <a:rect b="b" l="l" r="r" t="t"/>
              <a:pathLst>
                <a:path extrusionOk="0" h="8232" w="435">
                  <a:moveTo>
                    <a:pt x="201" y="0"/>
                  </a:moveTo>
                  <a:cubicBezTo>
                    <a:pt x="101" y="0"/>
                    <a:pt x="1" y="75"/>
                    <a:pt x="1" y="225"/>
                  </a:cubicBezTo>
                  <a:lnTo>
                    <a:pt x="1" y="8031"/>
                  </a:lnTo>
                  <a:cubicBezTo>
                    <a:pt x="1" y="8131"/>
                    <a:pt x="68" y="8231"/>
                    <a:pt x="201" y="8231"/>
                  </a:cubicBezTo>
                  <a:cubicBezTo>
                    <a:pt x="301" y="8231"/>
                    <a:pt x="435" y="8131"/>
                    <a:pt x="401" y="8031"/>
                  </a:cubicBezTo>
                  <a:lnTo>
                    <a:pt x="401" y="225"/>
                  </a:lnTo>
                  <a:cubicBezTo>
                    <a:pt x="401" y="75"/>
                    <a:pt x="301" y="0"/>
                    <a:pt x="20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41"/>
            <p:cNvSpPr/>
            <p:nvPr/>
          </p:nvSpPr>
          <p:spPr>
            <a:xfrm>
              <a:off x="3843750" y="1640775"/>
              <a:ext cx="301900" cy="466775"/>
            </a:xfrm>
            <a:custGeom>
              <a:rect b="b" l="l" r="r" t="t"/>
              <a:pathLst>
                <a:path extrusionOk="0" h="18671" w="12076">
                  <a:moveTo>
                    <a:pt x="7639" y="1"/>
                  </a:moveTo>
                  <a:lnTo>
                    <a:pt x="7638" y="7"/>
                  </a:lnTo>
                  <a:lnTo>
                    <a:pt x="7638" y="7"/>
                  </a:lnTo>
                  <a:cubicBezTo>
                    <a:pt x="7650" y="5"/>
                    <a:pt x="7661" y="3"/>
                    <a:pt x="7673" y="1"/>
                  </a:cubicBezTo>
                  <a:close/>
                  <a:moveTo>
                    <a:pt x="7638" y="7"/>
                  </a:moveTo>
                  <a:lnTo>
                    <a:pt x="7638" y="7"/>
                  </a:lnTo>
                  <a:cubicBezTo>
                    <a:pt x="7116" y="111"/>
                    <a:pt x="6595" y="340"/>
                    <a:pt x="6138" y="601"/>
                  </a:cubicBezTo>
                  <a:cubicBezTo>
                    <a:pt x="2736" y="2569"/>
                    <a:pt x="0" y="8040"/>
                    <a:pt x="0" y="12843"/>
                  </a:cubicBezTo>
                  <a:cubicBezTo>
                    <a:pt x="0" y="16486"/>
                    <a:pt x="1573" y="18670"/>
                    <a:pt x="3817" y="18670"/>
                  </a:cubicBezTo>
                  <a:cubicBezTo>
                    <a:pt x="4532" y="18670"/>
                    <a:pt x="5316" y="18448"/>
                    <a:pt x="6138" y="17980"/>
                  </a:cubicBezTo>
                  <a:cubicBezTo>
                    <a:pt x="9007" y="16313"/>
                    <a:pt x="11409" y="12143"/>
                    <a:pt x="12076" y="8007"/>
                  </a:cubicBezTo>
                  <a:lnTo>
                    <a:pt x="12076" y="8007"/>
                  </a:lnTo>
                  <a:lnTo>
                    <a:pt x="10408" y="8373"/>
                  </a:lnTo>
                  <a:cubicBezTo>
                    <a:pt x="9908" y="11342"/>
                    <a:pt x="8173" y="14311"/>
                    <a:pt x="6138" y="15512"/>
                  </a:cubicBezTo>
                  <a:cubicBezTo>
                    <a:pt x="5552" y="15849"/>
                    <a:pt x="4994" y="16008"/>
                    <a:pt x="4483" y="16008"/>
                  </a:cubicBezTo>
                  <a:cubicBezTo>
                    <a:pt x="2870" y="16008"/>
                    <a:pt x="1735" y="14419"/>
                    <a:pt x="1735" y="11809"/>
                  </a:cubicBezTo>
                  <a:cubicBezTo>
                    <a:pt x="1768" y="8407"/>
                    <a:pt x="3703" y="4471"/>
                    <a:pt x="6138" y="3070"/>
                  </a:cubicBezTo>
                  <a:cubicBezTo>
                    <a:pt x="6472" y="2870"/>
                    <a:pt x="6839" y="2736"/>
                    <a:pt x="7239" y="2636"/>
                  </a:cubicBezTo>
                  <a:lnTo>
                    <a:pt x="7638" y="7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41"/>
            <p:cNvSpPr/>
            <p:nvPr/>
          </p:nvSpPr>
          <p:spPr>
            <a:xfrm>
              <a:off x="3931300" y="1772575"/>
              <a:ext cx="131800" cy="200950"/>
            </a:xfrm>
            <a:custGeom>
              <a:rect b="b" l="l" r="r" t="t"/>
              <a:pathLst>
                <a:path extrusionOk="0" h="8038" w="5272">
                  <a:moveTo>
                    <a:pt x="3640" y="1"/>
                  </a:moveTo>
                  <a:cubicBezTo>
                    <a:pt x="3332" y="1"/>
                    <a:pt x="2993" y="97"/>
                    <a:pt x="2636" y="299"/>
                  </a:cubicBezTo>
                  <a:cubicBezTo>
                    <a:pt x="1168" y="1133"/>
                    <a:pt x="1" y="3502"/>
                    <a:pt x="1" y="5537"/>
                  </a:cubicBezTo>
                  <a:cubicBezTo>
                    <a:pt x="1" y="7102"/>
                    <a:pt x="670" y="8037"/>
                    <a:pt x="1632" y="8037"/>
                  </a:cubicBezTo>
                  <a:cubicBezTo>
                    <a:pt x="1941" y="8037"/>
                    <a:pt x="2280" y="7941"/>
                    <a:pt x="2636" y="7738"/>
                  </a:cubicBezTo>
                  <a:cubicBezTo>
                    <a:pt x="4104" y="6904"/>
                    <a:pt x="5271" y="4536"/>
                    <a:pt x="5271" y="2501"/>
                  </a:cubicBezTo>
                  <a:cubicBezTo>
                    <a:pt x="5271" y="935"/>
                    <a:pt x="4602" y="1"/>
                    <a:pt x="364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41"/>
            <p:cNvSpPr/>
            <p:nvPr/>
          </p:nvSpPr>
          <p:spPr>
            <a:xfrm>
              <a:off x="4046400" y="1614450"/>
              <a:ext cx="125950" cy="211500"/>
            </a:xfrm>
            <a:custGeom>
              <a:rect b="b" l="l" r="r" t="t"/>
              <a:pathLst>
                <a:path extrusionOk="0" h="8460" w="5038">
                  <a:moveTo>
                    <a:pt x="1194" y="0"/>
                  </a:moveTo>
                  <a:cubicBezTo>
                    <a:pt x="937" y="0"/>
                    <a:pt x="673" y="29"/>
                    <a:pt x="401" y="86"/>
                  </a:cubicBezTo>
                  <a:lnTo>
                    <a:pt x="0" y="2755"/>
                  </a:lnTo>
                  <a:cubicBezTo>
                    <a:pt x="204" y="2709"/>
                    <a:pt x="402" y="2686"/>
                    <a:pt x="593" y="2686"/>
                  </a:cubicBezTo>
                  <a:cubicBezTo>
                    <a:pt x="2186" y="2686"/>
                    <a:pt x="3303" y="4267"/>
                    <a:pt x="3303" y="6858"/>
                  </a:cubicBezTo>
                  <a:cubicBezTo>
                    <a:pt x="3269" y="7392"/>
                    <a:pt x="3236" y="7925"/>
                    <a:pt x="3136" y="8459"/>
                  </a:cubicBezTo>
                  <a:lnTo>
                    <a:pt x="4837" y="8092"/>
                  </a:lnTo>
                  <a:cubicBezTo>
                    <a:pt x="4970" y="7325"/>
                    <a:pt x="5037" y="6591"/>
                    <a:pt x="5037" y="5824"/>
                  </a:cubicBezTo>
                  <a:cubicBezTo>
                    <a:pt x="5037" y="2199"/>
                    <a:pt x="3450" y="0"/>
                    <a:pt x="119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41"/>
            <p:cNvSpPr/>
            <p:nvPr/>
          </p:nvSpPr>
          <p:spPr>
            <a:xfrm>
              <a:off x="3926300" y="2398000"/>
              <a:ext cx="45075" cy="356950"/>
            </a:xfrm>
            <a:custGeom>
              <a:rect b="b" l="l" r="r" t="t"/>
              <a:pathLst>
                <a:path extrusionOk="0" h="14278" w="1803">
                  <a:moveTo>
                    <a:pt x="1802" y="0"/>
                  </a:moveTo>
                  <a:lnTo>
                    <a:pt x="1" y="1034"/>
                  </a:lnTo>
                  <a:lnTo>
                    <a:pt x="1" y="14277"/>
                  </a:lnTo>
                  <a:lnTo>
                    <a:pt x="1802" y="13243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41"/>
            <p:cNvSpPr/>
            <p:nvPr/>
          </p:nvSpPr>
          <p:spPr>
            <a:xfrm>
              <a:off x="4179000" y="2428025"/>
              <a:ext cx="45050" cy="180975"/>
            </a:xfrm>
            <a:custGeom>
              <a:rect b="b" l="l" r="r" t="t"/>
              <a:pathLst>
                <a:path extrusionOk="0" h="7239" w="1802">
                  <a:moveTo>
                    <a:pt x="1801" y="0"/>
                  </a:moveTo>
                  <a:lnTo>
                    <a:pt x="0" y="1034"/>
                  </a:lnTo>
                  <a:lnTo>
                    <a:pt x="0" y="7239"/>
                  </a:lnTo>
                  <a:lnTo>
                    <a:pt x="1801" y="6204"/>
                  </a:lnTo>
                  <a:lnTo>
                    <a:pt x="1801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41"/>
            <p:cNvSpPr/>
            <p:nvPr/>
          </p:nvSpPr>
          <p:spPr>
            <a:xfrm>
              <a:off x="4116450" y="2378800"/>
              <a:ext cx="44225" cy="266900"/>
            </a:xfrm>
            <a:custGeom>
              <a:rect b="b" l="l" r="r" t="t"/>
              <a:pathLst>
                <a:path extrusionOk="0" h="10676" w="1769">
                  <a:moveTo>
                    <a:pt x="1768" y="1"/>
                  </a:moveTo>
                  <a:lnTo>
                    <a:pt x="0" y="1035"/>
                  </a:lnTo>
                  <a:lnTo>
                    <a:pt x="0" y="10675"/>
                  </a:lnTo>
                  <a:lnTo>
                    <a:pt x="1768" y="9641"/>
                  </a:lnTo>
                  <a:lnTo>
                    <a:pt x="176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41"/>
            <p:cNvSpPr/>
            <p:nvPr/>
          </p:nvSpPr>
          <p:spPr>
            <a:xfrm>
              <a:off x="4053075" y="2529750"/>
              <a:ext cx="45050" cy="152625"/>
            </a:xfrm>
            <a:custGeom>
              <a:rect b="b" l="l" r="r" t="t"/>
              <a:pathLst>
                <a:path extrusionOk="0" h="6105" w="1802">
                  <a:moveTo>
                    <a:pt x="1801" y="1"/>
                  </a:moveTo>
                  <a:lnTo>
                    <a:pt x="0" y="1035"/>
                  </a:lnTo>
                  <a:lnTo>
                    <a:pt x="0" y="6105"/>
                  </a:lnTo>
                  <a:lnTo>
                    <a:pt x="1801" y="5071"/>
                  </a:lnTo>
                  <a:lnTo>
                    <a:pt x="180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41"/>
            <p:cNvSpPr/>
            <p:nvPr/>
          </p:nvSpPr>
          <p:spPr>
            <a:xfrm>
              <a:off x="3989675" y="2526425"/>
              <a:ext cx="45075" cy="192650"/>
            </a:xfrm>
            <a:custGeom>
              <a:rect b="b" l="l" r="r" t="t"/>
              <a:pathLst>
                <a:path extrusionOk="0" h="7706" w="1803">
                  <a:moveTo>
                    <a:pt x="1802" y="0"/>
                  </a:moveTo>
                  <a:lnTo>
                    <a:pt x="1" y="1034"/>
                  </a:lnTo>
                  <a:lnTo>
                    <a:pt x="1" y="7706"/>
                  </a:lnTo>
                  <a:lnTo>
                    <a:pt x="1802" y="6638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41"/>
            <p:cNvSpPr/>
            <p:nvPr/>
          </p:nvSpPr>
          <p:spPr>
            <a:xfrm>
              <a:off x="3892950" y="2572400"/>
              <a:ext cx="404450" cy="235900"/>
            </a:xfrm>
            <a:custGeom>
              <a:rect b="b" l="l" r="r" t="t"/>
              <a:pathLst>
                <a:path extrusionOk="0" h="9436" w="16178">
                  <a:moveTo>
                    <a:pt x="15880" y="0"/>
                  </a:moveTo>
                  <a:cubicBezTo>
                    <a:pt x="15848" y="0"/>
                    <a:pt x="15813" y="9"/>
                    <a:pt x="15778" y="29"/>
                  </a:cubicBezTo>
                  <a:lnTo>
                    <a:pt x="134" y="9069"/>
                  </a:lnTo>
                  <a:cubicBezTo>
                    <a:pt x="34" y="9102"/>
                    <a:pt x="1" y="9236"/>
                    <a:pt x="67" y="9336"/>
                  </a:cubicBezTo>
                  <a:cubicBezTo>
                    <a:pt x="101" y="9403"/>
                    <a:pt x="167" y="9436"/>
                    <a:pt x="234" y="9436"/>
                  </a:cubicBezTo>
                  <a:cubicBezTo>
                    <a:pt x="267" y="9436"/>
                    <a:pt x="301" y="9436"/>
                    <a:pt x="334" y="9403"/>
                  </a:cubicBezTo>
                  <a:lnTo>
                    <a:pt x="15979" y="396"/>
                  </a:lnTo>
                  <a:cubicBezTo>
                    <a:pt x="16177" y="283"/>
                    <a:pt x="16062" y="0"/>
                    <a:pt x="1588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41"/>
            <p:cNvSpPr/>
            <p:nvPr/>
          </p:nvSpPr>
          <p:spPr>
            <a:xfrm>
              <a:off x="4087250" y="2685900"/>
              <a:ext cx="10875" cy="205800"/>
            </a:xfrm>
            <a:custGeom>
              <a:rect b="b" l="l" r="r" t="t"/>
              <a:pathLst>
                <a:path extrusionOk="0" h="8232" w="435">
                  <a:moveTo>
                    <a:pt x="201" y="1"/>
                  </a:moveTo>
                  <a:cubicBezTo>
                    <a:pt x="101" y="1"/>
                    <a:pt x="1" y="76"/>
                    <a:pt x="1" y="226"/>
                  </a:cubicBezTo>
                  <a:lnTo>
                    <a:pt x="1" y="8032"/>
                  </a:lnTo>
                  <a:cubicBezTo>
                    <a:pt x="1" y="8132"/>
                    <a:pt x="101" y="8232"/>
                    <a:pt x="201" y="8232"/>
                  </a:cubicBezTo>
                  <a:cubicBezTo>
                    <a:pt x="334" y="8232"/>
                    <a:pt x="434" y="8132"/>
                    <a:pt x="401" y="8032"/>
                  </a:cubicBezTo>
                  <a:lnTo>
                    <a:pt x="401" y="226"/>
                  </a:lnTo>
                  <a:cubicBezTo>
                    <a:pt x="401" y="76"/>
                    <a:pt x="301" y="1"/>
                    <a:pt x="20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41"/>
            <p:cNvSpPr/>
            <p:nvPr/>
          </p:nvSpPr>
          <p:spPr>
            <a:xfrm>
              <a:off x="5191375" y="1351250"/>
              <a:ext cx="205175" cy="37700"/>
            </a:xfrm>
            <a:custGeom>
              <a:rect b="b" l="l" r="r" t="t"/>
              <a:pathLst>
                <a:path extrusionOk="0" h="1508" w="8207">
                  <a:moveTo>
                    <a:pt x="194" y="0"/>
                  </a:moveTo>
                  <a:cubicBezTo>
                    <a:pt x="109" y="0"/>
                    <a:pt x="34" y="87"/>
                    <a:pt x="34" y="174"/>
                  </a:cubicBezTo>
                  <a:cubicBezTo>
                    <a:pt x="1" y="274"/>
                    <a:pt x="67" y="374"/>
                    <a:pt x="201" y="374"/>
                  </a:cubicBezTo>
                  <a:lnTo>
                    <a:pt x="8006" y="1508"/>
                  </a:lnTo>
                  <a:lnTo>
                    <a:pt x="8040" y="1508"/>
                  </a:lnTo>
                  <a:cubicBezTo>
                    <a:pt x="8106" y="1508"/>
                    <a:pt x="8206" y="1441"/>
                    <a:pt x="8206" y="1341"/>
                  </a:cubicBezTo>
                  <a:cubicBezTo>
                    <a:pt x="8206" y="1241"/>
                    <a:pt x="8140" y="1141"/>
                    <a:pt x="8040" y="1141"/>
                  </a:cubicBezTo>
                  <a:lnTo>
                    <a:pt x="234" y="7"/>
                  </a:lnTo>
                  <a:cubicBezTo>
                    <a:pt x="221" y="2"/>
                    <a:pt x="207" y="0"/>
                    <a:pt x="19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41"/>
            <p:cNvSpPr/>
            <p:nvPr/>
          </p:nvSpPr>
          <p:spPr>
            <a:xfrm>
              <a:off x="5449050" y="2423625"/>
              <a:ext cx="252725" cy="47100"/>
            </a:xfrm>
            <a:custGeom>
              <a:rect b="b" l="l" r="r" t="t"/>
              <a:pathLst>
                <a:path extrusionOk="0" h="1884" w="10109">
                  <a:moveTo>
                    <a:pt x="183" y="1"/>
                  </a:moveTo>
                  <a:cubicBezTo>
                    <a:pt x="103" y="1"/>
                    <a:pt x="34" y="66"/>
                    <a:pt x="34" y="176"/>
                  </a:cubicBezTo>
                  <a:cubicBezTo>
                    <a:pt x="1" y="276"/>
                    <a:pt x="68" y="343"/>
                    <a:pt x="201" y="376"/>
                  </a:cubicBezTo>
                  <a:lnTo>
                    <a:pt x="9841" y="1877"/>
                  </a:lnTo>
                  <a:lnTo>
                    <a:pt x="9875" y="1877"/>
                  </a:lnTo>
                  <a:cubicBezTo>
                    <a:pt x="9888" y="1882"/>
                    <a:pt x="9902" y="1884"/>
                    <a:pt x="9915" y="1884"/>
                  </a:cubicBezTo>
                  <a:cubicBezTo>
                    <a:pt x="10000" y="1884"/>
                    <a:pt x="10075" y="1797"/>
                    <a:pt x="10075" y="1710"/>
                  </a:cubicBezTo>
                  <a:cubicBezTo>
                    <a:pt x="10108" y="1610"/>
                    <a:pt x="10041" y="1510"/>
                    <a:pt x="9908" y="1510"/>
                  </a:cubicBezTo>
                  <a:lnTo>
                    <a:pt x="234" y="9"/>
                  </a:lnTo>
                  <a:cubicBezTo>
                    <a:pt x="217" y="4"/>
                    <a:pt x="200" y="1"/>
                    <a:pt x="18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41"/>
            <p:cNvSpPr/>
            <p:nvPr/>
          </p:nvSpPr>
          <p:spPr>
            <a:xfrm>
              <a:off x="4833625" y="1974475"/>
              <a:ext cx="163550" cy="88300"/>
            </a:xfrm>
            <a:custGeom>
              <a:rect b="b" l="l" r="r" t="t"/>
              <a:pathLst>
                <a:path extrusionOk="0" h="3532" w="6542">
                  <a:moveTo>
                    <a:pt x="6272" y="0"/>
                  </a:moveTo>
                  <a:cubicBezTo>
                    <a:pt x="6240" y="0"/>
                    <a:pt x="6207" y="9"/>
                    <a:pt x="6171" y="29"/>
                  </a:cubicBezTo>
                  <a:lnTo>
                    <a:pt x="100" y="3165"/>
                  </a:lnTo>
                  <a:cubicBezTo>
                    <a:pt x="34" y="3231"/>
                    <a:pt x="0" y="3331"/>
                    <a:pt x="34" y="3432"/>
                  </a:cubicBezTo>
                  <a:cubicBezTo>
                    <a:pt x="67" y="3498"/>
                    <a:pt x="134" y="3532"/>
                    <a:pt x="201" y="3532"/>
                  </a:cubicBezTo>
                  <a:lnTo>
                    <a:pt x="301" y="3532"/>
                  </a:lnTo>
                  <a:lnTo>
                    <a:pt x="6372" y="363"/>
                  </a:lnTo>
                  <a:cubicBezTo>
                    <a:pt x="6542" y="278"/>
                    <a:pt x="6447" y="0"/>
                    <a:pt x="627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41"/>
            <p:cNvSpPr/>
            <p:nvPr/>
          </p:nvSpPr>
          <p:spPr>
            <a:xfrm>
              <a:off x="4648900" y="2318550"/>
              <a:ext cx="10875" cy="148675"/>
            </a:xfrm>
            <a:custGeom>
              <a:rect b="b" l="l" r="r" t="t"/>
              <a:pathLst>
                <a:path extrusionOk="0" h="5947" w="435">
                  <a:moveTo>
                    <a:pt x="218" y="1"/>
                  </a:moveTo>
                  <a:cubicBezTo>
                    <a:pt x="109" y="1"/>
                    <a:pt x="1" y="59"/>
                    <a:pt x="17" y="176"/>
                  </a:cubicBezTo>
                  <a:lnTo>
                    <a:pt x="17" y="5747"/>
                  </a:lnTo>
                  <a:cubicBezTo>
                    <a:pt x="17" y="5847"/>
                    <a:pt x="118" y="5947"/>
                    <a:pt x="218" y="5947"/>
                  </a:cubicBezTo>
                  <a:cubicBezTo>
                    <a:pt x="318" y="5947"/>
                    <a:pt x="418" y="5847"/>
                    <a:pt x="418" y="5747"/>
                  </a:cubicBezTo>
                  <a:lnTo>
                    <a:pt x="418" y="176"/>
                  </a:lnTo>
                  <a:cubicBezTo>
                    <a:pt x="434" y="59"/>
                    <a:pt x="326" y="1"/>
                    <a:pt x="21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41"/>
            <p:cNvSpPr/>
            <p:nvPr/>
          </p:nvSpPr>
          <p:spPr>
            <a:xfrm>
              <a:off x="4799925" y="3728700"/>
              <a:ext cx="454025" cy="229600"/>
            </a:xfrm>
            <a:custGeom>
              <a:rect b="b" l="l" r="r" t="t"/>
              <a:pathLst>
                <a:path extrusionOk="0" h="9184" w="18161">
                  <a:moveTo>
                    <a:pt x="282" y="1"/>
                  </a:moveTo>
                  <a:cubicBezTo>
                    <a:pt x="91" y="1"/>
                    <a:pt x="0" y="254"/>
                    <a:pt x="181" y="344"/>
                  </a:cubicBezTo>
                  <a:lnTo>
                    <a:pt x="17793" y="9184"/>
                  </a:lnTo>
                  <a:lnTo>
                    <a:pt x="17860" y="9184"/>
                  </a:lnTo>
                  <a:cubicBezTo>
                    <a:pt x="18060" y="9184"/>
                    <a:pt x="18160" y="8917"/>
                    <a:pt x="17960" y="8817"/>
                  </a:cubicBezTo>
                  <a:lnTo>
                    <a:pt x="348" y="10"/>
                  </a:lnTo>
                  <a:cubicBezTo>
                    <a:pt x="325" y="4"/>
                    <a:pt x="303" y="1"/>
                    <a:pt x="28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41"/>
            <p:cNvSpPr/>
            <p:nvPr/>
          </p:nvSpPr>
          <p:spPr>
            <a:xfrm>
              <a:off x="3429200" y="4345800"/>
              <a:ext cx="178575" cy="208750"/>
            </a:xfrm>
            <a:custGeom>
              <a:rect b="b" l="l" r="r" t="t"/>
              <a:pathLst>
                <a:path extrusionOk="0" h="8350" w="7143">
                  <a:moveTo>
                    <a:pt x="253" y="1"/>
                  </a:moveTo>
                  <a:cubicBezTo>
                    <a:pt x="117" y="1"/>
                    <a:pt x="1" y="156"/>
                    <a:pt x="104" y="311"/>
                  </a:cubicBezTo>
                  <a:lnTo>
                    <a:pt x="6775" y="8283"/>
                  </a:lnTo>
                  <a:cubicBezTo>
                    <a:pt x="6809" y="8350"/>
                    <a:pt x="6876" y="8350"/>
                    <a:pt x="6942" y="8350"/>
                  </a:cubicBezTo>
                  <a:cubicBezTo>
                    <a:pt x="6976" y="8350"/>
                    <a:pt x="7009" y="8350"/>
                    <a:pt x="7042" y="8317"/>
                  </a:cubicBezTo>
                  <a:cubicBezTo>
                    <a:pt x="7142" y="8250"/>
                    <a:pt x="7142" y="8116"/>
                    <a:pt x="7076" y="8050"/>
                  </a:cubicBezTo>
                  <a:lnTo>
                    <a:pt x="371" y="44"/>
                  </a:lnTo>
                  <a:cubicBezTo>
                    <a:pt x="333" y="14"/>
                    <a:pt x="292" y="1"/>
                    <a:pt x="25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41"/>
            <p:cNvSpPr/>
            <p:nvPr/>
          </p:nvSpPr>
          <p:spPr>
            <a:xfrm>
              <a:off x="3802050" y="4453300"/>
              <a:ext cx="191000" cy="148800"/>
            </a:xfrm>
            <a:custGeom>
              <a:rect b="b" l="l" r="r" t="t"/>
              <a:pathLst>
                <a:path extrusionOk="0" h="5952" w="7640">
                  <a:moveTo>
                    <a:pt x="7438" y="1"/>
                  </a:moveTo>
                  <a:cubicBezTo>
                    <a:pt x="7396" y="1"/>
                    <a:pt x="7351" y="17"/>
                    <a:pt x="7306" y="47"/>
                  </a:cubicBezTo>
                  <a:lnTo>
                    <a:pt x="101" y="5584"/>
                  </a:lnTo>
                  <a:cubicBezTo>
                    <a:pt x="34" y="5651"/>
                    <a:pt x="1" y="5785"/>
                    <a:pt x="67" y="5851"/>
                  </a:cubicBezTo>
                  <a:cubicBezTo>
                    <a:pt x="101" y="5918"/>
                    <a:pt x="167" y="5951"/>
                    <a:pt x="234" y="5951"/>
                  </a:cubicBezTo>
                  <a:cubicBezTo>
                    <a:pt x="267" y="5951"/>
                    <a:pt x="301" y="5918"/>
                    <a:pt x="334" y="5885"/>
                  </a:cubicBezTo>
                  <a:lnTo>
                    <a:pt x="7539" y="347"/>
                  </a:lnTo>
                  <a:cubicBezTo>
                    <a:pt x="7639" y="281"/>
                    <a:pt x="7639" y="147"/>
                    <a:pt x="7573" y="80"/>
                  </a:cubicBezTo>
                  <a:cubicBezTo>
                    <a:pt x="7536" y="25"/>
                    <a:pt x="7489" y="1"/>
                    <a:pt x="743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41"/>
            <p:cNvSpPr/>
            <p:nvPr/>
          </p:nvSpPr>
          <p:spPr>
            <a:xfrm>
              <a:off x="4185650" y="1864275"/>
              <a:ext cx="321100" cy="8375"/>
            </a:xfrm>
            <a:custGeom>
              <a:rect b="b" l="l" r="r" t="t"/>
              <a:pathLst>
                <a:path extrusionOk="0" h="335" w="12844">
                  <a:moveTo>
                    <a:pt x="12643" y="1"/>
                  </a:moveTo>
                  <a:lnTo>
                    <a:pt x="201" y="101"/>
                  </a:lnTo>
                  <a:cubicBezTo>
                    <a:pt x="101" y="101"/>
                    <a:pt x="1" y="134"/>
                    <a:pt x="34" y="201"/>
                  </a:cubicBezTo>
                  <a:cubicBezTo>
                    <a:pt x="34" y="267"/>
                    <a:pt x="101" y="334"/>
                    <a:pt x="201" y="334"/>
                  </a:cubicBezTo>
                  <a:lnTo>
                    <a:pt x="12643" y="234"/>
                  </a:lnTo>
                  <a:cubicBezTo>
                    <a:pt x="12743" y="234"/>
                    <a:pt x="12843" y="201"/>
                    <a:pt x="12843" y="134"/>
                  </a:cubicBezTo>
                  <a:cubicBezTo>
                    <a:pt x="12843" y="67"/>
                    <a:pt x="12743" y="1"/>
                    <a:pt x="1264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41"/>
            <p:cNvSpPr/>
            <p:nvPr/>
          </p:nvSpPr>
          <p:spPr>
            <a:xfrm>
              <a:off x="4715200" y="3815500"/>
              <a:ext cx="13375" cy="352950"/>
            </a:xfrm>
            <a:custGeom>
              <a:rect b="b" l="l" r="r" t="t"/>
              <a:pathLst>
                <a:path extrusionOk="0" h="14118" w="535">
                  <a:moveTo>
                    <a:pt x="239" y="1"/>
                  </a:moveTo>
                  <a:cubicBezTo>
                    <a:pt x="227" y="1"/>
                    <a:pt x="214" y="3"/>
                    <a:pt x="201" y="7"/>
                  </a:cubicBezTo>
                  <a:cubicBezTo>
                    <a:pt x="67" y="7"/>
                    <a:pt x="1" y="74"/>
                    <a:pt x="1" y="174"/>
                  </a:cubicBezTo>
                  <a:lnTo>
                    <a:pt x="167" y="13917"/>
                  </a:lnTo>
                  <a:cubicBezTo>
                    <a:pt x="167" y="14017"/>
                    <a:pt x="234" y="14118"/>
                    <a:pt x="368" y="14118"/>
                  </a:cubicBezTo>
                  <a:cubicBezTo>
                    <a:pt x="468" y="14118"/>
                    <a:pt x="534" y="14017"/>
                    <a:pt x="534" y="13917"/>
                  </a:cubicBezTo>
                  <a:lnTo>
                    <a:pt x="368" y="174"/>
                  </a:lnTo>
                  <a:cubicBezTo>
                    <a:pt x="368" y="88"/>
                    <a:pt x="318" y="1"/>
                    <a:pt x="23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41"/>
            <p:cNvSpPr/>
            <p:nvPr/>
          </p:nvSpPr>
          <p:spPr>
            <a:xfrm>
              <a:off x="5424875" y="2105050"/>
              <a:ext cx="79450" cy="231250"/>
            </a:xfrm>
            <a:custGeom>
              <a:rect b="b" l="l" r="r" t="t"/>
              <a:pathLst>
                <a:path extrusionOk="0" h="9250" w="3178">
                  <a:moveTo>
                    <a:pt x="2922" y="1"/>
                  </a:moveTo>
                  <a:cubicBezTo>
                    <a:pt x="2848" y="1"/>
                    <a:pt x="2782" y="33"/>
                    <a:pt x="2769" y="110"/>
                  </a:cubicBezTo>
                  <a:lnTo>
                    <a:pt x="34" y="9016"/>
                  </a:lnTo>
                  <a:cubicBezTo>
                    <a:pt x="1" y="9116"/>
                    <a:pt x="67" y="9216"/>
                    <a:pt x="167" y="9250"/>
                  </a:cubicBezTo>
                  <a:lnTo>
                    <a:pt x="201" y="9250"/>
                  </a:lnTo>
                  <a:cubicBezTo>
                    <a:pt x="301" y="9250"/>
                    <a:pt x="368" y="9183"/>
                    <a:pt x="401" y="9116"/>
                  </a:cubicBezTo>
                  <a:lnTo>
                    <a:pt x="3136" y="210"/>
                  </a:lnTo>
                  <a:cubicBezTo>
                    <a:pt x="3177" y="86"/>
                    <a:pt x="3040" y="1"/>
                    <a:pt x="292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41"/>
            <p:cNvSpPr/>
            <p:nvPr/>
          </p:nvSpPr>
          <p:spPr>
            <a:xfrm>
              <a:off x="4573425" y="3479950"/>
              <a:ext cx="292750" cy="370775"/>
            </a:xfrm>
            <a:custGeom>
              <a:rect b="b" l="l" r="r" t="t"/>
              <a:pathLst>
                <a:path extrusionOk="0" h="14831" w="11710">
                  <a:moveTo>
                    <a:pt x="8274" y="920"/>
                  </a:moveTo>
                  <a:cubicBezTo>
                    <a:pt x="8674" y="920"/>
                    <a:pt x="9074" y="1021"/>
                    <a:pt x="9441" y="1221"/>
                  </a:cubicBezTo>
                  <a:cubicBezTo>
                    <a:pt x="10308" y="1721"/>
                    <a:pt x="10775" y="2822"/>
                    <a:pt x="10775" y="4290"/>
                  </a:cubicBezTo>
                  <a:cubicBezTo>
                    <a:pt x="10775" y="7559"/>
                    <a:pt x="8474" y="11561"/>
                    <a:pt x="5638" y="13196"/>
                  </a:cubicBezTo>
                  <a:cubicBezTo>
                    <a:pt x="4856" y="13637"/>
                    <a:pt x="4123" y="13861"/>
                    <a:pt x="3473" y="13861"/>
                  </a:cubicBezTo>
                  <a:cubicBezTo>
                    <a:pt x="3042" y="13861"/>
                    <a:pt x="2649" y="13762"/>
                    <a:pt x="2303" y="13563"/>
                  </a:cubicBezTo>
                  <a:cubicBezTo>
                    <a:pt x="1435" y="13063"/>
                    <a:pt x="968" y="11995"/>
                    <a:pt x="968" y="10494"/>
                  </a:cubicBezTo>
                  <a:cubicBezTo>
                    <a:pt x="968" y="7225"/>
                    <a:pt x="3270" y="3222"/>
                    <a:pt x="6105" y="1588"/>
                  </a:cubicBezTo>
                  <a:cubicBezTo>
                    <a:pt x="6739" y="1187"/>
                    <a:pt x="7506" y="954"/>
                    <a:pt x="8274" y="920"/>
                  </a:cubicBezTo>
                  <a:close/>
                  <a:moveTo>
                    <a:pt x="8266" y="1"/>
                  </a:moveTo>
                  <a:cubicBezTo>
                    <a:pt x="7445" y="1"/>
                    <a:pt x="6547" y="265"/>
                    <a:pt x="5638" y="787"/>
                  </a:cubicBezTo>
                  <a:cubicBezTo>
                    <a:pt x="2536" y="2588"/>
                    <a:pt x="1" y="6925"/>
                    <a:pt x="1" y="10527"/>
                  </a:cubicBezTo>
                  <a:cubicBezTo>
                    <a:pt x="1" y="12362"/>
                    <a:pt x="668" y="13730"/>
                    <a:pt x="1836" y="14397"/>
                  </a:cubicBezTo>
                  <a:cubicBezTo>
                    <a:pt x="2336" y="14697"/>
                    <a:pt x="2903" y="14830"/>
                    <a:pt x="3470" y="14830"/>
                  </a:cubicBezTo>
                  <a:cubicBezTo>
                    <a:pt x="4404" y="14797"/>
                    <a:pt x="5305" y="14530"/>
                    <a:pt x="6105" y="14030"/>
                  </a:cubicBezTo>
                  <a:cubicBezTo>
                    <a:pt x="9208" y="12229"/>
                    <a:pt x="11709" y="7859"/>
                    <a:pt x="11709" y="4290"/>
                  </a:cubicBezTo>
                  <a:cubicBezTo>
                    <a:pt x="11709" y="2455"/>
                    <a:pt x="11076" y="1087"/>
                    <a:pt x="9908" y="420"/>
                  </a:cubicBezTo>
                  <a:cubicBezTo>
                    <a:pt x="9417" y="140"/>
                    <a:pt x="8862" y="1"/>
                    <a:pt x="826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41"/>
            <p:cNvSpPr/>
            <p:nvPr/>
          </p:nvSpPr>
          <p:spPr>
            <a:xfrm>
              <a:off x="4640975" y="3562400"/>
              <a:ext cx="158475" cy="204850"/>
            </a:xfrm>
            <a:custGeom>
              <a:rect b="b" l="l" r="r" t="t"/>
              <a:pathLst>
                <a:path extrusionOk="0" h="8194" w="6339">
                  <a:moveTo>
                    <a:pt x="4580" y="0"/>
                  </a:moveTo>
                  <a:cubicBezTo>
                    <a:pt x="4157" y="0"/>
                    <a:pt x="3679" y="137"/>
                    <a:pt x="3170" y="424"/>
                  </a:cubicBezTo>
                  <a:cubicBezTo>
                    <a:pt x="1302" y="1659"/>
                    <a:pt x="101" y="3694"/>
                    <a:pt x="1" y="5928"/>
                  </a:cubicBezTo>
                  <a:cubicBezTo>
                    <a:pt x="1" y="7371"/>
                    <a:pt x="705" y="8193"/>
                    <a:pt x="1745" y="8193"/>
                  </a:cubicBezTo>
                  <a:cubicBezTo>
                    <a:pt x="2172" y="8193"/>
                    <a:pt x="2655" y="8054"/>
                    <a:pt x="3170" y="7763"/>
                  </a:cubicBezTo>
                  <a:cubicBezTo>
                    <a:pt x="5038" y="6529"/>
                    <a:pt x="6205" y="4494"/>
                    <a:pt x="6339" y="2259"/>
                  </a:cubicBezTo>
                  <a:cubicBezTo>
                    <a:pt x="6339" y="834"/>
                    <a:pt x="5628" y="0"/>
                    <a:pt x="458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41"/>
            <p:cNvSpPr/>
            <p:nvPr/>
          </p:nvSpPr>
          <p:spPr>
            <a:xfrm>
              <a:off x="3957175" y="4127075"/>
              <a:ext cx="292725" cy="370775"/>
            </a:xfrm>
            <a:custGeom>
              <a:rect b="b" l="l" r="r" t="t"/>
              <a:pathLst>
                <a:path extrusionOk="0" h="14831" w="11709">
                  <a:moveTo>
                    <a:pt x="8274" y="925"/>
                  </a:moveTo>
                  <a:cubicBezTo>
                    <a:pt x="8703" y="925"/>
                    <a:pt x="9098" y="1023"/>
                    <a:pt x="9440" y="1221"/>
                  </a:cubicBezTo>
                  <a:cubicBezTo>
                    <a:pt x="10307" y="1721"/>
                    <a:pt x="10774" y="2822"/>
                    <a:pt x="10774" y="4290"/>
                  </a:cubicBezTo>
                  <a:cubicBezTo>
                    <a:pt x="10774" y="7559"/>
                    <a:pt x="8473" y="11562"/>
                    <a:pt x="5637" y="13196"/>
                  </a:cubicBezTo>
                  <a:cubicBezTo>
                    <a:pt x="4855" y="13637"/>
                    <a:pt x="4122" y="13861"/>
                    <a:pt x="3472" y="13861"/>
                  </a:cubicBezTo>
                  <a:cubicBezTo>
                    <a:pt x="3041" y="13861"/>
                    <a:pt x="2648" y="13763"/>
                    <a:pt x="2302" y="13563"/>
                  </a:cubicBezTo>
                  <a:cubicBezTo>
                    <a:pt x="1434" y="13096"/>
                    <a:pt x="967" y="11995"/>
                    <a:pt x="967" y="10494"/>
                  </a:cubicBezTo>
                  <a:cubicBezTo>
                    <a:pt x="967" y="7225"/>
                    <a:pt x="3269" y="3256"/>
                    <a:pt x="6104" y="1621"/>
                  </a:cubicBezTo>
                  <a:cubicBezTo>
                    <a:pt x="6872" y="1157"/>
                    <a:pt x="7614" y="925"/>
                    <a:pt x="8274" y="925"/>
                  </a:cubicBezTo>
                  <a:close/>
                  <a:moveTo>
                    <a:pt x="8263" y="1"/>
                  </a:moveTo>
                  <a:cubicBezTo>
                    <a:pt x="7438" y="1"/>
                    <a:pt x="6532" y="265"/>
                    <a:pt x="5604" y="787"/>
                  </a:cubicBezTo>
                  <a:cubicBezTo>
                    <a:pt x="2502" y="2589"/>
                    <a:pt x="0" y="6958"/>
                    <a:pt x="0" y="10528"/>
                  </a:cubicBezTo>
                  <a:cubicBezTo>
                    <a:pt x="0" y="12362"/>
                    <a:pt x="634" y="13730"/>
                    <a:pt x="1835" y="14397"/>
                  </a:cubicBezTo>
                  <a:cubicBezTo>
                    <a:pt x="2302" y="14697"/>
                    <a:pt x="2869" y="14831"/>
                    <a:pt x="3469" y="14831"/>
                  </a:cubicBezTo>
                  <a:cubicBezTo>
                    <a:pt x="4403" y="14797"/>
                    <a:pt x="5304" y="14530"/>
                    <a:pt x="6104" y="14030"/>
                  </a:cubicBezTo>
                  <a:cubicBezTo>
                    <a:pt x="9207" y="12229"/>
                    <a:pt x="11708" y="7892"/>
                    <a:pt x="11708" y="4323"/>
                  </a:cubicBezTo>
                  <a:cubicBezTo>
                    <a:pt x="11708" y="2488"/>
                    <a:pt x="11075" y="1087"/>
                    <a:pt x="9907" y="420"/>
                  </a:cubicBezTo>
                  <a:cubicBezTo>
                    <a:pt x="9416" y="140"/>
                    <a:pt x="8861" y="1"/>
                    <a:pt x="826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41"/>
            <p:cNvSpPr/>
            <p:nvPr/>
          </p:nvSpPr>
          <p:spPr>
            <a:xfrm>
              <a:off x="4023875" y="4209375"/>
              <a:ext cx="159300" cy="205000"/>
            </a:xfrm>
            <a:custGeom>
              <a:rect b="b" l="l" r="r" t="t"/>
              <a:pathLst>
                <a:path extrusionOk="0" h="8200" w="6372">
                  <a:moveTo>
                    <a:pt x="4613" y="1"/>
                  </a:moveTo>
                  <a:cubicBezTo>
                    <a:pt x="4187" y="1"/>
                    <a:pt x="3708" y="139"/>
                    <a:pt x="3203" y="431"/>
                  </a:cubicBezTo>
                  <a:cubicBezTo>
                    <a:pt x="1302" y="1665"/>
                    <a:pt x="134" y="3700"/>
                    <a:pt x="1" y="5935"/>
                  </a:cubicBezTo>
                  <a:cubicBezTo>
                    <a:pt x="1" y="7377"/>
                    <a:pt x="721" y="8199"/>
                    <a:pt x="1771" y="8199"/>
                  </a:cubicBezTo>
                  <a:cubicBezTo>
                    <a:pt x="2202" y="8199"/>
                    <a:pt x="2688" y="8061"/>
                    <a:pt x="3203" y="7769"/>
                  </a:cubicBezTo>
                  <a:cubicBezTo>
                    <a:pt x="5071" y="6535"/>
                    <a:pt x="6238" y="4500"/>
                    <a:pt x="6372" y="2265"/>
                  </a:cubicBezTo>
                  <a:cubicBezTo>
                    <a:pt x="6372" y="823"/>
                    <a:pt x="5651" y="1"/>
                    <a:pt x="461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41"/>
            <p:cNvSpPr/>
            <p:nvPr/>
          </p:nvSpPr>
          <p:spPr>
            <a:xfrm>
              <a:off x="3278350" y="4134700"/>
              <a:ext cx="220175" cy="278100"/>
            </a:xfrm>
            <a:custGeom>
              <a:rect b="b" l="l" r="r" t="t"/>
              <a:pathLst>
                <a:path extrusionOk="0" h="11124" w="8807">
                  <a:moveTo>
                    <a:pt x="6238" y="682"/>
                  </a:moveTo>
                  <a:lnTo>
                    <a:pt x="6238" y="716"/>
                  </a:lnTo>
                  <a:cubicBezTo>
                    <a:pt x="6288" y="710"/>
                    <a:pt x="6338" y="707"/>
                    <a:pt x="6388" y="707"/>
                  </a:cubicBezTo>
                  <a:cubicBezTo>
                    <a:pt x="6637" y="707"/>
                    <a:pt x="6883" y="777"/>
                    <a:pt x="7105" y="916"/>
                  </a:cubicBezTo>
                  <a:cubicBezTo>
                    <a:pt x="7739" y="1283"/>
                    <a:pt x="8106" y="2117"/>
                    <a:pt x="8106" y="3218"/>
                  </a:cubicBezTo>
                  <a:cubicBezTo>
                    <a:pt x="8106" y="5653"/>
                    <a:pt x="6372" y="8655"/>
                    <a:pt x="4237" y="9889"/>
                  </a:cubicBezTo>
                  <a:cubicBezTo>
                    <a:pt x="3662" y="10226"/>
                    <a:pt x="3122" y="10398"/>
                    <a:pt x="2638" y="10398"/>
                  </a:cubicBezTo>
                  <a:cubicBezTo>
                    <a:pt x="2309" y="10398"/>
                    <a:pt x="2005" y="10318"/>
                    <a:pt x="1735" y="10156"/>
                  </a:cubicBezTo>
                  <a:cubicBezTo>
                    <a:pt x="1101" y="9789"/>
                    <a:pt x="734" y="8988"/>
                    <a:pt x="734" y="7854"/>
                  </a:cubicBezTo>
                  <a:cubicBezTo>
                    <a:pt x="734" y="5419"/>
                    <a:pt x="2469" y="2417"/>
                    <a:pt x="4604" y="1183"/>
                  </a:cubicBezTo>
                  <a:cubicBezTo>
                    <a:pt x="5071" y="883"/>
                    <a:pt x="5638" y="716"/>
                    <a:pt x="6238" y="682"/>
                  </a:cubicBezTo>
                  <a:close/>
                  <a:moveTo>
                    <a:pt x="6204" y="0"/>
                  </a:moveTo>
                  <a:cubicBezTo>
                    <a:pt x="5587" y="0"/>
                    <a:pt x="4912" y="196"/>
                    <a:pt x="4237" y="582"/>
                  </a:cubicBezTo>
                  <a:cubicBezTo>
                    <a:pt x="1902" y="1917"/>
                    <a:pt x="0" y="5186"/>
                    <a:pt x="0" y="7888"/>
                  </a:cubicBezTo>
                  <a:cubicBezTo>
                    <a:pt x="0" y="9255"/>
                    <a:pt x="501" y="10289"/>
                    <a:pt x="1368" y="10790"/>
                  </a:cubicBezTo>
                  <a:cubicBezTo>
                    <a:pt x="1768" y="11023"/>
                    <a:pt x="2169" y="11123"/>
                    <a:pt x="2636" y="11123"/>
                  </a:cubicBezTo>
                  <a:cubicBezTo>
                    <a:pt x="3303" y="11090"/>
                    <a:pt x="4003" y="10890"/>
                    <a:pt x="4570" y="10523"/>
                  </a:cubicBezTo>
                  <a:cubicBezTo>
                    <a:pt x="6905" y="9188"/>
                    <a:pt x="8807" y="5919"/>
                    <a:pt x="8807" y="3218"/>
                  </a:cubicBezTo>
                  <a:cubicBezTo>
                    <a:pt x="8807" y="1850"/>
                    <a:pt x="8306" y="816"/>
                    <a:pt x="7439" y="315"/>
                  </a:cubicBezTo>
                  <a:cubicBezTo>
                    <a:pt x="7073" y="105"/>
                    <a:pt x="6654" y="0"/>
                    <a:pt x="620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41"/>
            <p:cNvSpPr/>
            <p:nvPr/>
          </p:nvSpPr>
          <p:spPr>
            <a:xfrm>
              <a:off x="3329225" y="4196800"/>
              <a:ext cx="119275" cy="153425"/>
            </a:xfrm>
            <a:custGeom>
              <a:rect b="b" l="l" r="r" t="t"/>
              <a:pathLst>
                <a:path extrusionOk="0" h="6137" w="4771">
                  <a:moveTo>
                    <a:pt x="3468" y="0"/>
                  </a:moveTo>
                  <a:cubicBezTo>
                    <a:pt x="3147" y="0"/>
                    <a:pt x="2785" y="108"/>
                    <a:pt x="2402" y="333"/>
                  </a:cubicBezTo>
                  <a:cubicBezTo>
                    <a:pt x="967" y="1234"/>
                    <a:pt x="100" y="2768"/>
                    <a:pt x="0" y="4436"/>
                  </a:cubicBezTo>
                  <a:cubicBezTo>
                    <a:pt x="0" y="5519"/>
                    <a:pt x="532" y="6137"/>
                    <a:pt x="1314" y="6137"/>
                  </a:cubicBezTo>
                  <a:cubicBezTo>
                    <a:pt x="1640" y="6137"/>
                    <a:pt x="2009" y="6030"/>
                    <a:pt x="2402" y="5804"/>
                  </a:cubicBezTo>
                  <a:cubicBezTo>
                    <a:pt x="3803" y="4903"/>
                    <a:pt x="4670" y="3369"/>
                    <a:pt x="4770" y="1701"/>
                  </a:cubicBezTo>
                  <a:cubicBezTo>
                    <a:pt x="4770" y="618"/>
                    <a:pt x="4238" y="0"/>
                    <a:pt x="346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41"/>
            <p:cNvSpPr/>
            <p:nvPr/>
          </p:nvSpPr>
          <p:spPr>
            <a:xfrm>
              <a:off x="3658625" y="3716950"/>
              <a:ext cx="225175" cy="285550"/>
            </a:xfrm>
            <a:custGeom>
              <a:rect b="b" l="l" r="r" t="t"/>
              <a:pathLst>
                <a:path extrusionOk="0" h="11422" w="9007">
                  <a:moveTo>
                    <a:pt x="6352" y="731"/>
                  </a:moveTo>
                  <a:cubicBezTo>
                    <a:pt x="6678" y="731"/>
                    <a:pt x="6977" y="803"/>
                    <a:pt x="7239" y="947"/>
                  </a:cubicBezTo>
                  <a:cubicBezTo>
                    <a:pt x="7906" y="1348"/>
                    <a:pt x="8273" y="2182"/>
                    <a:pt x="8273" y="3316"/>
                  </a:cubicBezTo>
                  <a:cubicBezTo>
                    <a:pt x="8273" y="5851"/>
                    <a:pt x="6471" y="8920"/>
                    <a:pt x="4303" y="10154"/>
                  </a:cubicBezTo>
                  <a:cubicBezTo>
                    <a:pt x="3716" y="10498"/>
                    <a:pt x="3141" y="10670"/>
                    <a:pt x="2638" y="10670"/>
                  </a:cubicBezTo>
                  <a:cubicBezTo>
                    <a:pt x="2312" y="10670"/>
                    <a:pt x="2017" y="10598"/>
                    <a:pt x="1768" y="10454"/>
                  </a:cubicBezTo>
                  <a:cubicBezTo>
                    <a:pt x="1101" y="10054"/>
                    <a:pt x="734" y="9220"/>
                    <a:pt x="734" y="8086"/>
                  </a:cubicBezTo>
                  <a:cubicBezTo>
                    <a:pt x="734" y="5584"/>
                    <a:pt x="2502" y="2515"/>
                    <a:pt x="4670" y="1248"/>
                  </a:cubicBezTo>
                  <a:cubicBezTo>
                    <a:pt x="5278" y="903"/>
                    <a:pt x="5848" y="731"/>
                    <a:pt x="6352" y="731"/>
                  </a:cubicBezTo>
                  <a:close/>
                  <a:moveTo>
                    <a:pt x="6358" y="1"/>
                  </a:moveTo>
                  <a:cubicBezTo>
                    <a:pt x="5726" y="1"/>
                    <a:pt x="5037" y="205"/>
                    <a:pt x="4337" y="614"/>
                  </a:cubicBezTo>
                  <a:cubicBezTo>
                    <a:pt x="1935" y="1981"/>
                    <a:pt x="0" y="5350"/>
                    <a:pt x="0" y="8086"/>
                  </a:cubicBezTo>
                  <a:cubicBezTo>
                    <a:pt x="0" y="9487"/>
                    <a:pt x="501" y="10554"/>
                    <a:pt x="1401" y="11088"/>
                  </a:cubicBezTo>
                  <a:cubicBezTo>
                    <a:pt x="1768" y="11288"/>
                    <a:pt x="2202" y="11421"/>
                    <a:pt x="2635" y="11421"/>
                  </a:cubicBezTo>
                  <a:cubicBezTo>
                    <a:pt x="3369" y="11388"/>
                    <a:pt x="4070" y="11188"/>
                    <a:pt x="4670" y="10788"/>
                  </a:cubicBezTo>
                  <a:cubicBezTo>
                    <a:pt x="7072" y="9420"/>
                    <a:pt x="9007" y="6051"/>
                    <a:pt x="9007" y="3316"/>
                  </a:cubicBezTo>
                  <a:cubicBezTo>
                    <a:pt x="9007" y="1915"/>
                    <a:pt x="8506" y="847"/>
                    <a:pt x="7606" y="314"/>
                  </a:cubicBezTo>
                  <a:cubicBezTo>
                    <a:pt x="7230" y="105"/>
                    <a:pt x="6809" y="1"/>
                    <a:pt x="635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41"/>
            <p:cNvSpPr/>
            <p:nvPr/>
          </p:nvSpPr>
          <p:spPr>
            <a:xfrm>
              <a:off x="3710325" y="3780825"/>
              <a:ext cx="121775" cy="157275"/>
            </a:xfrm>
            <a:custGeom>
              <a:rect b="b" l="l" r="r" t="t"/>
              <a:pathLst>
                <a:path extrusionOk="0" h="6291" w="4871">
                  <a:moveTo>
                    <a:pt x="3512" y="1"/>
                  </a:moveTo>
                  <a:cubicBezTo>
                    <a:pt x="3186" y="1"/>
                    <a:pt x="2821" y="106"/>
                    <a:pt x="2435" y="327"/>
                  </a:cubicBezTo>
                  <a:cubicBezTo>
                    <a:pt x="1001" y="1261"/>
                    <a:pt x="67" y="2829"/>
                    <a:pt x="0" y="4563"/>
                  </a:cubicBezTo>
                  <a:cubicBezTo>
                    <a:pt x="0" y="5655"/>
                    <a:pt x="540" y="6291"/>
                    <a:pt x="1344" y="6291"/>
                  </a:cubicBezTo>
                  <a:cubicBezTo>
                    <a:pt x="1671" y="6291"/>
                    <a:pt x="2041" y="6186"/>
                    <a:pt x="2435" y="5964"/>
                  </a:cubicBezTo>
                  <a:cubicBezTo>
                    <a:pt x="3870" y="5030"/>
                    <a:pt x="4770" y="3463"/>
                    <a:pt x="4870" y="1728"/>
                  </a:cubicBezTo>
                  <a:cubicBezTo>
                    <a:pt x="4870" y="637"/>
                    <a:pt x="4314" y="1"/>
                    <a:pt x="351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41"/>
            <p:cNvSpPr/>
            <p:nvPr/>
          </p:nvSpPr>
          <p:spPr>
            <a:xfrm>
              <a:off x="4069750" y="3587475"/>
              <a:ext cx="179325" cy="228225"/>
            </a:xfrm>
            <a:custGeom>
              <a:rect b="b" l="l" r="r" t="t"/>
              <a:pathLst>
                <a:path extrusionOk="0" h="9129" w="7173">
                  <a:moveTo>
                    <a:pt x="5051" y="607"/>
                  </a:moveTo>
                  <a:cubicBezTo>
                    <a:pt x="5315" y="607"/>
                    <a:pt x="5557" y="669"/>
                    <a:pt x="5771" y="789"/>
                  </a:cubicBezTo>
                  <a:cubicBezTo>
                    <a:pt x="6338" y="1089"/>
                    <a:pt x="6605" y="1756"/>
                    <a:pt x="6605" y="2657"/>
                  </a:cubicBezTo>
                  <a:cubicBezTo>
                    <a:pt x="6505" y="4892"/>
                    <a:pt x="5337" y="6894"/>
                    <a:pt x="3469" y="8128"/>
                  </a:cubicBezTo>
                  <a:cubicBezTo>
                    <a:pt x="2990" y="8407"/>
                    <a:pt x="2547" y="8543"/>
                    <a:pt x="2154" y="8543"/>
                  </a:cubicBezTo>
                  <a:cubicBezTo>
                    <a:pt x="1890" y="8543"/>
                    <a:pt x="1649" y="8482"/>
                    <a:pt x="1435" y="8361"/>
                  </a:cubicBezTo>
                  <a:cubicBezTo>
                    <a:pt x="868" y="8061"/>
                    <a:pt x="601" y="7394"/>
                    <a:pt x="601" y="6460"/>
                  </a:cubicBezTo>
                  <a:cubicBezTo>
                    <a:pt x="701" y="4258"/>
                    <a:pt x="1868" y="2224"/>
                    <a:pt x="3736" y="1023"/>
                  </a:cubicBezTo>
                  <a:cubicBezTo>
                    <a:pt x="4215" y="743"/>
                    <a:pt x="4658" y="607"/>
                    <a:pt x="5051" y="607"/>
                  </a:cubicBezTo>
                  <a:close/>
                  <a:moveTo>
                    <a:pt x="5074" y="1"/>
                  </a:moveTo>
                  <a:cubicBezTo>
                    <a:pt x="4576" y="1"/>
                    <a:pt x="4028" y="161"/>
                    <a:pt x="3469" y="489"/>
                  </a:cubicBezTo>
                  <a:cubicBezTo>
                    <a:pt x="1568" y="1590"/>
                    <a:pt x="0" y="4292"/>
                    <a:pt x="0" y="6460"/>
                  </a:cubicBezTo>
                  <a:cubicBezTo>
                    <a:pt x="0" y="7594"/>
                    <a:pt x="401" y="8428"/>
                    <a:pt x="1134" y="8862"/>
                  </a:cubicBezTo>
                  <a:cubicBezTo>
                    <a:pt x="1435" y="9028"/>
                    <a:pt x="1768" y="9128"/>
                    <a:pt x="2135" y="9128"/>
                  </a:cubicBezTo>
                  <a:cubicBezTo>
                    <a:pt x="2702" y="9095"/>
                    <a:pt x="3269" y="8928"/>
                    <a:pt x="3736" y="8628"/>
                  </a:cubicBezTo>
                  <a:cubicBezTo>
                    <a:pt x="5638" y="7527"/>
                    <a:pt x="7172" y="4859"/>
                    <a:pt x="7172" y="2657"/>
                  </a:cubicBezTo>
                  <a:cubicBezTo>
                    <a:pt x="7172" y="1523"/>
                    <a:pt x="6805" y="689"/>
                    <a:pt x="6071" y="255"/>
                  </a:cubicBezTo>
                  <a:cubicBezTo>
                    <a:pt x="5776" y="86"/>
                    <a:pt x="5438" y="1"/>
                    <a:pt x="507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41"/>
            <p:cNvSpPr/>
            <p:nvPr/>
          </p:nvSpPr>
          <p:spPr>
            <a:xfrm>
              <a:off x="4111450" y="363870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806" y="0"/>
                  </a:moveTo>
                  <a:cubicBezTo>
                    <a:pt x="2544" y="0"/>
                    <a:pt x="2248" y="89"/>
                    <a:pt x="1935" y="275"/>
                  </a:cubicBezTo>
                  <a:cubicBezTo>
                    <a:pt x="801" y="1008"/>
                    <a:pt x="67" y="2276"/>
                    <a:pt x="0" y="3644"/>
                  </a:cubicBezTo>
                  <a:cubicBezTo>
                    <a:pt x="0" y="4524"/>
                    <a:pt x="442" y="5031"/>
                    <a:pt x="1083" y="5031"/>
                  </a:cubicBezTo>
                  <a:cubicBezTo>
                    <a:pt x="1340" y="5031"/>
                    <a:pt x="1629" y="4950"/>
                    <a:pt x="1935" y="4778"/>
                  </a:cubicBezTo>
                  <a:cubicBezTo>
                    <a:pt x="3069" y="4011"/>
                    <a:pt x="3803" y="2776"/>
                    <a:pt x="3870" y="1409"/>
                  </a:cubicBezTo>
                  <a:cubicBezTo>
                    <a:pt x="3870" y="513"/>
                    <a:pt x="3436" y="0"/>
                    <a:pt x="280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41"/>
            <p:cNvSpPr/>
            <p:nvPr/>
          </p:nvSpPr>
          <p:spPr>
            <a:xfrm>
              <a:off x="3350900" y="3468700"/>
              <a:ext cx="180150" cy="227750"/>
            </a:xfrm>
            <a:custGeom>
              <a:rect b="b" l="l" r="r" t="t"/>
              <a:pathLst>
                <a:path extrusionOk="0" h="9110" w="7206">
                  <a:moveTo>
                    <a:pt x="5051" y="588"/>
                  </a:moveTo>
                  <a:cubicBezTo>
                    <a:pt x="5315" y="588"/>
                    <a:pt x="5557" y="649"/>
                    <a:pt x="5771" y="770"/>
                  </a:cubicBezTo>
                  <a:cubicBezTo>
                    <a:pt x="6338" y="1070"/>
                    <a:pt x="6605" y="1737"/>
                    <a:pt x="6605" y="2638"/>
                  </a:cubicBezTo>
                  <a:cubicBezTo>
                    <a:pt x="6505" y="4873"/>
                    <a:pt x="5338" y="6908"/>
                    <a:pt x="3470" y="8109"/>
                  </a:cubicBezTo>
                  <a:cubicBezTo>
                    <a:pt x="2987" y="8390"/>
                    <a:pt x="2540" y="8539"/>
                    <a:pt x="2145" y="8539"/>
                  </a:cubicBezTo>
                  <a:cubicBezTo>
                    <a:pt x="1884" y="8539"/>
                    <a:pt x="1646" y="8474"/>
                    <a:pt x="1435" y="8342"/>
                  </a:cubicBezTo>
                  <a:cubicBezTo>
                    <a:pt x="868" y="8042"/>
                    <a:pt x="601" y="7375"/>
                    <a:pt x="601" y="6474"/>
                  </a:cubicBezTo>
                  <a:cubicBezTo>
                    <a:pt x="701" y="4239"/>
                    <a:pt x="1868" y="2204"/>
                    <a:pt x="3736" y="1004"/>
                  </a:cubicBezTo>
                  <a:cubicBezTo>
                    <a:pt x="4215" y="724"/>
                    <a:pt x="4658" y="588"/>
                    <a:pt x="5051" y="588"/>
                  </a:cubicBezTo>
                  <a:close/>
                  <a:moveTo>
                    <a:pt x="5087" y="1"/>
                  </a:moveTo>
                  <a:cubicBezTo>
                    <a:pt x="4586" y="1"/>
                    <a:pt x="4033" y="173"/>
                    <a:pt x="3470" y="503"/>
                  </a:cubicBezTo>
                  <a:cubicBezTo>
                    <a:pt x="1568" y="1604"/>
                    <a:pt x="0" y="4273"/>
                    <a:pt x="0" y="6474"/>
                  </a:cubicBezTo>
                  <a:cubicBezTo>
                    <a:pt x="0" y="7608"/>
                    <a:pt x="401" y="8442"/>
                    <a:pt x="1135" y="8843"/>
                  </a:cubicBezTo>
                  <a:cubicBezTo>
                    <a:pt x="1435" y="9043"/>
                    <a:pt x="1768" y="9109"/>
                    <a:pt x="2135" y="9109"/>
                  </a:cubicBezTo>
                  <a:cubicBezTo>
                    <a:pt x="2702" y="9076"/>
                    <a:pt x="3269" y="8909"/>
                    <a:pt x="3736" y="8609"/>
                  </a:cubicBezTo>
                  <a:cubicBezTo>
                    <a:pt x="5638" y="7542"/>
                    <a:pt x="7206" y="4840"/>
                    <a:pt x="7206" y="2638"/>
                  </a:cubicBezTo>
                  <a:cubicBezTo>
                    <a:pt x="7206" y="1504"/>
                    <a:pt x="6805" y="670"/>
                    <a:pt x="6071" y="270"/>
                  </a:cubicBezTo>
                  <a:cubicBezTo>
                    <a:pt x="5779" y="89"/>
                    <a:pt x="5446" y="1"/>
                    <a:pt x="508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41"/>
            <p:cNvSpPr/>
            <p:nvPr/>
          </p:nvSpPr>
          <p:spPr>
            <a:xfrm>
              <a:off x="3392600" y="351995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787" y="1"/>
                  </a:moveTo>
                  <a:cubicBezTo>
                    <a:pt x="2530" y="1"/>
                    <a:pt x="2241" y="83"/>
                    <a:pt x="1935" y="254"/>
                  </a:cubicBezTo>
                  <a:cubicBezTo>
                    <a:pt x="767" y="1022"/>
                    <a:pt x="67" y="2256"/>
                    <a:pt x="0" y="3624"/>
                  </a:cubicBezTo>
                  <a:cubicBezTo>
                    <a:pt x="0" y="4519"/>
                    <a:pt x="433" y="5032"/>
                    <a:pt x="1064" y="5032"/>
                  </a:cubicBezTo>
                  <a:cubicBezTo>
                    <a:pt x="1326" y="5032"/>
                    <a:pt x="1622" y="4944"/>
                    <a:pt x="1935" y="4758"/>
                  </a:cubicBezTo>
                  <a:cubicBezTo>
                    <a:pt x="3069" y="4024"/>
                    <a:pt x="3803" y="2756"/>
                    <a:pt x="3870" y="1389"/>
                  </a:cubicBezTo>
                  <a:cubicBezTo>
                    <a:pt x="3870" y="508"/>
                    <a:pt x="3428" y="1"/>
                    <a:pt x="278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41"/>
            <p:cNvSpPr/>
            <p:nvPr/>
          </p:nvSpPr>
          <p:spPr>
            <a:xfrm>
              <a:off x="5040425" y="3303925"/>
              <a:ext cx="129925" cy="157350"/>
            </a:xfrm>
            <a:custGeom>
              <a:rect b="b" l="l" r="r" t="t"/>
              <a:pathLst>
                <a:path extrusionOk="0" h="6294" w="5197">
                  <a:moveTo>
                    <a:pt x="3439" y="399"/>
                  </a:moveTo>
                  <a:cubicBezTo>
                    <a:pt x="4144" y="399"/>
                    <a:pt x="4796" y="1042"/>
                    <a:pt x="4604" y="1857"/>
                  </a:cubicBezTo>
                  <a:cubicBezTo>
                    <a:pt x="4504" y="3392"/>
                    <a:pt x="3704" y="4793"/>
                    <a:pt x="2436" y="5626"/>
                  </a:cubicBezTo>
                  <a:cubicBezTo>
                    <a:pt x="2192" y="5852"/>
                    <a:pt x="1908" y="5950"/>
                    <a:pt x="1633" y="5950"/>
                  </a:cubicBezTo>
                  <a:cubicBezTo>
                    <a:pt x="929" y="5950"/>
                    <a:pt x="276" y="5307"/>
                    <a:pt x="468" y="4492"/>
                  </a:cubicBezTo>
                  <a:cubicBezTo>
                    <a:pt x="535" y="2958"/>
                    <a:pt x="1369" y="1557"/>
                    <a:pt x="2636" y="723"/>
                  </a:cubicBezTo>
                  <a:cubicBezTo>
                    <a:pt x="2880" y="498"/>
                    <a:pt x="3164" y="399"/>
                    <a:pt x="3439" y="399"/>
                  </a:cubicBezTo>
                  <a:close/>
                  <a:moveTo>
                    <a:pt x="3462" y="0"/>
                  </a:moveTo>
                  <a:cubicBezTo>
                    <a:pt x="3113" y="0"/>
                    <a:pt x="2752" y="120"/>
                    <a:pt x="2436" y="389"/>
                  </a:cubicBezTo>
                  <a:cubicBezTo>
                    <a:pt x="1035" y="1290"/>
                    <a:pt x="168" y="2824"/>
                    <a:pt x="68" y="4492"/>
                  </a:cubicBezTo>
                  <a:cubicBezTo>
                    <a:pt x="1" y="5126"/>
                    <a:pt x="301" y="5760"/>
                    <a:pt x="835" y="6127"/>
                  </a:cubicBezTo>
                  <a:cubicBezTo>
                    <a:pt x="1035" y="6260"/>
                    <a:pt x="1269" y="6294"/>
                    <a:pt x="1535" y="6294"/>
                  </a:cubicBezTo>
                  <a:cubicBezTo>
                    <a:pt x="1902" y="6294"/>
                    <a:pt x="2303" y="6160"/>
                    <a:pt x="2636" y="5960"/>
                  </a:cubicBezTo>
                  <a:cubicBezTo>
                    <a:pt x="4037" y="5059"/>
                    <a:pt x="4904" y="3525"/>
                    <a:pt x="5005" y="1857"/>
                  </a:cubicBezTo>
                  <a:cubicBezTo>
                    <a:pt x="5197" y="799"/>
                    <a:pt x="4366" y="0"/>
                    <a:pt x="346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41"/>
            <p:cNvSpPr/>
            <p:nvPr/>
          </p:nvSpPr>
          <p:spPr>
            <a:xfrm>
              <a:off x="5070450" y="3340275"/>
              <a:ext cx="67575" cy="86025"/>
            </a:xfrm>
            <a:custGeom>
              <a:rect b="b" l="l" r="r" t="t"/>
              <a:pathLst>
                <a:path extrusionOk="0" h="3441" w="2703">
                  <a:moveTo>
                    <a:pt x="1927" y="1"/>
                  </a:moveTo>
                  <a:cubicBezTo>
                    <a:pt x="1746" y="1"/>
                    <a:pt x="1545" y="55"/>
                    <a:pt x="1335" y="170"/>
                  </a:cubicBezTo>
                  <a:cubicBezTo>
                    <a:pt x="568" y="670"/>
                    <a:pt x="68" y="1537"/>
                    <a:pt x="1" y="2505"/>
                  </a:cubicBezTo>
                  <a:cubicBezTo>
                    <a:pt x="1" y="3100"/>
                    <a:pt x="307" y="3441"/>
                    <a:pt x="750" y="3441"/>
                  </a:cubicBezTo>
                  <a:cubicBezTo>
                    <a:pt x="927" y="3441"/>
                    <a:pt x="1125" y="3386"/>
                    <a:pt x="1335" y="3272"/>
                  </a:cubicBezTo>
                  <a:cubicBezTo>
                    <a:pt x="2136" y="2738"/>
                    <a:pt x="2636" y="1904"/>
                    <a:pt x="2703" y="937"/>
                  </a:cubicBezTo>
                  <a:cubicBezTo>
                    <a:pt x="2703" y="341"/>
                    <a:pt x="2379" y="1"/>
                    <a:pt x="192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41"/>
            <p:cNvSpPr/>
            <p:nvPr/>
          </p:nvSpPr>
          <p:spPr>
            <a:xfrm>
              <a:off x="5323150" y="3266225"/>
              <a:ext cx="130600" cy="157525"/>
            </a:xfrm>
            <a:custGeom>
              <a:rect b="b" l="l" r="r" t="t"/>
              <a:pathLst>
                <a:path extrusionOk="0" h="6301" w="5224">
                  <a:moveTo>
                    <a:pt x="3569" y="430"/>
                  </a:moveTo>
                  <a:cubicBezTo>
                    <a:pt x="3736" y="430"/>
                    <a:pt x="3903" y="496"/>
                    <a:pt x="4036" y="563"/>
                  </a:cubicBezTo>
                  <a:cubicBezTo>
                    <a:pt x="4437" y="863"/>
                    <a:pt x="4670" y="1364"/>
                    <a:pt x="4603" y="1864"/>
                  </a:cubicBezTo>
                  <a:cubicBezTo>
                    <a:pt x="4537" y="3398"/>
                    <a:pt x="3736" y="4799"/>
                    <a:pt x="2435" y="5633"/>
                  </a:cubicBezTo>
                  <a:cubicBezTo>
                    <a:pt x="2193" y="5847"/>
                    <a:pt x="1913" y="5942"/>
                    <a:pt x="1640" y="5942"/>
                  </a:cubicBezTo>
                  <a:cubicBezTo>
                    <a:pt x="932" y="5942"/>
                    <a:pt x="275" y="5308"/>
                    <a:pt x="467" y="4466"/>
                  </a:cubicBezTo>
                  <a:cubicBezTo>
                    <a:pt x="567" y="2965"/>
                    <a:pt x="1368" y="1564"/>
                    <a:pt x="2635" y="730"/>
                  </a:cubicBezTo>
                  <a:cubicBezTo>
                    <a:pt x="2902" y="563"/>
                    <a:pt x="3236" y="463"/>
                    <a:pt x="3569" y="430"/>
                  </a:cubicBezTo>
                  <a:close/>
                  <a:moveTo>
                    <a:pt x="3429" y="1"/>
                  </a:moveTo>
                  <a:cubicBezTo>
                    <a:pt x="3088" y="1"/>
                    <a:pt x="2740" y="112"/>
                    <a:pt x="2435" y="363"/>
                  </a:cubicBezTo>
                  <a:cubicBezTo>
                    <a:pt x="1034" y="1297"/>
                    <a:pt x="167" y="2831"/>
                    <a:pt x="67" y="4499"/>
                  </a:cubicBezTo>
                  <a:cubicBezTo>
                    <a:pt x="0" y="5133"/>
                    <a:pt x="300" y="5767"/>
                    <a:pt x="834" y="6134"/>
                  </a:cubicBezTo>
                  <a:cubicBezTo>
                    <a:pt x="1034" y="6267"/>
                    <a:pt x="1268" y="6301"/>
                    <a:pt x="1534" y="6301"/>
                  </a:cubicBezTo>
                  <a:cubicBezTo>
                    <a:pt x="1901" y="6301"/>
                    <a:pt x="2302" y="6200"/>
                    <a:pt x="2635" y="6000"/>
                  </a:cubicBezTo>
                  <a:cubicBezTo>
                    <a:pt x="4036" y="5066"/>
                    <a:pt x="4937" y="3565"/>
                    <a:pt x="5004" y="1897"/>
                  </a:cubicBezTo>
                  <a:cubicBezTo>
                    <a:pt x="5223" y="824"/>
                    <a:pt x="4355" y="1"/>
                    <a:pt x="342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41"/>
            <p:cNvSpPr/>
            <p:nvPr/>
          </p:nvSpPr>
          <p:spPr>
            <a:xfrm>
              <a:off x="5353150" y="3302400"/>
              <a:ext cx="66750" cy="86350"/>
            </a:xfrm>
            <a:custGeom>
              <a:rect b="b" l="l" r="r" t="t"/>
              <a:pathLst>
                <a:path extrusionOk="0" h="3454" w="2670">
                  <a:moveTo>
                    <a:pt x="1925" y="0"/>
                  </a:moveTo>
                  <a:cubicBezTo>
                    <a:pt x="1747" y="0"/>
                    <a:pt x="1547" y="59"/>
                    <a:pt x="1335" y="184"/>
                  </a:cubicBezTo>
                  <a:cubicBezTo>
                    <a:pt x="535" y="684"/>
                    <a:pt x="34" y="1551"/>
                    <a:pt x="1" y="2485"/>
                  </a:cubicBezTo>
                  <a:cubicBezTo>
                    <a:pt x="1" y="3106"/>
                    <a:pt x="309" y="3454"/>
                    <a:pt x="753" y="3454"/>
                  </a:cubicBezTo>
                  <a:cubicBezTo>
                    <a:pt x="930" y="3454"/>
                    <a:pt x="1127" y="3399"/>
                    <a:pt x="1335" y="3286"/>
                  </a:cubicBezTo>
                  <a:cubicBezTo>
                    <a:pt x="2136" y="2752"/>
                    <a:pt x="2636" y="1885"/>
                    <a:pt x="2669" y="951"/>
                  </a:cubicBezTo>
                  <a:cubicBezTo>
                    <a:pt x="2669" y="357"/>
                    <a:pt x="2365" y="0"/>
                    <a:pt x="192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41"/>
            <p:cNvSpPr/>
            <p:nvPr/>
          </p:nvSpPr>
          <p:spPr>
            <a:xfrm>
              <a:off x="3098225" y="3913675"/>
              <a:ext cx="129950" cy="158050"/>
            </a:xfrm>
            <a:custGeom>
              <a:rect b="b" l="l" r="r" t="t"/>
              <a:pathLst>
                <a:path extrusionOk="0" h="6322" w="5198">
                  <a:moveTo>
                    <a:pt x="3439" y="393"/>
                  </a:moveTo>
                  <a:cubicBezTo>
                    <a:pt x="4143" y="393"/>
                    <a:pt x="4795" y="1036"/>
                    <a:pt x="4603" y="1851"/>
                  </a:cubicBezTo>
                  <a:cubicBezTo>
                    <a:pt x="4537" y="3386"/>
                    <a:pt x="3736" y="4787"/>
                    <a:pt x="2435" y="5621"/>
                  </a:cubicBezTo>
                  <a:cubicBezTo>
                    <a:pt x="2191" y="5846"/>
                    <a:pt x="1908" y="5944"/>
                    <a:pt x="1632" y="5944"/>
                  </a:cubicBezTo>
                  <a:cubicBezTo>
                    <a:pt x="928" y="5944"/>
                    <a:pt x="275" y="5302"/>
                    <a:pt x="467" y="4486"/>
                  </a:cubicBezTo>
                  <a:cubicBezTo>
                    <a:pt x="567" y="2952"/>
                    <a:pt x="1368" y="1551"/>
                    <a:pt x="2635" y="717"/>
                  </a:cubicBezTo>
                  <a:cubicBezTo>
                    <a:pt x="2879" y="492"/>
                    <a:pt x="3163" y="393"/>
                    <a:pt x="3439" y="393"/>
                  </a:cubicBezTo>
                  <a:close/>
                  <a:moveTo>
                    <a:pt x="3448" y="0"/>
                  </a:moveTo>
                  <a:cubicBezTo>
                    <a:pt x="3103" y="0"/>
                    <a:pt x="2747" y="117"/>
                    <a:pt x="2435" y="384"/>
                  </a:cubicBezTo>
                  <a:cubicBezTo>
                    <a:pt x="1034" y="1284"/>
                    <a:pt x="167" y="2819"/>
                    <a:pt x="67" y="4486"/>
                  </a:cubicBezTo>
                  <a:cubicBezTo>
                    <a:pt x="0" y="5120"/>
                    <a:pt x="300" y="5754"/>
                    <a:pt x="834" y="6121"/>
                  </a:cubicBezTo>
                  <a:cubicBezTo>
                    <a:pt x="1034" y="6254"/>
                    <a:pt x="1301" y="6321"/>
                    <a:pt x="1535" y="6321"/>
                  </a:cubicBezTo>
                  <a:cubicBezTo>
                    <a:pt x="1935" y="6288"/>
                    <a:pt x="2302" y="6188"/>
                    <a:pt x="2635" y="5954"/>
                  </a:cubicBezTo>
                  <a:cubicBezTo>
                    <a:pt x="4036" y="5054"/>
                    <a:pt x="4937" y="3519"/>
                    <a:pt x="5004" y="1851"/>
                  </a:cubicBezTo>
                  <a:cubicBezTo>
                    <a:pt x="5197" y="812"/>
                    <a:pt x="4357" y="0"/>
                    <a:pt x="344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41"/>
            <p:cNvSpPr/>
            <p:nvPr/>
          </p:nvSpPr>
          <p:spPr>
            <a:xfrm>
              <a:off x="3128250" y="3949875"/>
              <a:ext cx="67550" cy="86400"/>
            </a:xfrm>
            <a:custGeom>
              <a:rect b="b" l="l" r="r" t="t"/>
              <a:pathLst>
                <a:path extrusionOk="0" h="3456" w="2702">
                  <a:moveTo>
                    <a:pt x="1941" y="1"/>
                  </a:moveTo>
                  <a:cubicBezTo>
                    <a:pt x="1759" y="1"/>
                    <a:pt x="1554" y="55"/>
                    <a:pt x="1334" y="170"/>
                  </a:cubicBezTo>
                  <a:cubicBezTo>
                    <a:pt x="567" y="703"/>
                    <a:pt x="67" y="1537"/>
                    <a:pt x="0" y="2505"/>
                  </a:cubicBezTo>
                  <a:cubicBezTo>
                    <a:pt x="0" y="3098"/>
                    <a:pt x="304" y="3455"/>
                    <a:pt x="744" y="3455"/>
                  </a:cubicBezTo>
                  <a:cubicBezTo>
                    <a:pt x="923" y="3455"/>
                    <a:pt x="1123" y="3397"/>
                    <a:pt x="1334" y="3272"/>
                  </a:cubicBezTo>
                  <a:cubicBezTo>
                    <a:pt x="2135" y="2772"/>
                    <a:pt x="2635" y="1904"/>
                    <a:pt x="2702" y="937"/>
                  </a:cubicBezTo>
                  <a:cubicBezTo>
                    <a:pt x="2702" y="341"/>
                    <a:pt x="2396" y="1"/>
                    <a:pt x="194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41"/>
            <p:cNvSpPr/>
            <p:nvPr/>
          </p:nvSpPr>
          <p:spPr>
            <a:xfrm>
              <a:off x="3918800" y="3267750"/>
              <a:ext cx="129350" cy="157675"/>
            </a:xfrm>
            <a:custGeom>
              <a:rect b="b" l="l" r="r" t="t"/>
              <a:pathLst>
                <a:path extrusionOk="0" h="6307" w="5174">
                  <a:moveTo>
                    <a:pt x="3432" y="406"/>
                  </a:moveTo>
                  <a:cubicBezTo>
                    <a:pt x="4121" y="406"/>
                    <a:pt x="4771" y="1036"/>
                    <a:pt x="4604" y="1870"/>
                  </a:cubicBezTo>
                  <a:cubicBezTo>
                    <a:pt x="4504" y="3371"/>
                    <a:pt x="3703" y="4772"/>
                    <a:pt x="2436" y="5606"/>
                  </a:cubicBezTo>
                  <a:cubicBezTo>
                    <a:pt x="2192" y="5831"/>
                    <a:pt x="1908" y="5929"/>
                    <a:pt x="1632" y="5929"/>
                  </a:cubicBezTo>
                  <a:cubicBezTo>
                    <a:pt x="928" y="5929"/>
                    <a:pt x="276" y="5287"/>
                    <a:pt x="468" y="4472"/>
                  </a:cubicBezTo>
                  <a:cubicBezTo>
                    <a:pt x="534" y="2937"/>
                    <a:pt x="1335" y="1570"/>
                    <a:pt x="2636" y="736"/>
                  </a:cubicBezTo>
                  <a:cubicBezTo>
                    <a:pt x="2874" y="507"/>
                    <a:pt x="3156" y="406"/>
                    <a:pt x="3432" y="406"/>
                  </a:cubicBezTo>
                  <a:close/>
                  <a:moveTo>
                    <a:pt x="3435" y="0"/>
                  </a:moveTo>
                  <a:cubicBezTo>
                    <a:pt x="3095" y="0"/>
                    <a:pt x="2745" y="114"/>
                    <a:pt x="2436" y="369"/>
                  </a:cubicBezTo>
                  <a:cubicBezTo>
                    <a:pt x="1035" y="1303"/>
                    <a:pt x="134" y="2804"/>
                    <a:pt x="67" y="4472"/>
                  </a:cubicBezTo>
                  <a:cubicBezTo>
                    <a:pt x="1" y="5139"/>
                    <a:pt x="267" y="5773"/>
                    <a:pt x="801" y="6139"/>
                  </a:cubicBezTo>
                  <a:cubicBezTo>
                    <a:pt x="1035" y="6240"/>
                    <a:pt x="1268" y="6306"/>
                    <a:pt x="1502" y="6306"/>
                  </a:cubicBezTo>
                  <a:cubicBezTo>
                    <a:pt x="1902" y="6306"/>
                    <a:pt x="2302" y="6173"/>
                    <a:pt x="2636" y="5973"/>
                  </a:cubicBezTo>
                  <a:cubicBezTo>
                    <a:pt x="4037" y="5039"/>
                    <a:pt x="4904" y="3538"/>
                    <a:pt x="5004" y="1870"/>
                  </a:cubicBezTo>
                  <a:cubicBezTo>
                    <a:pt x="5174" y="803"/>
                    <a:pt x="4339" y="0"/>
                    <a:pt x="343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41"/>
            <p:cNvSpPr/>
            <p:nvPr/>
          </p:nvSpPr>
          <p:spPr>
            <a:xfrm>
              <a:off x="3948825" y="330390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39" y="1"/>
                  </a:moveTo>
                  <a:cubicBezTo>
                    <a:pt x="1757" y="1"/>
                    <a:pt x="1552" y="62"/>
                    <a:pt x="1335" y="190"/>
                  </a:cubicBezTo>
                  <a:cubicBezTo>
                    <a:pt x="534" y="691"/>
                    <a:pt x="34" y="1558"/>
                    <a:pt x="0" y="2492"/>
                  </a:cubicBezTo>
                  <a:cubicBezTo>
                    <a:pt x="0" y="3103"/>
                    <a:pt x="298" y="3449"/>
                    <a:pt x="730" y="3449"/>
                  </a:cubicBezTo>
                  <a:cubicBezTo>
                    <a:pt x="912" y="3449"/>
                    <a:pt x="1118" y="3387"/>
                    <a:pt x="1335" y="3259"/>
                  </a:cubicBezTo>
                  <a:cubicBezTo>
                    <a:pt x="2102" y="2759"/>
                    <a:pt x="2602" y="1891"/>
                    <a:pt x="2669" y="957"/>
                  </a:cubicBezTo>
                  <a:cubicBezTo>
                    <a:pt x="2669" y="347"/>
                    <a:pt x="2371" y="1"/>
                    <a:pt x="193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41"/>
            <p:cNvSpPr/>
            <p:nvPr/>
          </p:nvSpPr>
          <p:spPr>
            <a:xfrm>
              <a:off x="4306575" y="2740325"/>
              <a:ext cx="129950" cy="158050"/>
            </a:xfrm>
            <a:custGeom>
              <a:rect b="b" l="l" r="r" t="t"/>
              <a:pathLst>
                <a:path extrusionOk="0" h="6322" w="5198">
                  <a:moveTo>
                    <a:pt x="3537" y="451"/>
                  </a:moveTo>
                  <a:cubicBezTo>
                    <a:pt x="3703" y="451"/>
                    <a:pt x="3903" y="484"/>
                    <a:pt x="4037" y="551"/>
                  </a:cubicBezTo>
                  <a:cubicBezTo>
                    <a:pt x="4437" y="851"/>
                    <a:pt x="4671" y="1351"/>
                    <a:pt x="4604" y="1852"/>
                  </a:cubicBezTo>
                  <a:cubicBezTo>
                    <a:pt x="4504" y="3386"/>
                    <a:pt x="3703" y="4787"/>
                    <a:pt x="2436" y="5621"/>
                  </a:cubicBezTo>
                  <a:cubicBezTo>
                    <a:pt x="2192" y="5846"/>
                    <a:pt x="1908" y="5945"/>
                    <a:pt x="1633" y="5945"/>
                  </a:cubicBezTo>
                  <a:cubicBezTo>
                    <a:pt x="928" y="5945"/>
                    <a:pt x="276" y="5302"/>
                    <a:pt x="468" y="4487"/>
                  </a:cubicBezTo>
                  <a:cubicBezTo>
                    <a:pt x="534" y="2952"/>
                    <a:pt x="1368" y="1551"/>
                    <a:pt x="2636" y="717"/>
                  </a:cubicBezTo>
                  <a:cubicBezTo>
                    <a:pt x="2903" y="551"/>
                    <a:pt x="3236" y="451"/>
                    <a:pt x="3537" y="451"/>
                  </a:cubicBezTo>
                  <a:close/>
                  <a:moveTo>
                    <a:pt x="3449" y="0"/>
                  </a:moveTo>
                  <a:cubicBezTo>
                    <a:pt x="3103" y="0"/>
                    <a:pt x="2748" y="118"/>
                    <a:pt x="2436" y="384"/>
                  </a:cubicBezTo>
                  <a:cubicBezTo>
                    <a:pt x="1035" y="1285"/>
                    <a:pt x="134" y="2819"/>
                    <a:pt x="67" y="4487"/>
                  </a:cubicBezTo>
                  <a:cubicBezTo>
                    <a:pt x="1" y="5121"/>
                    <a:pt x="301" y="5754"/>
                    <a:pt x="835" y="6121"/>
                  </a:cubicBezTo>
                  <a:cubicBezTo>
                    <a:pt x="1035" y="6255"/>
                    <a:pt x="1268" y="6322"/>
                    <a:pt x="1535" y="6322"/>
                  </a:cubicBezTo>
                  <a:cubicBezTo>
                    <a:pt x="1902" y="6288"/>
                    <a:pt x="2302" y="6188"/>
                    <a:pt x="2636" y="5988"/>
                  </a:cubicBezTo>
                  <a:cubicBezTo>
                    <a:pt x="4037" y="5054"/>
                    <a:pt x="4904" y="3520"/>
                    <a:pt x="5004" y="1852"/>
                  </a:cubicBezTo>
                  <a:cubicBezTo>
                    <a:pt x="5198" y="812"/>
                    <a:pt x="4357" y="0"/>
                    <a:pt x="344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41"/>
            <p:cNvSpPr/>
            <p:nvPr/>
          </p:nvSpPr>
          <p:spPr>
            <a:xfrm>
              <a:off x="4335775" y="2776575"/>
              <a:ext cx="67575" cy="86500"/>
            </a:xfrm>
            <a:custGeom>
              <a:rect b="b" l="l" r="r" t="t"/>
              <a:pathLst>
                <a:path extrusionOk="0" h="3460" w="2703">
                  <a:moveTo>
                    <a:pt x="1950" y="0"/>
                  </a:moveTo>
                  <a:cubicBezTo>
                    <a:pt x="1773" y="0"/>
                    <a:pt x="1576" y="55"/>
                    <a:pt x="1368" y="168"/>
                  </a:cubicBezTo>
                  <a:cubicBezTo>
                    <a:pt x="567" y="702"/>
                    <a:pt x="67" y="1569"/>
                    <a:pt x="0" y="2503"/>
                  </a:cubicBezTo>
                  <a:cubicBezTo>
                    <a:pt x="0" y="3114"/>
                    <a:pt x="298" y="3460"/>
                    <a:pt x="742" y="3460"/>
                  </a:cubicBezTo>
                  <a:cubicBezTo>
                    <a:pt x="928" y="3460"/>
                    <a:pt x="1141" y="3399"/>
                    <a:pt x="1368" y="3270"/>
                  </a:cubicBezTo>
                  <a:cubicBezTo>
                    <a:pt x="2135" y="2770"/>
                    <a:pt x="2635" y="1903"/>
                    <a:pt x="2702" y="969"/>
                  </a:cubicBezTo>
                  <a:cubicBezTo>
                    <a:pt x="2702" y="347"/>
                    <a:pt x="2394" y="0"/>
                    <a:pt x="195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41"/>
            <p:cNvSpPr/>
            <p:nvPr/>
          </p:nvSpPr>
          <p:spPr>
            <a:xfrm>
              <a:off x="4505900" y="3239400"/>
              <a:ext cx="129950" cy="157675"/>
            </a:xfrm>
            <a:custGeom>
              <a:rect b="b" l="l" r="r" t="t"/>
              <a:pathLst>
                <a:path extrusionOk="0" h="6307" w="5198">
                  <a:moveTo>
                    <a:pt x="3451" y="406"/>
                  </a:moveTo>
                  <a:cubicBezTo>
                    <a:pt x="4151" y="406"/>
                    <a:pt x="4794" y="1036"/>
                    <a:pt x="4603" y="1870"/>
                  </a:cubicBezTo>
                  <a:cubicBezTo>
                    <a:pt x="4503" y="3371"/>
                    <a:pt x="3703" y="4772"/>
                    <a:pt x="2435" y="5606"/>
                  </a:cubicBezTo>
                  <a:cubicBezTo>
                    <a:pt x="2191" y="5831"/>
                    <a:pt x="1908" y="5929"/>
                    <a:pt x="1632" y="5929"/>
                  </a:cubicBezTo>
                  <a:cubicBezTo>
                    <a:pt x="928" y="5929"/>
                    <a:pt x="275" y="5287"/>
                    <a:pt x="467" y="4471"/>
                  </a:cubicBezTo>
                  <a:cubicBezTo>
                    <a:pt x="534" y="2937"/>
                    <a:pt x="1368" y="1569"/>
                    <a:pt x="2635" y="735"/>
                  </a:cubicBezTo>
                  <a:cubicBezTo>
                    <a:pt x="2883" y="507"/>
                    <a:pt x="3172" y="406"/>
                    <a:pt x="3451" y="406"/>
                  </a:cubicBezTo>
                  <a:close/>
                  <a:moveTo>
                    <a:pt x="3440" y="0"/>
                  </a:moveTo>
                  <a:cubicBezTo>
                    <a:pt x="3097" y="0"/>
                    <a:pt x="2745" y="113"/>
                    <a:pt x="2435" y="369"/>
                  </a:cubicBezTo>
                  <a:cubicBezTo>
                    <a:pt x="1034" y="1303"/>
                    <a:pt x="167" y="2804"/>
                    <a:pt x="67" y="4471"/>
                  </a:cubicBezTo>
                  <a:cubicBezTo>
                    <a:pt x="0" y="5139"/>
                    <a:pt x="300" y="5772"/>
                    <a:pt x="834" y="6139"/>
                  </a:cubicBezTo>
                  <a:cubicBezTo>
                    <a:pt x="1034" y="6239"/>
                    <a:pt x="1268" y="6306"/>
                    <a:pt x="1534" y="6306"/>
                  </a:cubicBezTo>
                  <a:cubicBezTo>
                    <a:pt x="1901" y="6306"/>
                    <a:pt x="2302" y="6173"/>
                    <a:pt x="2635" y="5973"/>
                  </a:cubicBezTo>
                  <a:cubicBezTo>
                    <a:pt x="4036" y="5072"/>
                    <a:pt x="4904" y="3537"/>
                    <a:pt x="5004" y="1870"/>
                  </a:cubicBezTo>
                  <a:cubicBezTo>
                    <a:pt x="5198" y="803"/>
                    <a:pt x="4352" y="0"/>
                    <a:pt x="344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41"/>
            <p:cNvSpPr/>
            <p:nvPr/>
          </p:nvSpPr>
          <p:spPr>
            <a:xfrm>
              <a:off x="4535900" y="3275550"/>
              <a:ext cx="66750" cy="86525"/>
            </a:xfrm>
            <a:custGeom>
              <a:rect b="b" l="l" r="r" t="t"/>
              <a:pathLst>
                <a:path extrusionOk="0" h="3461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0"/>
                    <a:pt x="34" y="1558"/>
                    <a:pt x="1" y="2492"/>
                  </a:cubicBezTo>
                  <a:cubicBezTo>
                    <a:pt x="1" y="3113"/>
                    <a:pt x="309" y="3460"/>
                    <a:pt x="753" y="3460"/>
                  </a:cubicBezTo>
                  <a:cubicBezTo>
                    <a:pt x="930" y="3460"/>
                    <a:pt x="1127" y="3406"/>
                    <a:pt x="1335" y="3292"/>
                  </a:cubicBezTo>
                  <a:cubicBezTo>
                    <a:pt x="2136" y="2759"/>
                    <a:pt x="2636" y="1891"/>
                    <a:pt x="2669" y="957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41"/>
            <p:cNvSpPr/>
            <p:nvPr/>
          </p:nvSpPr>
          <p:spPr>
            <a:xfrm>
              <a:off x="4541750" y="2454950"/>
              <a:ext cx="175150" cy="222425"/>
            </a:xfrm>
            <a:custGeom>
              <a:rect b="b" l="l" r="r" t="t"/>
              <a:pathLst>
                <a:path extrusionOk="0" h="8897" w="7006">
                  <a:moveTo>
                    <a:pt x="4937" y="558"/>
                  </a:moveTo>
                  <a:cubicBezTo>
                    <a:pt x="5204" y="558"/>
                    <a:pt x="5438" y="624"/>
                    <a:pt x="5671" y="758"/>
                  </a:cubicBezTo>
                  <a:cubicBezTo>
                    <a:pt x="6171" y="1058"/>
                    <a:pt x="6472" y="1692"/>
                    <a:pt x="6472" y="2592"/>
                  </a:cubicBezTo>
                  <a:cubicBezTo>
                    <a:pt x="6338" y="4761"/>
                    <a:pt x="5204" y="6729"/>
                    <a:pt x="3369" y="7929"/>
                  </a:cubicBezTo>
                  <a:cubicBezTo>
                    <a:pt x="2900" y="8195"/>
                    <a:pt x="2455" y="8336"/>
                    <a:pt x="2058" y="8336"/>
                  </a:cubicBezTo>
                  <a:cubicBezTo>
                    <a:pt x="1807" y="8336"/>
                    <a:pt x="1575" y="8279"/>
                    <a:pt x="1368" y="8163"/>
                  </a:cubicBezTo>
                  <a:cubicBezTo>
                    <a:pt x="868" y="7863"/>
                    <a:pt x="567" y="7196"/>
                    <a:pt x="567" y="6328"/>
                  </a:cubicBezTo>
                  <a:cubicBezTo>
                    <a:pt x="701" y="4127"/>
                    <a:pt x="1835" y="2159"/>
                    <a:pt x="3670" y="991"/>
                  </a:cubicBezTo>
                  <a:cubicBezTo>
                    <a:pt x="4037" y="724"/>
                    <a:pt x="4504" y="591"/>
                    <a:pt x="4937" y="558"/>
                  </a:cubicBezTo>
                  <a:close/>
                  <a:moveTo>
                    <a:pt x="4927" y="0"/>
                  </a:moveTo>
                  <a:cubicBezTo>
                    <a:pt x="4437" y="0"/>
                    <a:pt x="3903" y="152"/>
                    <a:pt x="3369" y="457"/>
                  </a:cubicBezTo>
                  <a:cubicBezTo>
                    <a:pt x="1501" y="1558"/>
                    <a:pt x="0" y="4160"/>
                    <a:pt x="0" y="6295"/>
                  </a:cubicBezTo>
                  <a:cubicBezTo>
                    <a:pt x="0" y="7396"/>
                    <a:pt x="401" y="8230"/>
                    <a:pt x="1101" y="8630"/>
                  </a:cubicBezTo>
                  <a:cubicBezTo>
                    <a:pt x="1401" y="8797"/>
                    <a:pt x="1735" y="8897"/>
                    <a:pt x="2069" y="8897"/>
                  </a:cubicBezTo>
                  <a:cubicBezTo>
                    <a:pt x="2636" y="8863"/>
                    <a:pt x="3169" y="8697"/>
                    <a:pt x="3670" y="8430"/>
                  </a:cubicBezTo>
                  <a:cubicBezTo>
                    <a:pt x="5504" y="7329"/>
                    <a:pt x="7005" y="4727"/>
                    <a:pt x="7005" y="2592"/>
                  </a:cubicBezTo>
                  <a:cubicBezTo>
                    <a:pt x="7005" y="1492"/>
                    <a:pt x="6638" y="658"/>
                    <a:pt x="5938" y="257"/>
                  </a:cubicBezTo>
                  <a:cubicBezTo>
                    <a:pt x="5638" y="86"/>
                    <a:pt x="5295" y="0"/>
                    <a:pt x="492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41"/>
            <p:cNvSpPr/>
            <p:nvPr/>
          </p:nvSpPr>
          <p:spPr>
            <a:xfrm>
              <a:off x="4577600" y="2504850"/>
              <a:ext cx="104275" cy="123200"/>
            </a:xfrm>
            <a:custGeom>
              <a:rect b="b" l="l" r="r" t="t"/>
              <a:pathLst>
                <a:path extrusionOk="0" h="4928" w="4171">
                  <a:moveTo>
                    <a:pt x="2930" y="1"/>
                  </a:moveTo>
                  <a:cubicBezTo>
                    <a:pt x="2206" y="1"/>
                    <a:pt x="1321" y="657"/>
                    <a:pt x="735" y="1697"/>
                  </a:cubicBezTo>
                  <a:cubicBezTo>
                    <a:pt x="1" y="2965"/>
                    <a:pt x="1" y="4366"/>
                    <a:pt x="735" y="4799"/>
                  </a:cubicBezTo>
                  <a:cubicBezTo>
                    <a:pt x="882" y="4886"/>
                    <a:pt x="1048" y="4928"/>
                    <a:pt x="1225" y="4928"/>
                  </a:cubicBezTo>
                  <a:cubicBezTo>
                    <a:pt x="1933" y="4928"/>
                    <a:pt x="2823" y="4271"/>
                    <a:pt x="3437" y="3232"/>
                  </a:cubicBezTo>
                  <a:cubicBezTo>
                    <a:pt x="4170" y="1964"/>
                    <a:pt x="4170" y="563"/>
                    <a:pt x="3437" y="129"/>
                  </a:cubicBezTo>
                  <a:cubicBezTo>
                    <a:pt x="3283" y="42"/>
                    <a:pt x="3111" y="1"/>
                    <a:pt x="293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41"/>
            <p:cNvSpPr/>
            <p:nvPr/>
          </p:nvSpPr>
          <p:spPr>
            <a:xfrm>
              <a:off x="4779425" y="2918650"/>
              <a:ext cx="207875" cy="577650"/>
            </a:xfrm>
            <a:custGeom>
              <a:rect b="b" l="l" r="r" t="t"/>
              <a:pathLst>
                <a:path extrusionOk="0" h="23106" w="8315">
                  <a:moveTo>
                    <a:pt x="8064" y="0"/>
                  </a:moveTo>
                  <a:cubicBezTo>
                    <a:pt x="7995" y="0"/>
                    <a:pt x="7930" y="37"/>
                    <a:pt x="7906" y="123"/>
                  </a:cubicBezTo>
                  <a:lnTo>
                    <a:pt x="34" y="22872"/>
                  </a:lnTo>
                  <a:cubicBezTo>
                    <a:pt x="0" y="22972"/>
                    <a:pt x="34" y="23072"/>
                    <a:pt x="134" y="23106"/>
                  </a:cubicBezTo>
                  <a:lnTo>
                    <a:pt x="200" y="23106"/>
                  </a:lnTo>
                  <a:cubicBezTo>
                    <a:pt x="267" y="23106"/>
                    <a:pt x="367" y="23039"/>
                    <a:pt x="400" y="22972"/>
                  </a:cubicBezTo>
                  <a:lnTo>
                    <a:pt x="8273" y="256"/>
                  </a:lnTo>
                  <a:cubicBezTo>
                    <a:pt x="8315" y="108"/>
                    <a:pt x="8184" y="0"/>
                    <a:pt x="806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41"/>
            <p:cNvSpPr/>
            <p:nvPr/>
          </p:nvSpPr>
          <p:spPr>
            <a:xfrm>
              <a:off x="4576325" y="3370650"/>
              <a:ext cx="92200" cy="191525"/>
            </a:xfrm>
            <a:custGeom>
              <a:rect b="b" l="l" r="r" t="t"/>
              <a:pathLst>
                <a:path extrusionOk="0" h="7661" w="3688">
                  <a:moveTo>
                    <a:pt x="238" y="0"/>
                  </a:moveTo>
                  <a:cubicBezTo>
                    <a:pt x="117" y="0"/>
                    <a:pt x="1" y="108"/>
                    <a:pt x="85" y="256"/>
                  </a:cubicBezTo>
                  <a:lnTo>
                    <a:pt x="3287" y="7561"/>
                  </a:lnTo>
                  <a:cubicBezTo>
                    <a:pt x="3321" y="7627"/>
                    <a:pt x="3387" y="7661"/>
                    <a:pt x="3454" y="7661"/>
                  </a:cubicBezTo>
                  <a:lnTo>
                    <a:pt x="3554" y="7661"/>
                  </a:lnTo>
                  <a:cubicBezTo>
                    <a:pt x="3654" y="7594"/>
                    <a:pt x="3688" y="7494"/>
                    <a:pt x="3654" y="7394"/>
                  </a:cubicBezTo>
                  <a:lnTo>
                    <a:pt x="419" y="122"/>
                  </a:lnTo>
                  <a:cubicBezTo>
                    <a:pt x="382" y="36"/>
                    <a:pt x="309" y="0"/>
                    <a:pt x="23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41"/>
            <p:cNvSpPr/>
            <p:nvPr/>
          </p:nvSpPr>
          <p:spPr>
            <a:xfrm>
              <a:off x="4849475" y="3411650"/>
              <a:ext cx="204300" cy="180550"/>
            </a:xfrm>
            <a:custGeom>
              <a:rect b="b" l="l" r="r" t="t"/>
              <a:pathLst>
                <a:path extrusionOk="0" h="7222" w="8172">
                  <a:moveTo>
                    <a:pt x="7872" y="1"/>
                  </a:moveTo>
                  <a:cubicBezTo>
                    <a:pt x="7835" y="1"/>
                    <a:pt x="7800" y="15"/>
                    <a:pt x="7772" y="50"/>
                  </a:cubicBezTo>
                  <a:lnTo>
                    <a:pt x="67" y="6888"/>
                  </a:lnTo>
                  <a:cubicBezTo>
                    <a:pt x="0" y="6955"/>
                    <a:pt x="0" y="7088"/>
                    <a:pt x="67" y="7155"/>
                  </a:cubicBezTo>
                  <a:cubicBezTo>
                    <a:pt x="100" y="7188"/>
                    <a:pt x="134" y="7222"/>
                    <a:pt x="200" y="7222"/>
                  </a:cubicBezTo>
                  <a:cubicBezTo>
                    <a:pt x="234" y="7222"/>
                    <a:pt x="267" y="7188"/>
                    <a:pt x="300" y="7155"/>
                  </a:cubicBezTo>
                  <a:lnTo>
                    <a:pt x="8039" y="317"/>
                  </a:lnTo>
                  <a:cubicBezTo>
                    <a:pt x="8171" y="211"/>
                    <a:pt x="8010" y="1"/>
                    <a:pt x="787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41"/>
            <p:cNvSpPr/>
            <p:nvPr/>
          </p:nvSpPr>
          <p:spPr>
            <a:xfrm>
              <a:off x="5156350" y="3345325"/>
              <a:ext cx="181000" cy="16725"/>
            </a:xfrm>
            <a:custGeom>
              <a:rect b="b" l="l" r="r" t="t"/>
              <a:pathLst>
                <a:path extrusionOk="0" h="669" w="7240">
                  <a:moveTo>
                    <a:pt x="201" y="1"/>
                  </a:moveTo>
                  <a:cubicBezTo>
                    <a:pt x="67" y="1"/>
                    <a:pt x="1" y="101"/>
                    <a:pt x="1" y="201"/>
                  </a:cubicBezTo>
                  <a:cubicBezTo>
                    <a:pt x="1" y="301"/>
                    <a:pt x="67" y="368"/>
                    <a:pt x="167" y="401"/>
                  </a:cubicBezTo>
                  <a:lnTo>
                    <a:pt x="7039" y="668"/>
                  </a:lnTo>
                  <a:cubicBezTo>
                    <a:pt x="7139" y="668"/>
                    <a:pt x="7239" y="568"/>
                    <a:pt x="7239" y="468"/>
                  </a:cubicBezTo>
                  <a:cubicBezTo>
                    <a:pt x="7239" y="368"/>
                    <a:pt x="7172" y="268"/>
                    <a:pt x="7039" y="268"/>
                  </a:cubicBezTo>
                  <a:lnTo>
                    <a:pt x="20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41"/>
            <p:cNvSpPr/>
            <p:nvPr/>
          </p:nvSpPr>
          <p:spPr>
            <a:xfrm>
              <a:off x="4577600" y="2654850"/>
              <a:ext cx="57575" cy="597950"/>
            </a:xfrm>
            <a:custGeom>
              <a:rect b="b" l="l" r="r" t="t"/>
              <a:pathLst>
                <a:path extrusionOk="0" h="23918" w="2303">
                  <a:moveTo>
                    <a:pt x="2102" y="0"/>
                  </a:moveTo>
                  <a:cubicBezTo>
                    <a:pt x="2002" y="0"/>
                    <a:pt x="1902" y="67"/>
                    <a:pt x="1902" y="167"/>
                  </a:cubicBezTo>
                  <a:lnTo>
                    <a:pt x="1" y="23684"/>
                  </a:lnTo>
                  <a:cubicBezTo>
                    <a:pt x="1" y="23817"/>
                    <a:pt x="67" y="23884"/>
                    <a:pt x="168" y="23917"/>
                  </a:cubicBezTo>
                  <a:cubicBezTo>
                    <a:pt x="268" y="23917"/>
                    <a:pt x="368" y="23817"/>
                    <a:pt x="368" y="23717"/>
                  </a:cubicBezTo>
                  <a:lnTo>
                    <a:pt x="2302" y="200"/>
                  </a:lnTo>
                  <a:cubicBezTo>
                    <a:pt x="2302" y="100"/>
                    <a:pt x="2202" y="0"/>
                    <a:pt x="210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41"/>
            <p:cNvSpPr/>
            <p:nvPr/>
          </p:nvSpPr>
          <p:spPr>
            <a:xfrm>
              <a:off x="4025550" y="2880125"/>
              <a:ext cx="304575" cy="410200"/>
            </a:xfrm>
            <a:custGeom>
              <a:rect b="b" l="l" r="r" t="t"/>
              <a:pathLst>
                <a:path extrusionOk="0" h="16408" w="12183">
                  <a:moveTo>
                    <a:pt x="11918" y="0"/>
                  </a:moveTo>
                  <a:cubicBezTo>
                    <a:pt x="11869" y="0"/>
                    <a:pt x="11819" y="19"/>
                    <a:pt x="11775" y="62"/>
                  </a:cubicBezTo>
                  <a:lnTo>
                    <a:pt x="67" y="16107"/>
                  </a:lnTo>
                  <a:cubicBezTo>
                    <a:pt x="0" y="16174"/>
                    <a:pt x="0" y="16307"/>
                    <a:pt x="100" y="16374"/>
                  </a:cubicBezTo>
                  <a:cubicBezTo>
                    <a:pt x="134" y="16374"/>
                    <a:pt x="167" y="16407"/>
                    <a:pt x="200" y="16407"/>
                  </a:cubicBezTo>
                  <a:cubicBezTo>
                    <a:pt x="267" y="16407"/>
                    <a:pt x="334" y="16374"/>
                    <a:pt x="367" y="16341"/>
                  </a:cubicBezTo>
                  <a:lnTo>
                    <a:pt x="12109" y="296"/>
                  </a:lnTo>
                  <a:cubicBezTo>
                    <a:pt x="12183" y="148"/>
                    <a:pt x="12057" y="0"/>
                    <a:pt x="1191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41"/>
            <p:cNvSpPr/>
            <p:nvPr/>
          </p:nvSpPr>
          <p:spPr>
            <a:xfrm>
              <a:off x="3998175" y="3394125"/>
              <a:ext cx="132475" cy="245150"/>
            </a:xfrm>
            <a:custGeom>
              <a:rect b="b" l="l" r="r" t="t"/>
              <a:pathLst>
                <a:path extrusionOk="0" h="9806" w="5299">
                  <a:moveTo>
                    <a:pt x="291" y="1"/>
                  </a:moveTo>
                  <a:cubicBezTo>
                    <a:pt x="156" y="1"/>
                    <a:pt x="0" y="142"/>
                    <a:pt x="95" y="284"/>
                  </a:cubicBezTo>
                  <a:lnTo>
                    <a:pt x="4931" y="9691"/>
                  </a:lnTo>
                  <a:cubicBezTo>
                    <a:pt x="4959" y="9745"/>
                    <a:pt x="5008" y="9800"/>
                    <a:pt x="5062" y="9800"/>
                  </a:cubicBezTo>
                  <a:cubicBezTo>
                    <a:pt x="5074" y="9800"/>
                    <a:pt x="5086" y="9797"/>
                    <a:pt x="5098" y="9791"/>
                  </a:cubicBezTo>
                  <a:cubicBezTo>
                    <a:pt x="5109" y="9802"/>
                    <a:pt x="5120" y="9806"/>
                    <a:pt x="5132" y="9806"/>
                  </a:cubicBezTo>
                  <a:cubicBezTo>
                    <a:pt x="5154" y="9806"/>
                    <a:pt x="5176" y="9791"/>
                    <a:pt x="5198" y="9791"/>
                  </a:cubicBezTo>
                  <a:cubicBezTo>
                    <a:pt x="5265" y="9724"/>
                    <a:pt x="5298" y="9624"/>
                    <a:pt x="5265" y="9524"/>
                  </a:cubicBezTo>
                  <a:lnTo>
                    <a:pt x="428" y="84"/>
                  </a:lnTo>
                  <a:cubicBezTo>
                    <a:pt x="399" y="25"/>
                    <a:pt x="347" y="1"/>
                    <a:pt x="29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41"/>
            <p:cNvSpPr/>
            <p:nvPr/>
          </p:nvSpPr>
          <p:spPr>
            <a:xfrm>
              <a:off x="4196500" y="3799750"/>
              <a:ext cx="409700" cy="355350"/>
            </a:xfrm>
            <a:custGeom>
              <a:rect b="b" l="l" r="r" t="t"/>
              <a:pathLst>
                <a:path extrusionOk="0" h="14214" w="16388">
                  <a:moveTo>
                    <a:pt x="16123" y="1"/>
                  </a:moveTo>
                  <a:cubicBezTo>
                    <a:pt x="16088" y="1"/>
                    <a:pt x="16050" y="12"/>
                    <a:pt x="16012" y="37"/>
                  </a:cubicBezTo>
                  <a:lnTo>
                    <a:pt x="134" y="13880"/>
                  </a:lnTo>
                  <a:cubicBezTo>
                    <a:pt x="1" y="13980"/>
                    <a:pt x="67" y="14214"/>
                    <a:pt x="267" y="14214"/>
                  </a:cubicBezTo>
                  <a:cubicBezTo>
                    <a:pt x="301" y="14214"/>
                    <a:pt x="334" y="14180"/>
                    <a:pt x="367" y="14180"/>
                  </a:cubicBezTo>
                  <a:lnTo>
                    <a:pt x="16279" y="337"/>
                  </a:lnTo>
                  <a:cubicBezTo>
                    <a:pt x="16387" y="202"/>
                    <a:pt x="16276" y="1"/>
                    <a:pt x="1612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41"/>
            <p:cNvSpPr/>
            <p:nvPr/>
          </p:nvSpPr>
          <p:spPr>
            <a:xfrm>
              <a:off x="4098100" y="3792100"/>
              <a:ext cx="66725" cy="369675"/>
            </a:xfrm>
            <a:custGeom>
              <a:rect b="b" l="l" r="r" t="t"/>
              <a:pathLst>
                <a:path extrusionOk="0" h="14787" w="2669">
                  <a:moveTo>
                    <a:pt x="2451" y="1"/>
                  </a:moveTo>
                  <a:cubicBezTo>
                    <a:pt x="2370" y="1"/>
                    <a:pt x="2296" y="66"/>
                    <a:pt x="2269" y="176"/>
                  </a:cubicBezTo>
                  <a:lnTo>
                    <a:pt x="34" y="14553"/>
                  </a:lnTo>
                  <a:cubicBezTo>
                    <a:pt x="0" y="14653"/>
                    <a:pt x="67" y="14753"/>
                    <a:pt x="201" y="14787"/>
                  </a:cubicBezTo>
                  <a:lnTo>
                    <a:pt x="234" y="14787"/>
                  </a:lnTo>
                  <a:cubicBezTo>
                    <a:pt x="301" y="14787"/>
                    <a:pt x="401" y="14720"/>
                    <a:pt x="401" y="14620"/>
                  </a:cubicBezTo>
                  <a:lnTo>
                    <a:pt x="2669" y="210"/>
                  </a:lnTo>
                  <a:cubicBezTo>
                    <a:pt x="2669" y="110"/>
                    <a:pt x="2602" y="9"/>
                    <a:pt x="2502" y="9"/>
                  </a:cubicBezTo>
                  <a:cubicBezTo>
                    <a:pt x="2485" y="4"/>
                    <a:pt x="2468" y="1"/>
                    <a:pt x="245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41"/>
            <p:cNvSpPr/>
            <p:nvPr/>
          </p:nvSpPr>
          <p:spPr>
            <a:xfrm>
              <a:off x="3803225" y="3943275"/>
              <a:ext cx="257375" cy="256875"/>
            </a:xfrm>
            <a:custGeom>
              <a:rect b="b" l="l" r="r" t="t"/>
              <a:pathLst>
                <a:path extrusionOk="0" h="10275" w="10295">
                  <a:moveTo>
                    <a:pt x="303" y="0"/>
                  </a:moveTo>
                  <a:cubicBezTo>
                    <a:pt x="160" y="0"/>
                    <a:pt x="1" y="206"/>
                    <a:pt x="154" y="334"/>
                  </a:cubicBezTo>
                  <a:lnTo>
                    <a:pt x="9927" y="10241"/>
                  </a:lnTo>
                  <a:cubicBezTo>
                    <a:pt x="9961" y="10274"/>
                    <a:pt x="10027" y="10274"/>
                    <a:pt x="10061" y="10274"/>
                  </a:cubicBezTo>
                  <a:cubicBezTo>
                    <a:pt x="10128" y="10274"/>
                    <a:pt x="10194" y="10274"/>
                    <a:pt x="10228" y="10241"/>
                  </a:cubicBezTo>
                  <a:cubicBezTo>
                    <a:pt x="10294" y="10141"/>
                    <a:pt x="10294" y="10041"/>
                    <a:pt x="10228" y="9974"/>
                  </a:cubicBezTo>
                  <a:lnTo>
                    <a:pt x="421" y="67"/>
                  </a:lnTo>
                  <a:cubicBezTo>
                    <a:pt x="389" y="20"/>
                    <a:pt x="347" y="0"/>
                    <a:pt x="30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41"/>
            <p:cNvSpPr/>
            <p:nvPr/>
          </p:nvSpPr>
          <p:spPr>
            <a:xfrm>
              <a:off x="3512675" y="4239300"/>
              <a:ext cx="472025" cy="89275"/>
            </a:xfrm>
            <a:custGeom>
              <a:rect b="b" l="l" r="r" t="t"/>
              <a:pathLst>
                <a:path extrusionOk="0" h="3571" w="18881">
                  <a:moveTo>
                    <a:pt x="234" y="1"/>
                  </a:moveTo>
                  <a:cubicBezTo>
                    <a:pt x="134" y="1"/>
                    <a:pt x="34" y="68"/>
                    <a:pt x="1" y="168"/>
                  </a:cubicBezTo>
                  <a:cubicBezTo>
                    <a:pt x="1" y="268"/>
                    <a:pt x="67" y="368"/>
                    <a:pt x="167" y="401"/>
                  </a:cubicBezTo>
                  <a:lnTo>
                    <a:pt x="18647" y="3570"/>
                  </a:lnTo>
                  <a:lnTo>
                    <a:pt x="18681" y="3570"/>
                  </a:lnTo>
                  <a:cubicBezTo>
                    <a:pt x="18781" y="3570"/>
                    <a:pt x="18847" y="3503"/>
                    <a:pt x="18881" y="3403"/>
                  </a:cubicBezTo>
                  <a:cubicBezTo>
                    <a:pt x="18881" y="3303"/>
                    <a:pt x="18814" y="3203"/>
                    <a:pt x="18714" y="3203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41"/>
            <p:cNvSpPr/>
            <p:nvPr/>
          </p:nvSpPr>
          <p:spPr>
            <a:xfrm>
              <a:off x="3392600" y="3677250"/>
              <a:ext cx="45050" cy="480350"/>
            </a:xfrm>
            <a:custGeom>
              <a:rect b="b" l="l" r="r" t="t"/>
              <a:pathLst>
                <a:path extrusionOk="0" h="19214" w="1802">
                  <a:moveTo>
                    <a:pt x="1635" y="0"/>
                  </a:moveTo>
                  <a:cubicBezTo>
                    <a:pt x="1535" y="0"/>
                    <a:pt x="1435" y="67"/>
                    <a:pt x="1435" y="200"/>
                  </a:cubicBezTo>
                  <a:lnTo>
                    <a:pt x="34" y="19014"/>
                  </a:lnTo>
                  <a:cubicBezTo>
                    <a:pt x="0" y="19114"/>
                    <a:pt x="100" y="19214"/>
                    <a:pt x="200" y="19214"/>
                  </a:cubicBezTo>
                  <a:cubicBezTo>
                    <a:pt x="300" y="19214"/>
                    <a:pt x="401" y="19147"/>
                    <a:pt x="401" y="19047"/>
                  </a:cubicBezTo>
                  <a:lnTo>
                    <a:pt x="1802" y="200"/>
                  </a:lnTo>
                  <a:cubicBezTo>
                    <a:pt x="1802" y="100"/>
                    <a:pt x="1735" y="34"/>
                    <a:pt x="163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41"/>
            <p:cNvSpPr/>
            <p:nvPr/>
          </p:nvSpPr>
          <p:spPr>
            <a:xfrm>
              <a:off x="3176600" y="4037925"/>
              <a:ext cx="161825" cy="176400"/>
            </a:xfrm>
            <a:custGeom>
              <a:rect b="b" l="l" r="r" t="t"/>
              <a:pathLst>
                <a:path extrusionOk="0" h="7056" w="6473">
                  <a:moveTo>
                    <a:pt x="201" y="0"/>
                  </a:moveTo>
                  <a:cubicBezTo>
                    <a:pt x="151" y="0"/>
                    <a:pt x="101" y="17"/>
                    <a:pt x="67" y="50"/>
                  </a:cubicBezTo>
                  <a:cubicBezTo>
                    <a:pt x="1" y="117"/>
                    <a:pt x="1" y="250"/>
                    <a:pt x="67" y="317"/>
                  </a:cubicBezTo>
                  <a:lnTo>
                    <a:pt x="6105" y="6988"/>
                  </a:lnTo>
                  <a:cubicBezTo>
                    <a:pt x="6138" y="7022"/>
                    <a:pt x="6172" y="7055"/>
                    <a:pt x="6239" y="7055"/>
                  </a:cubicBezTo>
                  <a:cubicBezTo>
                    <a:pt x="6405" y="7055"/>
                    <a:pt x="6472" y="6855"/>
                    <a:pt x="6372" y="6722"/>
                  </a:cubicBezTo>
                  <a:lnTo>
                    <a:pt x="334" y="50"/>
                  </a:lnTo>
                  <a:cubicBezTo>
                    <a:pt x="301" y="17"/>
                    <a:pt x="251" y="0"/>
                    <a:pt x="20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41"/>
            <p:cNvSpPr/>
            <p:nvPr/>
          </p:nvSpPr>
          <p:spPr>
            <a:xfrm>
              <a:off x="5243075" y="3415900"/>
              <a:ext cx="113450" cy="288875"/>
            </a:xfrm>
            <a:custGeom>
              <a:rect b="b" l="l" r="r" t="t"/>
              <a:pathLst>
                <a:path extrusionOk="0" h="11555" w="4538">
                  <a:moveTo>
                    <a:pt x="4391" y="0"/>
                  </a:moveTo>
                  <a:cubicBezTo>
                    <a:pt x="4355" y="0"/>
                    <a:pt x="4337" y="31"/>
                    <a:pt x="4337" y="80"/>
                  </a:cubicBezTo>
                  <a:lnTo>
                    <a:pt x="34" y="11422"/>
                  </a:lnTo>
                  <a:cubicBezTo>
                    <a:pt x="1" y="11488"/>
                    <a:pt x="34" y="11522"/>
                    <a:pt x="101" y="11555"/>
                  </a:cubicBezTo>
                  <a:lnTo>
                    <a:pt x="134" y="11555"/>
                  </a:lnTo>
                  <a:cubicBezTo>
                    <a:pt x="168" y="11555"/>
                    <a:pt x="234" y="11555"/>
                    <a:pt x="234" y="11522"/>
                  </a:cubicBezTo>
                  <a:lnTo>
                    <a:pt x="4504" y="147"/>
                  </a:lnTo>
                  <a:cubicBezTo>
                    <a:pt x="4537" y="113"/>
                    <a:pt x="4471" y="13"/>
                    <a:pt x="4437" y="13"/>
                  </a:cubicBezTo>
                  <a:cubicBezTo>
                    <a:pt x="4419" y="4"/>
                    <a:pt x="4404" y="0"/>
                    <a:pt x="439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41"/>
            <p:cNvSpPr/>
            <p:nvPr/>
          </p:nvSpPr>
          <p:spPr>
            <a:xfrm>
              <a:off x="5417375" y="3377025"/>
              <a:ext cx="94250" cy="133450"/>
            </a:xfrm>
            <a:custGeom>
              <a:rect b="b" l="l" r="r" t="t"/>
              <a:pathLst>
                <a:path extrusionOk="0" h="5338" w="3770">
                  <a:moveTo>
                    <a:pt x="67" y="1"/>
                  </a:moveTo>
                  <a:cubicBezTo>
                    <a:pt x="34" y="34"/>
                    <a:pt x="0" y="101"/>
                    <a:pt x="34" y="134"/>
                  </a:cubicBezTo>
                  <a:lnTo>
                    <a:pt x="3603" y="5304"/>
                  </a:lnTo>
                  <a:cubicBezTo>
                    <a:pt x="3603" y="5304"/>
                    <a:pt x="3636" y="5338"/>
                    <a:pt x="3670" y="5338"/>
                  </a:cubicBezTo>
                  <a:cubicBezTo>
                    <a:pt x="3703" y="5338"/>
                    <a:pt x="3703" y="5338"/>
                    <a:pt x="3703" y="5304"/>
                  </a:cubicBezTo>
                  <a:cubicBezTo>
                    <a:pt x="3770" y="5304"/>
                    <a:pt x="3770" y="5238"/>
                    <a:pt x="3736" y="5204"/>
                  </a:cubicBezTo>
                  <a:lnTo>
                    <a:pt x="167" y="34"/>
                  </a:lnTo>
                  <a:cubicBezTo>
                    <a:pt x="167" y="1"/>
                    <a:pt x="100" y="1"/>
                    <a:pt x="6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41"/>
            <p:cNvSpPr/>
            <p:nvPr/>
          </p:nvSpPr>
          <p:spPr>
            <a:xfrm>
              <a:off x="4401650" y="3032075"/>
              <a:ext cx="136775" cy="255750"/>
            </a:xfrm>
            <a:custGeom>
              <a:rect b="b" l="l" r="r" t="t"/>
              <a:pathLst>
                <a:path extrusionOk="0" h="10230" w="5471">
                  <a:moveTo>
                    <a:pt x="185" y="0"/>
                  </a:moveTo>
                  <a:cubicBezTo>
                    <a:pt x="167" y="0"/>
                    <a:pt x="148" y="8"/>
                    <a:pt x="134" y="22"/>
                  </a:cubicBezTo>
                  <a:cubicBezTo>
                    <a:pt x="100" y="22"/>
                    <a:pt x="0" y="122"/>
                    <a:pt x="34" y="155"/>
                  </a:cubicBezTo>
                  <a:lnTo>
                    <a:pt x="5204" y="10229"/>
                  </a:lnTo>
                  <a:lnTo>
                    <a:pt x="5371" y="10229"/>
                  </a:lnTo>
                  <a:lnTo>
                    <a:pt x="5404" y="10196"/>
                  </a:lnTo>
                  <a:cubicBezTo>
                    <a:pt x="5438" y="10196"/>
                    <a:pt x="5471" y="10129"/>
                    <a:pt x="5438" y="10096"/>
                  </a:cubicBezTo>
                  <a:lnTo>
                    <a:pt x="234" y="55"/>
                  </a:lnTo>
                  <a:cubicBezTo>
                    <a:pt x="234" y="16"/>
                    <a:pt x="211" y="0"/>
                    <a:pt x="18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41"/>
            <p:cNvSpPr/>
            <p:nvPr/>
          </p:nvSpPr>
          <p:spPr>
            <a:xfrm>
              <a:off x="3999700" y="2893000"/>
              <a:ext cx="95075" cy="383150"/>
            </a:xfrm>
            <a:custGeom>
              <a:rect b="b" l="l" r="r" t="t"/>
              <a:pathLst>
                <a:path extrusionOk="0" h="15326" w="3803">
                  <a:moveTo>
                    <a:pt x="3654" y="1"/>
                  </a:moveTo>
                  <a:cubicBezTo>
                    <a:pt x="3603" y="1"/>
                    <a:pt x="3536" y="24"/>
                    <a:pt x="3536" y="48"/>
                  </a:cubicBezTo>
                  <a:lnTo>
                    <a:pt x="0" y="15225"/>
                  </a:lnTo>
                  <a:cubicBezTo>
                    <a:pt x="0" y="15259"/>
                    <a:pt x="100" y="15325"/>
                    <a:pt x="134" y="15325"/>
                  </a:cubicBezTo>
                  <a:cubicBezTo>
                    <a:pt x="167" y="15325"/>
                    <a:pt x="200" y="15292"/>
                    <a:pt x="200" y="15259"/>
                  </a:cubicBezTo>
                  <a:lnTo>
                    <a:pt x="3770" y="114"/>
                  </a:lnTo>
                  <a:cubicBezTo>
                    <a:pt x="3803" y="48"/>
                    <a:pt x="3770" y="14"/>
                    <a:pt x="3703" y="14"/>
                  </a:cubicBezTo>
                  <a:cubicBezTo>
                    <a:pt x="3693" y="5"/>
                    <a:pt x="3675" y="1"/>
                    <a:pt x="365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41"/>
            <p:cNvSpPr/>
            <p:nvPr/>
          </p:nvSpPr>
          <p:spPr>
            <a:xfrm>
              <a:off x="4197325" y="3417050"/>
              <a:ext cx="81750" cy="180150"/>
            </a:xfrm>
            <a:custGeom>
              <a:rect b="b" l="l" r="r" t="t"/>
              <a:pathLst>
                <a:path extrusionOk="0" h="7206" w="3270">
                  <a:moveTo>
                    <a:pt x="3103" y="1"/>
                  </a:moveTo>
                  <a:cubicBezTo>
                    <a:pt x="3070" y="1"/>
                    <a:pt x="3003" y="1"/>
                    <a:pt x="3003" y="67"/>
                  </a:cubicBezTo>
                  <a:lnTo>
                    <a:pt x="34" y="7106"/>
                  </a:lnTo>
                  <a:cubicBezTo>
                    <a:pt x="1" y="7139"/>
                    <a:pt x="34" y="7206"/>
                    <a:pt x="68" y="7206"/>
                  </a:cubicBezTo>
                  <a:lnTo>
                    <a:pt x="101" y="7206"/>
                  </a:lnTo>
                  <a:cubicBezTo>
                    <a:pt x="168" y="7206"/>
                    <a:pt x="234" y="7172"/>
                    <a:pt x="268" y="7139"/>
                  </a:cubicBezTo>
                  <a:lnTo>
                    <a:pt x="3237" y="67"/>
                  </a:lnTo>
                  <a:cubicBezTo>
                    <a:pt x="3270" y="34"/>
                    <a:pt x="3136" y="34"/>
                    <a:pt x="310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41"/>
            <p:cNvSpPr/>
            <p:nvPr/>
          </p:nvSpPr>
          <p:spPr>
            <a:xfrm>
              <a:off x="5213050" y="365915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1"/>
                    <a:pt x="34" y="1558"/>
                    <a:pt x="1" y="2492"/>
                  </a:cubicBezTo>
                  <a:cubicBezTo>
                    <a:pt x="1" y="3103"/>
                    <a:pt x="299" y="3449"/>
                    <a:pt x="731" y="3449"/>
                  </a:cubicBezTo>
                  <a:cubicBezTo>
                    <a:pt x="913" y="3449"/>
                    <a:pt x="1118" y="3388"/>
                    <a:pt x="1335" y="3259"/>
                  </a:cubicBezTo>
                  <a:cubicBezTo>
                    <a:pt x="2136" y="2759"/>
                    <a:pt x="2603" y="1892"/>
                    <a:pt x="2669" y="958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41"/>
            <p:cNvSpPr/>
            <p:nvPr/>
          </p:nvSpPr>
          <p:spPr>
            <a:xfrm>
              <a:off x="4367450" y="2982200"/>
              <a:ext cx="76750" cy="100025"/>
            </a:xfrm>
            <a:custGeom>
              <a:rect b="b" l="l" r="r" t="t"/>
              <a:pathLst>
                <a:path extrusionOk="0" h="4001" w="3070">
                  <a:moveTo>
                    <a:pt x="2232" y="0"/>
                  </a:moveTo>
                  <a:cubicBezTo>
                    <a:pt x="2025" y="0"/>
                    <a:pt x="1788" y="70"/>
                    <a:pt x="1535" y="216"/>
                  </a:cubicBezTo>
                  <a:cubicBezTo>
                    <a:pt x="635" y="816"/>
                    <a:pt x="67" y="1817"/>
                    <a:pt x="1" y="2884"/>
                  </a:cubicBezTo>
                  <a:cubicBezTo>
                    <a:pt x="1" y="3593"/>
                    <a:pt x="352" y="4000"/>
                    <a:pt x="853" y="4000"/>
                  </a:cubicBezTo>
                  <a:cubicBezTo>
                    <a:pt x="1060" y="4000"/>
                    <a:pt x="1292" y="3931"/>
                    <a:pt x="1535" y="3785"/>
                  </a:cubicBezTo>
                  <a:cubicBezTo>
                    <a:pt x="2436" y="3185"/>
                    <a:pt x="3036" y="2184"/>
                    <a:pt x="3070" y="1116"/>
                  </a:cubicBezTo>
                  <a:cubicBezTo>
                    <a:pt x="3070" y="408"/>
                    <a:pt x="2735" y="0"/>
                    <a:pt x="223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41"/>
            <p:cNvSpPr/>
            <p:nvPr/>
          </p:nvSpPr>
          <p:spPr>
            <a:xfrm>
              <a:off x="4244875" y="3380625"/>
              <a:ext cx="59225" cy="76225"/>
            </a:xfrm>
            <a:custGeom>
              <a:rect b="b" l="l" r="r" t="t"/>
              <a:pathLst>
                <a:path extrusionOk="0" h="3049" w="2369">
                  <a:moveTo>
                    <a:pt x="1700" y="1"/>
                  </a:moveTo>
                  <a:cubicBezTo>
                    <a:pt x="1540" y="1"/>
                    <a:pt x="1359" y="51"/>
                    <a:pt x="1168" y="157"/>
                  </a:cubicBezTo>
                  <a:cubicBezTo>
                    <a:pt x="467" y="624"/>
                    <a:pt x="34" y="1391"/>
                    <a:pt x="0" y="2225"/>
                  </a:cubicBezTo>
                  <a:cubicBezTo>
                    <a:pt x="0" y="2746"/>
                    <a:pt x="270" y="3049"/>
                    <a:pt x="653" y="3049"/>
                  </a:cubicBezTo>
                  <a:cubicBezTo>
                    <a:pt x="809" y="3049"/>
                    <a:pt x="984" y="2998"/>
                    <a:pt x="1168" y="2892"/>
                  </a:cubicBezTo>
                  <a:cubicBezTo>
                    <a:pt x="1868" y="2458"/>
                    <a:pt x="2302" y="1691"/>
                    <a:pt x="2369" y="857"/>
                  </a:cubicBezTo>
                  <a:cubicBezTo>
                    <a:pt x="2369" y="311"/>
                    <a:pt x="2098" y="1"/>
                    <a:pt x="170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41"/>
            <p:cNvSpPr/>
            <p:nvPr/>
          </p:nvSpPr>
          <p:spPr>
            <a:xfrm>
              <a:off x="4063075" y="2856925"/>
              <a:ext cx="58400" cy="76200"/>
            </a:xfrm>
            <a:custGeom>
              <a:rect b="b" l="l" r="r" t="t"/>
              <a:pathLst>
                <a:path extrusionOk="0" h="3048" w="2336">
                  <a:moveTo>
                    <a:pt x="1694" y="1"/>
                  </a:moveTo>
                  <a:cubicBezTo>
                    <a:pt x="1538" y="1"/>
                    <a:pt x="1360" y="51"/>
                    <a:pt x="1168" y="156"/>
                  </a:cubicBezTo>
                  <a:cubicBezTo>
                    <a:pt x="467" y="623"/>
                    <a:pt x="34" y="1357"/>
                    <a:pt x="0" y="2191"/>
                  </a:cubicBezTo>
                  <a:cubicBezTo>
                    <a:pt x="0" y="2738"/>
                    <a:pt x="254" y="3048"/>
                    <a:pt x="642" y="3048"/>
                  </a:cubicBezTo>
                  <a:cubicBezTo>
                    <a:pt x="798" y="3048"/>
                    <a:pt x="976" y="2997"/>
                    <a:pt x="1168" y="2892"/>
                  </a:cubicBezTo>
                  <a:cubicBezTo>
                    <a:pt x="1868" y="2425"/>
                    <a:pt x="2302" y="1658"/>
                    <a:pt x="2335" y="857"/>
                  </a:cubicBezTo>
                  <a:cubicBezTo>
                    <a:pt x="2335" y="310"/>
                    <a:pt x="2081" y="1"/>
                    <a:pt x="169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41"/>
            <p:cNvSpPr/>
            <p:nvPr/>
          </p:nvSpPr>
          <p:spPr>
            <a:xfrm>
              <a:off x="5486600" y="3479350"/>
              <a:ext cx="45050" cy="57775"/>
            </a:xfrm>
            <a:custGeom>
              <a:rect b="b" l="l" r="r" t="t"/>
              <a:pathLst>
                <a:path extrusionOk="0" h="2311" w="1802">
                  <a:moveTo>
                    <a:pt x="1291" y="0"/>
                  </a:moveTo>
                  <a:cubicBezTo>
                    <a:pt x="1173" y="0"/>
                    <a:pt x="1041" y="36"/>
                    <a:pt x="901" y="111"/>
                  </a:cubicBezTo>
                  <a:cubicBezTo>
                    <a:pt x="367" y="444"/>
                    <a:pt x="33" y="1045"/>
                    <a:pt x="0" y="1678"/>
                  </a:cubicBezTo>
                  <a:cubicBezTo>
                    <a:pt x="0" y="2076"/>
                    <a:pt x="197" y="2310"/>
                    <a:pt x="488" y="2310"/>
                  </a:cubicBezTo>
                  <a:cubicBezTo>
                    <a:pt x="611" y="2310"/>
                    <a:pt x="752" y="2268"/>
                    <a:pt x="901" y="2179"/>
                  </a:cubicBezTo>
                  <a:cubicBezTo>
                    <a:pt x="1434" y="1845"/>
                    <a:pt x="1768" y="1278"/>
                    <a:pt x="1801" y="644"/>
                  </a:cubicBezTo>
                  <a:cubicBezTo>
                    <a:pt x="1801" y="236"/>
                    <a:pt x="1594" y="0"/>
                    <a:pt x="129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41"/>
            <p:cNvSpPr/>
            <p:nvPr/>
          </p:nvSpPr>
          <p:spPr>
            <a:xfrm>
              <a:off x="4640975" y="3562400"/>
              <a:ext cx="158475" cy="204850"/>
            </a:xfrm>
            <a:custGeom>
              <a:rect b="b" l="l" r="r" t="t"/>
              <a:pathLst>
                <a:path extrusionOk="0" h="8194" w="6339">
                  <a:moveTo>
                    <a:pt x="4580" y="0"/>
                  </a:moveTo>
                  <a:cubicBezTo>
                    <a:pt x="4157" y="0"/>
                    <a:pt x="3679" y="137"/>
                    <a:pt x="3170" y="424"/>
                  </a:cubicBezTo>
                  <a:cubicBezTo>
                    <a:pt x="1302" y="1659"/>
                    <a:pt x="101" y="3694"/>
                    <a:pt x="1" y="5928"/>
                  </a:cubicBezTo>
                  <a:cubicBezTo>
                    <a:pt x="1" y="7371"/>
                    <a:pt x="705" y="8193"/>
                    <a:pt x="1745" y="8193"/>
                  </a:cubicBezTo>
                  <a:cubicBezTo>
                    <a:pt x="2172" y="8193"/>
                    <a:pt x="2655" y="8054"/>
                    <a:pt x="3170" y="7763"/>
                  </a:cubicBezTo>
                  <a:cubicBezTo>
                    <a:pt x="5038" y="6529"/>
                    <a:pt x="6205" y="4494"/>
                    <a:pt x="6339" y="2259"/>
                  </a:cubicBezTo>
                  <a:cubicBezTo>
                    <a:pt x="6339" y="834"/>
                    <a:pt x="5628" y="0"/>
                    <a:pt x="45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41"/>
            <p:cNvSpPr/>
            <p:nvPr/>
          </p:nvSpPr>
          <p:spPr>
            <a:xfrm>
              <a:off x="4023875" y="4209375"/>
              <a:ext cx="159300" cy="205000"/>
            </a:xfrm>
            <a:custGeom>
              <a:rect b="b" l="l" r="r" t="t"/>
              <a:pathLst>
                <a:path extrusionOk="0" h="8200" w="6372">
                  <a:moveTo>
                    <a:pt x="4613" y="1"/>
                  </a:moveTo>
                  <a:cubicBezTo>
                    <a:pt x="4187" y="1"/>
                    <a:pt x="3708" y="139"/>
                    <a:pt x="3203" y="431"/>
                  </a:cubicBezTo>
                  <a:cubicBezTo>
                    <a:pt x="1302" y="1665"/>
                    <a:pt x="134" y="3700"/>
                    <a:pt x="1" y="5935"/>
                  </a:cubicBezTo>
                  <a:cubicBezTo>
                    <a:pt x="1" y="7377"/>
                    <a:pt x="721" y="8199"/>
                    <a:pt x="1771" y="8199"/>
                  </a:cubicBezTo>
                  <a:cubicBezTo>
                    <a:pt x="2202" y="8199"/>
                    <a:pt x="2688" y="8061"/>
                    <a:pt x="3203" y="7769"/>
                  </a:cubicBezTo>
                  <a:cubicBezTo>
                    <a:pt x="5071" y="6535"/>
                    <a:pt x="6238" y="4500"/>
                    <a:pt x="6372" y="2265"/>
                  </a:cubicBezTo>
                  <a:cubicBezTo>
                    <a:pt x="6372" y="823"/>
                    <a:pt x="5651" y="1"/>
                    <a:pt x="461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41"/>
            <p:cNvSpPr/>
            <p:nvPr/>
          </p:nvSpPr>
          <p:spPr>
            <a:xfrm>
              <a:off x="3329225" y="4196800"/>
              <a:ext cx="119275" cy="153425"/>
            </a:xfrm>
            <a:custGeom>
              <a:rect b="b" l="l" r="r" t="t"/>
              <a:pathLst>
                <a:path extrusionOk="0" h="6137" w="4771">
                  <a:moveTo>
                    <a:pt x="3468" y="0"/>
                  </a:moveTo>
                  <a:cubicBezTo>
                    <a:pt x="3147" y="0"/>
                    <a:pt x="2785" y="108"/>
                    <a:pt x="2402" y="333"/>
                  </a:cubicBezTo>
                  <a:cubicBezTo>
                    <a:pt x="967" y="1234"/>
                    <a:pt x="100" y="2768"/>
                    <a:pt x="0" y="4436"/>
                  </a:cubicBezTo>
                  <a:cubicBezTo>
                    <a:pt x="0" y="5519"/>
                    <a:pt x="532" y="6137"/>
                    <a:pt x="1314" y="6137"/>
                  </a:cubicBezTo>
                  <a:cubicBezTo>
                    <a:pt x="1640" y="6137"/>
                    <a:pt x="2009" y="6030"/>
                    <a:pt x="2402" y="5804"/>
                  </a:cubicBezTo>
                  <a:cubicBezTo>
                    <a:pt x="3803" y="4903"/>
                    <a:pt x="4670" y="3369"/>
                    <a:pt x="4770" y="1701"/>
                  </a:cubicBezTo>
                  <a:cubicBezTo>
                    <a:pt x="4770" y="618"/>
                    <a:pt x="4238" y="0"/>
                    <a:pt x="34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41"/>
            <p:cNvSpPr/>
            <p:nvPr/>
          </p:nvSpPr>
          <p:spPr>
            <a:xfrm>
              <a:off x="3710325" y="3780825"/>
              <a:ext cx="121775" cy="157275"/>
            </a:xfrm>
            <a:custGeom>
              <a:rect b="b" l="l" r="r" t="t"/>
              <a:pathLst>
                <a:path extrusionOk="0" h="6291" w="4871">
                  <a:moveTo>
                    <a:pt x="3512" y="1"/>
                  </a:moveTo>
                  <a:cubicBezTo>
                    <a:pt x="3186" y="1"/>
                    <a:pt x="2821" y="106"/>
                    <a:pt x="2435" y="327"/>
                  </a:cubicBezTo>
                  <a:cubicBezTo>
                    <a:pt x="1001" y="1261"/>
                    <a:pt x="67" y="2829"/>
                    <a:pt x="0" y="4563"/>
                  </a:cubicBezTo>
                  <a:cubicBezTo>
                    <a:pt x="0" y="5655"/>
                    <a:pt x="540" y="6291"/>
                    <a:pt x="1344" y="6291"/>
                  </a:cubicBezTo>
                  <a:cubicBezTo>
                    <a:pt x="1671" y="6291"/>
                    <a:pt x="2041" y="6186"/>
                    <a:pt x="2435" y="5964"/>
                  </a:cubicBezTo>
                  <a:cubicBezTo>
                    <a:pt x="3870" y="5030"/>
                    <a:pt x="4770" y="3463"/>
                    <a:pt x="4870" y="1728"/>
                  </a:cubicBezTo>
                  <a:cubicBezTo>
                    <a:pt x="4870" y="637"/>
                    <a:pt x="4314" y="1"/>
                    <a:pt x="35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41"/>
            <p:cNvSpPr/>
            <p:nvPr/>
          </p:nvSpPr>
          <p:spPr>
            <a:xfrm>
              <a:off x="4111450" y="363870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806" y="0"/>
                  </a:moveTo>
                  <a:cubicBezTo>
                    <a:pt x="2544" y="0"/>
                    <a:pt x="2248" y="89"/>
                    <a:pt x="1935" y="275"/>
                  </a:cubicBezTo>
                  <a:cubicBezTo>
                    <a:pt x="801" y="1008"/>
                    <a:pt x="67" y="2276"/>
                    <a:pt x="0" y="3644"/>
                  </a:cubicBezTo>
                  <a:cubicBezTo>
                    <a:pt x="0" y="4524"/>
                    <a:pt x="442" y="5031"/>
                    <a:pt x="1083" y="5031"/>
                  </a:cubicBezTo>
                  <a:cubicBezTo>
                    <a:pt x="1340" y="5031"/>
                    <a:pt x="1629" y="4950"/>
                    <a:pt x="1935" y="4778"/>
                  </a:cubicBezTo>
                  <a:cubicBezTo>
                    <a:pt x="3069" y="4011"/>
                    <a:pt x="3803" y="2776"/>
                    <a:pt x="3870" y="1409"/>
                  </a:cubicBezTo>
                  <a:cubicBezTo>
                    <a:pt x="3870" y="513"/>
                    <a:pt x="3436" y="0"/>
                    <a:pt x="28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41"/>
            <p:cNvSpPr/>
            <p:nvPr/>
          </p:nvSpPr>
          <p:spPr>
            <a:xfrm>
              <a:off x="3392600" y="351995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787" y="1"/>
                  </a:moveTo>
                  <a:cubicBezTo>
                    <a:pt x="2530" y="1"/>
                    <a:pt x="2241" y="83"/>
                    <a:pt x="1935" y="254"/>
                  </a:cubicBezTo>
                  <a:cubicBezTo>
                    <a:pt x="767" y="1022"/>
                    <a:pt x="67" y="2256"/>
                    <a:pt x="0" y="3624"/>
                  </a:cubicBezTo>
                  <a:cubicBezTo>
                    <a:pt x="0" y="4519"/>
                    <a:pt x="433" y="5032"/>
                    <a:pt x="1064" y="5032"/>
                  </a:cubicBezTo>
                  <a:cubicBezTo>
                    <a:pt x="1326" y="5032"/>
                    <a:pt x="1622" y="4944"/>
                    <a:pt x="1935" y="4758"/>
                  </a:cubicBezTo>
                  <a:cubicBezTo>
                    <a:pt x="3069" y="4024"/>
                    <a:pt x="3803" y="2756"/>
                    <a:pt x="3870" y="1389"/>
                  </a:cubicBezTo>
                  <a:cubicBezTo>
                    <a:pt x="3870" y="508"/>
                    <a:pt x="3428" y="1"/>
                    <a:pt x="278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41"/>
            <p:cNvSpPr/>
            <p:nvPr/>
          </p:nvSpPr>
          <p:spPr>
            <a:xfrm>
              <a:off x="5070450" y="3340275"/>
              <a:ext cx="67575" cy="86025"/>
            </a:xfrm>
            <a:custGeom>
              <a:rect b="b" l="l" r="r" t="t"/>
              <a:pathLst>
                <a:path extrusionOk="0" h="3441" w="2703">
                  <a:moveTo>
                    <a:pt x="1927" y="1"/>
                  </a:moveTo>
                  <a:cubicBezTo>
                    <a:pt x="1746" y="1"/>
                    <a:pt x="1545" y="55"/>
                    <a:pt x="1335" y="170"/>
                  </a:cubicBezTo>
                  <a:cubicBezTo>
                    <a:pt x="568" y="670"/>
                    <a:pt x="68" y="1537"/>
                    <a:pt x="1" y="2505"/>
                  </a:cubicBezTo>
                  <a:cubicBezTo>
                    <a:pt x="1" y="3100"/>
                    <a:pt x="307" y="3441"/>
                    <a:pt x="750" y="3441"/>
                  </a:cubicBezTo>
                  <a:cubicBezTo>
                    <a:pt x="927" y="3441"/>
                    <a:pt x="1125" y="3386"/>
                    <a:pt x="1335" y="3272"/>
                  </a:cubicBezTo>
                  <a:cubicBezTo>
                    <a:pt x="2136" y="2738"/>
                    <a:pt x="2636" y="1904"/>
                    <a:pt x="2703" y="937"/>
                  </a:cubicBezTo>
                  <a:cubicBezTo>
                    <a:pt x="2703" y="341"/>
                    <a:pt x="2379" y="1"/>
                    <a:pt x="192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41"/>
            <p:cNvSpPr/>
            <p:nvPr/>
          </p:nvSpPr>
          <p:spPr>
            <a:xfrm>
              <a:off x="5353150" y="3302400"/>
              <a:ext cx="66750" cy="86350"/>
            </a:xfrm>
            <a:custGeom>
              <a:rect b="b" l="l" r="r" t="t"/>
              <a:pathLst>
                <a:path extrusionOk="0" h="3454" w="2670">
                  <a:moveTo>
                    <a:pt x="1925" y="0"/>
                  </a:moveTo>
                  <a:cubicBezTo>
                    <a:pt x="1747" y="0"/>
                    <a:pt x="1547" y="59"/>
                    <a:pt x="1335" y="184"/>
                  </a:cubicBezTo>
                  <a:cubicBezTo>
                    <a:pt x="535" y="684"/>
                    <a:pt x="34" y="1551"/>
                    <a:pt x="1" y="2485"/>
                  </a:cubicBezTo>
                  <a:cubicBezTo>
                    <a:pt x="1" y="3106"/>
                    <a:pt x="309" y="3454"/>
                    <a:pt x="753" y="3454"/>
                  </a:cubicBezTo>
                  <a:cubicBezTo>
                    <a:pt x="930" y="3454"/>
                    <a:pt x="1127" y="3399"/>
                    <a:pt x="1335" y="3286"/>
                  </a:cubicBezTo>
                  <a:cubicBezTo>
                    <a:pt x="2136" y="2752"/>
                    <a:pt x="2636" y="1885"/>
                    <a:pt x="2669" y="951"/>
                  </a:cubicBezTo>
                  <a:cubicBezTo>
                    <a:pt x="2669" y="357"/>
                    <a:pt x="2365" y="0"/>
                    <a:pt x="19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41"/>
            <p:cNvSpPr/>
            <p:nvPr/>
          </p:nvSpPr>
          <p:spPr>
            <a:xfrm>
              <a:off x="3128250" y="3949875"/>
              <a:ext cx="67550" cy="86400"/>
            </a:xfrm>
            <a:custGeom>
              <a:rect b="b" l="l" r="r" t="t"/>
              <a:pathLst>
                <a:path extrusionOk="0" h="3456" w="2702">
                  <a:moveTo>
                    <a:pt x="1941" y="1"/>
                  </a:moveTo>
                  <a:cubicBezTo>
                    <a:pt x="1759" y="1"/>
                    <a:pt x="1554" y="55"/>
                    <a:pt x="1334" y="170"/>
                  </a:cubicBezTo>
                  <a:cubicBezTo>
                    <a:pt x="567" y="703"/>
                    <a:pt x="67" y="1537"/>
                    <a:pt x="0" y="2505"/>
                  </a:cubicBezTo>
                  <a:cubicBezTo>
                    <a:pt x="0" y="3098"/>
                    <a:pt x="304" y="3455"/>
                    <a:pt x="744" y="3455"/>
                  </a:cubicBezTo>
                  <a:cubicBezTo>
                    <a:pt x="923" y="3455"/>
                    <a:pt x="1123" y="3397"/>
                    <a:pt x="1334" y="3272"/>
                  </a:cubicBezTo>
                  <a:cubicBezTo>
                    <a:pt x="2135" y="2772"/>
                    <a:pt x="2635" y="1904"/>
                    <a:pt x="2702" y="937"/>
                  </a:cubicBezTo>
                  <a:cubicBezTo>
                    <a:pt x="2702" y="341"/>
                    <a:pt x="2396" y="1"/>
                    <a:pt x="194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41"/>
            <p:cNvSpPr/>
            <p:nvPr/>
          </p:nvSpPr>
          <p:spPr>
            <a:xfrm>
              <a:off x="3948825" y="330390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39" y="1"/>
                  </a:moveTo>
                  <a:cubicBezTo>
                    <a:pt x="1757" y="1"/>
                    <a:pt x="1552" y="62"/>
                    <a:pt x="1335" y="190"/>
                  </a:cubicBezTo>
                  <a:cubicBezTo>
                    <a:pt x="534" y="691"/>
                    <a:pt x="34" y="1558"/>
                    <a:pt x="0" y="2492"/>
                  </a:cubicBezTo>
                  <a:cubicBezTo>
                    <a:pt x="0" y="3103"/>
                    <a:pt x="298" y="3449"/>
                    <a:pt x="730" y="3449"/>
                  </a:cubicBezTo>
                  <a:cubicBezTo>
                    <a:pt x="912" y="3449"/>
                    <a:pt x="1118" y="3387"/>
                    <a:pt x="1335" y="3259"/>
                  </a:cubicBezTo>
                  <a:cubicBezTo>
                    <a:pt x="2102" y="2759"/>
                    <a:pt x="2602" y="1891"/>
                    <a:pt x="2669" y="957"/>
                  </a:cubicBezTo>
                  <a:cubicBezTo>
                    <a:pt x="2669" y="347"/>
                    <a:pt x="2371" y="1"/>
                    <a:pt x="19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41"/>
            <p:cNvSpPr/>
            <p:nvPr/>
          </p:nvSpPr>
          <p:spPr>
            <a:xfrm>
              <a:off x="4335775" y="2776575"/>
              <a:ext cx="67575" cy="86500"/>
            </a:xfrm>
            <a:custGeom>
              <a:rect b="b" l="l" r="r" t="t"/>
              <a:pathLst>
                <a:path extrusionOk="0" h="3460" w="2703">
                  <a:moveTo>
                    <a:pt x="1950" y="0"/>
                  </a:moveTo>
                  <a:cubicBezTo>
                    <a:pt x="1773" y="0"/>
                    <a:pt x="1576" y="55"/>
                    <a:pt x="1368" y="168"/>
                  </a:cubicBezTo>
                  <a:cubicBezTo>
                    <a:pt x="567" y="702"/>
                    <a:pt x="67" y="1569"/>
                    <a:pt x="0" y="2503"/>
                  </a:cubicBezTo>
                  <a:cubicBezTo>
                    <a:pt x="0" y="3114"/>
                    <a:pt x="298" y="3460"/>
                    <a:pt x="742" y="3460"/>
                  </a:cubicBezTo>
                  <a:cubicBezTo>
                    <a:pt x="928" y="3460"/>
                    <a:pt x="1141" y="3399"/>
                    <a:pt x="1368" y="3270"/>
                  </a:cubicBezTo>
                  <a:cubicBezTo>
                    <a:pt x="2135" y="2770"/>
                    <a:pt x="2635" y="1903"/>
                    <a:pt x="2702" y="969"/>
                  </a:cubicBezTo>
                  <a:cubicBezTo>
                    <a:pt x="2702" y="347"/>
                    <a:pt x="2394" y="0"/>
                    <a:pt x="195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41"/>
            <p:cNvSpPr/>
            <p:nvPr/>
          </p:nvSpPr>
          <p:spPr>
            <a:xfrm>
              <a:off x="4535900" y="3275550"/>
              <a:ext cx="66750" cy="86525"/>
            </a:xfrm>
            <a:custGeom>
              <a:rect b="b" l="l" r="r" t="t"/>
              <a:pathLst>
                <a:path extrusionOk="0" h="3461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0"/>
                    <a:pt x="34" y="1558"/>
                    <a:pt x="1" y="2492"/>
                  </a:cubicBezTo>
                  <a:cubicBezTo>
                    <a:pt x="1" y="3113"/>
                    <a:pt x="309" y="3460"/>
                    <a:pt x="753" y="3460"/>
                  </a:cubicBezTo>
                  <a:cubicBezTo>
                    <a:pt x="930" y="3460"/>
                    <a:pt x="1127" y="3406"/>
                    <a:pt x="1335" y="3292"/>
                  </a:cubicBezTo>
                  <a:cubicBezTo>
                    <a:pt x="2136" y="2759"/>
                    <a:pt x="2636" y="1891"/>
                    <a:pt x="2669" y="957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41"/>
            <p:cNvSpPr/>
            <p:nvPr/>
          </p:nvSpPr>
          <p:spPr>
            <a:xfrm>
              <a:off x="4577600" y="2504850"/>
              <a:ext cx="104275" cy="123200"/>
            </a:xfrm>
            <a:custGeom>
              <a:rect b="b" l="l" r="r" t="t"/>
              <a:pathLst>
                <a:path extrusionOk="0" h="4928" w="4171">
                  <a:moveTo>
                    <a:pt x="2930" y="1"/>
                  </a:moveTo>
                  <a:cubicBezTo>
                    <a:pt x="2206" y="1"/>
                    <a:pt x="1321" y="657"/>
                    <a:pt x="735" y="1697"/>
                  </a:cubicBezTo>
                  <a:cubicBezTo>
                    <a:pt x="1" y="2965"/>
                    <a:pt x="1" y="4366"/>
                    <a:pt x="735" y="4799"/>
                  </a:cubicBezTo>
                  <a:cubicBezTo>
                    <a:pt x="882" y="4886"/>
                    <a:pt x="1048" y="4928"/>
                    <a:pt x="1225" y="4928"/>
                  </a:cubicBezTo>
                  <a:cubicBezTo>
                    <a:pt x="1933" y="4928"/>
                    <a:pt x="2823" y="4271"/>
                    <a:pt x="3437" y="3232"/>
                  </a:cubicBezTo>
                  <a:cubicBezTo>
                    <a:pt x="4170" y="1964"/>
                    <a:pt x="4170" y="563"/>
                    <a:pt x="3437" y="129"/>
                  </a:cubicBezTo>
                  <a:cubicBezTo>
                    <a:pt x="3283" y="42"/>
                    <a:pt x="3111" y="1"/>
                    <a:pt x="293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41"/>
            <p:cNvSpPr/>
            <p:nvPr/>
          </p:nvSpPr>
          <p:spPr>
            <a:xfrm>
              <a:off x="5213050" y="365915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1"/>
                    <a:pt x="34" y="1558"/>
                    <a:pt x="1" y="2492"/>
                  </a:cubicBezTo>
                  <a:cubicBezTo>
                    <a:pt x="1" y="3103"/>
                    <a:pt x="299" y="3449"/>
                    <a:pt x="731" y="3449"/>
                  </a:cubicBezTo>
                  <a:cubicBezTo>
                    <a:pt x="913" y="3449"/>
                    <a:pt x="1118" y="3388"/>
                    <a:pt x="1335" y="3259"/>
                  </a:cubicBezTo>
                  <a:cubicBezTo>
                    <a:pt x="2136" y="2759"/>
                    <a:pt x="2603" y="1892"/>
                    <a:pt x="2669" y="958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41"/>
            <p:cNvSpPr/>
            <p:nvPr/>
          </p:nvSpPr>
          <p:spPr>
            <a:xfrm>
              <a:off x="4367450" y="2982200"/>
              <a:ext cx="76750" cy="100025"/>
            </a:xfrm>
            <a:custGeom>
              <a:rect b="b" l="l" r="r" t="t"/>
              <a:pathLst>
                <a:path extrusionOk="0" h="4001" w="3070">
                  <a:moveTo>
                    <a:pt x="2232" y="0"/>
                  </a:moveTo>
                  <a:cubicBezTo>
                    <a:pt x="2025" y="0"/>
                    <a:pt x="1788" y="70"/>
                    <a:pt x="1535" y="216"/>
                  </a:cubicBezTo>
                  <a:cubicBezTo>
                    <a:pt x="635" y="816"/>
                    <a:pt x="67" y="1817"/>
                    <a:pt x="1" y="2884"/>
                  </a:cubicBezTo>
                  <a:cubicBezTo>
                    <a:pt x="1" y="3593"/>
                    <a:pt x="352" y="4000"/>
                    <a:pt x="853" y="4000"/>
                  </a:cubicBezTo>
                  <a:cubicBezTo>
                    <a:pt x="1060" y="4000"/>
                    <a:pt x="1292" y="3931"/>
                    <a:pt x="1535" y="3785"/>
                  </a:cubicBezTo>
                  <a:cubicBezTo>
                    <a:pt x="2436" y="3185"/>
                    <a:pt x="3036" y="2184"/>
                    <a:pt x="3070" y="1116"/>
                  </a:cubicBezTo>
                  <a:cubicBezTo>
                    <a:pt x="3070" y="408"/>
                    <a:pt x="2735" y="0"/>
                    <a:pt x="223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41"/>
            <p:cNvSpPr/>
            <p:nvPr/>
          </p:nvSpPr>
          <p:spPr>
            <a:xfrm>
              <a:off x="4244875" y="3380625"/>
              <a:ext cx="59225" cy="76225"/>
            </a:xfrm>
            <a:custGeom>
              <a:rect b="b" l="l" r="r" t="t"/>
              <a:pathLst>
                <a:path extrusionOk="0" h="3049" w="2369">
                  <a:moveTo>
                    <a:pt x="1700" y="1"/>
                  </a:moveTo>
                  <a:cubicBezTo>
                    <a:pt x="1540" y="1"/>
                    <a:pt x="1359" y="51"/>
                    <a:pt x="1168" y="157"/>
                  </a:cubicBezTo>
                  <a:cubicBezTo>
                    <a:pt x="467" y="624"/>
                    <a:pt x="34" y="1391"/>
                    <a:pt x="0" y="2225"/>
                  </a:cubicBezTo>
                  <a:cubicBezTo>
                    <a:pt x="0" y="2746"/>
                    <a:pt x="270" y="3049"/>
                    <a:pt x="653" y="3049"/>
                  </a:cubicBezTo>
                  <a:cubicBezTo>
                    <a:pt x="809" y="3049"/>
                    <a:pt x="984" y="2998"/>
                    <a:pt x="1168" y="2892"/>
                  </a:cubicBezTo>
                  <a:cubicBezTo>
                    <a:pt x="1868" y="2458"/>
                    <a:pt x="2302" y="1691"/>
                    <a:pt x="2369" y="857"/>
                  </a:cubicBezTo>
                  <a:cubicBezTo>
                    <a:pt x="2369" y="311"/>
                    <a:pt x="2098" y="1"/>
                    <a:pt x="17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41"/>
            <p:cNvSpPr/>
            <p:nvPr/>
          </p:nvSpPr>
          <p:spPr>
            <a:xfrm>
              <a:off x="4063075" y="2856925"/>
              <a:ext cx="58400" cy="76200"/>
            </a:xfrm>
            <a:custGeom>
              <a:rect b="b" l="l" r="r" t="t"/>
              <a:pathLst>
                <a:path extrusionOk="0" h="3048" w="2336">
                  <a:moveTo>
                    <a:pt x="1694" y="1"/>
                  </a:moveTo>
                  <a:cubicBezTo>
                    <a:pt x="1538" y="1"/>
                    <a:pt x="1360" y="51"/>
                    <a:pt x="1168" y="156"/>
                  </a:cubicBezTo>
                  <a:cubicBezTo>
                    <a:pt x="467" y="623"/>
                    <a:pt x="34" y="1357"/>
                    <a:pt x="0" y="2191"/>
                  </a:cubicBezTo>
                  <a:cubicBezTo>
                    <a:pt x="0" y="2738"/>
                    <a:pt x="254" y="3048"/>
                    <a:pt x="642" y="3048"/>
                  </a:cubicBezTo>
                  <a:cubicBezTo>
                    <a:pt x="798" y="3048"/>
                    <a:pt x="976" y="2997"/>
                    <a:pt x="1168" y="2892"/>
                  </a:cubicBezTo>
                  <a:cubicBezTo>
                    <a:pt x="1868" y="2425"/>
                    <a:pt x="2302" y="1658"/>
                    <a:pt x="2335" y="857"/>
                  </a:cubicBezTo>
                  <a:cubicBezTo>
                    <a:pt x="2335" y="310"/>
                    <a:pt x="2081" y="1"/>
                    <a:pt x="16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41"/>
            <p:cNvSpPr/>
            <p:nvPr/>
          </p:nvSpPr>
          <p:spPr>
            <a:xfrm>
              <a:off x="5486600" y="3479350"/>
              <a:ext cx="45050" cy="57775"/>
            </a:xfrm>
            <a:custGeom>
              <a:rect b="b" l="l" r="r" t="t"/>
              <a:pathLst>
                <a:path extrusionOk="0" h="2311" w="1802">
                  <a:moveTo>
                    <a:pt x="1291" y="0"/>
                  </a:moveTo>
                  <a:cubicBezTo>
                    <a:pt x="1173" y="0"/>
                    <a:pt x="1041" y="36"/>
                    <a:pt x="901" y="111"/>
                  </a:cubicBezTo>
                  <a:cubicBezTo>
                    <a:pt x="367" y="444"/>
                    <a:pt x="33" y="1045"/>
                    <a:pt x="0" y="1678"/>
                  </a:cubicBezTo>
                  <a:cubicBezTo>
                    <a:pt x="0" y="2076"/>
                    <a:pt x="197" y="2310"/>
                    <a:pt x="488" y="2310"/>
                  </a:cubicBezTo>
                  <a:cubicBezTo>
                    <a:pt x="611" y="2310"/>
                    <a:pt x="752" y="2268"/>
                    <a:pt x="901" y="2179"/>
                  </a:cubicBezTo>
                  <a:cubicBezTo>
                    <a:pt x="1434" y="1845"/>
                    <a:pt x="1768" y="1278"/>
                    <a:pt x="1801" y="644"/>
                  </a:cubicBezTo>
                  <a:cubicBezTo>
                    <a:pt x="1801" y="236"/>
                    <a:pt x="1594" y="0"/>
                    <a:pt x="129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41"/>
            <p:cNvSpPr/>
            <p:nvPr/>
          </p:nvSpPr>
          <p:spPr>
            <a:xfrm>
              <a:off x="4784175" y="1506675"/>
              <a:ext cx="230425" cy="429350"/>
            </a:xfrm>
            <a:custGeom>
              <a:rect b="b" l="l" r="r" t="t"/>
              <a:pathLst>
                <a:path extrusionOk="0" h="17174" w="9217">
                  <a:moveTo>
                    <a:pt x="258" y="0"/>
                  </a:moveTo>
                  <a:cubicBezTo>
                    <a:pt x="123" y="0"/>
                    <a:pt x="0" y="140"/>
                    <a:pt x="110" y="295"/>
                  </a:cubicBezTo>
                  <a:lnTo>
                    <a:pt x="8817" y="17073"/>
                  </a:lnTo>
                  <a:cubicBezTo>
                    <a:pt x="8850" y="17140"/>
                    <a:pt x="8917" y="17173"/>
                    <a:pt x="8983" y="17173"/>
                  </a:cubicBezTo>
                  <a:lnTo>
                    <a:pt x="9083" y="17173"/>
                  </a:lnTo>
                  <a:cubicBezTo>
                    <a:pt x="9150" y="17107"/>
                    <a:pt x="9217" y="17006"/>
                    <a:pt x="9150" y="16906"/>
                  </a:cubicBezTo>
                  <a:lnTo>
                    <a:pt x="444" y="128"/>
                  </a:lnTo>
                  <a:cubicBezTo>
                    <a:pt x="399" y="37"/>
                    <a:pt x="327" y="0"/>
                    <a:pt x="25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41"/>
            <p:cNvSpPr/>
            <p:nvPr/>
          </p:nvSpPr>
          <p:spPr>
            <a:xfrm>
              <a:off x="5074625" y="1641000"/>
              <a:ext cx="206000" cy="265825"/>
            </a:xfrm>
            <a:custGeom>
              <a:rect b="b" l="l" r="r" t="t"/>
              <a:pathLst>
                <a:path extrusionOk="0" h="10633" w="8240">
                  <a:moveTo>
                    <a:pt x="8140" y="0"/>
                  </a:moveTo>
                  <a:cubicBezTo>
                    <a:pt x="8115" y="0"/>
                    <a:pt x="8090" y="9"/>
                    <a:pt x="8073" y="25"/>
                  </a:cubicBezTo>
                  <a:lnTo>
                    <a:pt x="34" y="10499"/>
                  </a:lnTo>
                  <a:cubicBezTo>
                    <a:pt x="1" y="10533"/>
                    <a:pt x="1" y="10599"/>
                    <a:pt x="34" y="10633"/>
                  </a:cubicBezTo>
                  <a:lnTo>
                    <a:pt x="67" y="10633"/>
                  </a:lnTo>
                  <a:cubicBezTo>
                    <a:pt x="101" y="10633"/>
                    <a:pt x="134" y="10633"/>
                    <a:pt x="167" y="10599"/>
                  </a:cubicBezTo>
                  <a:lnTo>
                    <a:pt x="8206" y="159"/>
                  </a:lnTo>
                  <a:cubicBezTo>
                    <a:pt x="8240" y="125"/>
                    <a:pt x="8240" y="59"/>
                    <a:pt x="8206" y="25"/>
                  </a:cubicBezTo>
                  <a:cubicBezTo>
                    <a:pt x="8190" y="9"/>
                    <a:pt x="8165" y="0"/>
                    <a:pt x="814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41"/>
            <p:cNvSpPr/>
            <p:nvPr/>
          </p:nvSpPr>
          <p:spPr>
            <a:xfrm>
              <a:off x="5045450" y="1679975"/>
              <a:ext cx="60900" cy="221850"/>
            </a:xfrm>
            <a:custGeom>
              <a:rect b="b" l="l" r="r" t="t"/>
              <a:pathLst>
                <a:path extrusionOk="0" h="8874" w="2436">
                  <a:moveTo>
                    <a:pt x="2368" y="1"/>
                  </a:moveTo>
                  <a:cubicBezTo>
                    <a:pt x="2302" y="1"/>
                    <a:pt x="2268" y="34"/>
                    <a:pt x="2268" y="67"/>
                  </a:cubicBezTo>
                  <a:lnTo>
                    <a:pt x="0" y="8774"/>
                  </a:lnTo>
                  <a:cubicBezTo>
                    <a:pt x="0" y="8807"/>
                    <a:pt x="33" y="8840"/>
                    <a:pt x="67" y="8874"/>
                  </a:cubicBezTo>
                  <a:lnTo>
                    <a:pt x="100" y="8874"/>
                  </a:lnTo>
                  <a:cubicBezTo>
                    <a:pt x="134" y="8874"/>
                    <a:pt x="167" y="8840"/>
                    <a:pt x="167" y="8807"/>
                  </a:cubicBezTo>
                  <a:lnTo>
                    <a:pt x="2435" y="101"/>
                  </a:lnTo>
                  <a:cubicBezTo>
                    <a:pt x="2435" y="67"/>
                    <a:pt x="2402" y="1"/>
                    <a:pt x="236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41"/>
            <p:cNvSpPr/>
            <p:nvPr/>
          </p:nvSpPr>
          <p:spPr>
            <a:xfrm>
              <a:off x="5040425" y="2006675"/>
              <a:ext cx="46725" cy="228725"/>
            </a:xfrm>
            <a:custGeom>
              <a:rect b="b" l="l" r="r" t="t"/>
              <a:pathLst>
                <a:path extrusionOk="0" h="9149" w="1869">
                  <a:moveTo>
                    <a:pt x="219" y="0"/>
                  </a:moveTo>
                  <a:cubicBezTo>
                    <a:pt x="202" y="0"/>
                    <a:pt x="185" y="3"/>
                    <a:pt x="168" y="9"/>
                  </a:cubicBezTo>
                  <a:cubicBezTo>
                    <a:pt x="68" y="9"/>
                    <a:pt x="1" y="109"/>
                    <a:pt x="1" y="209"/>
                  </a:cubicBezTo>
                  <a:lnTo>
                    <a:pt x="1469" y="8982"/>
                  </a:lnTo>
                  <a:cubicBezTo>
                    <a:pt x="1502" y="9082"/>
                    <a:pt x="1569" y="9149"/>
                    <a:pt x="1669" y="9149"/>
                  </a:cubicBezTo>
                  <a:lnTo>
                    <a:pt x="1702" y="9149"/>
                  </a:lnTo>
                  <a:cubicBezTo>
                    <a:pt x="1802" y="9115"/>
                    <a:pt x="1869" y="9015"/>
                    <a:pt x="1836" y="8915"/>
                  </a:cubicBezTo>
                  <a:lnTo>
                    <a:pt x="368" y="175"/>
                  </a:lnTo>
                  <a:cubicBezTo>
                    <a:pt x="368" y="65"/>
                    <a:pt x="299" y="0"/>
                    <a:pt x="21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41"/>
            <p:cNvSpPr/>
            <p:nvPr/>
          </p:nvSpPr>
          <p:spPr>
            <a:xfrm>
              <a:off x="5130500" y="2020225"/>
              <a:ext cx="71750" cy="196825"/>
            </a:xfrm>
            <a:custGeom>
              <a:rect b="b" l="l" r="r" t="t"/>
              <a:pathLst>
                <a:path extrusionOk="0" h="7873" w="2870">
                  <a:moveTo>
                    <a:pt x="2803" y="0"/>
                  </a:moveTo>
                  <a:cubicBezTo>
                    <a:pt x="2769" y="0"/>
                    <a:pt x="2702" y="0"/>
                    <a:pt x="2702" y="67"/>
                  </a:cubicBezTo>
                  <a:lnTo>
                    <a:pt x="1" y="7739"/>
                  </a:lnTo>
                  <a:cubicBezTo>
                    <a:pt x="1" y="7806"/>
                    <a:pt x="1" y="7839"/>
                    <a:pt x="67" y="7873"/>
                  </a:cubicBezTo>
                  <a:lnTo>
                    <a:pt x="101" y="7873"/>
                  </a:lnTo>
                  <a:cubicBezTo>
                    <a:pt x="134" y="7873"/>
                    <a:pt x="134" y="7839"/>
                    <a:pt x="167" y="7806"/>
                  </a:cubicBezTo>
                  <a:lnTo>
                    <a:pt x="2869" y="100"/>
                  </a:lnTo>
                  <a:cubicBezTo>
                    <a:pt x="2869" y="67"/>
                    <a:pt x="2836" y="34"/>
                    <a:pt x="280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41"/>
            <p:cNvSpPr/>
            <p:nvPr/>
          </p:nvSpPr>
          <p:spPr>
            <a:xfrm>
              <a:off x="4949550" y="2317925"/>
              <a:ext cx="81750" cy="30050"/>
            </a:xfrm>
            <a:custGeom>
              <a:rect b="b" l="l" r="r" t="t"/>
              <a:pathLst>
                <a:path extrusionOk="0" h="1202" w="3270">
                  <a:moveTo>
                    <a:pt x="3169" y="1"/>
                  </a:moveTo>
                  <a:lnTo>
                    <a:pt x="67" y="1035"/>
                  </a:lnTo>
                  <a:cubicBezTo>
                    <a:pt x="0" y="1068"/>
                    <a:pt x="0" y="1102"/>
                    <a:pt x="0" y="1135"/>
                  </a:cubicBezTo>
                  <a:cubicBezTo>
                    <a:pt x="0" y="1168"/>
                    <a:pt x="33" y="1202"/>
                    <a:pt x="67" y="1202"/>
                  </a:cubicBezTo>
                  <a:lnTo>
                    <a:pt x="100" y="1202"/>
                  </a:lnTo>
                  <a:lnTo>
                    <a:pt x="3202" y="168"/>
                  </a:lnTo>
                  <a:cubicBezTo>
                    <a:pt x="3269" y="134"/>
                    <a:pt x="3269" y="101"/>
                    <a:pt x="3269" y="68"/>
                  </a:cubicBezTo>
                  <a:cubicBezTo>
                    <a:pt x="3236" y="1"/>
                    <a:pt x="3202" y="1"/>
                    <a:pt x="316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41"/>
            <p:cNvSpPr/>
            <p:nvPr/>
          </p:nvSpPr>
          <p:spPr>
            <a:xfrm>
              <a:off x="5041275" y="2374000"/>
              <a:ext cx="49675" cy="319225"/>
            </a:xfrm>
            <a:custGeom>
              <a:rect b="b" l="l" r="r" t="t"/>
              <a:pathLst>
                <a:path extrusionOk="0" h="12769" w="1987">
                  <a:moveTo>
                    <a:pt x="1790" y="0"/>
                  </a:moveTo>
                  <a:cubicBezTo>
                    <a:pt x="1704" y="0"/>
                    <a:pt x="1617" y="51"/>
                    <a:pt x="1601" y="160"/>
                  </a:cubicBezTo>
                  <a:lnTo>
                    <a:pt x="0" y="12535"/>
                  </a:lnTo>
                  <a:cubicBezTo>
                    <a:pt x="0" y="12635"/>
                    <a:pt x="67" y="12735"/>
                    <a:pt x="167" y="12769"/>
                  </a:cubicBezTo>
                  <a:lnTo>
                    <a:pt x="200" y="12769"/>
                  </a:lnTo>
                  <a:cubicBezTo>
                    <a:pt x="301" y="12769"/>
                    <a:pt x="367" y="12702"/>
                    <a:pt x="401" y="12602"/>
                  </a:cubicBezTo>
                  <a:lnTo>
                    <a:pt x="1968" y="193"/>
                  </a:lnTo>
                  <a:cubicBezTo>
                    <a:pt x="1986" y="68"/>
                    <a:pt x="1889" y="0"/>
                    <a:pt x="179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41"/>
            <p:cNvSpPr/>
            <p:nvPr/>
          </p:nvSpPr>
          <p:spPr>
            <a:xfrm>
              <a:off x="5117150" y="2476800"/>
              <a:ext cx="226025" cy="232275"/>
            </a:xfrm>
            <a:custGeom>
              <a:rect b="b" l="l" r="r" t="t"/>
              <a:pathLst>
                <a:path extrusionOk="0" h="9291" w="9041">
                  <a:moveTo>
                    <a:pt x="8820" y="0"/>
                  </a:moveTo>
                  <a:cubicBezTo>
                    <a:pt x="8774" y="0"/>
                    <a:pt x="8724" y="17"/>
                    <a:pt x="8674" y="50"/>
                  </a:cubicBezTo>
                  <a:lnTo>
                    <a:pt x="68" y="8957"/>
                  </a:lnTo>
                  <a:cubicBezTo>
                    <a:pt x="1" y="9024"/>
                    <a:pt x="1" y="9157"/>
                    <a:pt x="68" y="9224"/>
                  </a:cubicBezTo>
                  <a:cubicBezTo>
                    <a:pt x="101" y="9257"/>
                    <a:pt x="134" y="9290"/>
                    <a:pt x="201" y="9290"/>
                  </a:cubicBezTo>
                  <a:cubicBezTo>
                    <a:pt x="234" y="9290"/>
                    <a:pt x="301" y="9257"/>
                    <a:pt x="334" y="9224"/>
                  </a:cubicBezTo>
                  <a:lnTo>
                    <a:pt x="8941" y="317"/>
                  </a:lnTo>
                  <a:cubicBezTo>
                    <a:pt x="9041" y="251"/>
                    <a:pt x="9041" y="117"/>
                    <a:pt x="8941" y="50"/>
                  </a:cubicBezTo>
                  <a:cubicBezTo>
                    <a:pt x="8907" y="17"/>
                    <a:pt x="8866" y="0"/>
                    <a:pt x="882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41"/>
            <p:cNvSpPr/>
            <p:nvPr/>
          </p:nvSpPr>
          <p:spPr>
            <a:xfrm>
              <a:off x="4907000" y="2715175"/>
              <a:ext cx="71750" cy="41425"/>
            </a:xfrm>
            <a:custGeom>
              <a:rect b="b" l="l" r="r" t="t"/>
              <a:pathLst>
                <a:path extrusionOk="0" h="1657" w="2870">
                  <a:moveTo>
                    <a:pt x="66" y="0"/>
                  </a:moveTo>
                  <a:cubicBezTo>
                    <a:pt x="40" y="0"/>
                    <a:pt x="20" y="17"/>
                    <a:pt x="1" y="56"/>
                  </a:cubicBezTo>
                  <a:cubicBezTo>
                    <a:pt x="1" y="89"/>
                    <a:pt x="1" y="122"/>
                    <a:pt x="34" y="156"/>
                  </a:cubicBezTo>
                  <a:lnTo>
                    <a:pt x="2703" y="1657"/>
                  </a:lnTo>
                  <a:lnTo>
                    <a:pt x="2769" y="1657"/>
                  </a:lnTo>
                  <a:cubicBezTo>
                    <a:pt x="2803" y="1657"/>
                    <a:pt x="2836" y="1623"/>
                    <a:pt x="2836" y="1590"/>
                  </a:cubicBezTo>
                  <a:cubicBezTo>
                    <a:pt x="2870" y="1557"/>
                    <a:pt x="2836" y="1490"/>
                    <a:pt x="2803" y="1490"/>
                  </a:cubicBezTo>
                  <a:lnTo>
                    <a:pt x="134" y="22"/>
                  </a:lnTo>
                  <a:cubicBezTo>
                    <a:pt x="107" y="8"/>
                    <a:pt x="85" y="0"/>
                    <a:pt x="6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41"/>
            <p:cNvSpPr/>
            <p:nvPr/>
          </p:nvSpPr>
          <p:spPr>
            <a:xfrm>
              <a:off x="4833625" y="2830175"/>
              <a:ext cx="113425" cy="90725"/>
            </a:xfrm>
            <a:custGeom>
              <a:rect b="b" l="l" r="r" t="t"/>
              <a:pathLst>
                <a:path extrusionOk="0" h="3629" w="4537">
                  <a:moveTo>
                    <a:pt x="4437" y="1"/>
                  </a:moveTo>
                  <a:cubicBezTo>
                    <a:pt x="4412" y="1"/>
                    <a:pt x="4387" y="9"/>
                    <a:pt x="4370" y="26"/>
                  </a:cubicBezTo>
                  <a:lnTo>
                    <a:pt x="34" y="3461"/>
                  </a:lnTo>
                  <a:cubicBezTo>
                    <a:pt x="0" y="3495"/>
                    <a:pt x="0" y="3561"/>
                    <a:pt x="34" y="3595"/>
                  </a:cubicBezTo>
                  <a:cubicBezTo>
                    <a:pt x="67" y="3595"/>
                    <a:pt x="67" y="3628"/>
                    <a:pt x="100" y="3628"/>
                  </a:cubicBezTo>
                  <a:cubicBezTo>
                    <a:pt x="134" y="3628"/>
                    <a:pt x="134" y="3595"/>
                    <a:pt x="167" y="3595"/>
                  </a:cubicBezTo>
                  <a:lnTo>
                    <a:pt x="4504" y="159"/>
                  </a:lnTo>
                  <a:cubicBezTo>
                    <a:pt x="4537" y="126"/>
                    <a:pt x="4537" y="59"/>
                    <a:pt x="4504" y="26"/>
                  </a:cubicBezTo>
                  <a:cubicBezTo>
                    <a:pt x="4487" y="9"/>
                    <a:pt x="4462" y="1"/>
                    <a:pt x="443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41"/>
            <p:cNvSpPr/>
            <p:nvPr/>
          </p:nvSpPr>
          <p:spPr>
            <a:xfrm>
              <a:off x="4768575" y="2702875"/>
              <a:ext cx="70075" cy="218025"/>
            </a:xfrm>
            <a:custGeom>
              <a:rect b="b" l="l" r="r" t="t"/>
              <a:pathLst>
                <a:path extrusionOk="0" h="8721" w="2803">
                  <a:moveTo>
                    <a:pt x="117" y="0"/>
                  </a:moveTo>
                  <a:cubicBezTo>
                    <a:pt x="103" y="0"/>
                    <a:pt x="87" y="4"/>
                    <a:pt x="67" y="14"/>
                  </a:cubicBezTo>
                  <a:cubicBezTo>
                    <a:pt x="34" y="14"/>
                    <a:pt x="1" y="47"/>
                    <a:pt x="34" y="114"/>
                  </a:cubicBezTo>
                  <a:lnTo>
                    <a:pt x="2636" y="8653"/>
                  </a:lnTo>
                  <a:cubicBezTo>
                    <a:pt x="2636" y="8687"/>
                    <a:pt x="2669" y="8720"/>
                    <a:pt x="2702" y="8720"/>
                  </a:cubicBezTo>
                  <a:lnTo>
                    <a:pt x="2736" y="8720"/>
                  </a:lnTo>
                  <a:cubicBezTo>
                    <a:pt x="2803" y="8687"/>
                    <a:pt x="2803" y="8653"/>
                    <a:pt x="2803" y="8587"/>
                  </a:cubicBezTo>
                  <a:lnTo>
                    <a:pt x="167" y="47"/>
                  </a:lnTo>
                  <a:cubicBezTo>
                    <a:pt x="167" y="24"/>
                    <a:pt x="151" y="0"/>
                    <a:pt x="11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41"/>
            <p:cNvSpPr/>
            <p:nvPr/>
          </p:nvSpPr>
          <p:spPr>
            <a:xfrm>
              <a:off x="4731050" y="2900525"/>
              <a:ext cx="108425" cy="20375"/>
            </a:xfrm>
            <a:custGeom>
              <a:rect b="b" l="l" r="r" t="t"/>
              <a:pathLst>
                <a:path extrusionOk="0" h="815" w="4337">
                  <a:moveTo>
                    <a:pt x="54" y="0"/>
                  </a:moveTo>
                  <a:cubicBezTo>
                    <a:pt x="18" y="0"/>
                    <a:pt x="0" y="31"/>
                    <a:pt x="0" y="80"/>
                  </a:cubicBezTo>
                  <a:cubicBezTo>
                    <a:pt x="0" y="114"/>
                    <a:pt x="34" y="180"/>
                    <a:pt x="67" y="180"/>
                  </a:cubicBezTo>
                  <a:lnTo>
                    <a:pt x="4203" y="814"/>
                  </a:lnTo>
                  <a:lnTo>
                    <a:pt x="4237" y="814"/>
                  </a:lnTo>
                  <a:cubicBezTo>
                    <a:pt x="4337" y="814"/>
                    <a:pt x="4337" y="647"/>
                    <a:pt x="4237" y="647"/>
                  </a:cubicBezTo>
                  <a:lnTo>
                    <a:pt x="101" y="14"/>
                  </a:lnTo>
                  <a:cubicBezTo>
                    <a:pt x="83" y="5"/>
                    <a:pt x="67" y="0"/>
                    <a:pt x="5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41"/>
            <p:cNvSpPr/>
            <p:nvPr/>
          </p:nvSpPr>
          <p:spPr>
            <a:xfrm>
              <a:off x="5117150" y="2799100"/>
              <a:ext cx="377800" cy="42575"/>
            </a:xfrm>
            <a:custGeom>
              <a:rect b="b" l="l" r="r" t="t"/>
              <a:pathLst>
                <a:path extrusionOk="0" h="1703" w="15112">
                  <a:moveTo>
                    <a:pt x="234" y="1"/>
                  </a:moveTo>
                  <a:cubicBezTo>
                    <a:pt x="134" y="1"/>
                    <a:pt x="34" y="101"/>
                    <a:pt x="1" y="201"/>
                  </a:cubicBezTo>
                  <a:cubicBezTo>
                    <a:pt x="1" y="301"/>
                    <a:pt x="68" y="401"/>
                    <a:pt x="201" y="401"/>
                  </a:cubicBezTo>
                  <a:lnTo>
                    <a:pt x="14911" y="1702"/>
                  </a:lnTo>
                  <a:cubicBezTo>
                    <a:pt x="15012" y="1702"/>
                    <a:pt x="15112" y="1636"/>
                    <a:pt x="15112" y="1502"/>
                  </a:cubicBezTo>
                  <a:cubicBezTo>
                    <a:pt x="15112" y="1402"/>
                    <a:pt x="15045" y="1302"/>
                    <a:pt x="14945" y="1302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41"/>
            <p:cNvSpPr/>
            <p:nvPr/>
          </p:nvSpPr>
          <p:spPr>
            <a:xfrm>
              <a:off x="4934525" y="2671075"/>
              <a:ext cx="206000" cy="262325"/>
            </a:xfrm>
            <a:custGeom>
              <a:rect b="b" l="l" r="r" t="t"/>
              <a:pathLst>
                <a:path extrusionOk="0" h="10493" w="8240">
                  <a:moveTo>
                    <a:pt x="5810" y="682"/>
                  </a:moveTo>
                  <a:cubicBezTo>
                    <a:pt x="6117" y="682"/>
                    <a:pt x="6397" y="751"/>
                    <a:pt x="6639" y="886"/>
                  </a:cubicBezTo>
                  <a:cubicBezTo>
                    <a:pt x="7239" y="1253"/>
                    <a:pt x="7573" y="2020"/>
                    <a:pt x="7573" y="3054"/>
                  </a:cubicBezTo>
                  <a:cubicBezTo>
                    <a:pt x="7573" y="5355"/>
                    <a:pt x="5938" y="8191"/>
                    <a:pt x="3937" y="9358"/>
                  </a:cubicBezTo>
                  <a:cubicBezTo>
                    <a:pt x="3388" y="9663"/>
                    <a:pt x="2864" y="9820"/>
                    <a:pt x="2402" y="9820"/>
                  </a:cubicBezTo>
                  <a:cubicBezTo>
                    <a:pt x="2106" y="9820"/>
                    <a:pt x="1836" y="9755"/>
                    <a:pt x="1602" y="9625"/>
                  </a:cubicBezTo>
                  <a:cubicBezTo>
                    <a:pt x="1001" y="9258"/>
                    <a:pt x="668" y="8491"/>
                    <a:pt x="668" y="7457"/>
                  </a:cubicBezTo>
                  <a:cubicBezTo>
                    <a:pt x="668" y="5122"/>
                    <a:pt x="2269" y="2320"/>
                    <a:pt x="4304" y="1152"/>
                  </a:cubicBezTo>
                  <a:cubicBezTo>
                    <a:pt x="4841" y="834"/>
                    <a:pt x="5355" y="682"/>
                    <a:pt x="5810" y="682"/>
                  </a:cubicBezTo>
                  <a:close/>
                  <a:moveTo>
                    <a:pt x="5790" y="1"/>
                  </a:moveTo>
                  <a:cubicBezTo>
                    <a:pt x="5215" y="1"/>
                    <a:pt x="4587" y="189"/>
                    <a:pt x="3937" y="552"/>
                  </a:cubicBezTo>
                  <a:cubicBezTo>
                    <a:pt x="1769" y="1820"/>
                    <a:pt x="1" y="4922"/>
                    <a:pt x="1" y="7457"/>
                  </a:cubicBezTo>
                  <a:cubicBezTo>
                    <a:pt x="1" y="8758"/>
                    <a:pt x="434" y="9725"/>
                    <a:pt x="1268" y="10192"/>
                  </a:cubicBezTo>
                  <a:cubicBezTo>
                    <a:pt x="1602" y="10392"/>
                    <a:pt x="2002" y="10493"/>
                    <a:pt x="2436" y="10493"/>
                  </a:cubicBezTo>
                  <a:cubicBezTo>
                    <a:pt x="3069" y="10459"/>
                    <a:pt x="3737" y="10259"/>
                    <a:pt x="4304" y="9925"/>
                  </a:cubicBezTo>
                  <a:cubicBezTo>
                    <a:pt x="6472" y="8658"/>
                    <a:pt x="8240" y="5589"/>
                    <a:pt x="8240" y="3054"/>
                  </a:cubicBezTo>
                  <a:cubicBezTo>
                    <a:pt x="8240" y="1753"/>
                    <a:pt x="7806" y="786"/>
                    <a:pt x="6972" y="319"/>
                  </a:cubicBezTo>
                  <a:cubicBezTo>
                    <a:pt x="6616" y="105"/>
                    <a:pt x="6218" y="1"/>
                    <a:pt x="579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41"/>
            <p:cNvSpPr/>
            <p:nvPr/>
          </p:nvSpPr>
          <p:spPr>
            <a:xfrm>
              <a:off x="4981225" y="2729925"/>
              <a:ext cx="112600" cy="145075"/>
            </a:xfrm>
            <a:custGeom>
              <a:rect b="b" l="l" r="r" t="t"/>
              <a:pathLst>
                <a:path extrusionOk="0" h="5803" w="4504">
                  <a:moveTo>
                    <a:pt x="3264" y="0"/>
                  </a:moveTo>
                  <a:cubicBezTo>
                    <a:pt x="2964" y="0"/>
                    <a:pt x="2626" y="97"/>
                    <a:pt x="2269" y="300"/>
                  </a:cubicBezTo>
                  <a:cubicBezTo>
                    <a:pt x="935" y="1167"/>
                    <a:pt x="101" y="2601"/>
                    <a:pt x="1" y="4202"/>
                  </a:cubicBezTo>
                  <a:cubicBezTo>
                    <a:pt x="1" y="5221"/>
                    <a:pt x="506" y="5803"/>
                    <a:pt x="1253" y="5803"/>
                  </a:cubicBezTo>
                  <a:cubicBezTo>
                    <a:pt x="1557" y="5803"/>
                    <a:pt x="1902" y="5706"/>
                    <a:pt x="2269" y="5503"/>
                  </a:cubicBezTo>
                  <a:cubicBezTo>
                    <a:pt x="3570" y="4636"/>
                    <a:pt x="4404" y="3168"/>
                    <a:pt x="4504" y="1600"/>
                  </a:cubicBezTo>
                  <a:cubicBezTo>
                    <a:pt x="4504" y="581"/>
                    <a:pt x="3999" y="0"/>
                    <a:pt x="326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41"/>
            <p:cNvSpPr/>
            <p:nvPr/>
          </p:nvSpPr>
          <p:spPr>
            <a:xfrm>
              <a:off x="5467400" y="2716175"/>
              <a:ext cx="206850" cy="262250"/>
            </a:xfrm>
            <a:custGeom>
              <a:rect b="b" l="l" r="r" t="t"/>
              <a:pathLst>
                <a:path extrusionOk="0" h="10490" w="8274">
                  <a:moveTo>
                    <a:pt x="5838" y="683"/>
                  </a:moveTo>
                  <a:cubicBezTo>
                    <a:pt x="6105" y="683"/>
                    <a:pt x="6405" y="749"/>
                    <a:pt x="6639" y="883"/>
                  </a:cubicBezTo>
                  <a:cubicBezTo>
                    <a:pt x="7273" y="1250"/>
                    <a:pt x="7606" y="2017"/>
                    <a:pt x="7606" y="3051"/>
                  </a:cubicBezTo>
                  <a:cubicBezTo>
                    <a:pt x="7606" y="5353"/>
                    <a:pt x="5972" y="8188"/>
                    <a:pt x="3970" y="9356"/>
                  </a:cubicBezTo>
                  <a:cubicBezTo>
                    <a:pt x="3421" y="9661"/>
                    <a:pt x="2885" y="9817"/>
                    <a:pt x="2414" y="9817"/>
                  </a:cubicBezTo>
                  <a:cubicBezTo>
                    <a:pt x="2112" y="9817"/>
                    <a:pt x="1836" y="9753"/>
                    <a:pt x="1602" y="9623"/>
                  </a:cubicBezTo>
                  <a:cubicBezTo>
                    <a:pt x="1002" y="9256"/>
                    <a:pt x="668" y="8488"/>
                    <a:pt x="668" y="7454"/>
                  </a:cubicBezTo>
                  <a:cubicBezTo>
                    <a:pt x="668" y="5119"/>
                    <a:pt x="2302" y="2317"/>
                    <a:pt x="4304" y="1150"/>
                  </a:cubicBezTo>
                  <a:cubicBezTo>
                    <a:pt x="4771" y="850"/>
                    <a:pt x="5271" y="716"/>
                    <a:pt x="5838" y="683"/>
                  </a:cubicBezTo>
                  <a:close/>
                  <a:moveTo>
                    <a:pt x="5833" y="1"/>
                  </a:moveTo>
                  <a:cubicBezTo>
                    <a:pt x="5260" y="1"/>
                    <a:pt x="4626" y="197"/>
                    <a:pt x="3970" y="583"/>
                  </a:cubicBezTo>
                  <a:cubicBezTo>
                    <a:pt x="1769" y="1850"/>
                    <a:pt x="1" y="4919"/>
                    <a:pt x="1" y="7454"/>
                  </a:cubicBezTo>
                  <a:cubicBezTo>
                    <a:pt x="1" y="8755"/>
                    <a:pt x="434" y="9723"/>
                    <a:pt x="1268" y="10190"/>
                  </a:cubicBezTo>
                  <a:cubicBezTo>
                    <a:pt x="1635" y="10390"/>
                    <a:pt x="2036" y="10490"/>
                    <a:pt x="2436" y="10490"/>
                  </a:cubicBezTo>
                  <a:cubicBezTo>
                    <a:pt x="3103" y="10490"/>
                    <a:pt x="3737" y="10290"/>
                    <a:pt x="4304" y="9923"/>
                  </a:cubicBezTo>
                  <a:cubicBezTo>
                    <a:pt x="6472" y="8655"/>
                    <a:pt x="8273" y="5586"/>
                    <a:pt x="8273" y="3051"/>
                  </a:cubicBezTo>
                  <a:cubicBezTo>
                    <a:pt x="8273" y="1750"/>
                    <a:pt x="7806" y="783"/>
                    <a:pt x="6972" y="316"/>
                  </a:cubicBezTo>
                  <a:cubicBezTo>
                    <a:pt x="6635" y="105"/>
                    <a:pt x="6250" y="1"/>
                    <a:pt x="583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41"/>
            <p:cNvSpPr/>
            <p:nvPr/>
          </p:nvSpPr>
          <p:spPr>
            <a:xfrm>
              <a:off x="5514950" y="2774950"/>
              <a:ext cx="111775" cy="145075"/>
            </a:xfrm>
            <a:custGeom>
              <a:rect b="b" l="l" r="r" t="t"/>
              <a:pathLst>
                <a:path extrusionOk="0" h="5803" w="4471">
                  <a:moveTo>
                    <a:pt x="3230" y="0"/>
                  </a:moveTo>
                  <a:cubicBezTo>
                    <a:pt x="2930" y="0"/>
                    <a:pt x="2593" y="97"/>
                    <a:pt x="2235" y="300"/>
                  </a:cubicBezTo>
                  <a:cubicBezTo>
                    <a:pt x="901" y="1167"/>
                    <a:pt x="67" y="2602"/>
                    <a:pt x="0" y="4203"/>
                  </a:cubicBezTo>
                  <a:cubicBezTo>
                    <a:pt x="0" y="5222"/>
                    <a:pt x="488" y="5803"/>
                    <a:pt x="1226" y="5803"/>
                  </a:cubicBezTo>
                  <a:cubicBezTo>
                    <a:pt x="1526" y="5803"/>
                    <a:pt x="1868" y="5706"/>
                    <a:pt x="2235" y="5504"/>
                  </a:cubicBezTo>
                  <a:cubicBezTo>
                    <a:pt x="3569" y="4636"/>
                    <a:pt x="4370" y="3169"/>
                    <a:pt x="4470" y="1601"/>
                  </a:cubicBezTo>
                  <a:cubicBezTo>
                    <a:pt x="4470" y="582"/>
                    <a:pt x="3965" y="0"/>
                    <a:pt x="323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41"/>
            <p:cNvSpPr/>
            <p:nvPr/>
          </p:nvSpPr>
          <p:spPr>
            <a:xfrm>
              <a:off x="5326475" y="2325225"/>
              <a:ext cx="143450" cy="182025"/>
            </a:xfrm>
            <a:custGeom>
              <a:rect b="b" l="l" r="r" t="t"/>
              <a:pathLst>
                <a:path extrusionOk="0" h="7281" w="5738">
                  <a:moveTo>
                    <a:pt x="4070" y="476"/>
                  </a:moveTo>
                  <a:cubicBezTo>
                    <a:pt x="4270" y="476"/>
                    <a:pt x="4437" y="509"/>
                    <a:pt x="4637" y="610"/>
                  </a:cubicBezTo>
                  <a:cubicBezTo>
                    <a:pt x="5037" y="876"/>
                    <a:pt x="5271" y="1410"/>
                    <a:pt x="5271" y="2111"/>
                  </a:cubicBezTo>
                  <a:cubicBezTo>
                    <a:pt x="5171" y="3879"/>
                    <a:pt x="4237" y="5513"/>
                    <a:pt x="2769" y="6480"/>
                  </a:cubicBezTo>
                  <a:cubicBezTo>
                    <a:pt x="2382" y="6705"/>
                    <a:pt x="2019" y="6817"/>
                    <a:pt x="1697" y="6817"/>
                  </a:cubicBezTo>
                  <a:cubicBezTo>
                    <a:pt x="1492" y="6817"/>
                    <a:pt x="1303" y="6771"/>
                    <a:pt x="1135" y="6681"/>
                  </a:cubicBezTo>
                  <a:cubicBezTo>
                    <a:pt x="701" y="6414"/>
                    <a:pt x="467" y="5880"/>
                    <a:pt x="467" y="5179"/>
                  </a:cubicBezTo>
                  <a:cubicBezTo>
                    <a:pt x="568" y="3378"/>
                    <a:pt x="1502" y="1777"/>
                    <a:pt x="3003" y="810"/>
                  </a:cubicBezTo>
                  <a:cubicBezTo>
                    <a:pt x="3303" y="610"/>
                    <a:pt x="3670" y="476"/>
                    <a:pt x="4070" y="476"/>
                  </a:cubicBezTo>
                  <a:close/>
                  <a:moveTo>
                    <a:pt x="4051" y="1"/>
                  </a:moveTo>
                  <a:cubicBezTo>
                    <a:pt x="3653" y="1"/>
                    <a:pt x="3217" y="137"/>
                    <a:pt x="2769" y="409"/>
                  </a:cubicBezTo>
                  <a:cubicBezTo>
                    <a:pt x="1135" y="1443"/>
                    <a:pt x="101" y="3211"/>
                    <a:pt x="0" y="5179"/>
                  </a:cubicBezTo>
                  <a:cubicBezTo>
                    <a:pt x="0" y="6080"/>
                    <a:pt x="334" y="6747"/>
                    <a:pt x="901" y="7081"/>
                  </a:cubicBezTo>
                  <a:cubicBezTo>
                    <a:pt x="1135" y="7214"/>
                    <a:pt x="1435" y="7281"/>
                    <a:pt x="1702" y="7281"/>
                  </a:cubicBezTo>
                  <a:cubicBezTo>
                    <a:pt x="2169" y="7248"/>
                    <a:pt x="2602" y="7114"/>
                    <a:pt x="2969" y="6881"/>
                  </a:cubicBezTo>
                  <a:cubicBezTo>
                    <a:pt x="4604" y="5813"/>
                    <a:pt x="5638" y="4045"/>
                    <a:pt x="5738" y="2111"/>
                  </a:cubicBezTo>
                  <a:cubicBezTo>
                    <a:pt x="5738" y="1210"/>
                    <a:pt x="5404" y="543"/>
                    <a:pt x="4837" y="209"/>
                  </a:cubicBezTo>
                  <a:cubicBezTo>
                    <a:pt x="4601" y="70"/>
                    <a:pt x="4336" y="1"/>
                    <a:pt x="405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41"/>
            <p:cNvSpPr/>
            <p:nvPr/>
          </p:nvSpPr>
          <p:spPr>
            <a:xfrm>
              <a:off x="5359825" y="2365925"/>
              <a:ext cx="77575" cy="100850"/>
            </a:xfrm>
            <a:custGeom>
              <a:rect b="b" l="l" r="r" t="t"/>
              <a:pathLst>
                <a:path extrusionOk="0" h="4034" w="3103">
                  <a:moveTo>
                    <a:pt x="2239" y="0"/>
                  </a:moveTo>
                  <a:cubicBezTo>
                    <a:pt x="2027" y="0"/>
                    <a:pt x="1788" y="70"/>
                    <a:pt x="1535" y="216"/>
                  </a:cubicBezTo>
                  <a:cubicBezTo>
                    <a:pt x="635" y="816"/>
                    <a:pt x="34" y="1817"/>
                    <a:pt x="1" y="2918"/>
                  </a:cubicBezTo>
                  <a:cubicBezTo>
                    <a:pt x="1" y="3626"/>
                    <a:pt x="352" y="4034"/>
                    <a:pt x="853" y="4034"/>
                  </a:cubicBezTo>
                  <a:cubicBezTo>
                    <a:pt x="1060" y="4034"/>
                    <a:pt x="1292" y="3964"/>
                    <a:pt x="1535" y="3818"/>
                  </a:cubicBezTo>
                  <a:cubicBezTo>
                    <a:pt x="2469" y="3218"/>
                    <a:pt x="3036" y="2217"/>
                    <a:pt x="3103" y="1116"/>
                  </a:cubicBezTo>
                  <a:cubicBezTo>
                    <a:pt x="3103" y="408"/>
                    <a:pt x="2752" y="0"/>
                    <a:pt x="223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41"/>
            <p:cNvSpPr/>
            <p:nvPr/>
          </p:nvSpPr>
          <p:spPr>
            <a:xfrm>
              <a:off x="5022100" y="2207575"/>
              <a:ext cx="143450" cy="182100"/>
            </a:xfrm>
            <a:custGeom>
              <a:rect b="b" l="l" r="r" t="t"/>
              <a:pathLst>
                <a:path extrusionOk="0" h="7284" w="5738">
                  <a:moveTo>
                    <a:pt x="4024" y="450"/>
                  </a:moveTo>
                  <a:cubicBezTo>
                    <a:pt x="4243" y="450"/>
                    <a:pt x="4440" y="503"/>
                    <a:pt x="4603" y="612"/>
                  </a:cubicBezTo>
                  <a:cubicBezTo>
                    <a:pt x="5037" y="846"/>
                    <a:pt x="5271" y="1379"/>
                    <a:pt x="5271" y="2113"/>
                  </a:cubicBezTo>
                  <a:cubicBezTo>
                    <a:pt x="5170" y="3881"/>
                    <a:pt x="4236" y="5516"/>
                    <a:pt x="2769" y="6483"/>
                  </a:cubicBezTo>
                  <a:cubicBezTo>
                    <a:pt x="2394" y="6700"/>
                    <a:pt x="2042" y="6812"/>
                    <a:pt x="1728" y="6812"/>
                  </a:cubicBezTo>
                  <a:cubicBezTo>
                    <a:pt x="1511" y="6812"/>
                    <a:pt x="1311" y="6759"/>
                    <a:pt x="1134" y="6650"/>
                  </a:cubicBezTo>
                  <a:cubicBezTo>
                    <a:pt x="701" y="6416"/>
                    <a:pt x="467" y="5883"/>
                    <a:pt x="467" y="5149"/>
                  </a:cubicBezTo>
                  <a:cubicBezTo>
                    <a:pt x="567" y="3381"/>
                    <a:pt x="1501" y="1746"/>
                    <a:pt x="2969" y="779"/>
                  </a:cubicBezTo>
                  <a:cubicBezTo>
                    <a:pt x="3344" y="562"/>
                    <a:pt x="3707" y="450"/>
                    <a:pt x="4024" y="450"/>
                  </a:cubicBezTo>
                  <a:close/>
                  <a:moveTo>
                    <a:pt x="4033" y="1"/>
                  </a:moveTo>
                  <a:cubicBezTo>
                    <a:pt x="3635" y="1"/>
                    <a:pt x="3196" y="129"/>
                    <a:pt x="2735" y="379"/>
                  </a:cubicBezTo>
                  <a:cubicBezTo>
                    <a:pt x="1134" y="1446"/>
                    <a:pt x="100" y="3214"/>
                    <a:pt x="0" y="5149"/>
                  </a:cubicBezTo>
                  <a:cubicBezTo>
                    <a:pt x="0" y="6049"/>
                    <a:pt x="300" y="6750"/>
                    <a:pt x="867" y="7050"/>
                  </a:cubicBezTo>
                  <a:cubicBezTo>
                    <a:pt x="1134" y="7217"/>
                    <a:pt x="1401" y="7284"/>
                    <a:pt x="1701" y="7284"/>
                  </a:cubicBezTo>
                  <a:cubicBezTo>
                    <a:pt x="2135" y="7250"/>
                    <a:pt x="2569" y="7117"/>
                    <a:pt x="2969" y="6883"/>
                  </a:cubicBezTo>
                  <a:cubicBezTo>
                    <a:pt x="4603" y="5816"/>
                    <a:pt x="5604" y="4048"/>
                    <a:pt x="5738" y="2113"/>
                  </a:cubicBezTo>
                  <a:cubicBezTo>
                    <a:pt x="5738" y="1213"/>
                    <a:pt x="5404" y="545"/>
                    <a:pt x="4837" y="212"/>
                  </a:cubicBezTo>
                  <a:cubicBezTo>
                    <a:pt x="4596" y="70"/>
                    <a:pt x="4326" y="1"/>
                    <a:pt x="403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41"/>
            <p:cNvSpPr/>
            <p:nvPr/>
          </p:nvSpPr>
          <p:spPr>
            <a:xfrm>
              <a:off x="5054625" y="2248325"/>
              <a:ext cx="78400" cy="100050"/>
            </a:xfrm>
            <a:custGeom>
              <a:rect b="b" l="l" r="r" t="t"/>
              <a:pathLst>
                <a:path extrusionOk="0" h="4002" w="3136">
                  <a:moveTo>
                    <a:pt x="2272" y="1"/>
                  </a:moveTo>
                  <a:cubicBezTo>
                    <a:pt x="2060" y="1"/>
                    <a:pt x="1821" y="70"/>
                    <a:pt x="1568" y="216"/>
                  </a:cubicBezTo>
                  <a:cubicBezTo>
                    <a:pt x="634" y="817"/>
                    <a:pt x="67" y="1818"/>
                    <a:pt x="0" y="2918"/>
                  </a:cubicBezTo>
                  <a:cubicBezTo>
                    <a:pt x="0" y="3602"/>
                    <a:pt x="349" y="4002"/>
                    <a:pt x="860" y="4002"/>
                  </a:cubicBezTo>
                  <a:cubicBezTo>
                    <a:pt x="1073" y="4002"/>
                    <a:pt x="1313" y="3933"/>
                    <a:pt x="1568" y="3786"/>
                  </a:cubicBezTo>
                  <a:cubicBezTo>
                    <a:pt x="2468" y="3185"/>
                    <a:pt x="3069" y="2184"/>
                    <a:pt x="3136" y="1117"/>
                  </a:cubicBezTo>
                  <a:cubicBezTo>
                    <a:pt x="3136" y="409"/>
                    <a:pt x="2784" y="1"/>
                    <a:pt x="227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41"/>
            <p:cNvSpPr/>
            <p:nvPr/>
          </p:nvSpPr>
          <p:spPr>
            <a:xfrm>
              <a:off x="4983725" y="1892250"/>
              <a:ext cx="109575" cy="133825"/>
            </a:xfrm>
            <a:custGeom>
              <a:rect b="b" l="l" r="r" t="t"/>
              <a:pathLst>
                <a:path extrusionOk="0" h="5353" w="4383">
                  <a:moveTo>
                    <a:pt x="2909" y="347"/>
                  </a:moveTo>
                  <a:cubicBezTo>
                    <a:pt x="3501" y="347"/>
                    <a:pt x="4047" y="887"/>
                    <a:pt x="3903" y="1583"/>
                  </a:cubicBezTo>
                  <a:cubicBezTo>
                    <a:pt x="3837" y="2884"/>
                    <a:pt x="3136" y="4085"/>
                    <a:pt x="2069" y="4786"/>
                  </a:cubicBezTo>
                  <a:cubicBezTo>
                    <a:pt x="1863" y="4973"/>
                    <a:pt x="1623" y="5055"/>
                    <a:pt x="1389" y="5055"/>
                  </a:cubicBezTo>
                  <a:cubicBezTo>
                    <a:pt x="790" y="5055"/>
                    <a:pt x="233" y="4514"/>
                    <a:pt x="401" y="3818"/>
                  </a:cubicBezTo>
                  <a:cubicBezTo>
                    <a:pt x="468" y="2518"/>
                    <a:pt x="1135" y="1317"/>
                    <a:pt x="2236" y="616"/>
                  </a:cubicBezTo>
                  <a:cubicBezTo>
                    <a:pt x="2441" y="429"/>
                    <a:pt x="2679" y="347"/>
                    <a:pt x="2909" y="347"/>
                  </a:cubicBezTo>
                  <a:close/>
                  <a:moveTo>
                    <a:pt x="2917" y="1"/>
                  </a:moveTo>
                  <a:cubicBezTo>
                    <a:pt x="2629" y="1"/>
                    <a:pt x="2333" y="97"/>
                    <a:pt x="2069" y="316"/>
                  </a:cubicBezTo>
                  <a:cubicBezTo>
                    <a:pt x="868" y="1116"/>
                    <a:pt x="134" y="2384"/>
                    <a:pt x="34" y="3818"/>
                  </a:cubicBezTo>
                  <a:cubicBezTo>
                    <a:pt x="1" y="4352"/>
                    <a:pt x="234" y="4919"/>
                    <a:pt x="701" y="5219"/>
                  </a:cubicBezTo>
                  <a:cubicBezTo>
                    <a:pt x="868" y="5320"/>
                    <a:pt x="1068" y="5353"/>
                    <a:pt x="1302" y="5353"/>
                  </a:cubicBezTo>
                  <a:cubicBezTo>
                    <a:pt x="1635" y="5353"/>
                    <a:pt x="1935" y="5253"/>
                    <a:pt x="2236" y="5053"/>
                  </a:cubicBezTo>
                  <a:cubicBezTo>
                    <a:pt x="3436" y="4285"/>
                    <a:pt x="4170" y="2985"/>
                    <a:pt x="4237" y="1583"/>
                  </a:cubicBezTo>
                  <a:cubicBezTo>
                    <a:pt x="4383" y="686"/>
                    <a:pt x="3682" y="1"/>
                    <a:pt x="291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41"/>
            <p:cNvSpPr/>
            <p:nvPr/>
          </p:nvSpPr>
          <p:spPr>
            <a:xfrm>
              <a:off x="5008750" y="1922900"/>
              <a:ext cx="57575" cy="73750"/>
            </a:xfrm>
            <a:custGeom>
              <a:rect b="b" l="l" r="r" t="t"/>
              <a:pathLst>
                <a:path extrusionOk="0" h="2950" w="2303">
                  <a:moveTo>
                    <a:pt x="1662" y="1"/>
                  </a:moveTo>
                  <a:cubicBezTo>
                    <a:pt x="1510" y="1"/>
                    <a:pt x="1342" y="51"/>
                    <a:pt x="1168" y="157"/>
                  </a:cubicBezTo>
                  <a:cubicBezTo>
                    <a:pt x="467" y="591"/>
                    <a:pt x="67" y="1325"/>
                    <a:pt x="0" y="2125"/>
                  </a:cubicBezTo>
                  <a:cubicBezTo>
                    <a:pt x="0" y="2647"/>
                    <a:pt x="270" y="2949"/>
                    <a:pt x="653" y="2949"/>
                  </a:cubicBezTo>
                  <a:cubicBezTo>
                    <a:pt x="809" y="2949"/>
                    <a:pt x="984" y="2899"/>
                    <a:pt x="1168" y="2793"/>
                  </a:cubicBezTo>
                  <a:cubicBezTo>
                    <a:pt x="1835" y="2359"/>
                    <a:pt x="2269" y="1625"/>
                    <a:pt x="2302" y="825"/>
                  </a:cubicBezTo>
                  <a:cubicBezTo>
                    <a:pt x="2302" y="303"/>
                    <a:pt x="2033" y="1"/>
                    <a:pt x="166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41"/>
            <p:cNvSpPr/>
            <p:nvPr/>
          </p:nvSpPr>
          <p:spPr>
            <a:xfrm>
              <a:off x="5183875" y="20010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33" y="1"/>
                  </a:moveTo>
                  <a:cubicBezTo>
                    <a:pt x="843" y="1"/>
                    <a:pt x="741" y="32"/>
                    <a:pt x="634" y="100"/>
                  </a:cubicBezTo>
                  <a:cubicBezTo>
                    <a:pt x="267" y="334"/>
                    <a:pt x="0" y="767"/>
                    <a:pt x="0" y="1234"/>
                  </a:cubicBezTo>
                  <a:cubicBezTo>
                    <a:pt x="0" y="1519"/>
                    <a:pt x="153" y="1686"/>
                    <a:pt x="361" y="1686"/>
                  </a:cubicBezTo>
                  <a:cubicBezTo>
                    <a:pt x="445" y="1686"/>
                    <a:pt x="538" y="1659"/>
                    <a:pt x="634" y="1601"/>
                  </a:cubicBezTo>
                  <a:cubicBezTo>
                    <a:pt x="1034" y="1334"/>
                    <a:pt x="1268" y="934"/>
                    <a:pt x="1301" y="467"/>
                  </a:cubicBezTo>
                  <a:cubicBezTo>
                    <a:pt x="1301" y="184"/>
                    <a:pt x="1151" y="1"/>
                    <a:pt x="93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41"/>
            <p:cNvSpPr/>
            <p:nvPr/>
          </p:nvSpPr>
          <p:spPr>
            <a:xfrm>
              <a:off x="4935350" y="2325000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0"/>
                  </a:moveTo>
                  <a:cubicBezTo>
                    <a:pt x="840" y="0"/>
                    <a:pt x="740" y="27"/>
                    <a:pt x="635" y="85"/>
                  </a:cubicBezTo>
                  <a:cubicBezTo>
                    <a:pt x="268" y="352"/>
                    <a:pt x="1" y="752"/>
                    <a:pt x="1" y="1219"/>
                  </a:cubicBezTo>
                  <a:cubicBezTo>
                    <a:pt x="1" y="1502"/>
                    <a:pt x="151" y="1685"/>
                    <a:pt x="358" y="1685"/>
                  </a:cubicBezTo>
                  <a:cubicBezTo>
                    <a:pt x="443" y="1685"/>
                    <a:pt x="537" y="1654"/>
                    <a:pt x="635" y="1586"/>
                  </a:cubicBezTo>
                  <a:cubicBezTo>
                    <a:pt x="1035" y="1352"/>
                    <a:pt x="1269" y="919"/>
                    <a:pt x="1302" y="452"/>
                  </a:cubicBezTo>
                  <a:cubicBezTo>
                    <a:pt x="1302" y="167"/>
                    <a:pt x="1150" y="0"/>
                    <a:pt x="92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41"/>
            <p:cNvSpPr/>
            <p:nvPr/>
          </p:nvSpPr>
          <p:spPr>
            <a:xfrm>
              <a:off x="4892825" y="26965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45" y="1"/>
                  </a:moveTo>
                  <a:cubicBezTo>
                    <a:pt x="860" y="1"/>
                    <a:pt x="765" y="32"/>
                    <a:pt x="668" y="100"/>
                  </a:cubicBezTo>
                  <a:cubicBezTo>
                    <a:pt x="268" y="334"/>
                    <a:pt x="34" y="767"/>
                    <a:pt x="1" y="1234"/>
                  </a:cubicBezTo>
                  <a:cubicBezTo>
                    <a:pt x="1" y="1519"/>
                    <a:pt x="153" y="1686"/>
                    <a:pt x="373" y="1686"/>
                  </a:cubicBezTo>
                  <a:cubicBezTo>
                    <a:pt x="462" y="1686"/>
                    <a:pt x="562" y="1659"/>
                    <a:pt x="668" y="1601"/>
                  </a:cubicBezTo>
                  <a:cubicBezTo>
                    <a:pt x="1035" y="1334"/>
                    <a:pt x="1268" y="934"/>
                    <a:pt x="1302" y="467"/>
                  </a:cubicBezTo>
                  <a:cubicBezTo>
                    <a:pt x="1302" y="184"/>
                    <a:pt x="1151" y="1"/>
                    <a:pt x="94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41"/>
            <p:cNvSpPr/>
            <p:nvPr/>
          </p:nvSpPr>
          <p:spPr>
            <a:xfrm>
              <a:off x="4751075" y="2679100"/>
              <a:ext cx="40050" cy="51575"/>
            </a:xfrm>
            <a:custGeom>
              <a:rect b="b" l="l" r="r" t="t"/>
              <a:pathLst>
                <a:path extrusionOk="0" h="2063" w="1602">
                  <a:moveTo>
                    <a:pt x="1144" y="1"/>
                  </a:moveTo>
                  <a:cubicBezTo>
                    <a:pt x="1039" y="1"/>
                    <a:pt x="923" y="32"/>
                    <a:pt x="801" y="98"/>
                  </a:cubicBezTo>
                  <a:cubicBezTo>
                    <a:pt x="334" y="431"/>
                    <a:pt x="33" y="932"/>
                    <a:pt x="0" y="1499"/>
                  </a:cubicBezTo>
                  <a:cubicBezTo>
                    <a:pt x="0" y="1858"/>
                    <a:pt x="190" y="2063"/>
                    <a:pt x="457" y="2063"/>
                  </a:cubicBezTo>
                  <a:cubicBezTo>
                    <a:pt x="562" y="2063"/>
                    <a:pt x="679" y="2031"/>
                    <a:pt x="801" y="1966"/>
                  </a:cubicBezTo>
                  <a:cubicBezTo>
                    <a:pt x="1268" y="1665"/>
                    <a:pt x="1568" y="1132"/>
                    <a:pt x="1601" y="565"/>
                  </a:cubicBezTo>
                  <a:cubicBezTo>
                    <a:pt x="1601" y="205"/>
                    <a:pt x="1412" y="1"/>
                    <a:pt x="114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41"/>
            <p:cNvSpPr/>
            <p:nvPr/>
          </p:nvSpPr>
          <p:spPr>
            <a:xfrm>
              <a:off x="4720200" y="2886550"/>
              <a:ext cx="25050" cy="32425"/>
            </a:xfrm>
            <a:custGeom>
              <a:rect b="b" l="l" r="r" t="t"/>
              <a:pathLst>
                <a:path extrusionOk="0" h="1297" w="1002">
                  <a:moveTo>
                    <a:pt x="721" y="0"/>
                  </a:moveTo>
                  <a:cubicBezTo>
                    <a:pt x="654" y="0"/>
                    <a:pt x="579" y="24"/>
                    <a:pt x="501" y="72"/>
                  </a:cubicBezTo>
                  <a:cubicBezTo>
                    <a:pt x="201" y="272"/>
                    <a:pt x="1" y="573"/>
                    <a:pt x="1" y="940"/>
                  </a:cubicBezTo>
                  <a:cubicBezTo>
                    <a:pt x="1" y="1178"/>
                    <a:pt x="120" y="1297"/>
                    <a:pt x="285" y="1297"/>
                  </a:cubicBezTo>
                  <a:cubicBezTo>
                    <a:pt x="351" y="1297"/>
                    <a:pt x="425" y="1278"/>
                    <a:pt x="501" y="1240"/>
                  </a:cubicBezTo>
                  <a:cubicBezTo>
                    <a:pt x="801" y="1040"/>
                    <a:pt x="968" y="706"/>
                    <a:pt x="1002" y="372"/>
                  </a:cubicBezTo>
                  <a:cubicBezTo>
                    <a:pt x="1002" y="136"/>
                    <a:pt x="885" y="0"/>
                    <a:pt x="72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41"/>
            <p:cNvSpPr/>
            <p:nvPr/>
          </p:nvSpPr>
          <p:spPr>
            <a:xfrm>
              <a:off x="4810275" y="2884750"/>
              <a:ext cx="51725" cy="67250"/>
            </a:xfrm>
            <a:custGeom>
              <a:rect b="b" l="l" r="r" t="t"/>
              <a:pathLst>
                <a:path extrusionOk="0" h="2690" w="2069">
                  <a:moveTo>
                    <a:pt x="1496" y="1"/>
                  </a:moveTo>
                  <a:cubicBezTo>
                    <a:pt x="1357" y="1"/>
                    <a:pt x="1200" y="47"/>
                    <a:pt x="1034" y="144"/>
                  </a:cubicBezTo>
                  <a:cubicBezTo>
                    <a:pt x="434" y="545"/>
                    <a:pt x="34" y="1212"/>
                    <a:pt x="0" y="1946"/>
                  </a:cubicBezTo>
                  <a:cubicBezTo>
                    <a:pt x="0" y="2418"/>
                    <a:pt x="235" y="2690"/>
                    <a:pt x="572" y="2690"/>
                  </a:cubicBezTo>
                  <a:cubicBezTo>
                    <a:pt x="712" y="2690"/>
                    <a:pt x="869" y="2643"/>
                    <a:pt x="1034" y="2546"/>
                  </a:cubicBezTo>
                  <a:cubicBezTo>
                    <a:pt x="1668" y="2146"/>
                    <a:pt x="2035" y="1479"/>
                    <a:pt x="2069" y="745"/>
                  </a:cubicBezTo>
                  <a:cubicBezTo>
                    <a:pt x="2069" y="272"/>
                    <a:pt x="1834" y="1"/>
                    <a:pt x="149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41"/>
            <p:cNvSpPr/>
            <p:nvPr/>
          </p:nvSpPr>
          <p:spPr>
            <a:xfrm>
              <a:off x="5251425" y="1607650"/>
              <a:ext cx="54225" cy="70775"/>
            </a:xfrm>
            <a:custGeom>
              <a:rect b="b" l="l" r="r" t="t"/>
              <a:pathLst>
                <a:path extrusionOk="0" h="2831" w="2169">
                  <a:moveTo>
                    <a:pt x="1585" y="1"/>
                  </a:moveTo>
                  <a:cubicBezTo>
                    <a:pt x="1440" y="1"/>
                    <a:pt x="1276" y="51"/>
                    <a:pt x="1101" y="158"/>
                  </a:cubicBezTo>
                  <a:cubicBezTo>
                    <a:pt x="434" y="559"/>
                    <a:pt x="34" y="1259"/>
                    <a:pt x="0" y="2060"/>
                  </a:cubicBezTo>
                  <a:cubicBezTo>
                    <a:pt x="0" y="2540"/>
                    <a:pt x="243" y="2830"/>
                    <a:pt x="615" y="2830"/>
                  </a:cubicBezTo>
                  <a:cubicBezTo>
                    <a:pt x="760" y="2830"/>
                    <a:pt x="924" y="2787"/>
                    <a:pt x="1101" y="2693"/>
                  </a:cubicBezTo>
                  <a:cubicBezTo>
                    <a:pt x="1735" y="2260"/>
                    <a:pt x="2135" y="1559"/>
                    <a:pt x="2169" y="792"/>
                  </a:cubicBezTo>
                  <a:cubicBezTo>
                    <a:pt x="2169" y="296"/>
                    <a:pt x="1935" y="1"/>
                    <a:pt x="158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41"/>
            <p:cNvSpPr/>
            <p:nvPr/>
          </p:nvSpPr>
          <p:spPr>
            <a:xfrm>
              <a:off x="5087975" y="1661175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1"/>
                  </a:moveTo>
                  <a:cubicBezTo>
                    <a:pt x="840" y="1"/>
                    <a:pt x="740" y="28"/>
                    <a:pt x="634" y="85"/>
                  </a:cubicBezTo>
                  <a:cubicBezTo>
                    <a:pt x="267" y="352"/>
                    <a:pt x="0" y="753"/>
                    <a:pt x="0" y="1220"/>
                  </a:cubicBezTo>
                  <a:cubicBezTo>
                    <a:pt x="0" y="1503"/>
                    <a:pt x="151" y="1686"/>
                    <a:pt x="357" y="1686"/>
                  </a:cubicBezTo>
                  <a:cubicBezTo>
                    <a:pt x="442" y="1686"/>
                    <a:pt x="537" y="1655"/>
                    <a:pt x="634" y="1587"/>
                  </a:cubicBezTo>
                  <a:cubicBezTo>
                    <a:pt x="1034" y="1353"/>
                    <a:pt x="1268" y="919"/>
                    <a:pt x="1301" y="452"/>
                  </a:cubicBezTo>
                  <a:cubicBezTo>
                    <a:pt x="1301" y="167"/>
                    <a:pt x="1149" y="1"/>
                    <a:pt x="92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41"/>
            <p:cNvSpPr/>
            <p:nvPr/>
          </p:nvSpPr>
          <p:spPr>
            <a:xfrm>
              <a:off x="4981225" y="2729925"/>
              <a:ext cx="112600" cy="145075"/>
            </a:xfrm>
            <a:custGeom>
              <a:rect b="b" l="l" r="r" t="t"/>
              <a:pathLst>
                <a:path extrusionOk="0" h="5803" w="4504">
                  <a:moveTo>
                    <a:pt x="3264" y="0"/>
                  </a:moveTo>
                  <a:cubicBezTo>
                    <a:pt x="2964" y="0"/>
                    <a:pt x="2626" y="97"/>
                    <a:pt x="2269" y="300"/>
                  </a:cubicBezTo>
                  <a:cubicBezTo>
                    <a:pt x="935" y="1167"/>
                    <a:pt x="101" y="2601"/>
                    <a:pt x="1" y="4202"/>
                  </a:cubicBezTo>
                  <a:cubicBezTo>
                    <a:pt x="1" y="5221"/>
                    <a:pt x="506" y="5803"/>
                    <a:pt x="1253" y="5803"/>
                  </a:cubicBezTo>
                  <a:cubicBezTo>
                    <a:pt x="1557" y="5803"/>
                    <a:pt x="1902" y="5706"/>
                    <a:pt x="2269" y="5503"/>
                  </a:cubicBezTo>
                  <a:cubicBezTo>
                    <a:pt x="3570" y="4636"/>
                    <a:pt x="4404" y="3168"/>
                    <a:pt x="4504" y="1600"/>
                  </a:cubicBezTo>
                  <a:cubicBezTo>
                    <a:pt x="4504" y="581"/>
                    <a:pt x="3999" y="0"/>
                    <a:pt x="326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41"/>
            <p:cNvSpPr/>
            <p:nvPr/>
          </p:nvSpPr>
          <p:spPr>
            <a:xfrm>
              <a:off x="5514950" y="2774950"/>
              <a:ext cx="111775" cy="145075"/>
            </a:xfrm>
            <a:custGeom>
              <a:rect b="b" l="l" r="r" t="t"/>
              <a:pathLst>
                <a:path extrusionOk="0" h="5803" w="4471">
                  <a:moveTo>
                    <a:pt x="3230" y="0"/>
                  </a:moveTo>
                  <a:cubicBezTo>
                    <a:pt x="2930" y="0"/>
                    <a:pt x="2593" y="97"/>
                    <a:pt x="2235" y="300"/>
                  </a:cubicBezTo>
                  <a:cubicBezTo>
                    <a:pt x="901" y="1167"/>
                    <a:pt x="67" y="2602"/>
                    <a:pt x="0" y="4203"/>
                  </a:cubicBezTo>
                  <a:cubicBezTo>
                    <a:pt x="0" y="5222"/>
                    <a:pt x="488" y="5803"/>
                    <a:pt x="1226" y="5803"/>
                  </a:cubicBezTo>
                  <a:cubicBezTo>
                    <a:pt x="1526" y="5803"/>
                    <a:pt x="1868" y="5706"/>
                    <a:pt x="2235" y="5504"/>
                  </a:cubicBezTo>
                  <a:cubicBezTo>
                    <a:pt x="3569" y="4636"/>
                    <a:pt x="4370" y="3169"/>
                    <a:pt x="4470" y="1601"/>
                  </a:cubicBezTo>
                  <a:cubicBezTo>
                    <a:pt x="4470" y="582"/>
                    <a:pt x="3965" y="0"/>
                    <a:pt x="32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41"/>
            <p:cNvSpPr/>
            <p:nvPr/>
          </p:nvSpPr>
          <p:spPr>
            <a:xfrm>
              <a:off x="5359825" y="2365925"/>
              <a:ext cx="77575" cy="100850"/>
            </a:xfrm>
            <a:custGeom>
              <a:rect b="b" l="l" r="r" t="t"/>
              <a:pathLst>
                <a:path extrusionOk="0" h="4034" w="3103">
                  <a:moveTo>
                    <a:pt x="2239" y="0"/>
                  </a:moveTo>
                  <a:cubicBezTo>
                    <a:pt x="2027" y="0"/>
                    <a:pt x="1788" y="70"/>
                    <a:pt x="1535" y="216"/>
                  </a:cubicBezTo>
                  <a:cubicBezTo>
                    <a:pt x="635" y="816"/>
                    <a:pt x="34" y="1817"/>
                    <a:pt x="1" y="2918"/>
                  </a:cubicBezTo>
                  <a:cubicBezTo>
                    <a:pt x="1" y="3626"/>
                    <a:pt x="352" y="4034"/>
                    <a:pt x="853" y="4034"/>
                  </a:cubicBezTo>
                  <a:cubicBezTo>
                    <a:pt x="1060" y="4034"/>
                    <a:pt x="1292" y="3964"/>
                    <a:pt x="1535" y="3818"/>
                  </a:cubicBezTo>
                  <a:cubicBezTo>
                    <a:pt x="2469" y="3218"/>
                    <a:pt x="3036" y="2217"/>
                    <a:pt x="3103" y="1116"/>
                  </a:cubicBezTo>
                  <a:cubicBezTo>
                    <a:pt x="3103" y="408"/>
                    <a:pt x="2752" y="0"/>
                    <a:pt x="223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41"/>
            <p:cNvSpPr/>
            <p:nvPr/>
          </p:nvSpPr>
          <p:spPr>
            <a:xfrm>
              <a:off x="5054625" y="2248325"/>
              <a:ext cx="78400" cy="100050"/>
            </a:xfrm>
            <a:custGeom>
              <a:rect b="b" l="l" r="r" t="t"/>
              <a:pathLst>
                <a:path extrusionOk="0" h="4002" w="3136">
                  <a:moveTo>
                    <a:pt x="2272" y="1"/>
                  </a:moveTo>
                  <a:cubicBezTo>
                    <a:pt x="2060" y="1"/>
                    <a:pt x="1821" y="70"/>
                    <a:pt x="1568" y="216"/>
                  </a:cubicBezTo>
                  <a:cubicBezTo>
                    <a:pt x="634" y="817"/>
                    <a:pt x="67" y="1818"/>
                    <a:pt x="0" y="2918"/>
                  </a:cubicBezTo>
                  <a:cubicBezTo>
                    <a:pt x="0" y="3602"/>
                    <a:pt x="349" y="4002"/>
                    <a:pt x="860" y="4002"/>
                  </a:cubicBezTo>
                  <a:cubicBezTo>
                    <a:pt x="1073" y="4002"/>
                    <a:pt x="1313" y="3933"/>
                    <a:pt x="1568" y="3786"/>
                  </a:cubicBezTo>
                  <a:cubicBezTo>
                    <a:pt x="2468" y="3185"/>
                    <a:pt x="3069" y="2184"/>
                    <a:pt x="3136" y="1117"/>
                  </a:cubicBezTo>
                  <a:cubicBezTo>
                    <a:pt x="3136" y="409"/>
                    <a:pt x="2784" y="1"/>
                    <a:pt x="22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41"/>
            <p:cNvSpPr/>
            <p:nvPr/>
          </p:nvSpPr>
          <p:spPr>
            <a:xfrm>
              <a:off x="5008750" y="1922900"/>
              <a:ext cx="57575" cy="73750"/>
            </a:xfrm>
            <a:custGeom>
              <a:rect b="b" l="l" r="r" t="t"/>
              <a:pathLst>
                <a:path extrusionOk="0" h="2950" w="2303">
                  <a:moveTo>
                    <a:pt x="1662" y="1"/>
                  </a:moveTo>
                  <a:cubicBezTo>
                    <a:pt x="1510" y="1"/>
                    <a:pt x="1342" y="51"/>
                    <a:pt x="1168" y="157"/>
                  </a:cubicBezTo>
                  <a:cubicBezTo>
                    <a:pt x="467" y="591"/>
                    <a:pt x="67" y="1325"/>
                    <a:pt x="0" y="2125"/>
                  </a:cubicBezTo>
                  <a:cubicBezTo>
                    <a:pt x="0" y="2647"/>
                    <a:pt x="270" y="2949"/>
                    <a:pt x="653" y="2949"/>
                  </a:cubicBezTo>
                  <a:cubicBezTo>
                    <a:pt x="809" y="2949"/>
                    <a:pt x="984" y="2899"/>
                    <a:pt x="1168" y="2793"/>
                  </a:cubicBezTo>
                  <a:cubicBezTo>
                    <a:pt x="1835" y="2359"/>
                    <a:pt x="2269" y="1625"/>
                    <a:pt x="2302" y="825"/>
                  </a:cubicBezTo>
                  <a:cubicBezTo>
                    <a:pt x="2302" y="303"/>
                    <a:pt x="2033" y="1"/>
                    <a:pt x="166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41"/>
            <p:cNvSpPr/>
            <p:nvPr/>
          </p:nvSpPr>
          <p:spPr>
            <a:xfrm>
              <a:off x="5183875" y="20010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33" y="1"/>
                  </a:moveTo>
                  <a:cubicBezTo>
                    <a:pt x="843" y="1"/>
                    <a:pt x="741" y="32"/>
                    <a:pt x="634" y="100"/>
                  </a:cubicBezTo>
                  <a:cubicBezTo>
                    <a:pt x="267" y="334"/>
                    <a:pt x="0" y="767"/>
                    <a:pt x="0" y="1234"/>
                  </a:cubicBezTo>
                  <a:cubicBezTo>
                    <a:pt x="0" y="1519"/>
                    <a:pt x="153" y="1686"/>
                    <a:pt x="361" y="1686"/>
                  </a:cubicBezTo>
                  <a:cubicBezTo>
                    <a:pt x="445" y="1686"/>
                    <a:pt x="538" y="1659"/>
                    <a:pt x="634" y="1601"/>
                  </a:cubicBezTo>
                  <a:cubicBezTo>
                    <a:pt x="1034" y="1334"/>
                    <a:pt x="1268" y="934"/>
                    <a:pt x="1301" y="467"/>
                  </a:cubicBezTo>
                  <a:cubicBezTo>
                    <a:pt x="1301" y="184"/>
                    <a:pt x="1151" y="1"/>
                    <a:pt x="93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41"/>
            <p:cNvSpPr/>
            <p:nvPr/>
          </p:nvSpPr>
          <p:spPr>
            <a:xfrm>
              <a:off x="4935350" y="2325000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0"/>
                  </a:moveTo>
                  <a:cubicBezTo>
                    <a:pt x="840" y="0"/>
                    <a:pt x="740" y="27"/>
                    <a:pt x="635" y="85"/>
                  </a:cubicBezTo>
                  <a:cubicBezTo>
                    <a:pt x="268" y="352"/>
                    <a:pt x="1" y="752"/>
                    <a:pt x="1" y="1219"/>
                  </a:cubicBezTo>
                  <a:cubicBezTo>
                    <a:pt x="1" y="1502"/>
                    <a:pt x="151" y="1685"/>
                    <a:pt x="358" y="1685"/>
                  </a:cubicBezTo>
                  <a:cubicBezTo>
                    <a:pt x="443" y="1685"/>
                    <a:pt x="537" y="1654"/>
                    <a:pt x="635" y="1586"/>
                  </a:cubicBezTo>
                  <a:cubicBezTo>
                    <a:pt x="1035" y="1352"/>
                    <a:pt x="1269" y="919"/>
                    <a:pt x="1302" y="452"/>
                  </a:cubicBezTo>
                  <a:cubicBezTo>
                    <a:pt x="1302" y="167"/>
                    <a:pt x="1150" y="0"/>
                    <a:pt x="9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41"/>
            <p:cNvSpPr/>
            <p:nvPr/>
          </p:nvSpPr>
          <p:spPr>
            <a:xfrm>
              <a:off x="4892825" y="26965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45" y="1"/>
                  </a:moveTo>
                  <a:cubicBezTo>
                    <a:pt x="860" y="1"/>
                    <a:pt x="765" y="32"/>
                    <a:pt x="668" y="100"/>
                  </a:cubicBezTo>
                  <a:cubicBezTo>
                    <a:pt x="268" y="334"/>
                    <a:pt x="34" y="767"/>
                    <a:pt x="1" y="1234"/>
                  </a:cubicBezTo>
                  <a:cubicBezTo>
                    <a:pt x="1" y="1519"/>
                    <a:pt x="153" y="1686"/>
                    <a:pt x="373" y="1686"/>
                  </a:cubicBezTo>
                  <a:cubicBezTo>
                    <a:pt x="462" y="1686"/>
                    <a:pt x="562" y="1659"/>
                    <a:pt x="668" y="1601"/>
                  </a:cubicBezTo>
                  <a:cubicBezTo>
                    <a:pt x="1035" y="1334"/>
                    <a:pt x="1268" y="934"/>
                    <a:pt x="1302" y="467"/>
                  </a:cubicBezTo>
                  <a:cubicBezTo>
                    <a:pt x="1302" y="184"/>
                    <a:pt x="1151" y="1"/>
                    <a:pt x="94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41"/>
            <p:cNvSpPr/>
            <p:nvPr/>
          </p:nvSpPr>
          <p:spPr>
            <a:xfrm>
              <a:off x="4751075" y="2679100"/>
              <a:ext cx="40050" cy="51575"/>
            </a:xfrm>
            <a:custGeom>
              <a:rect b="b" l="l" r="r" t="t"/>
              <a:pathLst>
                <a:path extrusionOk="0" h="2063" w="1602">
                  <a:moveTo>
                    <a:pt x="1144" y="1"/>
                  </a:moveTo>
                  <a:cubicBezTo>
                    <a:pt x="1039" y="1"/>
                    <a:pt x="923" y="32"/>
                    <a:pt x="801" y="98"/>
                  </a:cubicBezTo>
                  <a:cubicBezTo>
                    <a:pt x="334" y="431"/>
                    <a:pt x="33" y="932"/>
                    <a:pt x="0" y="1499"/>
                  </a:cubicBezTo>
                  <a:cubicBezTo>
                    <a:pt x="0" y="1858"/>
                    <a:pt x="190" y="2063"/>
                    <a:pt x="457" y="2063"/>
                  </a:cubicBezTo>
                  <a:cubicBezTo>
                    <a:pt x="562" y="2063"/>
                    <a:pt x="679" y="2031"/>
                    <a:pt x="801" y="1966"/>
                  </a:cubicBezTo>
                  <a:cubicBezTo>
                    <a:pt x="1268" y="1665"/>
                    <a:pt x="1568" y="1132"/>
                    <a:pt x="1601" y="565"/>
                  </a:cubicBezTo>
                  <a:cubicBezTo>
                    <a:pt x="1601" y="205"/>
                    <a:pt x="1412" y="1"/>
                    <a:pt x="11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41"/>
            <p:cNvSpPr/>
            <p:nvPr/>
          </p:nvSpPr>
          <p:spPr>
            <a:xfrm>
              <a:off x="4720200" y="2886550"/>
              <a:ext cx="25050" cy="32425"/>
            </a:xfrm>
            <a:custGeom>
              <a:rect b="b" l="l" r="r" t="t"/>
              <a:pathLst>
                <a:path extrusionOk="0" h="1297" w="1002">
                  <a:moveTo>
                    <a:pt x="721" y="0"/>
                  </a:moveTo>
                  <a:cubicBezTo>
                    <a:pt x="654" y="0"/>
                    <a:pt x="579" y="24"/>
                    <a:pt x="501" y="72"/>
                  </a:cubicBezTo>
                  <a:cubicBezTo>
                    <a:pt x="201" y="272"/>
                    <a:pt x="1" y="573"/>
                    <a:pt x="1" y="940"/>
                  </a:cubicBezTo>
                  <a:cubicBezTo>
                    <a:pt x="1" y="1178"/>
                    <a:pt x="120" y="1297"/>
                    <a:pt x="285" y="1297"/>
                  </a:cubicBezTo>
                  <a:cubicBezTo>
                    <a:pt x="351" y="1297"/>
                    <a:pt x="425" y="1278"/>
                    <a:pt x="501" y="1240"/>
                  </a:cubicBezTo>
                  <a:cubicBezTo>
                    <a:pt x="801" y="1040"/>
                    <a:pt x="968" y="706"/>
                    <a:pt x="1002" y="372"/>
                  </a:cubicBezTo>
                  <a:cubicBezTo>
                    <a:pt x="1002" y="136"/>
                    <a:pt x="885" y="0"/>
                    <a:pt x="7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41"/>
            <p:cNvSpPr/>
            <p:nvPr/>
          </p:nvSpPr>
          <p:spPr>
            <a:xfrm>
              <a:off x="4810275" y="2884750"/>
              <a:ext cx="51725" cy="67250"/>
            </a:xfrm>
            <a:custGeom>
              <a:rect b="b" l="l" r="r" t="t"/>
              <a:pathLst>
                <a:path extrusionOk="0" h="2690" w="2069">
                  <a:moveTo>
                    <a:pt x="1496" y="1"/>
                  </a:moveTo>
                  <a:cubicBezTo>
                    <a:pt x="1357" y="1"/>
                    <a:pt x="1200" y="47"/>
                    <a:pt x="1034" y="144"/>
                  </a:cubicBezTo>
                  <a:cubicBezTo>
                    <a:pt x="434" y="545"/>
                    <a:pt x="34" y="1212"/>
                    <a:pt x="0" y="1946"/>
                  </a:cubicBezTo>
                  <a:cubicBezTo>
                    <a:pt x="0" y="2418"/>
                    <a:pt x="235" y="2690"/>
                    <a:pt x="572" y="2690"/>
                  </a:cubicBezTo>
                  <a:cubicBezTo>
                    <a:pt x="712" y="2690"/>
                    <a:pt x="869" y="2643"/>
                    <a:pt x="1034" y="2546"/>
                  </a:cubicBezTo>
                  <a:cubicBezTo>
                    <a:pt x="1668" y="2146"/>
                    <a:pt x="2035" y="1479"/>
                    <a:pt x="2069" y="745"/>
                  </a:cubicBezTo>
                  <a:cubicBezTo>
                    <a:pt x="2069" y="272"/>
                    <a:pt x="1834" y="1"/>
                    <a:pt x="1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41"/>
            <p:cNvSpPr/>
            <p:nvPr/>
          </p:nvSpPr>
          <p:spPr>
            <a:xfrm>
              <a:off x="5251425" y="1607650"/>
              <a:ext cx="54225" cy="70775"/>
            </a:xfrm>
            <a:custGeom>
              <a:rect b="b" l="l" r="r" t="t"/>
              <a:pathLst>
                <a:path extrusionOk="0" h="2831" w="2169">
                  <a:moveTo>
                    <a:pt x="1585" y="1"/>
                  </a:moveTo>
                  <a:cubicBezTo>
                    <a:pt x="1440" y="1"/>
                    <a:pt x="1276" y="51"/>
                    <a:pt x="1101" y="158"/>
                  </a:cubicBezTo>
                  <a:cubicBezTo>
                    <a:pt x="434" y="559"/>
                    <a:pt x="34" y="1259"/>
                    <a:pt x="0" y="2060"/>
                  </a:cubicBezTo>
                  <a:cubicBezTo>
                    <a:pt x="0" y="2540"/>
                    <a:pt x="243" y="2830"/>
                    <a:pt x="615" y="2830"/>
                  </a:cubicBezTo>
                  <a:cubicBezTo>
                    <a:pt x="760" y="2830"/>
                    <a:pt x="924" y="2787"/>
                    <a:pt x="1101" y="2693"/>
                  </a:cubicBezTo>
                  <a:cubicBezTo>
                    <a:pt x="1735" y="2260"/>
                    <a:pt x="2135" y="1559"/>
                    <a:pt x="2169" y="792"/>
                  </a:cubicBezTo>
                  <a:cubicBezTo>
                    <a:pt x="2169" y="296"/>
                    <a:pt x="1935" y="1"/>
                    <a:pt x="158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41"/>
            <p:cNvSpPr/>
            <p:nvPr/>
          </p:nvSpPr>
          <p:spPr>
            <a:xfrm>
              <a:off x="5087975" y="1661175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1"/>
                  </a:moveTo>
                  <a:cubicBezTo>
                    <a:pt x="840" y="1"/>
                    <a:pt x="740" y="28"/>
                    <a:pt x="634" y="85"/>
                  </a:cubicBezTo>
                  <a:cubicBezTo>
                    <a:pt x="267" y="352"/>
                    <a:pt x="0" y="753"/>
                    <a:pt x="0" y="1220"/>
                  </a:cubicBezTo>
                  <a:cubicBezTo>
                    <a:pt x="0" y="1503"/>
                    <a:pt x="151" y="1686"/>
                    <a:pt x="357" y="1686"/>
                  </a:cubicBezTo>
                  <a:cubicBezTo>
                    <a:pt x="442" y="1686"/>
                    <a:pt x="537" y="1655"/>
                    <a:pt x="634" y="1587"/>
                  </a:cubicBezTo>
                  <a:cubicBezTo>
                    <a:pt x="1034" y="1353"/>
                    <a:pt x="1268" y="919"/>
                    <a:pt x="1301" y="452"/>
                  </a:cubicBezTo>
                  <a:cubicBezTo>
                    <a:pt x="1301" y="167"/>
                    <a:pt x="1149" y="1"/>
                    <a:pt x="92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41"/>
            <p:cNvSpPr/>
            <p:nvPr/>
          </p:nvSpPr>
          <p:spPr>
            <a:xfrm>
              <a:off x="4612625" y="1532650"/>
              <a:ext cx="68425" cy="107325"/>
            </a:xfrm>
            <a:custGeom>
              <a:rect b="b" l="l" r="r" t="t"/>
              <a:pathLst>
                <a:path extrusionOk="0" h="4293" w="2737">
                  <a:moveTo>
                    <a:pt x="2618" y="1"/>
                  </a:moveTo>
                  <a:cubicBezTo>
                    <a:pt x="2592" y="1"/>
                    <a:pt x="2569" y="17"/>
                    <a:pt x="2569" y="56"/>
                  </a:cubicBezTo>
                  <a:lnTo>
                    <a:pt x="34" y="4159"/>
                  </a:lnTo>
                  <a:cubicBezTo>
                    <a:pt x="1" y="4192"/>
                    <a:pt x="1" y="4259"/>
                    <a:pt x="34" y="4292"/>
                  </a:cubicBezTo>
                  <a:lnTo>
                    <a:pt x="101" y="4292"/>
                  </a:lnTo>
                  <a:cubicBezTo>
                    <a:pt x="134" y="4292"/>
                    <a:pt x="134" y="4259"/>
                    <a:pt x="168" y="4259"/>
                  </a:cubicBezTo>
                  <a:lnTo>
                    <a:pt x="2703" y="123"/>
                  </a:lnTo>
                  <a:cubicBezTo>
                    <a:pt x="2736" y="89"/>
                    <a:pt x="2703" y="56"/>
                    <a:pt x="2669" y="23"/>
                  </a:cubicBezTo>
                  <a:cubicBezTo>
                    <a:pt x="2656" y="9"/>
                    <a:pt x="2636" y="1"/>
                    <a:pt x="261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41"/>
            <p:cNvSpPr/>
            <p:nvPr/>
          </p:nvSpPr>
          <p:spPr>
            <a:xfrm>
              <a:off x="4676850" y="1548225"/>
              <a:ext cx="33375" cy="216000"/>
            </a:xfrm>
            <a:custGeom>
              <a:rect b="b" l="l" r="r" t="t"/>
              <a:pathLst>
                <a:path extrusionOk="0" h="8640" w="1335">
                  <a:moveTo>
                    <a:pt x="1268" y="0"/>
                  </a:moveTo>
                  <a:cubicBezTo>
                    <a:pt x="1234" y="0"/>
                    <a:pt x="1168" y="34"/>
                    <a:pt x="1168" y="100"/>
                  </a:cubicBezTo>
                  <a:lnTo>
                    <a:pt x="0" y="8540"/>
                  </a:lnTo>
                  <a:cubicBezTo>
                    <a:pt x="0" y="8606"/>
                    <a:pt x="0" y="8640"/>
                    <a:pt x="67" y="8640"/>
                  </a:cubicBezTo>
                  <a:cubicBezTo>
                    <a:pt x="100" y="8640"/>
                    <a:pt x="167" y="8640"/>
                    <a:pt x="167" y="8573"/>
                  </a:cubicBezTo>
                  <a:lnTo>
                    <a:pt x="1335" y="100"/>
                  </a:lnTo>
                  <a:cubicBezTo>
                    <a:pt x="1335" y="67"/>
                    <a:pt x="1335" y="0"/>
                    <a:pt x="12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41"/>
            <p:cNvSpPr/>
            <p:nvPr/>
          </p:nvSpPr>
          <p:spPr>
            <a:xfrm>
              <a:off x="4591775" y="1760525"/>
              <a:ext cx="88425" cy="176325"/>
            </a:xfrm>
            <a:custGeom>
              <a:rect b="b" l="l" r="r" t="t"/>
              <a:pathLst>
                <a:path extrusionOk="0" h="7053" w="3537">
                  <a:moveTo>
                    <a:pt x="3452" y="0"/>
                  </a:moveTo>
                  <a:cubicBezTo>
                    <a:pt x="3417" y="0"/>
                    <a:pt x="3393" y="24"/>
                    <a:pt x="3370" y="48"/>
                  </a:cubicBezTo>
                  <a:lnTo>
                    <a:pt x="34" y="6919"/>
                  </a:lnTo>
                  <a:cubicBezTo>
                    <a:pt x="1" y="6986"/>
                    <a:pt x="34" y="7019"/>
                    <a:pt x="68" y="7053"/>
                  </a:cubicBezTo>
                  <a:lnTo>
                    <a:pt x="101" y="7053"/>
                  </a:lnTo>
                  <a:cubicBezTo>
                    <a:pt x="134" y="7053"/>
                    <a:pt x="168" y="7019"/>
                    <a:pt x="201" y="7019"/>
                  </a:cubicBezTo>
                  <a:lnTo>
                    <a:pt x="3537" y="114"/>
                  </a:lnTo>
                  <a:cubicBezTo>
                    <a:pt x="3537" y="81"/>
                    <a:pt x="3537" y="14"/>
                    <a:pt x="3503" y="14"/>
                  </a:cubicBezTo>
                  <a:cubicBezTo>
                    <a:pt x="3484" y="5"/>
                    <a:pt x="3467" y="0"/>
                    <a:pt x="345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41"/>
            <p:cNvSpPr/>
            <p:nvPr/>
          </p:nvSpPr>
          <p:spPr>
            <a:xfrm>
              <a:off x="4499225" y="1760325"/>
              <a:ext cx="181825" cy="106475"/>
            </a:xfrm>
            <a:custGeom>
              <a:rect b="b" l="l" r="r" t="t"/>
              <a:pathLst>
                <a:path extrusionOk="0" h="4259" w="7273">
                  <a:moveTo>
                    <a:pt x="7193" y="0"/>
                  </a:moveTo>
                  <a:cubicBezTo>
                    <a:pt x="7172" y="0"/>
                    <a:pt x="7152" y="8"/>
                    <a:pt x="7139" y="22"/>
                  </a:cubicBezTo>
                  <a:lnTo>
                    <a:pt x="67" y="4092"/>
                  </a:lnTo>
                  <a:cubicBezTo>
                    <a:pt x="0" y="4125"/>
                    <a:pt x="0" y="4159"/>
                    <a:pt x="34" y="4225"/>
                  </a:cubicBezTo>
                  <a:cubicBezTo>
                    <a:pt x="34" y="4225"/>
                    <a:pt x="67" y="4259"/>
                    <a:pt x="100" y="4259"/>
                  </a:cubicBezTo>
                  <a:cubicBezTo>
                    <a:pt x="100" y="4259"/>
                    <a:pt x="134" y="4259"/>
                    <a:pt x="134" y="4225"/>
                  </a:cubicBezTo>
                  <a:lnTo>
                    <a:pt x="7239" y="156"/>
                  </a:lnTo>
                  <a:cubicBezTo>
                    <a:pt x="7272" y="122"/>
                    <a:pt x="7272" y="89"/>
                    <a:pt x="7272" y="56"/>
                  </a:cubicBezTo>
                  <a:cubicBezTo>
                    <a:pt x="7253" y="17"/>
                    <a:pt x="7222" y="0"/>
                    <a:pt x="719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41"/>
            <p:cNvSpPr/>
            <p:nvPr/>
          </p:nvSpPr>
          <p:spPr>
            <a:xfrm>
              <a:off x="4747725" y="890550"/>
              <a:ext cx="42550" cy="436700"/>
            </a:xfrm>
            <a:custGeom>
              <a:rect b="b" l="l" r="r" t="t"/>
              <a:pathLst>
                <a:path extrusionOk="0" h="17468" w="1702">
                  <a:moveTo>
                    <a:pt x="1505" y="1"/>
                  </a:moveTo>
                  <a:cubicBezTo>
                    <a:pt x="1412" y="1"/>
                    <a:pt x="1318" y="59"/>
                    <a:pt x="1302" y="188"/>
                  </a:cubicBezTo>
                  <a:lnTo>
                    <a:pt x="1" y="17234"/>
                  </a:lnTo>
                  <a:cubicBezTo>
                    <a:pt x="1" y="17367"/>
                    <a:pt x="67" y="17434"/>
                    <a:pt x="167" y="17468"/>
                  </a:cubicBezTo>
                  <a:cubicBezTo>
                    <a:pt x="267" y="17468"/>
                    <a:pt x="368" y="17367"/>
                    <a:pt x="368" y="17267"/>
                  </a:cubicBezTo>
                  <a:lnTo>
                    <a:pt x="1702" y="188"/>
                  </a:lnTo>
                  <a:cubicBezTo>
                    <a:pt x="1702" y="68"/>
                    <a:pt x="1604" y="1"/>
                    <a:pt x="150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41"/>
            <p:cNvSpPr/>
            <p:nvPr/>
          </p:nvSpPr>
          <p:spPr>
            <a:xfrm>
              <a:off x="4808600" y="663475"/>
              <a:ext cx="323850" cy="648775"/>
            </a:xfrm>
            <a:custGeom>
              <a:rect b="b" l="l" r="r" t="t"/>
              <a:pathLst>
                <a:path extrusionOk="0" h="25951" w="12954">
                  <a:moveTo>
                    <a:pt x="12716" y="1"/>
                  </a:moveTo>
                  <a:cubicBezTo>
                    <a:pt x="12653" y="1"/>
                    <a:pt x="12588" y="30"/>
                    <a:pt x="12543" y="98"/>
                  </a:cubicBezTo>
                  <a:lnTo>
                    <a:pt x="34" y="25683"/>
                  </a:lnTo>
                  <a:cubicBezTo>
                    <a:pt x="1" y="25783"/>
                    <a:pt x="34" y="25883"/>
                    <a:pt x="134" y="25950"/>
                  </a:cubicBezTo>
                  <a:lnTo>
                    <a:pt x="201" y="25950"/>
                  </a:lnTo>
                  <a:cubicBezTo>
                    <a:pt x="268" y="25950"/>
                    <a:pt x="334" y="25917"/>
                    <a:pt x="401" y="25850"/>
                  </a:cubicBezTo>
                  <a:lnTo>
                    <a:pt x="12910" y="265"/>
                  </a:lnTo>
                  <a:cubicBezTo>
                    <a:pt x="12954" y="111"/>
                    <a:pt x="12838" y="1"/>
                    <a:pt x="1271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41"/>
            <p:cNvSpPr/>
            <p:nvPr/>
          </p:nvSpPr>
          <p:spPr>
            <a:xfrm>
              <a:off x="4538950" y="1331975"/>
              <a:ext cx="147925" cy="81175"/>
            </a:xfrm>
            <a:custGeom>
              <a:rect b="b" l="l" r="r" t="t"/>
              <a:pathLst>
                <a:path extrusionOk="0" h="3247" w="5917">
                  <a:moveTo>
                    <a:pt x="283" y="0"/>
                  </a:moveTo>
                  <a:cubicBezTo>
                    <a:pt x="114" y="0"/>
                    <a:pt x="1" y="225"/>
                    <a:pt x="179" y="344"/>
                  </a:cubicBezTo>
                  <a:lnTo>
                    <a:pt x="5616" y="3213"/>
                  </a:lnTo>
                  <a:cubicBezTo>
                    <a:pt x="5616" y="3213"/>
                    <a:pt x="5650" y="3213"/>
                    <a:pt x="5683" y="3246"/>
                  </a:cubicBezTo>
                  <a:cubicBezTo>
                    <a:pt x="5750" y="3246"/>
                    <a:pt x="5816" y="3180"/>
                    <a:pt x="5850" y="3113"/>
                  </a:cubicBezTo>
                  <a:cubicBezTo>
                    <a:pt x="5917" y="3046"/>
                    <a:pt x="5883" y="2913"/>
                    <a:pt x="5783" y="2879"/>
                  </a:cubicBezTo>
                  <a:lnTo>
                    <a:pt x="346" y="11"/>
                  </a:lnTo>
                  <a:cubicBezTo>
                    <a:pt x="324" y="3"/>
                    <a:pt x="303" y="0"/>
                    <a:pt x="28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41"/>
            <p:cNvSpPr/>
            <p:nvPr/>
          </p:nvSpPr>
          <p:spPr>
            <a:xfrm>
              <a:off x="3657775" y="990325"/>
              <a:ext cx="582950" cy="123450"/>
            </a:xfrm>
            <a:custGeom>
              <a:rect b="b" l="l" r="r" t="t"/>
              <a:pathLst>
                <a:path extrusionOk="0" h="4938" w="23318">
                  <a:moveTo>
                    <a:pt x="23084" y="0"/>
                  </a:moveTo>
                  <a:lnTo>
                    <a:pt x="168" y="4570"/>
                  </a:lnTo>
                  <a:cubicBezTo>
                    <a:pt x="68" y="4570"/>
                    <a:pt x="1" y="4670"/>
                    <a:pt x="34" y="4804"/>
                  </a:cubicBezTo>
                  <a:cubicBezTo>
                    <a:pt x="34" y="4870"/>
                    <a:pt x="101" y="4937"/>
                    <a:pt x="201" y="4937"/>
                  </a:cubicBezTo>
                  <a:lnTo>
                    <a:pt x="234" y="4937"/>
                  </a:lnTo>
                  <a:lnTo>
                    <a:pt x="23151" y="400"/>
                  </a:lnTo>
                  <a:cubicBezTo>
                    <a:pt x="23251" y="367"/>
                    <a:pt x="23317" y="267"/>
                    <a:pt x="23284" y="167"/>
                  </a:cubicBezTo>
                  <a:cubicBezTo>
                    <a:pt x="23284" y="67"/>
                    <a:pt x="23184" y="0"/>
                    <a:pt x="2308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41"/>
            <p:cNvSpPr/>
            <p:nvPr/>
          </p:nvSpPr>
          <p:spPr>
            <a:xfrm>
              <a:off x="4287400" y="1332950"/>
              <a:ext cx="165750" cy="63525"/>
            </a:xfrm>
            <a:custGeom>
              <a:rect b="b" l="l" r="r" t="t"/>
              <a:pathLst>
                <a:path extrusionOk="0" h="2541" w="6630">
                  <a:moveTo>
                    <a:pt x="6498" y="1"/>
                  </a:moveTo>
                  <a:cubicBezTo>
                    <a:pt x="6490" y="1"/>
                    <a:pt x="6481" y="2"/>
                    <a:pt x="6472" y="5"/>
                  </a:cubicBezTo>
                  <a:lnTo>
                    <a:pt x="67" y="2373"/>
                  </a:lnTo>
                  <a:cubicBezTo>
                    <a:pt x="0" y="2407"/>
                    <a:pt x="0" y="2440"/>
                    <a:pt x="0" y="2507"/>
                  </a:cubicBezTo>
                  <a:cubicBezTo>
                    <a:pt x="34" y="2507"/>
                    <a:pt x="67" y="2540"/>
                    <a:pt x="101" y="2540"/>
                  </a:cubicBezTo>
                  <a:lnTo>
                    <a:pt x="6538" y="172"/>
                  </a:lnTo>
                  <a:cubicBezTo>
                    <a:pt x="6630" y="141"/>
                    <a:pt x="6583" y="1"/>
                    <a:pt x="649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41"/>
            <p:cNvSpPr/>
            <p:nvPr/>
          </p:nvSpPr>
          <p:spPr>
            <a:xfrm>
              <a:off x="4399975" y="1145725"/>
              <a:ext cx="89250" cy="129825"/>
            </a:xfrm>
            <a:custGeom>
              <a:rect b="b" l="l" r="r" t="t"/>
              <a:pathLst>
                <a:path extrusionOk="0" h="5193" w="3570">
                  <a:moveTo>
                    <a:pt x="119" y="0"/>
                  </a:moveTo>
                  <a:cubicBezTo>
                    <a:pt x="101" y="0"/>
                    <a:pt x="81" y="8"/>
                    <a:pt x="67" y="22"/>
                  </a:cubicBezTo>
                  <a:cubicBezTo>
                    <a:pt x="34" y="55"/>
                    <a:pt x="1" y="89"/>
                    <a:pt x="34" y="122"/>
                  </a:cubicBezTo>
                  <a:lnTo>
                    <a:pt x="3403" y="5126"/>
                  </a:lnTo>
                  <a:cubicBezTo>
                    <a:pt x="3436" y="5159"/>
                    <a:pt x="3470" y="5159"/>
                    <a:pt x="3470" y="5192"/>
                  </a:cubicBezTo>
                  <a:cubicBezTo>
                    <a:pt x="3503" y="5159"/>
                    <a:pt x="3537" y="5159"/>
                    <a:pt x="3537" y="5159"/>
                  </a:cubicBezTo>
                  <a:cubicBezTo>
                    <a:pt x="3570" y="5126"/>
                    <a:pt x="3570" y="5092"/>
                    <a:pt x="3570" y="5059"/>
                  </a:cubicBezTo>
                  <a:lnTo>
                    <a:pt x="167" y="55"/>
                  </a:lnTo>
                  <a:cubicBezTo>
                    <a:pt x="167" y="16"/>
                    <a:pt x="145" y="0"/>
                    <a:pt x="11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41"/>
            <p:cNvSpPr/>
            <p:nvPr/>
          </p:nvSpPr>
          <p:spPr>
            <a:xfrm>
              <a:off x="4415000" y="1392275"/>
              <a:ext cx="63400" cy="162975"/>
            </a:xfrm>
            <a:custGeom>
              <a:rect b="b" l="l" r="r" t="t"/>
              <a:pathLst>
                <a:path extrusionOk="0" h="6519" w="2536">
                  <a:moveTo>
                    <a:pt x="2469" y="0"/>
                  </a:moveTo>
                  <a:cubicBezTo>
                    <a:pt x="2402" y="0"/>
                    <a:pt x="2368" y="34"/>
                    <a:pt x="2368" y="67"/>
                  </a:cubicBezTo>
                  <a:lnTo>
                    <a:pt x="0" y="6405"/>
                  </a:lnTo>
                  <a:cubicBezTo>
                    <a:pt x="0" y="6438"/>
                    <a:pt x="33" y="6505"/>
                    <a:pt x="67" y="6505"/>
                  </a:cubicBezTo>
                  <a:lnTo>
                    <a:pt x="100" y="6505"/>
                  </a:lnTo>
                  <a:cubicBezTo>
                    <a:pt x="110" y="6515"/>
                    <a:pt x="120" y="6519"/>
                    <a:pt x="130" y="6519"/>
                  </a:cubicBezTo>
                  <a:cubicBezTo>
                    <a:pt x="153" y="6519"/>
                    <a:pt x="177" y="6495"/>
                    <a:pt x="200" y="6472"/>
                  </a:cubicBezTo>
                  <a:lnTo>
                    <a:pt x="2502" y="134"/>
                  </a:lnTo>
                  <a:cubicBezTo>
                    <a:pt x="2535" y="67"/>
                    <a:pt x="2502" y="34"/>
                    <a:pt x="246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41"/>
            <p:cNvSpPr/>
            <p:nvPr/>
          </p:nvSpPr>
          <p:spPr>
            <a:xfrm>
              <a:off x="4233200" y="992825"/>
              <a:ext cx="21700" cy="371950"/>
            </a:xfrm>
            <a:custGeom>
              <a:rect b="b" l="l" r="r" t="t"/>
              <a:pathLst>
                <a:path extrusionOk="0" h="14878" w="868">
                  <a:moveTo>
                    <a:pt x="100" y="0"/>
                  </a:moveTo>
                  <a:cubicBezTo>
                    <a:pt x="34" y="0"/>
                    <a:pt x="0" y="34"/>
                    <a:pt x="0" y="67"/>
                  </a:cubicBezTo>
                  <a:lnTo>
                    <a:pt x="701" y="14811"/>
                  </a:lnTo>
                  <a:cubicBezTo>
                    <a:pt x="701" y="14844"/>
                    <a:pt x="767" y="14878"/>
                    <a:pt x="801" y="14878"/>
                  </a:cubicBezTo>
                  <a:cubicBezTo>
                    <a:pt x="834" y="14878"/>
                    <a:pt x="868" y="14844"/>
                    <a:pt x="868" y="14778"/>
                  </a:cubicBezTo>
                  <a:lnTo>
                    <a:pt x="167" y="67"/>
                  </a:lnTo>
                  <a:cubicBezTo>
                    <a:pt x="167" y="34"/>
                    <a:pt x="134" y="0"/>
                    <a:pt x="10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41"/>
            <p:cNvSpPr/>
            <p:nvPr/>
          </p:nvSpPr>
          <p:spPr>
            <a:xfrm>
              <a:off x="4130175" y="1286650"/>
              <a:ext cx="98875" cy="105650"/>
            </a:xfrm>
            <a:custGeom>
              <a:rect b="b" l="l" r="r" t="t"/>
              <a:pathLst>
                <a:path extrusionOk="0" h="4226" w="3955">
                  <a:moveTo>
                    <a:pt x="117" y="0"/>
                  </a:moveTo>
                  <a:cubicBezTo>
                    <a:pt x="48" y="0"/>
                    <a:pt x="0" y="71"/>
                    <a:pt x="52" y="122"/>
                  </a:cubicBezTo>
                  <a:lnTo>
                    <a:pt x="3788" y="4192"/>
                  </a:lnTo>
                  <a:cubicBezTo>
                    <a:pt x="3821" y="4225"/>
                    <a:pt x="3854" y="4225"/>
                    <a:pt x="3854" y="4225"/>
                  </a:cubicBezTo>
                  <a:lnTo>
                    <a:pt x="3921" y="4225"/>
                  </a:lnTo>
                  <a:cubicBezTo>
                    <a:pt x="3954" y="4192"/>
                    <a:pt x="3954" y="4125"/>
                    <a:pt x="3921" y="4092"/>
                  </a:cubicBezTo>
                  <a:lnTo>
                    <a:pt x="185" y="22"/>
                  </a:lnTo>
                  <a:cubicBezTo>
                    <a:pt x="162" y="7"/>
                    <a:pt x="139" y="0"/>
                    <a:pt x="11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41"/>
            <p:cNvSpPr/>
            <p:nvPr/>
          </p:nvSpPr>
          <p:spPr>
            <a:xfrm>
              <a:off x="4846975" y="1351400"/>
              <a:ext cx="259375" cy="38400"/>
            </a:xfrm>
            <a:custGeom>
              <a:rect b="b" l="l" r="r" t="t"/>
              <a:pathLst>
                <a:path extrusionOk="0" h="1536" w="10375">
                  <a:moveTo>
                    <a:pt x="10174" y="1"/>
                  </a:moveTo>
                  <a:lnTo>
                    <a:pt x="200" y="1135"/>
                  </a:lnTo>
                  <a:cubicBezTo>
                    <a:pt x="100" y="1168"/>
                    <a:pt x="0" y="1268"/>
                    <a:pt x="33" y="1369"/>
                  </a:cubicBezTo>
                  <a:cubicBezTo>
                    <a:pt x="33" y="1469"/>
                    <a:pt x="100" y="1535"/>
                    <a:pt x="200" y="1535"/>
                  </a:cubicBezTo>
                  <a:lnTo>
                    <a:pt x="234" y="1535"/>
                  </a:lnTo>
                  <a:lnTo>
                    <a:pt x="10207" y="401"/>
                  </a:lnTo>
                  <a:cubicBezTo>
                    <a:pt x="10307" y="368"/>
                    <a:pt x="10374" y="301"/>
                    <a:pt x="10374" y="168"/>
                  </a:cubicBezTo>
                  <a:cubicBezTo>
                    <a:pt x="10374" y="68"/>
                    <a:pt x="10274" y="1"/>
                    <a:pt x="1017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41"/>
            <p:cNvSpPr/>
            <p:nvPr/>
          </p:nvSpPr>
          <p:spPr>
            <a:xfrm>
              <a:off x="5168850" y="946025"/>
              <a:ext cx="137550" cy="332025"/>
            </a:xfrm>
            <a:custGeom>
              <a:rect b="b" l="l" r="r" t="t"/>
              <a:pathLst>
                <a:path extrusionOk="0" h="13281" w="5502">
                  <a:moveTo>
                    <a:pt x="5260" y="1"/>
                  </a:moveTo>
                  <a:cubicBezTo>
                    <a:pt x="5193" y="1"/>
                    <a:pt x="5129" y="41"/>
                    <a:pt x="5105" y="138"/>
                  </a:cubicBezTo>
                  <a:lnTo>
                    <a:pt x="68" y="13014"/>
                  </a:lnTo>
                  <a:cubicBezTo>
                    <a:pt x="1" y="13147"/>
                    <a:pt x="101" y="13280"/>
                    <a:pt x="234" y="13280"/>
                  </a:cubicBezTo>
                  <a:cubicBezTo>
                    <a:pt x="301" y="13280"/>
                    <a:pt x="401" y="13214"/>
                    <a:pt x="401" y="13147"/>
                  </a:cubicBezTo>
                  <a:lnTo>
                    <a:pt x="5438" y="271"/>
                  </a:lnTo>
                  <a:cubicBezTo>
                    <a:pt x="5502" y="123"/>
                    <a:pt x="5376" y="1"/>
                    <a:pt x="526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41"/>
            <p:cNvSpPr/>
            <p:nvPr/>
          </p:nvSpPr>
          <p:spPr>
            <a:xfrm>
              <a:off x="5379850" y="876900"/>
              <a:ext cx="201000" cy="55075"/>
            </a:xfrm>
            <a:custGeom>
              <a:rect b="b" l="l" r="r" t="t"/>
              <a:pathLst>
                <a:path extrusionOk="0" h="2203" w="8040">
                  <a:moveTo>
                    <a:pt x="100" y="1"/>
                  </a:moveTo>
                  <a:cubicBezTo>
                    <a:pt x="67" y="1"/>
                    <a:pt x="0" y="34"/>
                    <a:pt x="0" y="67"/>
                  </a:cubicBezTo>
                  <a:cubicBezTo>
                    <a:pt x="0" y="134"/>
                    <a:pt x="0" y="167"/>
                    <a:pt x="67" y="167"/>
                  </a:cubicBezTo>
                  <a:lnTo>
                    <a:pt x="7906" y="2202"/>
                  </a:lnTo>
                  <a:lnTo>
                    <a:pt x="7939" y="2202"/>
                  </a:lnTo>
                  <a:cubicBezTo>
                    <a:pt x="7973" y="2202"/>
                    <a:pt x="8006" y="2169"/>
                    <a:pt x="8006" y="2135"/>
                  </a:cubicBezTo>
                  <a:cubicBezTo>
                    <a:pt x="8039" y="2069"/>
                    <a:pt x="8006" y="2035"/>
                    <a:pt x="7973" y="2035"/>
                  </a:cubicBezTo>
                  <a:lnTo>
                    <a:pt x="10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41"/>
            <p:cNvSpPr/>
            <p:nvPr/>
          </p:nvSpPr>
          <p:spPr>
            <a:xfrm>
              <a:off x="5381525" y="694575"/>
              <a:ext cx="146400" cy="139825"/>
            </a:xfrm>
            <a:custGeom>
              <a:rect b="b" l="l" r="r" t="t"/>
              <a:pathLst>
                <a:path extrusionOk="0" h="5593" w="5856">
                  <a:moveTo>
                    <a:pt x="5737" y="0"/>
                  </a:moveTo>
                  <a:cubicBezTo>
                    <a:pt x="5716" y="0"/>
                    <a:pt x="5693" y="7"/>
                    <a:pt x="5671" y="22"/>
                  </a:cubicBezTo>
                  <a:lnTo>
                    <a:pt x="33" y="5426"/>
                  </a:lnTo>
                  <a:cubicBezTo>
                    <a:pt x="0" y="5459"/>
                    <a:pt x="0" y="5526"/>
                    <a:pt x="33" y="5559"/>
                  </a:cubicBezTo>
                  <a:cubicBezTo>
                    <a:pt x="33" y="5592"/>
                    <a:pt x="67" y="5592"/>
                    <a:pt x="100" y="5592"/>
                  </a:cubicBezTo>
                  <a:cubicBezTo>
                    <a:pt x="100" y="5592"/>
                    <a:pt x="133" y="5559"/>
                    <a:pt x="133" y="5559"/>
                  </a:cubicBezTo>
                  <a:lnTo>
                    <a:pt x="5804" y="155"/>
                  </a:lnTo>
                  <a:cubicBezTo>
                    <a:pt x="5856" y="78"/>
                    <a:pt x="5807" y="0"/>
                    <a:pt x="573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41"/>
            <p:cNvSpPr/>
            <p:nvPr/>
          </p:nvSpPr>
          <p:spPr>
            <a:xfrm>
              <a:off x="4209000" y="960050"/>
              <a:ext cx="53400" cy="68900"/>
            </a:xfrm>
            <a:custGeom>
              <a:rect b="b" l="l" r="r" t="t"/>
              <a:pathLst>
                <a:path extrusionOk="0" h="2756" w="2136">
                  <a:moveTo>
                    <a:pt x="1548" y="1"/>
                  </a:moveTo>
                  <a:cubicBezTo>
                    <a:pt x="1405" y="1"/>
                    <a:pt x="1242" y="47"/>
                    <a:pt x="1068" y="144"/>
                  </a:cubicBezTo>
                  <a:cubicBezTo>
                    <a:pt x="435" y="544"/>
                    <a:pt x="34" y="1245"/>
                    <a:pt x="1" y="2012"/>
                  </a:cubicBezTo>
                  <a:cubicBezTo>
                    <a:pt x="1" y="2484"/>
                    <a:pt x="252" y="2756"/>
                    <a:pt x="599" y="2756"/>
                  </a:cubicBezTo>
                  <a:cubicBezTo>
                    <a:pt x="743" y="2756"/>
                    <a:pt x="903" y="2710"/>
                    <a:pt x="1068" y="2612"/>
                  </a:cubicBezTo>
                  <a:cubicBezTo>
                    <a:pt x="1702" y="2212"/>
                    <a:pt x="2102" y="1511"/>
                    <a:pt x="2136" y="778"/>
                  </a:cubicBezTo>
                  <a:cubicBezTo>
                    <a:pt x="2136" y="280"/>
                    <a:pt x="1900" y="1"/>
                    <a:pt x="154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41"/>
            <p:cNvSpPr/>
            <p:nvPr/>
          </p:nvSpPr>
          <p:spPr>
            <a:xfrm>
              <a:off x="4388300" y="1128950"/>
              <a:ext cx="29225" cy="37825"/>
            </a:xfrm>
            <a:custGeom>
              <a:rect b="b" l="l" r="r" t="t"/>
              <a:pathLst>
                <a:path extrusionOk="0" h="1513" w="1169">
                  <a:moveTo>
                    <a:pt x="852" y="1"/>
                  </a:moveTo>
                  <a:cubicBezTo>
                    <a:pt x="768" y="1"/>
                    <a:pt x="671" y="31"/>
                    <a:pt x="568" y="93"/>
                  </a:cubicBezTo>
                  <a:cubicBezTo>
                    <a:pt x="234" y="293"/>
                    <a:pt x="1" y="660"/>
                    <a:pt x="1" y="1093"/>
                  </a:cubicBezTo>
                  <a:cubicBezTo>
                    <a:pt x="1" y="1353"/>
                    <a:pt x="134" y="1512"/>
                    <a:pt x="319" y="1512"/>
                  </a:cubicBezTo>
                  <a:cubicBezTo>
                    <a:pt x="395" y="1512"/>
                    <a:pt x="480" y="1485"/>
                    <a:pt x="568" y="1427"/>
                  </a:cubicBezTo>
                  <a:cubicBezTo>
                    <a:pt x="935" y="1193"/>
                    <a:pt x="1135" y="826"/>
                    <a:pt x="1168" y="426"/>
                  </a:cubicBezTo>
                  <a:cubicBezTo>
                    <a:pt x="1168" y="150"/>
                    <a:pt x="1041" y="1"/>
                    <a:pt x="85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41"/>
            <p:cNvSpPr/>
            <p:nvPr/>
          </p:nvSpPr>
          <p:spPr>
            <a:xfrm>
              <a:off x="4116450" y="1268775"/>
              <a:ext cx="29200" cy="37725"/>
            </a:xfrm>
            <a:custGeom>
              <a:rect b="b" l="l" r="r" t="t"/>
              <a:pathLst>
                <a:path extrusionOk="0" h="1509" w="1168">
                  <a:moveTo>
                    <a:pt x="829" y="0"/>
                  </a:moveTo>
                  <a:cubicBezTo>
                    <a:pt x="750" y="0"/>
                    <a:pt x="661" y="23"/>
                    <a:pt x="567" y="70"/>
                  </a:cubicBezTo>
                  <a:cubicBezTo>
                    <a:pt x="234" y="304"/>
                    <a:pt x="34" y="671"/>
                    <a:pt x="0" y="1104"/>
                  </a:cubicBezTo>
                  <a:cubicBezTo>
                    <a:pt x="0" y="1366"/>
                    <a:pt x="136" y="1509"/>
                    <a:pt x="323" y="1509"/>
                  </a:cubicBezTo>
                  <a:cubicBezTo>
                    <a:pt x="398" y="1509"/>
                    <a:pt x="481" y="1486"/>
                    <a:pt x="567" y="1438"/>
                  </a:cubicBezTo>
                  <a:cubicBezTo>
                    <a:pt x="934" y="1204"/>
                    <a:pt x="1134" y="837"/>
                    <a:pt x="1168" y="437"/>
                  </a:cubicBezTo>
                  <a:cubicBezTo>
                    <a:pt x="1168" y="150"/>
                    <a:pt x="1030" y="0"/>
                    <a:pt x="82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41"/>
            <p:cNvSpPr/>
            <p:nvPr/>
          </p:nvSpPr>
          <p:spPr>
            <a:xfrm>
              <a:off x="4402475" y="1534400"/>
              <a:ext cx="29225" cy="37675"/>
            </a:xfrm>
            <a:custGeom>
              <a:rect b="b" l="l" r="r" t="t"/>
              <a:pathLst>
                <a:path extrusionOk="0" h="1507" w="1169">
                  <a:moveTo>
                    <a:pt x="850" y="1"/>
                  </a:moveTo>
                  <a:cubicBezTo>
                    <a:pt x="774" y="1"/>
                    <a:pt x="689" y="28"/>
                    <a:pt x="601" y="86"/>
                  </a:cubicBezTo>
                  <a:cubicBezTo>
                    <a:pt x="234" y="286"/>
                    <a:pt x="34" y="687"/>
                    <a:pt x="1" y="1087"/>
                  </a:cubicBezTo>
                  <a:cubicBezTo>
                    <a:pt x="1" y="1347"/>
                    <a:pt x="134" y="1506"/>
                    <a:pt x="331" y="1506"/>
                  </a:cubicBezTo>
                  <a:cubicBezTo>
                    <a:pt x="412" y="1506"/>
                    <a:pt x="504" y="1479"/>
                    <a:pt x="601" y="1420"/>
                  </a:cubicBezTo>
                  <a:cubicBezTo>
                    <a:pt x="935" y="1187"/>
                    <a:pt x="1168" y="820"/>
                    <a:pt x="1168" y="420"/>
                  </a:cubicBezTo>
                  <a:cubicBezTo>
                    <a:pt x="1168" y="160"/>
                    <a:pt x="1035" y="1"/>
                    <a:pt x="85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41"/>
            <p:cNvSpPr/>
            <p:nvPr/>
          </p:nvSpPr>
          <p:spPr>
            <a:xfrm>
              <a:off x="4600125" y="1618625"/>
              <a:ext cx="29200" cy="37675"/>
            </a:xfrm>
            <a:custGeom>
              <a:rect b="b" l="l" r="r" t="t"/>
              <a:pathLst>
                <a:path extrusionOk="0" h="1507" w="1168">
                  <a:moveTo>
                    <a:pt x="850" y="1"/>
                  </a:moveTo>
                  <a:cubicBezTo>
                    <a:pt x="773" y="1"/>
                    <a:pt x="689" y="28"/>
                    <a:pt x="601" y="86"/>
                  </a:cubicBezTo>
                  <a:cubicBezTo>
                    <a:pt x="234" y="320"/>
                    <a:pt x="34" y="687"/>
                    <a:pt x="0" y="1087"/>
                  </a:cubicBezTo>
                  <a:cubicBezTo>
                    <a:pt x="0" y="1347"/>
                    <a:pt x="134" y="1506"/>
                    <a:pt x="331" y="1506"/>
                  </a:cubicBezTo>
                  <a:cubicBezTo>
                    <a:pt x="412" y="1506"/>
                    <a:pt x="503" y="1479"/>
                    <a:pt x="601" y="1421"/>
                  </a:cubicBezTo>
                  <a:cubicBezTo>
                    <a:pt x="934" y="1187"/>
                    <a:pt x="1168" y="820"/>
                    <a:pt x="1168" y="420"/>
                  </a:cubicBezTo>
                  <a:cubicBezTo>
                    <a:pt x="1168" y="160"/>
                    <a:pt x="1034" y="1"/>
                    <a:pt x="85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41"/>
            <p:cNvSpPr/>
            <p:nvPr/>
          </p:nvSpPr>
          <p:spPr>
            <a:xfrm>
              <a:off x="4580100" y="1915500"/>
              <a:ext cx="29225" cy="37675"/>
            </a:xfrm>
            <a:custGeom>
              <a:rect b="b" l="l" r="r" t="t"/>
              <a:pathLst>
                <a:path extrusionOk="0" h="1507" w="1169">
                  <a:moveTo>
                    <a:pt x="838" y="1"/>
                  </a:moveTo>
                  <a:cubicBezTo>
                    <a:pt x="757" y="1"/>
                    <a:pt x="665" y="28"/>
                    <a:pt x="568" y="86"/>
                  </a:cubicBezTo>
                  <a:cubicBezTo>
                    <a:pt x="234" y="320"/>
                    <a:pt x="34" y="687"/>
                    <a:pt x="1" y="1087"/>
                  </a:cubicBezTo>
                  <a:cubicBezTo>
                    <a:pt x="1" y="1347"/>
                    <a:pt x="135" y="1506"/>
                    <a:pt x="319" y="1506"/>
                  </a:cubicBezTo>
                  <a:cubicBezTo>
                    <a:pt x="395" y="1506"/>
                    <a:pt x="480" y="1479"/>
                    <a:pt x="568" y="1421"/>
                  </a:cubicBezTo>
                  <a:cubicBezTo>
                    <a:pt x="935" y="1221"/>
                    <a:pt x="1135" y="820"/>
                    <a:pt x="1168" y="420"/>
                  </a:cubicBezTo>
                  <a:cubicBezTo>
                    <a:pt x="1168" y="160"/>
                    <a:pt x="1035" y="1"/>
                    <a:pt x="83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41"/>
            <p:cNvSpPr/>
            <p:nvPr/>
          </p:nvSpPr>
          <p:spPr>
            <a:xfrm>
              <a:off x="4656000" y="1733925"/>
              <a:ext cx="44225" cy="56950"/>
            </a:xfrm>
            <a:custGeom>
              <a:rect b="b" l="l" r="r" t="t"/>
              <a:pathLst>
                <a:path extrusionOk="0" h="2278" w="1769">
                  <a:moveTo>
                    <a:pt x="1288" y="0"/>
                  </a:moveTo>
                  <a:cubicBezTo>
                    <a:pt x="1173" y="0"/>
                    <a:pt x="1042" y="35"/>
                    <a:pt x="901" y="111"/>
                  </a:cubicBezTo>
                  <a:cubicBezTo>
                    <a:pt x="367" y="444"/>
                    <a:pt x="34" y="1012"/>
                    <a:pt x="0" y="1645"/>
                  </a:cubicBezTo>
                  <a:cubicBezTo>
                    <a:pt x="0" y="2043"/>
                    <a:pt x="198" y="2277"/>
                    <a:pt x="488" y="2277"/>
                  </a:cubicBezTo>
                  <a:cubicBezTo>
                    <a:pt x="612" y="2277"/>
                    <a:pt x="752" y="2235"/>
                    <a:pt x="901" y="2146"/>
                  </a:cubicBezTo>
                  <a:cubicBezTo>
                    <a:pt x="1435" y="1812"/>
                    <a:pt x="1735" y="1245"/>
                    <a:pt x="1768" y="611"/>
                  </a:cubicBezTo>
                  <a:cubicBezTo>
                    <a:pt x="1768" y="228"/>
                    <a:pt x="1579" y="0"/>
                    <a:pt x="128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41"/>
            <p:cNvSpPr/>
            <p:nvPr/>
          </p:nvSpPr>
          <p:spPr>
            <a:xfrm>
              <a:off x="4479200" y="1835975"/>
              <a:ext cx="44225" cy="56925"/>
            </a:xfrm>
            <a:custGeom>
              <a:rect b="b" l="l" r="r" t="t"/>
              <a:pathLst>
                <a:path extrusionOk="0" h="2277" w="1769">
                  <a:moveTo>
                    <a:pt x="1307" y="0"/>
                  </a:moveTo>
                  <a:cubicBezTo>
                    <a:pt x="1188" y="0"/>
                    <a:pt x="1050" y="42"/>
                    <a:pt x="901" y="132"/>
                  </a:cubicBezTo>
                  <a:cubicBezTo>
                    <a:pt x="368" y="465"/>
                    <a:pt x="34" y="1032"/>
                    <a:pt x="1" y="1633"/>
                  </a:cubicBezTo>
                  <a:cubicBezTo>
                    <a:pt x="1" y="2041"/>
                    <a:pt x="208" y="2277"/>
                    <a:pt x="511" y="2277"/>
                  </a:cubicBezTo>
                  <a:cubicBezTo>
                    <a:pt x="629" y="2277"/>
                    <a:pt x="761" y="2241"/>
                    <a:pt x="901" y="2167"/>
                  </a:cubicBezTo>
                  <a:cubicBezTo>
                    <a:pt x="1435" y="1833"/>
                    <a:pt x="1735" y="1266"/>
                    <a:pt x="1769" y="632"/>
                  </a:cubicBezTo>
                  <a:cubicBezTo>
                    <a:pt x="1769" y="234"/>
                    <a:pt x="1588" y="0"/>
                    <a:pt x="130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41"/>
            <p:cNvSpPr/>
            <p:nvPr/>
          </p:nvSpPr>
          <p:spPr>
            <a:xfrm>
              <a:off x="5503275" y="668475"/>
              <a:ext cx="44225" cy="56950"/>
            </a:xfrm>
            <a:custGeom>
              <a:rect b="b" l="l" r="r" t="t"/>
              <a:pathLst>
                <a:path extrusionOk="0" h="2278" w="1769">
                  <a:moveTo>
                    <a:pt x="1280" y="0"/>
                  </a:moveTo>
                  <a:cubicBezTo>
                    <a:pt x="1157" y="0"/>
                    <a:pt x="1017" y="42"/>
                    <a:pt x="867" y="132"/>
                  </a:cubicBezTo>
                  <a:cubicBezTo>
                    <a:pt x="334" y="465"/>
                    <a:pt x="34" y="1032"/>
                    <a:pt x="0" y="1666"/>
                  </a:cubicBezTo>
                  <a:cubicBezTo>
                    <a:pt x="0" y="2049"/>
                    <a:pt x="206" y="2277"/>
                    <a:pt x="495" y="2277"/>
                  </a:cubicBezTo>
                  <a:cubicBezTo>
                    <a:pt x="609" y="2277"/>
                    <a:pt x="736" y="2242"/>
                    <a:pt x="867" y="2167"/>
                  </a:cubicBezTo>
                  <a:cubicBezTo>
                    <a:pt x="1401" y="1833"/>
                    <a:pt x="1735" y="1266"/>
                    <a:pt x="1768" y="632"/>
                  </a:cubicBezTo>
                  <a:cubicBezTo>
                    <a:pt x="1768" y="234"/>
                    <a:pt x="1571" y="0"/>
                    <a:pt x="128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41"/>
            <p:cNvSpPr/>
            <p:nvPr/>
          </p:nvSpPr>
          <p:spPr>
            <a:xfrm>
              <a:off x="4654325" y="1297450"/>
              <a:ext cx="206850" cy="262475"/>
            </a:xfrm>
            <a:custGeom>
              <a:rect b="b" l="l" r="r" t="t"/>
              <a:pathLst>
                <a:path extrusionOk="0" h="10499" w="8274">
                  <a:moveTo>
                    <a:pt x="5827" y="673"/>
                  </a:moveTo>
                  <a:cubicBezTo>
                    <a:pt x="6135" y="673"/>
                    <a:pt x="6419" y="745"/>
                    <a:pt x="6672" y="891"/>
                  </a:cubicBezTo>
                  <a:cubicBezTo>
                    <a:pt x="7272" y="1225"/>
                    <a:pt x="7606" y="1992"/>
                    <a:pt x="7606" y="3060"/>
                  </a:cubicBezTo>
                  <a:cubicBezTo>
                    <a:pt x="7606" y="5361"/>
                    <a:pt x="5972" y="8197"/>
                    <a:pt x="3970" y="9331"/>
                  </a:cubicBezTo>
                  <a:cubicBezTo>
                    <a:pt x="3428" y="9652"/>
                    <a:pt x="2911" y="9816"/>
                    <a:pt x="2454" y="9816"/>
                  </a:cubicBezTo>
                  <a:cubicBezTo>
                    <a:pt x="2151" y="9816"/>
                    <a:pt x="1874" y="9744"/>
                    <a:pt x="1635" y="9598"/>
                  </a:cubicBezTo>
                  <a:cubicBezTo>
                    <a:pt x="1001" y="9264"/>
                    <a:pt x="668" y="8497"/>
                    <a:pt x="668" y="7429"/>
                  </a:cubicBezTo>
                  <a:cubicBezTo>
                    <a:pt x="668" y="5128"/>
                    <a:pt x="2302" y="2292"/>
                    <a:pt x="4304" y="1158"/>
                  </a:cubicBezTo>
                  <a:cubicBezTo>
                    <a:pt x="4845" y="837"/>
                    <a:pt x="5363" y="673"/>
                    <a:pt x="5827" y="673"/>
                  </a:cubicBezTo>
                  <a:close/>
                  <a:moveTo>
                    <a:pt x="5853" y="0"/>
                  </a:moveTo>
                  <a:cubicBezTo>
                    <a:pt x="5270" y="0"/>
                    <a:pt x="4631" y="188"/>
                    <a:pt x="3970" y="558"/>
                  </a:cubicBezTo>
                  <a:cubicBezTo>
                    <a:pt x="1802" y="1825"/>
                    <a:pt x="1" y="4894"/>
                    <a:pt x="1" y="7429"/>
                  </a:cubicBezTo>
                  <a:cubicBezTo>
                    <a:pt x="1" y="8730"/>
                    <a:pt x="468" y="9698"/>
                    <a:pt x="1302" y="10198"/>
                  </a:cubicBezTo>
                  <a:cubicBezTo>
                    <a:pt x="1635" y="10398"/>
                    <a:pt x="2035" y="10498"/>
                    <a:pt x="2436" y="10498"/>
                  </a:cubicBezTo>
                  <a:cubicBezTo>
                    <a:pt x="3103" y="10465"/>
                    <a:pt x="3737" y="10265"/>
                    <a:pt x="4304" y="9931"/>
                  </a:cubicBezTo>
                  <a:cubicBezTo>
                    <a:pt x="6505" y="8664"/>
                    <a:pt x="8273" y="5561"/>
                    <a:pt x="8273" y="3060"/>
                  </a:cubicBezTo>
                  <a:cubicBezTo>
                    <a:pt x="8273" y="1759"/>
                    <a:pt x="7806" y="791"/>
                    <a:pt x="7006" y="291"/>
                  </a:cubicBezTo>
                  <a:cubicBezTo>
                    <a:pt x="6658" y="96"/>
                    <a:pt x="6270" y="0"/>
                    <a:pt x="585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41"/>
            <p:cNvSpPr/>
            <p:nvPr/>
          </p:nvSpPr>
          <p:spPr>
            <a:xfrm>
              <a:off x="4701850" y="1356425"/>
              <a:ext cx="111775" cy="144650"/>
            </a:xfrm>
            <a:custGeom>
              <a:rect b="b" l="l" r="r" t="t"/>
              <a:pathLst>
                <a:path extrusionOk="0" h="5786" w="4471">
                  <a:moveTo>
                    <a:pt x="3245" y="1"/>
                  </a:moveTo>
                  <a:cubicBezTo>
                    <a:pt x="2945" y="1"/>
                    <a:pt x="2603" y="97"/>
                    <a:pt x="2236" y="300"/>
                  </a:cubicBezTo>
                  <a:cubicBezTo>
                    <a:pt x="902" y="1168"/>
                    <a:pt x="68" y="2602"/>
                    <a:pt x="1" y="4203"/>
                  </a:cubicBezTo>
                  <a:cubicBezTo>
                    <a:pt x="1" y="5195"/>
                    <a:pt x="503" y="5785"/>
                    <a:pt x="1233" y="5785"/>
                  </a:cubicBezTo>
                  <a:cubicBezTo>
                    <a:pt x="1535" y="5785"/>
                    <a:pt x="1875" y="5685"/>
                    <a:pt x="2236" y="5471"/>
                  </a:cubicBezTo>
                  <a:cubicBezTo>
                    <a:pt x="3570" y="4603"/>
                    <a:pt x="4404" y="3169"/>
                    <a:pt x="4471" y="1601"/>
                  </a:cubicBezTo>
                  <a:cubicBezTo>
                    <a:pt x="4471" y="582"/>
                    <a:pt x="3983" y="1"/>
                    <a:pt x="324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41"/>
            <p:cNvSpPr/>
            <p:nvPr/>
          </p:nvSpPr>
          <p:spPr>
            <a:xfrm>
              <a:off x="5094650" y="458825"/>
              <a:ext cx="170150" cy="217125"/>
            </a:xfrm>
            <a:custGeom>
              <a:rect b="b" l="l" r="r" t="t"/>
              <a:pathLst>
                <a:path extrusionOk="0" h="8685" w="6806">
                  <a:moveTo>
                    <a:pt x="4873" y="397"/>
                  </a:moveTo>
                  <a:cubicBezTo>
                    <a:pt x="5143" y="397"/>
                    <a:pt x="5390" y="458"/>
                    <a:pt x="5604" y="579"/>
                  </a:cubicBezTo>
                  <a:cubicBezTo>
                    <a:pt x="6138" y="912"/>
                    <a:pt x="6438" y="1579"/>
                    <a:pt x="6438" y="2513"/>
                  </a:cubicBezTo>
                  <a:cubicBezTo>
                    <a:pt x="6305" y="4682"/>
                    <a:pt x="5171" y="6683"/>
                    <a:pt x="3336" y="7884"/>
                  </a:cubicBezTo>
                  <a:cubicBezTo>
                    <a:pt x="2857" y="8163"/>
                    <a:pt x="2390" y="8299"/>
                    <a:pt x="1978" y="8299"/>
                  </a:cubicBezTo>
                  <a:cubicBezTo>
                    <a:pt x="1701" y="8299"/>
                    <a:pt x="1449" y="8238"/>
                    <a:pt x="1234" y="8117"/>
                  </a:cubicBezTo>
                  <a:cubicBezTo>
                    <a:pt x="701" y="7817"/>
                    <a:pt x="400" y="7117"/>
                    <a:pt x="400" y="6216"/>
                  </a:cubicBezTo>
                  <a:cubicBezTo>
                    <a:pt x="534" y="4015"/>
                    <a:pt x="1668" y="2013"/>
                    <a:pt x="3536" y="812"/>
                  </a:cubicBezTo>
                  <a:cubicBezTo>
                    <a:pt x="4015" y="533"/>
                    <a:pt x="4470" y="397"/>
                    <a:pt x="4873" y="397"/>
                  </a:cubicBezTo>
                  <a:close/>
                  <a:moveTo>
                    <a:pt x="4856" y="1"/>
                  </a:moveTo>
                  <a:cubicBezTo>
                    <a:pt x="4379" y="1"/>
                    <a:pt x="3852" y="164"/>
                    <a:pt x="3303" y="479"/>
                  </a:cubicBezTo>
                  <a:cubicBezTo>
                    <a:pt x="1501" y="1513"/>
                    <a:pt x="0" y="4115"/>
                    <a:pt x="0" y="6216"/>
                  </a:cubicBezTo>
                  <a:cubicBezTo>
                    <a:pt x="0" y="7250"/>
                    <a:pt x="367" y="8051"/>
                    <a:pt x="1034" y="8451"/>
                  </a:cubicBezTo>
                  <a:cubicBezTo>
                    <a:pt x="1334" y="8618"/>
                    <a:pt x="1635" y="8685"/>
                    <a:pt x="1968" y="8685"/>
                  </a:cubicBezTo>
                  <a:cubicBezTo>
                    <a:pt x="2535" y="8651"/>
                    <a:pt x="3036" y="8518"/>
                    <a:pt x="3503" y="8218"/>
                  </a:cubicBezTo>
                  <a:cubicBezTo>
                    <a:pt x="5337" y="7183"/>
                    <a:pt x="6805" y="4582"/>
                    <a:pt x="6805" y="2480"/>
                  </a:cubicBezTo>
                  <a:cubicBezTo>
                    <a:pt x="6805" y="1446"/>
                    <a:pt x="6438" y="645"/>
                    <a:pt x="5771" y="245"/>
                  </a:cubicBezTo>
                  <a:cubicBezTo>
                    <a:pt x="5497" y="81"/>
                    <a:pt x="5188" y="1"/>
                    <a:pt x="485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41"/>
            <p:cNvSpPr/>
            <p:nvPr/>
          </p:nvSpPr>
          <p:spPr>
            <a:xfrm>
              <a:off x="5133000" y="506125"/>
              <a:ext cx="94250" cy="122825"/>
            </a:xfrm>
            <a:custGeom>
              <a:rect b="b" l="l" r="r" t="t"/>
              <a:pathLst>
                <a:path extrusionOk="0" h="4913" w="3770">
                  <a:moveTo>
                    <a:pt x="2718" y="0"/>
                  </a:moveTo>
                  <a:cubicBezTo>
                    <a:pt x="2464" y="0"/>
                    <a:pt x="2176" y="82"/>
                    <a:pt x="1869" y="255"/>
                  </a:cubicBezTo>
                  <a:cubicBezTo>
                    <a:pt x="768" y="988"/>
                    <a:pt x="67" y="2223"/>
                    <a:pt x="1" y="3557"/>
                  </a:cubicBezTo>
                  <a:cubicBezTo>
                    <a:pt x="1" y="4412"/>
                    <a:pt x="424" y="4912"/>
                    <a:pt x="1041" y="4912"/>
                  </a:cubicBezTo>
                  <a:cubicBezTo>
                    <a:pt x="1290" y="4912"/>
                    <a:pt x="1571" y="4830"/>
                    <a:pt x="1869" y="4658"/>
                  </a:cubicBezTo>
                  <a:cubicBezTo>
                    <a:pt x="3003" y="3924"/>
                    <a:pt x="3703" y="2690"/>
                    <a:pt x="3770" y="1355"/>
                  </a:cubicBezTo>
                  <a:cubicBezTo>
                    <a:pt x="3770" y="500"/>
                    <a:pt x="3347" y="0"/>
                    <a:pt x="271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41"/>
            <p:cNvSpPr/>
            <p:nvPr/>
          </p:nvSpPr>
          <p:spPr>
            <a:xfrm>
              <a:off x="4732725" y="752950"/>
              <a:ext cx="124125" cy="150675"/>
            </a:xfrm>
            <a:custGeom>
              <a:rect b="b" l="l" r="r" t="t"/>
              <a:pathLst>
                <a:path extrusionOk="0" h="6027" w="4965">
                  <a:moveTo>
                    <a:pt x="3403" y="422"/>
                  </a:moveTo>
                  <a:cubicBezTo>
                    <a:pt x="3569" y="422"/>
                    <a:pt x="3736" y="455"/>
                    <a:pt x="3870" y="522"/>
                  </a:cubicBezTo>
                  <a:cubicBezTo>
                    <a:pt x="4270" y="822"/>
                    <a:pt x="4470" y="1289"/>
                    <a:pt x="4403" y="1790"/>
                  </a:cubicBezTo>
                  <a:cubicBezTo>
                    <a:pt x="4337" y="3224"/>
                    <a:pt x="3569" y="4558"/>
                    <a:pt x="2335" y="5359"/>
                  </a:cubicBezTo>
                  <a:cubicBezTo>
                    <a:pt x="2100" y="5575"/>
                    <a:pt x="1828" y="5670"/>
                    <a:pt x="1564" y="5670"/>
                  </a:cubicBezTo>
                  <a:cubicBezTo>
                    <a:pt x="892" y="5670"/>
                    <a:pt x="276" y="5058"/>
                    <a:pt x="467" y="4291"/>
                  </a:cubicBezTo>
                  <a:cubicBezTo>
                    <a:pt x="534" y="2824"/>
                    <a:pt x="1301" y="1489"/>
                    <a:pt x="2535" y="689"/>
                  </a:cubicBezTo>
                  <a:cubicBezTo>
                    <a:pt x="2802" y="522"/>
                    <a:pt x="3102" y="422"/>
                    <a:pt x="3403" y="422"/>
                  </a:cubicBezTo>
                  <a:close/>
                  <a:moveTo>
                    <a:pt x="3287" y="0"/>
                  </a:moveTo>
                  <a:cubicBezTo>
                    <a:pt x="2961" y="0"/>
                    <a:pt x="2627" y="109"/>
                    <a:pt x="2335" y="355"/>
                  </a:cubicBezTo>
                  <a:cubicBezTo>
                    <a:pt x="1001" y="1223"/>
                    <a:pt x="167" y="2690"/>
                    <a:pt x="67" y="4291"/>
                  </a:cubicBezTo>
                  <a:cubicBezTo>
                    <a:pt x="0" y="4892"/>
                    <a:pt x="300" y="5492"/>
                    <a:pt x="801" y="5859"/>
                  </a:cubicBezTo>
                  <a:cubicBezTo>
                    <a:pt x="1001" y="5959"/>
                    <a:pt x="1234" y="6026"/>
                    <a:pt x="1468" y="6026"/>
                  </a:cubicBezTo>
                  <a:cubicBezTo>
                    <a:pt x="1835" y="5993"/>
                    <a:pt x="2202" y="5893"/>
                    <a:pt x="2535" y="5692"/>
                  </a:cubicBezTo>
                  <a:cubicBezTo>
                    <a:pt x="3836" y="4792"/>
                    <a:pt x="4704" y="3357"/>
                    <a:pt x="4770" y="1790"/>
                  </a:cubicBezTo>
                  <a:cubicBezTo>
                    <a:pt x="4964" y="772"/>
                    <a:pt x="4154" y="0"/>
                    <a:pt x="328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41"/>
            <p:cNvSpPr/>
            <p:nvPr/>
          </p:nvSpPr>
          <p:spPr>
            <a:xfrm>
              <a:off x="4761900" y="787225"/>
              <a:ext cx="63400" cy="82775"/>
            </a:xfrm>
            <a:custGeom>
              <a:rect b="b" l="l" r="r" t="t"/>
              <a:pathLst>
                <a:path extrusionOk="0" h="3311" w="2536">
                  <a:moveTo>
                    <a:pt x="1834" y="1"/>
                  </a:moveTo>
                  <a:cubicBezTo>
                    <a:pt x="1664" y="1"/>
                    <a:pt x="1472" y="59"/>
                    <a:pt x="1268" y="185"/>
                  </a:cubicBezTo>
                  <a:cubicBezTo>
                    <a:pt x="501" y="686"/>
                    <a:pt x="34" y="1486"/>
                    <a:pt x="1" y="2387"/>
                  </a:cubicBezTo>
                  <a:cubicBezTo>
                    <a:pt x="1" y="2972"/>
                    <a:pt x="280" y="3311"/>
                    <a:pt x="689" y="3311"/>
                  </a:cubicBezTo>
                  <a:cubicBezTo>
                    <a:pt x="863" y="3311"/>
                    <a:pt x="1059" y="3250"/>
                    <a:pt x="1268" y="3121"/>
                  </a:cubicBezTo>
                  <a:cubicBezTo>
                    <a:pt x="2035" y="2654"/>
                    <a:pt x="2502" y="1820"/>
                    <a:pt x="2536" y="919"/>
                  </a:cubicBezTo>
                  <a:cubicBezTo>
                    <a:pt x="2536" y="351"/>
                    <a:pt x="2250" y="1"/>
                    <a:pt x="183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41"/>
            <p:cNvSpPr/>
            <p:nvPr/>
          </p:nvSpPr>
          <p:spPr>
            <a:xfrm>
              <a:off x="5092975" y="1267450"/>
              <a:ext cx="124350" cy="149875"/>
            </a:xfrm>
            <a:custGeom>
              <a:rect b="b" l="l" r="r" t="t"/>
              <a:pathLst>
                <a:path extrusionOk="0" h="5995" w="4974">
                  <a:moveTo>
                    <a:pt x="3292" y="380"/>
                  </a:moveTo>
                  <a:cubicBezTo>
                    <a:pt x="3961" y="380"/>
                    <a:pt x="4595" y="991"/>
                    <a:pt x="4404" y="1758"/>
                  </a:cubicBezTo>
                  <a:cubicBezTo>
                    <a:pt x="4337" y="3225"/>
                    <a:pt x="3536" y="4560"/>
                    <a:pt x="2335" y="5360"/>
                  </a:cubicBezTo>
                  <a:cubicBezTo>
                    <a:pt x="2101" y="5576"/>
                    <a:pt x="1830" y="5670"/>
                    <a:pt x="1567" y="5670"/>
                  </a:cubicBezTo>
                  <a:cubicBezTo>
                    <a:pt x="892" y="5670"/>
                    <a:pt x="266" y="5051"/>
                    <a:pt x="434" y="4260"/>
                  </a:cubicBezTo>
                  <a:cubicBezTo>
                    <a:pt x="534" y="2792"/>
                    <a:pt x="1301" y="1491"/>
                    <a:pt x="2536" y="690"/>
                  </a:cubicBezTo>
                  <a:cubicBezTo>
                    <a:pt x="2761" y="474"/>
                    <a:pt x="3030" y="380"/>
                    <a:pt x="3292" y="380"/>
                  </a:cubicBezTo>
                  <a:close/>
                  <a:moveTo>
                    <a:pt x="3291" y="1"/>
                  </a:moveTo>
                  <a:cubicBezTo>
                    <a:pt x="2963" y="1"/>
                    <a:pt x="2628" y="110"/>
                    <a:pt x="2335" y="357"/>
                  </a:cubicBezTo>
                  <a:cubicBezTo>
                    <a:pt x="1001" y="1224"/>
                    <a:pt x="167" y="2658"/>
                    <a:pt x="67" y="4260"/>
                  </a:cubicBezTo>
                  <a:cubicBezTo>
                    <a:pt x="0" y="4893"/>
                    <a:pt x="301" y="5494"/>
                    <a:pt x="801" y="5827"/>
                  </a:cubicBezTo>
                  <a:cubicBezTo>
                    <a:pt x="1001" y="5961"/>
                    <a:pt x="1235" y="5994"/>
                    <a:pt x="1468" y="5994"/>
                  </a:cubicBezTo>
                  <a:cubicBezTo>
                    <a:pt x="1835" y="5994"/>
                    <a:pt x="2202" y="5894"/>
                    <a:pt x="2536" y="5694"/>
                  </a:cubicBezTo>
                  <a:cubicBezTo>
                    <a:pt x="3870" y="4827"/>
                    <a:pt x="4704" y="3359"/>
                    <a:pt x="4804" y="1758"/>
                  </a:cubicBezTo>
                  <a:cubicBezTo>
                    <a:pt x="4973" y="765"/>
                    <a:pt x="4159" y="1"/>
                    <a:pt x="329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41"/>
            <p:cNvSpPr/>
            <p:nvPr/>
          </p:nvSpPr>
          <p:spPr>
            <a:xfrm>
              <a:off x="5122150" y="1301625"/>
              <a:ext cx="63425" cy="82400"/>
            </a:xfrm>
            <a:custGeom>
              <a:rect b="b" l="l" r="r" t="t"/>
              <a:pathLst>
                <a:path extrusionOk="0" h="3296" w="2537">
                  <a:moveTo>
                    <a:pt x="1848" y="0"/>
                  </a:moveTo>
                  <a:cubicBezTo>
                    <a:pt x="1674" y="0"/>
                    <a:pt x="1477" y="61"/>
                    <a:pt x="1269" y="191"/>
                  </a:cubicBezTo>
                  <a:cubicBezTo>
                    <a:pt x="501" y="658"/>
                    <a:pt x="34" y="1492"/>
                    <a:pt x="1" y="2392"/>
                  </a:cubicBezTo>
                  <a:cubicBezTo>
                    <a:pt x="1" y="2962"/>
                    <a:pt x="289" y="3296"/>
                    <a:pt x="707" y="3296"/>
                  </a:cubicBezTo>
                  <a:cubicBezTo>
                    <a:pt x="876" y="3296"/>
                    <a:pt x="1067" y="3241"/>
                    <a:pt x="1269" y="3126"/>
                  </a:cubicBezTo>
                  <a:cubicBezTo>
                    <a:pt x="2036" y="2626"/>
                    <a:pt x="2503" y="1825"/>
                    <a:pt x="2536" y="924"/>
                  </a:cubicBezTo>
                  <a:cubicBezTo>
                    <a:pt x="2536" y="339"/>
                    <a:pt x="2257" y="0"/>
                    <a:pt x="184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41"/>
            <p:cNvSpPr/>
            <p:nvPr/>
          </p:nvSpPr>
          <p:spPr>
            <a:xfrm>
              <a:off x="5272275" y="806675"/>
              <a:ext cx="122925" cy="150300"/>
            </a:xfrm>
            <a:custGeom>
              <a:rect b="b" l="l" r="r" t="t"/>
              <a:pathLst>
                <a:path extrusionOk="0" h="6012" w="4917">
                  <a:moveTo>
                    <a:pt x="3271" y="365"/>
                  </a:moveTo>
                  <a:cubicBezTo>
                    <a:pt x="3946" y="365"/>
                    <a:pt x="4571" y="984"/>
                    <a:pt x="4403" y="1776"/>
                  </a:cubicBezTo>
                  <a:cubicBezTo>
                    <a:pt x="4303" y="3210"/>
                    <a:pt x="3536" y="4544"/>
                    <a:pt x="2302" y="5345"/>
                  </a:cubicBezTo>
                  <a:cubicBezTo>
                    <a:pt x="2067" y="5561"/>
                    <a:pt x="1794" y="5655"/>
                    <a:pt x="1531" y="5655"/>
                  </a:cubicBezTo>
                  <a:cubicBezTo>
                    <a:pt x="859" y="5655"/>
                    <a:pt x="242" y="5044"/>
                    <a:pt x="434" y="4277"/>
                  </a:cubicBezTo>
                  <a:cubicBezTo>
                    <a:pt x="501" y="2810"/>
                    <a:pt x="1268" y="1475"/>
                    <a:pt x="2502" y="675"/>
                  </a:cubicBezTo>
                  <a:cubicBezTo>
                    <a:pt x="2736" y="459"/>
                    <a:pt x="3007" y="365"/>
                    <a:pt x="3271" y="365"/>
                  </a:cubicBezTo>
                  <a:close/>
                  <a:moveTo>
                    <a:pt x="3258" y="0"/>
                  </a:moveTo>
                  <a:cubicBezTo>
                    <a:pt x="2935" y="0"/>
                    <a:pt x="2601" y="105"/>
                    <a:pt x="2302" y="341"/>
                  </a:cubicBezTo>
                  <a:cubicBezTo>
                    <a:pt x="968" y="1208"/>
                    <a:pt x="134" y="2676"/>
                    <a:pt x="67" y="4277"/>
                  </a:cubicBezTo>
                  <a:cubicBezTo>
                    <a:pt x="0" y="4878"/>
                    <a:pt x="267" y="5478"/>
                    <a:pt x="801" y="5845"/>
                  </a:cubicBezTo>
                  <a:cubicBezTo>
                    <a:pt x="968" y="5945"/>
                    <a:pt x="1201" y="6012"/>
                    <a:pt x="1435" y="6012"/>
                  </a:cubicBezTo>
                  <a:cubicBezTo>
                    <a:pt x="1802" y="5979"/>
                    <a:pt x="2168" y="5878"/>
                    <a:pt x="2502" y="5678"/>
                  </a:cubicBezTo>
                  <a:cubicBezTo>
                    <a:pt x="3836" y="4811"/>
                    <a:pt x="4670" y="3343"/>
                    <a:pt x="4770" y="1776"/>
                  </a:cubicBezTo>
                  <a:cubicBezTo>
                    <a:pt x="4916" y="755"/>
                    <a:pt x="4124" y="0"/>
                    <a:pt x="325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41"/>
            <p:cNvSpPr/>
            <p:nvPr/>
          </p:nvSpPr>
          <p:spPr>
            <a:xfrm>
              <a:off x="5300625" y="840600"/>
              <a:ext cx="64225" cy="82775"/>
            </a:xfrm>
            <a:custGeom>
              <a:rect b="b" l="l" r="r" t="t"/>
              <a:pathLst>
                <a:path extrusionOk="0" h="3311" w="2569">
                  <a:moveTo>
                    <a:pt x="1840" y="1"/>
                  </a:moveTo>
                  <a:cubicBezTo>
                    <a:pt x="1666" y="1"/>
                    <a:pt x="1471" y="59"/>
                    <a:pt x="1268" y="185"/>
                  </a:cubicBezTo>
                  <a:cubicBezTo>
                    <a:pt x="534" y="685"/>
                    <a:pt x="34" y="1486"/>
                    <a:pt x="0" y="2387"/>
                  </a:cubicBezTo>
                  <a:cubicBezTo>
                    <a:pt x="0" y="2972"/>
                    <a:pt x="280" y="3311"/>
                    <a:pt x="689" y="3311"/>
                  </a:cubicBezTo>
                  <a:cubicBezTo>
                    <a:pt x="862" y="3311"/>
                    <a:pt x="1059" y="3250"/>
                    <a:pt x="1268" y="3120"/>
                  </a:cubicBezTo>
                  <a:cubicBezTo>
                    <a:pt x="2035" y="2653"/>
                    <a:pt x="2502" y="1820"/>
                    <a:pt x="2569" y="919"/>
                  </a:cubicBezTo>
                  <a:cubicBezTo>
                    <a:pt x="2569" y="351"/>
                    <a:pt x="2266" y="1"/>
                    <a:pt x="18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41"/>
            <p:cNvSpPr/>
            <p:nvPr/>
          </p:nvSpPr>
          <p:spPr>
            <a:xfrm>
              <a:off x="4440850" y="1249125"/>
              <a:ext cx="124350" cy="150675"/>
            </a:xfrm>
            <a:custGeom>
              <a:rect b="b" l="l" r="r" t="t"/>
              <a:pathLst>
                <a:path extrusionOk="0" h="6027" w="4974">
                  <a:moveTo>
                    <a:pt x="3289" y="380"/>
                  </a:moveTo>
                  <a:cubicBezTo>
                    <a:pt x="3959" y="380"/>
                    <a:pt x="4595" y="999"/>
                    <a:pt x="4403" y="1790"/>
                  </a:cubicBezTo>
                  <a:cubicBezTo>
                    <a:pt x="4337" y="3225"/>
                    <a:pt x="3536" y="4559"/>
                    <a:pt x="2335" y="5359"/>
                  </a:cubicBezTo>
                  <a:cubicBezTo>
                    <a:pt x="2100" y="5576"/>
                    <a:pt x="1828" y="5670"/>
                    <a:pt x="1563" y="5670"/>
                  </a:cubicBezTo>
                  <a:cubicBezTo>
                    <a:pt x="890" y="5670"/>
                    <a:pt x="266" y="5058"/>
                    <a:pt x="434" y="4292"/>
                  </a:cubicBezTo>
                  <a:cubicBezTo>
                    <a:pt x="534" y="2824"/>
                    <a:pt x="1301" y="1490"/>
                    <a:pt x="2535" y="689"/>
                  </a:cubicBezTo>
                  <a:cubicBezTo>
                    <a:pt x="2760" y="474"/>
                    <a:pt x="3027" y="380"/>
                    <a:pt x="3289" y="380"/>
                  </a:cubicBezTo>
                  <a:close/>
                  <a:moveTo>
                    <a:pt x="3288" y="1"/>
                  </a:moveTo>
                  <a:cubicBezTo>
                    <a:pt x="2961" y="1"/>
                    <a:pt x="2627" y="110"/>
                    <a:pt x="2335" y="356"/>
                  </a:cubicBezTo>
                  <a:cubicBezTo>
                    <a:pt x="1001" y="1223"/>
                    <a:pt x="167" y="2691"/>
                    <a:pt x="67" y="4292"/>
                  </a:cubicBezTo>
                  <a:cubicBezTo>
                    <a:pt x="0" y="4892"/>
                    <a:pt x="300" y="5493"/>
                    <a:pt x="801" y="5860"/>
                  </a:cubicBezTo>
                  <a:cubicBezTo>
                    <a:pt x="1001" y="5960"/>
                    <a:pt x="1234" y="6027"/>
                    <a:pt x="1468" y="6027"/>
                  </a:cubicBezTo>
                  <a:cubicBezTo>
                    <a:pt x="1835" y="5993"/>
                    <a:pt x="2202" y="5893"/>
                    <a:pt x="2535" y="5693"/>
                  </a:cubicBezTo>
                  <a:cubicBezTo>
                    <a:pt x="3870" y="4826"/>
                    <a:pt x="4704" y="3358"/>
                    <a:pt x="4804" y="1790"/>
                  </a:cubicBezTo>
                  <a:cubicBezTo>
                    <a:pt x="4973" y="772"/>
                    <a:pt x="4157" y="1"/>
                    <a:pt x="328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41"/>
            <p:cNvSpPr/>
            <p:nvPr/>
          </p:nvSpPr>
          <p:spPr>
            <a:xfrm>
              <a:off x="4470025" y="1283425"/>
              <a:ext cx="63400" cy="82775"/>
            </a:xfrm>
            <a:custGeom>
              <a:rect b="b" l="l" r="r" t="t"/>
              <a:pathLst>
                <a:path extrusionOk="0" h="3311" w="2536">
                  <a:moveTo>
                    <a:pt x="1834" y="0"/>
                  </a:moveTo>
                  <a:cubicBezTo>
                    <a:pt x="1663" y="0"/>
                    <a:pt x="1471" y="59"/>
                    <a:pt x="1268" y="185"/>
                  </a:cubicBezTo>
                  <a:cubicBezTo>
                    <a:pt x="501" y="685"/>
                    <a:pt x="34" y="1486"/>
                    <a:pt x="1" y="2386"/>
                  </a:cubicBezTo>
                  <a:cubicBezTo>
                    <a:pt x="1" y="2972"/>
                    <a:pt x="280" y="3311"/>
                    <a:pt x="689" y="3311"/>
                  </a:cubicBezTo>
                  <a:cubicBezTo>
                    <a:pt x="863" y="3311"/>
                    <a:pt x="1059" y="3249"/>
                    <a:pt x="1268" y="3120"/>
                  </a:cubicBezTo>
                  <a:cubicBezTo>
                    <a:pt x="2002" y="2653"/>
                    <a:pt x="2502" y="1819"/>
                    <a:pt x="2536" y="919"/>
                  </a:cubicBezTo>
                  <a:cubicBezTo>
                    <a:pt x="2536" y="350"/>
                    <a:pt x="2250" y="0"/>
                    <a:pt x="183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41"/>
            <p:cNvSpPr/>
            <p:nvPr/>
          </p:nvSpPr>
          <p:spPr>
            <a:xfrm>
              <a:off x="4211500" y="1353900"/>
              <a:ext cx="85650" cy="104275"/>
            </a:xfrm>
            <a:custGeom>
              <a:rect b="b" l="l" r="r" t="t"/>
              <a:pathLst>
                <a:path extrusionOk="0" h="4171" w="3426">
                  <a:moveTo>
                    <a:pt x="2336" y="268"/>
                  </a:moveTo>
                  <a:cubicBezTo>
                    <a:pt x="2436" y="268"/>
                    <a:pt x="2569" y="335"/>
                    <a:pt x="2670" y="401"/>
                  </a:cubicBezTo>
                  <a:cubicBezTo>
                    <a:pt x="2936" y="568"/>
                    <a:pt x="3070" y="902"/>
                    <a:pt x="3036" y="1235"/>
                  </a:cubicBezTo>
                  <a:cubicBezTo>
                    <a:pt x="2970" y="2236"/>
                    <a:pt x="2436" y="3170"/>
                    <a:pt x="1602" y="3737"/>
                  </a:cubicBezTo>
                  <a:cubicBezTo>
                    <a:pt x="1443" y="3887"/>
                    <a:pt x="1257" y="3953"/>
                    <a:pt x="1077" y="3953"/>
                  </a:cubicBezTo>
                  <a:cubicBezTo>
                    <a:pt x="613" y="3953"/>
                    <a:pt x="181" y="3522"/>
                    <a:pt x="301" y="2970"/>
                  </a:cubicBezTo>
                  <a:cubicBezTo>
                    <a:pt x="335" y="1969"/>
                    <a:pt x="868" y="1035"/>
                    <a:pt x="1736" y="468"/>
                  </a:cubicBezTo>
                  <a:cubicBezTo>
                    <a:pt x="1902" y="368"/>
                    <a:pt x="2136" y="301"/>
                    <a:pt x="2336" y="301"/>
                  </a:cubicBezTo>
                  <a:lnTo>
                    <a:pt x="2336" y="268"/>
                  </a:lnTo>
                  <a:close/>
                  <a:moveTo>
                    <a:pt x="2250" y="0"/>
                  </a:moveTo>
                  <a:cubicBezTo>
                    <a:pt x="2027" y="0"/>
                    <a:pt x="1800" y="72"/>
                    <a:pt x="1602" y="234"/>
                  </a:cubicBezTo>
                  <a:cubicBezTo>
                    <a:pt x="668" y="835"/>
                    <a:pt x="101" y="1869"/>
                    <a:pt x="34" y="2970"/>
                  </a:cubicBezTo>
                  <a:cubicBezTo>
                    <a:pt x="1" y="3370"/>
                    <a:pt x="201" y="3804"/>
                    <a:pt x="535" y="4037"/>
                  </a:cubicBezTo>
                  <a:cubicBezTo>
                    <a:pt x="668" y="4104"/>
                    <a:pt x="835" y="4171"/>
                    <a:pt x="1002" y="4171"/>
                  </a:cubicBezTo>
                  <a:cubicBezTo>
                    <a:pt x="1269" y="4137"/>
                    <a:pt x="1502" y="4071"/>
                    <a:pt x="1736" y="3937"/>
                  </a:cubicBezTo>
                  <a:cubicBezTo>
                    <a:pt x="2670" y="3337"/>
                    <a:pt x="3237" y="2336"/>
                    <a:pt x="3303" y="1235"/>
                  </a:cubicBezTo>
                  <a:cubicBezTo>
                    <a:pt x="3425" y="529"/>
                    <a:pt x="2853" y="0"/>
                    <a:pt x="225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41"/>
            <p:cNvSpPr/>
            <p:nvPr/>
          </p:nvSpPr>
          <p:spPr>
            <a:xfrm>
              <a:off x="4230700" y="1377300"/>
              <a:ext cx="44225" cy="56975"/>
            </a:xfrm>
            <a:custGeom>
              <a:rect b="b" l="l" r="r" t="t"/>
              <a:pathLst>
                <a:path extrusionOk="0" h="2279" w="1769">
                  <a:moveTo>
                    <a:pt x="1306" y="1"/>
                  </a:moveTo>
                  <a:cubicBezTo>
                    <a:pt x="1187" y="1"/>
                    <a:pt x="1050" y="43"/>
                    <a:pt x="901" y="132"/>
                  </a:cubicBezTo>
                  <a:cubicBezTo>
                    <a:pt x="367" y="466"/>
                    <a:pt x="34" y="1033"/>
                    <a:pt x="0" y="1667"/>
                  </a:cubicBezTo>
                  <a:cubicBezTo>
                    <a:pt x="0" y="2050"/>
                    <a:pt x="206" y="2278"/>
                    <a:pt x="507" y="2278"/>
                  </a:cubicBezTo>
                  <a:cubicBezTo>
                    <a:pt x="626" y="2278"/>
                    <a:pt x="759" y="2243"/>
                    <a:pt x="901" y="2167"/>
                  </a:cubicBezTo>
                  <a:cubicBezTo>
                    <a:pt x="1435" y="1834"/>
                    <a:pt x="1735" y="1267"/>
                    <a:pt x="1768" y="633"/>
                  </a:cubicBezTo>
                  <a:cubicBezTo>
                    <a:pt x="1768" y="235"/>
                    <a:pt x="1587" y="1"/>
                    <a:pt x="130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41"/>
            <p:cNvSpPr/>
            <p:nvPr/>
          </p:nvSpPr>
          <p:spPr>
            <a:xfrm>
              <a:off x="5566650" y="885225"/>
              <a:ext cx="85025" cy="104275"/>
            </a:xfrm>
            <a:custGeom>
              <a:rect b="b" l="l" r="r" t="t"/>
              <a:pathLst>
                <a:path extrusionOk="0" h="4171" w="3401">
                  <a:moveTo>
                    <a:pt x="2261" y="253"/>
                  </a:moveTo>
                  <a:cubicBezTo>
                    <a:pt x="2724" y="253"/>
                    <a:pt x="3156" y="684"/>
                    <a:pt x="3036" y="1235"/>
                  </a:cubicBezTo>
                  <a:cubicBezTo>
                    <a:pt x="2969" y="2203"/>
                    <a:pt x="2435" y="3137"/>
                    <a:pt x="1601" y="3670"/>
                  </a:cubicBezTo>
                  <a:cubicBezTo>
                    <a:pt x="1429" y="3800"/>
                    <a:pt x="1215" y="3873"/>
                    <a:pt x="1004" y="3873"/>
                  </a:cubicBezTo>
                  <a:cubicBezTo>
                    <a:pt x="889" y="3873"/>
                    <a:pt x="774" y="3851"/>
                    <a:pt x="667" y="3804"/>
                  </a:cubicBezTo>
                  <a:cubicBezTo>
                    <a:pt x="401" y="3604"/>
                    <a:pt x="267" y="3270"/>
                    <a:pt x="301" y="2970"/>
                  </a:cubicBezTo>
                  <a:cubicBezTo>
                    <a:pt x="367" y="1936"/>
                    <a:pt x="901" y="1035"/>
                    <a:pt x="1735" y="468"/>
                  </a:cubicBezTo>
                  <a:cubicBezTo>
                    <a:pt x="1894" y="318"/>
                    <a:pt x="2080" y="253"/>
                    <a:pt x="2261" y="253"/>
                  </a:cubicBezTo>
                  <a:close/>
                  <a:moveTo>
                    <a:pt x="2244" y="1"/>
                  </a:moveTo>
                  <a:cubicBezTo>
                    <a:pt x="2024" y="1"/>
                    <a:pt x="1799" y="73"/>
                    <a:pt x="1601" y="235"/>
                  </a:cubicBezTo>
                  <a:cubicBezTo>
                    <a:pt x="667" y="835"/>
                    <a:pt x="100" y="1869"/>
                    <a:pt x="34" y="2970"/>
                  </a:cubicBezTo>
                  <a:cubicBezTo>
                    <a:pt x="0" y="3370"/>
                    <a:pt x="167" y="3804"/>
                    <a:pt x="534" y="4037"/>
                  </a:cubicBezTo>
                  <a:cubicBezTo>
                    <a:pt x="667" y="4104"/>
                    <a:pt x="834" y="4171"/>
                    <a:pt x="1001" y="4171"/>
                  </a:cubicBezTo>
                  <a:cubicBezTo>
                    <a:pt x="1268" y="4137"/>
                    <a:pt x="1501" y="4071"/>
                    <a:pt x="1735" y="3937"/>
                  </a:cubicBezTo>
                  <a:cubicBezTo>
                    <a:pt x="2669" y="3337"/>
                    <a:pt x="3236" y="2303"/>
                    <a:pt x="3303" y="1235"/>
                  </a:cubicBezTo>
                  <a:cubicBezTo>
                    <a:pt x="3400" y="529"/>
                    <a:pt x="2840" y="1"/>
                    <a:pt x="224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41"/>
            <p:cNvSpPr/>
            <p:nvPr/>
          </p:nvSpPr>
          <p:spPr>
            <a:xfrm>
              <a:off x="5585825" y="909150"/>
              <a:ext cx="44225" cy="56950"/>
            </a:xfrm>
            <a:custGeom>
              <a:rect b="b" l="l" r="r" t="t"/>
              <a:pathLst>
                <a:path extrusionOk="0" h="2278" w="1769">
                  <a:moveTo>
                    <a:pt x="1274" y="1"/>
                  </a:moveTo>
                  <a:cubicBezTo>
                    <a:pt x="1160" y="1"/>
                    <a:pt x="1033" y="36"/>
                    <a:pt x="901" y="112"/>
                  </a:cubicBezTo>
                  <a:cubicBezTo>
                    <a:pt x="367" y="445"/>
                    <a:pt x="34" y="1012"/>
                    <a:pt x="1" y="1646"/>
                  </a:cubicBezTo>
                  <a:cubicBezTo>
                    <a:pt x="1" y="2044"/>
                    <a:pt x="198" y="2278"/>
                    <a:pt x="489" y="2278"/>
                  </a:cubicBezTo>
                  <a:cubicBezTo>
                    <a:pt x="612" y="2278"/>
                    <a:pt x="752" y="2236"/>
                    <a:pt x="901" y="2146"/>
                  </a:cubicBezTo>
                  <a:cubicBezTo>
                    <a:pt x="1402" y="1813"/>
                    <a:pt x="1735" y="1246"/>
                    <a:pt x="1768" y="612"/>
                  </a:cubicBezTo>
                  <a:cubicBezTo>
                    <a:pt x="1768" y="229"/>
                    <a:pt x="1563" y="1"/>
                    <a:pt x="127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41"/>
            <p:cNvSpPr/>
            <p:nvPr/>
          </p:nvSpPr>
          <p:spPr>
            <a:xfrm>
              <a:off x="5424875" y="1154925"/>
              <a:ext cx="271225" cy="339100"/>
            </a:xfrm>
            <a:custGeom>
              <a:rect b="b" l="l" r="r" t="t"/>
              <a:pathLst>
                <a:path extrusionOk="0" h="13564" w="10849">
                  <a:moveTo>
                    <a:pt x="10108" y="321"/>
                  </a:moveTo>
                  <a:cubicBezTo>
                    <a:pt x="10175" y="321"/>
                    <a:pt x="10208" y="355"/>
                    <a:pt x="10275" y="388"/>
                  </a:cubicBezTo>
                  <a:cubicBezTo>
                    <a:pt x="10408" y="488"/>
                    <a:pt x="10475" y="655"/>
                    <a:pt x="10475" y="822"/>
                  </a:cubicBezTo>
                  <a:lnTo>
                    <a:pt x="10475" y="6726"/>
                  </a:lnTo>
                  <a:cubicBezTo>
                    <a:pt x="10441" y="7326"/>
                    <a:pt x="10108" y="7860"/>
                    <a:pt x="9641" y="8193"/>
                  </a:cubicBezTo>
                  <a:lnTo>
                    <a:pt x="1068" y="13164"/>
                  </a:lnTo>
                  <a:cubicBezTo>
                    <a:pt x="980" y="13234"/>
                    <a:pt x="883" y="13265"/>
                    <a:pt x="789" y="13265"/>
                  </a:cubicBezTo>
                  <a:cubicBezTo>
                    <a:pt x="527" y="13265"/>
                    <a:pt x="294" y="13025"/>
                    <a:pt x="368" y="12730"/>
                  </a:cubicBezTo>
                  <a:lnTo>
                    <a:pt x="368" y="6859"/>
                  </a:lnTo>
                  <a:cubicBezTo>
                    <a:pt x="401" y="6259"/>
                    <a:pt x="701" y="5725"/>
                    <a:pt x="1201" y="5391"/>
                  </a:cubicBezTo>
                  <a:lnTo>
                    <a:pt x="9774" y="421"/>
                  </a:lnTo>
                  <a:cubicBezTo>
                    <a:pt x="9874" y="388"/>
                    <a:pt x="10008" y="321"/>
                    <a:pt x="10108" y="321"/>
                  </a:cubicBezTo>
                  <a:close/>
                  <a:moveTo>
                    <a:pt x="10058" y="0"/>
                  </a:moveTo>
                  <a:cubicBezTo>
                    <a:pt x="9907" y="0"/>
                    <a:pt x="9750" y="47"/>
                    <a:pt x="9607" y="154"/>
                  </a:cubicBezTo>
                  <a:lnTo>
                    <a:pt x="1035" y="5091"/>
                  </a:lnTo>
                  <a:cubicBezTo>
                    <a:pt x="434" y="5492"/>
                    <a:pt x="67" y="6125"/>
                    <a:pt x="34" y="6859"/>
                  </a:cubicBezTo>
                  <a:lnTo>
                    <a:pt x="34" y="12730"/>
                  </a:lnTo>
                  <a:cubicBezTo>
                    <a:pt x="1" y="13030"/>
                    <a:pt x="134" y="13297"/>
                    <a:pt x="401" y="13464"/>
                  </a:cubicBezTo>
                  <a:cubicBezTo>
                    <a:pt x="501" y="13531"/>
                    <a:pt x="601" y="13564"/>
                    <a:pt x="701" y="13564"/>
                  </a:cubicBezTo>
                  <a:cubicBezTo>
                    <a:pt x="901" y="13564"/>
                    <a:pt x="1068" y="13497"/>
                    <a:pt x="1201" y="13397"/>
                  </a:cubicBezTo>
                  <a:lnTo>
                    <a:pt x="9774" y="8460"/>
                  </a:lnTo>
                  <a:cubicBezTo>
                    <a:pt x="10375" y="8060"/>
                    <a:pt x="10742" y="7426"/>
                    <a:pt x="10775" y="6726"/>
                  </a:cubicBezTo>
                  <a:lnTo>
                    <a:pt x="10775" y="822"/>
                  </a:lnTo>
                  <a:cubicBezTo>
                    <a:pt x="10848" y="357"/>
                    <a:pt x="10474" y="0"/>
                    <a:pt x="1005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41"/>
            <p:cNvSpPr/>
            <p:nvPr/>
          </p:nvSpPr>
          <p:spPr>
            <a:xfrm>
              <a:off x="5468250" y="1230775"/>
              <a:ext cx="184500" cy="108150"/>
            </a:xfrm>
            <a:custGeom>
              <a:rect b="b" l="l" r="r" t="t"/>
              <a:pathLst>
                <a:path extrusionOk="0" h="4326" w="7380">
                  <a:moveTo>
                    <a:pt x="7148" y="0"/>
                  </a:moveTo>
                  <a:cubicBezTo>
                    <a:pt x="7123" y="0"/>
                    <a:pt x="7098" y="7"/>
                    <a:pt x="7072" y="22"/>
                  </a:cubicBezTo>
                  <a:lnTo>
                    <a:pt x="134" y="4025"/>
                  </a:lnTo>
                  <a:cubicBezTo>
                    <a:pt x="0" y="4125"/>
                    <a:pt x="34" y="4326"/>
                    <a:pt x="200" y="4326"/>
                  </a:cubicBezTo>
                  <a:lnTo>
                    <a:pt x="267" y="4326"/>
                  </a:lnTo>
                  <a:lnTo>
                    <a:pt x="7239" y="289"/>
                  </a:lnTo>
                  <a:cubicBezTo>
                    <a:pt x="7380" y="205"/>
                    <a:pt x="7282" y="0"/>
                    <a:pt x="714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41"/>
            <p:cNvSpPr/>
            <p:nvPr/>
          </p:nvSpPr>
          <p:spPr>
            <a:xfrm>
              <a:off x="5468250" y="1271625"/>
              <a:ext cx="184500" cy="108175"/>
            </a:xfrm>
            <a:custGeom>
              <a:rect b="b" l="l" r="r" t="t"/>
              <a:pathLst>
                <a:path extrusionOk="0" h="4327" w="7380">
                  <a:moveTo>
                    <a:pt x="7148" y="1"/>
                  </a:moveTo>
                  <a:cubicBezTo>
                    <a:pt x="7123" y="1"/>
                    <a:pt x="7098" y="8"/>
                    <a:pt x="7072" y="23"/>
                  </a:cubicBezTo>
                  <a:lnTo>
                    <a:pt x="134" y="4026"/>
                  </a:lnTo>
                  <a:cubicBezTo>
                    <a:pt x="0" y="4126"/>
                    <a:pt x="34" y="4326"/>
                    <a:pt x="200" y="4326"/>
                  </a:cubicBezTo>
                  <a:lnTo>
                    <a:pt x="267" y="4326"/>
                  </a:lnTo>
                  <a:lnTo>
                    <a:pt x="7239" y="290"/>
                  </a:lnTo>
                  <a:cubicBezTo>
                    <a:pt x="7380" y="205"/>
                    <a:pt x="7282" y="1"/>
                    <a:pt x="714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41"/>
            <p:cNvSpPr/>
            <p:nvPr/>
          </p:nvSpPr>
          <p:spPr>
            <a:xfrm>
              <a:off x="5469075" y="1312725"/>
              <a:ext cx="182650" cy="107925"/>
            </a:xfrm>
            <a:custGeom>
              <a:rect b="b" l="l" r="r" t="t"/>
              <a:pathLst>
                <a:path extrusionOk="0" h="4317" w="7306">
                  <a:moveTo>
                    <a:pt x="7098" y="0"/>
                  </a:moveTo>
                  <a:cubicBezTo>
                    <a:pt x="7077" y="0"/>
                    <a:pt x="7057" y="5"/>
                    <a:pt x="7039" y="13"/>
                  </a:cubicBezTo>
                  <a:lnTo>
                    <a:pt x="101" y="4016"/>
                  </a:lnTo>
                  <a:cubicBezTo>
                    <a:pt x="1" y="4083"/>
                    <a:pt x="1" y="4183"/>
                    <a:pt x="34" y="4250"/>
                  </a:cubicBezTo>
                  <a:cubicBezTo>
                    <a:pt x="67" y="4283"/>
                    <a:pt x="101" y="4317"/>
                    <a:pt x="167" y="4317"/>
                  </a:cubicBezTo>
                  <a:lnTo>
                    <a:pt x="234" y="4317"/>
                  </a:lnTo>
                  <a:lnTo>
                    <a:pt x="7206" y="280"/>
                  </a:lnTo>
                  <a:cubicBezTo>
                    <a:pt x="7272" y="247"/>
                    <a:pt x="7306" y="147"/>
                    <a:pt x="7272" y="80"/>
                  </a:cubicBezTo>
                  <a:cubicBezTo>
                    <a:pt x="7224" y="31"/>
                    <a:pt x="7157" y="0"/>
                    <a:pt x="709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41"/>
            <p:cNvSpPr/>
            <p:nvPr/>
          </p:nvSpPr>
          <p:spPr>
            <a:xfrm>
              <a:off x="5741775" y="2234875"/>
              <a:ext cx="271225" cy="338275"/>
            </a:xfrm>
            <a:custGeom>
              <a:rect b="b" l="l" r="r" t="t"/>
              <a:pathLst>
                <a:path extrusionOk="0" h="13531" w="10849">
                  <a:moveTo>
                    <a:pt x="10053" y="299"/>
                  </a:moveTo>
                  <a:cubicBezTo>
                    <a:pt x="10293" y="299"/>
                    <a:pt x="10513" y="534"/>
                    <a:pt x="10441" y="821"/>
                  </a:cubicBezTo>
                  <a:lnTo>
                    <a:pt x="10441" y="6725"/>
                  </a:lnTo>
                  <a:cubicBezTo>
                    <a:pt x="10408" y="7292"/>
                    <a:pt x="10108" y="7859"/>
                    <a:pt x="9607" y="8193"/>
                  </a:cubicBezTo>
                  <a:lnTo>
                    <a:pt x="1034" y="13130"/>
                  </a:lnTo>
                  <a:cubicBezTo>
                    <a:pt x="955" y="13200"/>
                    <a:pt x="862" y="13231"/>
                    <a:pt x="770" y="13231"/>
                  </a:cubicBezTo>
                  <a:cubicBezTo>
                    <a:pt x="514" y="13231"/>
                    <a:pt x="269" y="12991"/>
                    <a:pt x="367" y="12696"/>
                  </a:cubicBezTo>
                  <a:lnTo>
                    <a:pt x="367" y="6825"/>
                  </a:lnTo>
                  <a:cubicBezTo>
                    <a:pt x="401" y="6225"/>
                    <a:pt x="701" y="5691"/>
                    <a:pt x="1201" y="5358"/>
                  </a:cubicBezTo>
                  <a:lnTo>
                    <a:pt x="9774" y="421"/>
                  </a:lnTo>
                  <a:cubicBezTo>
                    <a:pt x="9859" y="336"/>
                    <a:pt x="9958" y="299"/>
                    <a:pt x="10053" y="299"/>
                  </a:cubicBezTo>
                  <a:close/>
                  <a:moveTo>
                    <a:pt x="10041" y="0"/>
                  </a:moveTo>
                  <a:cubicBezTo>
                    <a:pt x="9892" y="0"/>
                    <a:pt x="9740" y="48"/>
                    <a:pt x="9607" y="154"/>
                  </a:cubicBezTo>
                  <a:lnTo>
                    <a:pt x="1034" y="5124"/>
                  </a:lnTo>
                  <a:cubicBezTo>
                    <a:pt x="434" y="5491"/>
                    <a:pt x="67" y="6158"/>
                    <a:pt x="34" y="6859"/>
                  </a:cubicBezTo>
                  <a:lnTo>
                    <a:pt x="34" y="12696"/>
                  </a:lnTo>
                  <a:cubicBezTo>
                    <a:pt x="0" y="12996"/>
                    <a:pt x="134" y="13297"/>
                    <a:pt x="367" y="13463"/>
                  </a:cubicBezTo>
                  <a:cubicBezTo>
                    <a:pt x="467" y="13497"/>
                    <a:pt x="567" y="13530"/>
                    <a:pt x="701" y="13530"/>
                  </a:cubicBezTo>
                  <a:cubicBezTo>
                    <a:pt x="868" y="13530"/>
                    <a:pt x="1034" y="13497"/>
                    <a:pt x="1201" y="13430"/>
                  </a:cubicBezTo>
                  <a:lnTo>
                    <a:pt x="9774" y="8460"/>
                  </a:lnTo>
                  <a:cubicBezTo>
                    <a:pt x="10374" y="8093"/>
                    <a:pt x="10741" y="7426"/>
                    <a:pt x="10775" y="6725"/>
                  </a:cubicBezTo>
                  <a:lnTo>
                    <a:pt x="10775" y="854"/>
                  </a:lnTo>
                  <a:cubicBezTo>
                    <a:pt x="10848" y="364"/>
                    <a:pt x="10454" y="0"/>
                    <a:pt x="1004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41"/>
            <p:cNvSpPr/>
            <p:nvPr/>
          </p:nvSpPr>
          <p:spPr>
            <a:xfrm>
              <a:off x="5785125" y="2310400"/>
              <a:ext cx="182675" cy="108475"/>
            </a:xfrm>
            <a:custGeom>
              <a:rect b="b" l="l" r="r" t="t"/>
              <a:pathLst>
                <a:path extrusionOk="0" h="4339" w="7307">
                  <a:moveTo>
                    <a:pt x="7152" y="0"/>
                  </a:moveTo>
                  <a:cubicBezTo>
                    <a:pt x="7124" y="0"/>
                    <a:pt x="7096" y="11"/>
                    <a:pt x="7073" y="35"/>
                  </a:cubicBezTo>
                  <a:lnTo>
                    <a:pt x="101" y="4038"/>
                  </a:lnTo>
                  <a:cubicBezTo>
                    <a:pt x="34" y="4071"/>
                    <a:pt x="1" y="4171"/>
                    <a:pt x="34" y="4271"/>
                  </a:cubicBezTo>
                  <a:cubicBezTo>
                    <a:pt x="68" y="4305"/>
                    <a:pt x="134" y="4338"/>
                    <a:pt x="201" y="4338"/>
                  </a:cubicBezTo>
                  <a:cubicBezTo>
                    <a:pt x="201" y="4338"/>
                    <a:pt x="234" y="4338"/>
                    <a:pt x="268" y="4305"/>
                  </a:cubicBezTo>
                  <a:lnTo>
                    <a:pt x="7206" y="302"/>
                  </a:lnTo>
                  <a:cubicBezTo>
                    <a:pt x="7306" y="269"/>
                    <a:pt x="7306" y="168"/>
                    <a:pt x="7273" y="102"/>
                  </a:cubicBezTo>
                  <a:cubicBezTo>
                    <a:pt x="7251" y="37"/>
                    <a:pt x="7202" y="0"/>
                    <a:pt x="715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41"/>
            <p:cNvSpPr/>
            <p:nvPr/>
          </p:nvSpPr>
          <p:spPr>
            <a:xfrm>
              <a:off x="5784300" y="2351625"/>
              <a:ext cx="183500" cy="108100"/>
            </a:xfrm>
            <a:custGeom>
              <a:rect b="b" l="l" r="r" t="t"/>
              <a:pathLst>
                <a:path extrusionOk="0" h="4324" w="7340">
                  <a:moveTo>
                    <a:pt x="7187" y="1"/>
                  </a:moveTo>
                  <a:cubicBezTo>
                    <a:pt x="7159" y="1"/>
                    <a:pt x="7130" y="8"/>
                    <a:pt x="7106" y="21"/>
                  </a:cubicBezTo>
                  <a:lnTo>
                    <a:pt x="134" y="4023"/>
                  </a:lnTo>
                  <a:cubicBezTo>
                    <a:pt x="1" y="4123"/>
                    <a:pt x="67" y="4324"/>
                    <a:pt x="234" y="4324"/>
                  </a:cubicBezTo>
                  <a:cubicBezTo>
                    <a:pt x="234" y="4324"/>
                    <a:pt x="267" y="4324"/>
                    <a:pt x="301" y="4290"/>
                  </a:cubicBezTo>
                  <a:lnTo>
                    <a:pt x="7239" y="287"/>
                  </a:lnTo>
                  <a:cubicBezTo>
                    <a:pt x="7339" y="254"/>
                    <a:pt x="7339" y="154"/>
                    <a:pt x="7306" y="87"/>
                  </a:cubicBezTo>
                  <a:cubicBezTo>
                    <a:pt x="7285" y="24"/>
                    <a:pt x="7237" y="1"/>
                    <a:pt x="718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41"/>
            <p:cNvSpPr/>
            <p:nvPr/>
          </p:nvSpPr>
          <p:spPr>
            <a:xfrm>
              <a:off x="5785125" y="2391825"/>
              <a:ext cx="182675" cy="108775"/>
            </a:xfrm>
            <a:custGeom>
              <a:rect b="b" l="l" r="r" t="t"/>
              <a:pathLst>
                <a:path extrusionOk="0" h="4351" w="7307">
                  <a:moveTo>
                    <a:pt x="7132" y="1"/>
                  </a:moveTo>
                  <a:cubicBezTo>
                    <a:pt x="7111" y="1"/>
                    <a:pt x="7091" y="5"/>
                    <a:pt x="7073" y="14"/>
                  </a:cubicBezTo>
                  <a:lnTo>
                    <a:pt x="101" y="4050"/>
                  </a:lnTo>
                  <a:cubicBezTo>
                    <a:pt x="34" y="4083"/>
                    <a:pt x="1" y="4183"/>
                    <a:pt x="34" y="4250"/>
                  </a:cubicBezTo>
                  <a:cubicBezTo>
                    <a:pt x="68" y="4317"/>
                    <a:pt x="134" y="4317"/>
                    <a:pt x="201" y="4350"/>
                  </a:cubicBezTo>
                  <a:lnTo>
                    <a:pt x="268" y="4350"/>
                  </a:lnTo>
                  <a:lnTo>
                    <a:pt x="7206" y="314"/>
                  </a:lnTo>
                  <a:cubicBezTo>
                    <a:pt x="7306" y="247"/>
                    <a:pt x="7306" y="147"/>
                    <a:pt x="7273" y="80"/>
                  </a:cubicBezTo>
                  <a:cubicBezTo>
                    <a:pt x="7248" y="32"/>
                    <a:pt x="7188" y="1"/>
                    <a:pt x="713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41"/>
            <p:cNvSpPr/>
            <p:nvPr/>
          </p:nvSpPr>
          <p:spPr>
            <a:xfrm>
              <a:off x="5294775" y="3726250"/>
              <a:ext cx="271200" cy="338800"/>
            </a:xfrm>
            <a:custGeom>
              <a:rect b="b" l="l" r="r" t="t"/>
              <a:pathLst>
                <a:path extrusionOk="0" h="13552" w="10848">
                  <a:moveTo>
                    <a:pt x="10090" y="307"/>
                  </a:moveTo>
                  <a:cubicBezTo>
                    <a:pt x="10153" y="307"/>
                    <a:pt x="10216" y="318"/>
                    <a:pt x="10275" y="342"/>
                  </a:cubicBezTo>
                  <a:cubicBezTo>
                    <a:pt x="10408" y="475"/>
                    <a:pt x="10475" y="642"/>
                    <a:pt x="10475" y="809"/>
                  </a:cubicBezTo>
                  <a:lnTo>
                    <a:pt x="10475" y="6713"/>
                  </a:lnTo>
                  <a:cubicBezTo>
                    <a:pt x="10442" y="7280"/>
                    <a:pt x="10108" y="7847"/>
                    <a:pt x="9641" y="8181"/>
                  </a:cubicBezTo>
                  <a:lnTo>
                    <a:pt x="1068" y="13118"/>
                  </a:lnTo>
                  <a:cubicBezTo>
                    <a:pt x="985" y="13192"/>
                    <a:pt x="888" y="13225"/>
                    <a:pt x="793" y="13225"/>
                  </a:cubicBezTo>
                  <a:cubicBezTo>
                    <a:pt x="549" y="13225"/>
                    <a:pt x="320" y="13006"/>
                    <a:pt x="368" y="12717"/>
                  </a:cubicBezTo>
                  <a:lnTo>
                    <a:pt x="368" y="6846"/>
                  </a:lnTo>
                  <a:cubicBezTo>
                    <a:pt x="401" y="6246"/>
                    <a:pt x="735" y="5712"/>
                    <a:pt x="1202" y="5379"/>
                  </a:cubicBezTo>
                  <a:lnTo>
                    <a:pt x="9775" y="409"/>
                  </a:lnTo>
                  <a:cubicBezTo>
                    <a:pt x="9861" y="344"/>
                    <a:pt x="9975" y="307"/>
                    <a:pt x="10090" y="307"/>
                  </a:cubicBezTo>
                  <a:close/>
                  <a:moveTo>
                    <a:pt x="10078" y="1"/>
                  </a:moveTo>
                  <a:cubicBezTo>
                    <a:pt x="9920" y="1"/>
                    <a:pt x="9756" y="54"/>
                    <a:pt x="9608" y="175"/>
                  </a:cubicBezTo>
                  <a:lnTo>
                    <a:pt x="1035" y="5079"/>
                  </a:lnTo>
                  <a:cubicBezTo>
                    <a:pt x="435" y="5479"/>
                    <a:pt x="68" y="6113"/>
                    <a:pt x="34" y="6846"/>
                  </a:cubicBezTo>
                  <a:lnTo>
                    <a:pt x="34" y="12717"/>
                  </a:lnTo>
                  <a:cubicBezTo>
                    <a:pt x="1" y="13018"/>
                    <a:pt x="134" y="13284"/>
                    <a:pt x="401" y="13451"/>
                  </a:cubicBezTo>
                  <a:cubicBezTo>
                    <a:pt x="501" y="13518"/>
                    <a:pt x="601" y="13551"/>
                    <a:pt x="701" y="13551"/>
                  </a:cubicBezTo>
                  <a:cubicBezTo>
                    <a:pt x="902" y="13551"/>
                    <a:pt x="1068" y="13485"/>
                    <a:pt x="1202" y="13418"/>
                  </a:cubicBezTo>
                  <a:lnTo>
                    <a:pt x="9775" y="8448"/>
                  </a:lnTo>
                  <a:cubicBezTo>
                    <a:pt x="10375" y="8081"/>
                    <a:pt x="10742" y="7414"/>
                    <a:pt x="10775" y="6713"/>
                  </a:cubicBezTo>
                  <a:lnTo>
                    <a:pt x="10775" y="842"/>
                  </a:lnTo>
                  <a:cubicBezTo>
                    <a:pt x="10848" y="361"/>
                    <a:pt x="10485" y="1"/>
                    <a:pt x="1007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41"/>
            <p:cNvSpPr/>
            <p:nvPr/>
          </p:nvSpPr>
          <p:spPr>
            <a:xfrm>
              <a:off x="5338975" y="3802025"/>
              <a:ext cx="183825" cy="107900"/>
            </a:xfrm>
            <a:custGeom>
              <a:rect b="b" l="l" r="r" t="t"/>
              <a:pathLst>
                <a:path extrusionOk="0" h="4316" w="7353">
                  <a:moveTo>
                    <a:pt x="7100" y="1"/>
                  </a:moveTo>
                  <a:cubicBezTo>
                    <a:pt x="7080" y="1"/>
                    <a:pt x="7060" y="5"/>
                    <a:pt x="7039" y="13"/>
                  </a:cubicBezTo>
                  <a:lnTo>
                    <a:pt x="101" y="4016"/>
                  </a:lnTo>
                  <a:cubicBezTo>
                    <a:pt x="1" y="4082"/>
                    <a:pt x="1" y="4182"/>
                    <a:pt x="34" y="4249"/>
                  </a:cubicBezTo>
                  <a:cubicBezTo>
                    <a:pt x="68" y="4282"/>
                    <a:pt x="101" y="4316"/>
                    <a:pt x="168" y="4316"/>
                  </a:cubicBezTo>
                  <a:lnTo>
                    <a:pt x="268" y="4316"/>
                  </a:lnTo>
                  <a:lnTo>
                    <a:pt x="7206" y="280"/>
                  </a:lnTo>
                  <a:cubicBezTo>
                    <a:pt x="7352" y="192"/>
                    <a:pt x="7242" y="1"/>
                    <a:pt x="710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41"/>
            <p:cNvSpPr/>
            <p:nvPr/>
          </p:nvSpPr>
          <p:spPr>
            <a:xfrm>
              <a:off x="5338975" y="3842700"/>
              <a:ext cx="182675" cy="108100"/>
            </a:xfrm>
            <a:custGeom>
              <a:rect b="b" l="l" r="r" t="t"/>
              <a:pathLst>
                <a:path extrusionOk="0" h="4324" w="7307">
                  <a:moveTo>
                    <a:pt x="7123" y="0"/>
                  </a:moveTo>
                  <a:cubicBezTo>
                    <a:pt x="7093" y="0"/>
                    <a:pt x="7064" y="8"/>
                    <a:pt x="7039" y="20"/>
                  </a:cubicBezTo>
                  <a:lnTo>
                    <a:pt x="101" y="4023"/>
                  </a:lnTo>
                  <a:cubicBezTo>
                    <a:pt x="1" y="4090"/>
                    <a:pt x="1" y="4157"/>
                    <a:pt x="34" y="4257"/>
                  </a:cubicBezTo>
                  <a:cubicBezTo>
                    <a:pt x="68" y="4290"/>
                    <a:pt x="101" y="4323"/>
                    <a:pt x="168" y="4323"/>
                  </a:cubicBezTo>
                  <a:lnTo>
                    <a:pt x="268" y="4323"/>
                  </a:lnTo>
                  <a:lnTo>
                    <a:pt x="7206" y="287"/>
                  </a:lnTo>
                  <a:cubicBezTo>
                    <a:pt x="7273" y="254"/>
                    <a:pt x="7306" y="154"/>
                    <a:pt x="7273" y="87"/>
                  </a:cubicBezTo>
                  <a:cubicBezTo>
                    <a:pt x="7230" y="24"/>
                    <a:pt x="7175" y="0"/>
                    <a:pt x="712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41"/>
            <p:cNvSpPr/>
            <p:nvPr/>
          </p:nvSpPr>
          <p:spPr>
            <a:xfrm>
              <a:off x="5338975" y="3883550"/>
              <a:ext cx="182675" cy="108100"/>
            </a:xfrm>
            <a:custGeom>
              <a:rect b="b" l="l" r="r" t="t"/>
              <a:pathLst>
                <a:path extrusionOk="0" h="4324" w="7307">
                  <a:moveTo>
                    <a:pt x="7123" y="1"/>
                  </a:moveTo>
                  <a:cubicBezTo>
                    <a:pt x="7093" y="1"/>
                    <a:pt x="7064" y="9"/>
                    <a:pt x="7039" y="21"/>
                  </a:cubicBezTo>
                  <a:lnTo>
                    <a:pt x="101" y="4024"/>
                  </a:lnTo>
                  <a:cubicBezTo>
                    <a:pt x="1" y="4090"/>
                    <a:pt x="1" y="4157"/>
                    <a:pt x="34" y="4257"/>
                  </a:cubicBezTo>
                  <a:cubicBezTo>
                    <a:pt x="68" y="4290"/>
                    <a:pt x="101" y="4324"/>
                    <a:pt x="168" y="4324"/>
                  </a:cubicBezTo>
                  <a:cubicBezTo>
                    <a:pt x="201" y="4324"/>
                    <a:pt x="234" y="4324"/>
                    <a:pt x="268" y="4290"/>
                  </a:cubicBezTo>
                  <a:lnTo>
                    <a:pt x="7206" y="288"/>
                  </a:lnTo>
                  <a:cubicBezTo>
                    <a:pt x="7273" y="254"/>
                    <a:pt x="7306" y="154"/>
                    <a:pt x="7273" y="87"/>
                  </a:cubicBezTo>
                  <a:cubicBezTo>
                    <a:pt x="7230" y="24"/>
                    <a:pt x="7175" y="1"/>
                    <a:pt x="712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41"/>
            <p:cNvSpPr/>
            <p:nvPr/>
          </p:nvSpPr>
          <p:spPr>
            <a:xfrm>
              <a:off x="3495175" y="4514325"/>
              <a:ext cx="271175" cy="338775"/>
            </a:xfrm>
            <a:custGeom>
              <a:rect b="b" l="l" r="r" t="t"/>
              <a:pathLst>
                <a:path extrusionOk="0" h="13551" w="10847">
                  <a:moveTo>
                    <a:pt x="10144" y="328"/>
                  </a:moveTo>
                  <a:cubicBezTo>
                    <a:pt x="10180" y="328"/>
                    <a:pt x="10227" y="351"/>
                    <a:pt x="10274" y="375"/>
                  </a:cubicBezTo>
                  <a:cubicBezTo>
                    <a:pt x="10408" y="475"/>
                    <a:pt x="10474" y="642"/>
                    <a:pt x="10474" y="842"/>
                  </a:cubicBezTo>
                  <a:lnTo>
                    <a:pt x="10474" y="6713"/>
                  </a:lnTo>
                  <a:cubicBezTo>
                    <a:pt x="10408" y="7313"/>
                    <a:pt x="10107" y="7847"/>
                    <a:pt x="9640" y="8180"/>
                  </a:cubicBezTo>
                  <a:lnTo>
                    <a:pt x="1068" y="13151"/>
                  </a:lnTo>
                  <a:cubicBezTo>
                    <a:pt x="976" y="13206"/>
                    <a:pt x="884" y="13230"/>
                    <a:pt x="792" y="13230"/>
                  </a:cubicBezTo>
                  <a:cubicBezTo>
                    <a:pt x="717" y="13230"/>
                    <a:pt x="642" y="13214"/>
                    <a:pt x="567" y="13184"/>
                  </a:cubicBezTo>
                  <a:cubicBezTo>
                    <a:pt x="434" y="13084"/>
                    <a:pt x="334" y="12917"/>
                    <a:pt x="367" y="12750"/>
                  </a:cubicBezTo>
                  <a:lnTo>
                    <a:pt x="367" y="6846"/>
                  </a:lnTo>
                  <a:cubicBezTo>
                    <a:pt x="400" y="6246"/>
                    <a:pt x="701" y="5712"/>
                    <a:pt x="1201" y="5378"/>
                  </a:cubicBezTo>
                  <a:lnTo>
                    <a:pt x="9774" y="441"/>
                  </a:lnTo>
                  <a:cubicBezTo>
                    <a:pt x="9874" y="375"/>
                    <a:pt x="9974" y="341"/>
                    <a:pt x="10107" y="341"/>
                  </a:cubicBezTo>
                  <a:cubicBezTo>
                    <a:pt x="10117" y="332"/>
                    <a:pt x="10130" y="328"/>
                    <a:pt x="10144" y="328"/>
                  </a:cubicBezTo>
                  <a:close/>
                  <a:moveTo>
                    <a:pt x="10062" y="0"/>
                  </a:moveTo>
                  <a:cubicBezTo>
                    <a:pt x="9906" y="0"/>
                    <a:pt x="9746" y="54"/>
                    <a:pt x="9607" y="175"/>
                  </a:cubicBezTo>
                  <a:lnTo>
                    <a:pt x="1034" y="5111"/>
                  </a:lnTo>
                  <a:cubicBezTo>
                    <a:pt x="434" y="5478"/>
                    <a:pt x="67" y="6146"/>
                    <a:pt x="34" y="6846"/>
                  </a:cubicBezTo>
                  <a:lnTo>
                    <a:pt x="34" y="12750"/>
                  </a:lnTo>
                  <a:cubicBezTo>
                    <a:pt x="0" y="13017"/>
                    <a:pt x="134" y="13317"/>
                    <a:pt x="367" y="13484"/>
                  </a:cubicBezTo>
                  <a:cubicBezTo>
                    <a:pt x="467" y="13517"/>
                    <a:pt x="567" y="13551"/>
                    <a:pt x="701" y="13551"/>
                  </a:cubicBezTo>
                  <a:cubicBezTo>
                    <a:pt x="867" y="13551"/>
                    <a:pt x="1034" y="13517"/>
                    <a:pt x="1201" y="13417"/>
                  </a:cubicBezTo>
                  <a:lnTo>
                    <a:pt x="9774" y="8447"/>
                  </a:lnTo>
                  <a:cubicBezTo>
                    <a:pt x="10374" y="8080"/>
                    <a:pt x="10741" y="7413"/>
                    <a:pt x="10775" y="6713"/>
                  </a:cubicBezTo>
                  <a:lnTo>
                    <a:pt x="10775" y="842"/>
                  </a:lnTo>
                  <a:cubicBezTo>
                    <a:pt x="10847" y="360"/>
                    <a:pt x="10467" y="0"/>
                    <a:pt x="1006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41"/>
            <p:cNvSpPr/>
            <p:nvPr/>
          </p:nvSpPr>
          <p:spPr>
            <a:xfrm>
              <a:off x="3538525" y="4590900"/>
              <a:ext cx="183750" cy="107925"/>
            </a:xfrm>
            <a:custGeom>
              <a:rect b="b" l="l" r="r" t="t"/>
              <a:pathLst>
                <a:path extrusionOk="0" h="4317" w="7350">
                  <a:moveTo>
                    <a:pt x="7138" y="0"/>
                  </a:moveTo>
                  <a:cubicBezTo>
                    <a:pt x="7117" y="0"/>
                    <a:pt x="7095" y="5"/>
                    <a:pt x="7072" y="14"/>
                  </a:cubicBezTo>
                  <a:lnTo>
                    <a:pt x="101" y="4017"/>
                  </a:lnTo>
                  <a:cubicBezTo>
                    <a:pt x="34" y="4050"/>
                    <a:pt x="1" y="4150"/>
                    <a:pt x="34" y="4217"/>
                  </a:cubicBezTo>
                  <a:cubicBezTo>
                    <a:pt x="67" y="4283"/>
                    <a:pt x="134" y="4317"/>
                    <a:pt x="201" y="4317"/>
                  </a:cubicBezTo>
                  <a:cubicBezTo>
                    <a:pt x="201" y="4317"/>
                    <a:pt x="234" y="4317"/>
                    <a:pt x="268" y="4283"/>
                  </a:cubicBezTo>
                  <a:lnTo>
                    <a:pt x="7206" y="281"/>
                  </a:lnTo>
                  <a:cubicBezTo>
                    <a:pt x="7350" y="165"/>
                    <a:pt x="7270" y="0"/>
                    <a:pt x="713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41"/>
            <p:cNvSpPr/>
            <p:nvPr/>
          </p:nvSpPr>
          <p:spPr>
            <a:xfrm>
              <a:off x="3538525" y="4631750"/>
              <a:ext cx="183750" cy="107950"/>
            </a:xfrm>
            <a:custGeom>
              <a:rect b="b" l="l" r="r" t="t"/>
              <a:pathLst>
                <a:path extrusionOk="0" h="4318" w="7350">
                  <a:moveTo>
                    <a:pt x="7138" y="1"/>
                  </a:moveTo>
                  <a:cubicBezTo>
                    <a:pt x="7117" y="1"/>
                    <a:pt x="7095" y="5"/>
                    <a:pt x="7072" y="14"/>
                  </a:cubicBezTo>
                  <a:lnTo>
                    <a:pt x="101" y="4017"/>
                  </a:lnTo>
                  <a:cubicBezTo>
                    <a:pt x="34" y="4050"/>
                    <a:pt x="1" y="4150"/>
                    <a:pt x="34" y="4217"/>
                  </a:cubicBezTo>
                  <a:cubicBezTo>
                    <a:pt x="67" y="4284"/>
                    <a:pt x="134" y="4317"/>
                    <a:pt x="201" y="4317"/>
                  </a:cubicBezTo>
                  <a:cubicBezTo>
                    <a:pt x="201" y="4317"/>
                    <a:pt x="234" y="4317"/>
                    <a:pt x="268" y="4284"/>
                  </a:cubicBezTo>
                  <a:lnTo>
                    <a:pt x="7206" y="281"/>
                  </a:lnTo>
                  <a:cubicBezTo>
                    <a:pt x="7350" y="166"/>
                    <a:pt x="7270" y="1"/>
                    <a:pt x="713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41"/>
            <p:cNvSpPr/>
            <p:nvPr/>
          </p:nvSpPr>
          <p:spPr>
            <a:xfrm>
              <a:off x="3538525" y="4672050"/>
              <a:ext cx="182650" cy="108500"/>
            </a:xfrm>
            <a:custGeom>
              <a:rect b="b" l="l" r="r" t="t"/>
              <a:pathLst>
                <a:path extrusionOk="0" h="4340" w="7306">
                  <a:moveTo>
                    <a:pt x="7158" y="0"/>
                  </a:moveTo>
                  <a:cubicBezTo>
                    <a:pt x="7128" y="0"/>
                    <a:pt x="7098" y="11"/>
                    <a:pt x="7072" y="37"/>
                  </a:cubicBezTo>
                  <a:lnTo>
                    <a:pt x="101" y="4040"/>
                  </a:lnTo>
                  <a:cubicBezTo>
                    <a:pt x="34" y="4073"/>
                    <a:pt x="1" y="4173"/>
                    <a:pt x="34" y="4240"/>
                  </a:cubicBezTo>
                  <a:cubicBezTo>
                    <a:pt x="67" y="4306"/>
                    <a:pt x="134" y="4340"/>
                    <a:pt x="201" y="4340"/>
                  </a:cubicBezTo>
                  <a:cubicBezTo>
                    <a:pt x="201" y="4340"/>
                    <a:pt x="234" y="4340"/>
                    <a:pt x="268" y="4306"/>
                  </a:cubicBezTo>
                  <a:lnTo>
                    <a:pt x="7206" y="304"/>
                  </a:lnTo>
                  <a:cubicBezTo>
                    <a:pt x="7306" y="237"/>
                    <a:pt x="7306" y="170"/>
                    <a:pt x="7273" y="70"/>
                  </a:cubicBezTo>
                  <a:cubicBezTo>
                    <a:pt x="7252" y="29"/>
                    <a:pt x="7206" y="0"/>
                    <a:pt x="715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41"/>
            <p:cNvSpPr/>
            <p:nvPr/>
          </p:nvSpPr>
          <p:spPr>
            <a:xfrm>
              <a:off x="4530075" y="1997525"/>
              <a:ext cx="271175" cy="338775"/>
            </a:xfrm>
            <a:custGeom>
              <a:rect b="b" l="l" r="r" t="t"/>
              <a:pathLst>
                <a:path extrusionOk="0" h="13551" w="10847">
                  <a:moveTo>
                    <a:pt x="10022" y="334"/>
                  </a:moveTo>
                  <a:cubicBezTo>
                    <a:pt x="10274" y="334"/>
                    <a:pt x="10513" y="553"/>
                    <a:pt x="10441" y="842"/>
                  </a:cubicBezTo>
                  <a:lnTo>
                    <a:pt x="10441" y="6713"/>
                  </a:lnTo>
                  <a:cubicBezTo>
                    <a:pt x="10408" y="7313"/>
                    <a:pt x="10108" y="7847"/>
                    <a:pt x="9607" y="8180"/>
                  </a:cubicBezTo>
                  <a:lnTo>
                    <a:pt x="1034" y="13150"/>
                  </a:lnTo>
                  <a:cubicBezTo>
                    <a:pt x="954" y="13222"/>
                    <a:pt x="863" y="13252"/>
                    <a:pt x="773" y="13252"/>
                  </a:cubicBezTo>
                  <a:cubicBezTo>
                    <a:pt x="526" y="13252"/>
                    <a:pt x="294" y="13019"/>
                    <a:pt x="367" y="12750"/>
                  </a:cubicBezTo>
                  <a:lnTo>
                    <a:pt x="367" y="6846"/>
                  </a:lnTo>
                  <a:cubicBezTo>
                    <a:pt x="401" y="6279"/>
                    <a:pt x="701" y="5712"/>
                    <a:pt x="1201" y="5378"/>
                  </a:cubicBezTo>
                  <a:lnTo>
                    <a:pt x="9741" y="441"/>
                  </a:lnTo>
                  <a:cubicBezTo>
                    <a:pt x="9825" y="367"/>
                    <a:pt x="9924" y="334"/>
                    <a:pt x="10022" y="334"/>
                  </a:cubicBezTo>
                  <a:close/>
                  <a:moveTo>
                    <a:pt x="10063" y="0"/>
                  </a:moveTo>
                  <a:cubicBezTo>
                    <a:pt x="9906" y="0"/>
                    <a:pt x="9747" y="54"/>
                    <a:pt x="9607" y="175"/>
                  </a:cubicBezTo>
                  <a:lnTo>
                    <a:pt x="1034" y="5111"/>
                  </a:lnTo>
                  <a:cubicBezTo>
                    <a:pt x="434" y="5512"/>
                    <a:pt x="67" y="6145"/>
                    <a:pt x="34" y="6846"/>
                  </a:cubicBezTo>
                  <a:lnTo>
                    <a:pt x="34" y="12750"/>
                  </a:lnTo>
                  <a:cubicBezTo>
                    <a:pt x="0" y="13017"/>
                    <a:pt x="134" y="13317"/>
                    <a:pt x="367" y="13484"/>
                  </a:cubicBezTo>
                  <a:cubicBezTo>
                    <a:pt x="467" y="13551"/>
                    <a:pt x="567" y="13551"/>
                    <a:pt x="701" y="13551"/>
                  </a:cubicBezTo>
                  <a:cubicBezTo>
                    <a:pt x="868" y="13551"/>
                    <a:pt x="1034" y="13517"/>
                    <a:pt x="1201" y="13451"/>
                  </a:cubicBezTo>
                  <a:lnTo>
                    <a:pt x="9774" y="8480"/>
                  </a:lnTo>
                  <a:cubicBezTo>
                    <a:pt x="10341" y="8080"/>
                    <a:pt x="10741" y="7446"/>
                    <a:pt x="10775" y="6713"/>
                  </a:cubicBezTo>
                  <a:lnTo>
                    <a:pt x="10775" y="842"/>
                  </a:lnTo>
                  <a:cubicBezTo>
                    <a:pt x="10847" y="360"/>
                    <a:pt x="10467" y="0"/>
                    <a:pt x="1006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41"/>
            <p:cNvSpPr/>
            <p:nvPr/>
          </p:nvSpPr>
          <p:spPr>
            <a:xfrm>
              <a:off x="4573425" y="2073875"/>
              <a:ext cx="184400" cy="108150"/>
            </a:xfrm>
            <a:custGeom>
              <a:rect b="b" l="l" r="r" t="t"/>
              <a:pathLst>
                <a:path extrusionOk="0" h="4326" w="7376">
                  <a:moveTo>
                    <a:pt x="7128" y="1"/>
                  </a:moveTo>
                  <a:cubicBezTo>
                    <a:pt x="7100" y="1"/>
                    <a:pt x="7070" y="7"/>
                    <a:pt x="7039" y="23"/>
                  </a:cubicBezTo>
                  <a:lnTo>
                    <a:pt x="101" y="4025"/>
                  </a:lnTo>
                  <a:cubicBezTo>
                    <a:pt x="34" y="4059"/>
                    <a:pt x="1" y="4159"/>
                    <a:pt x="34" y="4259"/>
                  </a:cubicBezTo>
                  <a:cubicBezTo>
                    <a:pt x="68" y="4292"/>
                    <a:pt x="134" y="4326"/>
                    <a:pt x="201" y="4326"/>
                  </a:cubicBezTo>
                  <a:cubicBezTo>
                    <a:pt x="201" y="4326"/>
                    <a:pt x="234" y="4326"/>
                    <a:pt x="268" y="4292"/>
                  </a:cubicBezTo>
                  <a:lnTo>
                    <a:pt x="7206" y="289"/>
                  </a:lnTo>
                  <a:cubicBezTo>
                    <a:pt x="7376" y="205"/>
                    <a:pt x="7282" y="1"/>
                    <a:pt x="712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41"/>
            <p:cNvSpPr/>
            <p:nvPr/>
          </p:nvSpPr>
          <p:spPr>
            <a:xfrm>
              <a:off x="4573425" y="2114150"/>
              <a:ext cx="184875" cy="108750"/>
            </a:xfrm>
            <a:custGeom>
              <a:rect b="b" l="l" r="r" t="t"/>
              <a:pathLst>
                <a:path extrusionOk="0" h="4350" w="7395">
                  <a:moveTo>
                    <a:pt x="7153" y="0"/>
                  </a:moveTo>
                  <a:cubicBezTo>
                    <a:pt x="7117" y="0"/>
                    <a:pt x="7078" y="14"/>
                    <a:pt x="7039" y="46"/>
                  </a:cubicBezTo>
                  <a:lnTo>
                    <a:pt x="101" y="4049"/>
                  </a:lnTo>
                  <a:cubicBezTo>
                    <a:pt x="34" y="4082"/>
                    <a:pt x="1" y="4182"/>
                    <a:pt x="34" y="4282"/>
                  </a:cubicBezTo>
                  <a:cubicBezTo>
                    <a:pt x="68" y="4316"/>
                    <a:pt x="134" y="4349"/>
                    <a:pt x="201" y="4349"/>
                  </a:cubicBezTo>
                  <a:cubicBezTo>
                    <a:pt x="201" y="4349"/>
                    <a:pt x="234" y="4349"/>
                    <a:pt x="268" y="4316"/>
                  </a:cubicBezTo>
                  <a:lnTo>
                    <a:pt x="7206" y="313"/>
                  </a:lnTo>
                  <a:cubicBezTo>
                    <a:pt x="7394" y="232"/>
                    <a:pt x="7301" y="0"/>
                    <a:pt x="715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41"/>
            <p:cNvSpPr/>
            <p:nvPr/>
          </p:nvSpPr>
          <p:spPr>
            <a:xfrm>
              <a:off x="4573425" y="2155850"/>
              <a:ext cx="183825" cy="107900"/>
            </a:xfrm>
            <a:custGeom>
              <a:rect b="b" l="l" r="r" t="t"/>
              <a:pathLst>
                <a:path extrusionOk="0" h="4316" w="7353">
                  <a:moveTo>
                    <a:pt x="7109" y="1"/>
                  </a:moveTo>
                  <a:cubicBezTo>
                    <a:pt x="7087" y="1"/>
                    <a:pt x="7064" y="4"/>
                    <a:pt x="7039" y="13"/>
                  </a:cubicBezTo>
                  <a:lnTo>
                    <a:pt x="101" y="4015"/>
                  </a:lnTo>
                  <a:cubicBezTo>
                    <a:pt x="34" y="4049"/>
                    <a:pt x="1" y="4149"/>
                    <a:pt x="34" y="4249"/>
                  </a:cubicBezTo>
                  <a:cubicBezTo>
                    <a:pt x="68" y="4282"/>
                    <a:pt x="134" y="4316"/>
                    <a:pt x="201" y="4316"/>
                  </a:cubicBezTo>
                  <a:lnTo>
                    <a:pt x="268" y="4316"/>
                  </a:lnTo>
                  <a:lnTo>
                    <a:pt x="7206" y="279"/>
                  </a:lnTo>
                  <a:cubicBezTo>
                    <a:pt x="7353" y="192"/>
                    <a:pt x="7268" y="1"/>
                    <a:pt x="710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41"/>
            <p:cNvSpPr/>
            <p:nvPr/>
          </p:nvSpPr>
          <p:spPr>
            <a:xfrm>
              <a:off x="3527700" y="1049250"/>
              <a:ext cx="140950" cy="179600"/>
            </a:xfrm>
            <a:custGeom>
              <a:rect b="b" l="l" r="r" t="t"/>
              <a:pathLst>
                <a:path extrusionOk="0" h="7184" w="5638">
                  <a:moveTo>
                    <a:pt x="3970" y="445"/>
                  </a:moveTo>
                  <a:cubicBezTo>
                    <a:pt x="4170" y="445"/>
                    <a:pt x="4370" y="479"/>
                    <a:pt x="4537" y="579"/>
                  </a:cubicBezTo>
                  <a:cubicBezTo>
                    <a:pt x="4970" y="845"/>
                    <a:pt x="5204" y="1346"/>
                    <a:pt x="5204" y="2080"/>
                  </a:cubicBezTo>
                  <a:cubicBezTo>
                    <a:pt x="5104" y="3848"/>
                    <a:pt x="4170" y="5449"/>
                    <a:pt x="2702" y="6416"/>
                  </a:cubicBezTo>
                  <a:cubicBezTo>
                    <a:pt x="2327" y="6633"/>
                    <a:pt x="1975" y="6745"/>
                    <a:pt x="1661" y="6745"/>
                  </a:cubicBezTo>
                  <a:cubicBezTo>
                    <a:pt x="1444" y="6745"/>
                    <a:pt x="1245" y="6692"/>
                    <a:pt x="1068" y="6583"/>
                  </a:cubicBezTo>
                  <a:cubicBezTo>
                    <a:pt x="667" y="6349"/>
                    <a:pt x="434" y="5816"/>
                    <a:pt x="434" y="5082"/>
                  </a:cubicBezTo>
                  <a:cubicBezTo>
                    <a:pt x="500" y="3347"/>
                    <a:pt x="1434" y="1713"/>
                    <a:pt x="2936" y="779"/>
                  </a:cubicBezTo>
                  <a:cubicBezTo>
                    <a:pt x="3236" y="579"/>
                    <a:pt x="3603" y="445"/>
                    <a:pt x="3970" y="445"/>
                  </a:cubicBezTo>
                  <a:close/>
                  <a:moveTo>
                    <a:pt x="3969" y="1"/>
                  </a:moveTo>
                  <a:cubicBezTo>
                    <a:pt x="3575" y="1"/>
                    <a:pt x="3144" y="129"/>
                    <a:pt x="2702" y="378"/>
                  </a:cubicBezTo>
                  <a:cubicBezTo>
                    <a:pt x="1101" y="1446"/>
                    <a:pt x="100" y="3181"/>
                    <a:pt x="0" y="5082"/>
                  </a:cubicBezTo>
                  <a:cubicBezTo>
                    <a:pt x="0" y="5983"/>
                    <a:pt x="300" y="6650"/>
                    <a:pt x="867" y="6950"/>
                  </a:cubicBezTo>
                  <a:cubicBezTo>
                    <a:pt x="1101" y="7083"/>
                    <a:pt x="1368" y="7183"/>
                    <a:pt x="1635" y="7183"/>
                  </a:cubicBezTo>
                  <a:cubicBezTo>
                    <a:pt x="2102" y="7150"/>
                    <a:pt x="2535" y="7017"/>
                    <a:pt x="2936" y="6783"/>
                  </a:cubicBezTo>
                  <a:cubicBezTo>
                    <a:pt x="4537" y="5749"/>
                    <a:pt x="5537" y="3981"/>
                    <a:pt x="5637" y="2080"/>
                  </a:cubicBezTo>
                  <a:cubicBezTo>
                    <a:pt x="5637" y="1212"/>
                    <a:pt x="5337" y="545"/>
                    <a:pt x="4770" y="212"/>
                  </a:cubicBezTo>
                  <a:cubicBezTo>
                    <a:pt x="4530" y="70"/>
                    <a:pt x="4259" y="1"/>
                    <a:pt x="396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41"/>
            <p:cNvSpPr/>
            <p:nvPr/>
          </p:nvSpPr>
          <p:spPr>
            <a:xfrm>
              <a:off x="3559375" y="1089175"/>
              <a:ext cx="77575" cy="99500"/>
            </a:xfrm>
            <a:custGeom>
              <a:rect b="b" l="l" r="r" t="t"/>
              <a:pathLst>
                <a:path extrusionOk="0" h="3980" w="3103">
                  <a:moveTo>
                    <a:pt x="2251" y="0"/>
                  </a:moveTo>
                  <a:cubicBezTo>
                    <a:pt x="2044" y="0"/>
                    <a:pt x="1812" y="70"/>
                    <a:pt x="1568" y="216"/>
                  </a:cubicBezTo>
                  <a:cubicBezTo>
                    <a:pt x="634" y="816"/>
                    <a:pt x="67" y="1817"/>
                    <a:pt x="1" y="2884"/>
                  </a:cubicBezTo>
                  <a:cubicBezTo>
                    <a:pt x="1" y="3578"/>
                    <a:pt x="378" y="3980"/>
                    <a:pt x="899" y="3980"/>
                  </a:cubicBezTo>
                  <a:cubicBezTo>
                    <a:pt x="1104" y="3980"/>
                    <a:pt x="1332" y="3917"/>
                    <a:pt x="1568" y="3785"/>
                  </a:cubicBezTo>
                  <a:cubicBezTo>
                    <a:pt x="2469" y="3185"/>
                    <a:pt x="3036" y="2184"/>
                    <a:pt x="3103" y="1117"/>
                  </a:cubicBezTo>
                  <a:cubicBezTo>
                    <a:pt x="3103" y="408"/>
                    <a:pt x="2752" y="0"/>
                    <a:pt x="225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41"/>
            <p:cNvSpPr/>
            <p:nvPr/>
          </p:nvSpPr>
          <p:spPr>
            <a:xfrm>
              <a:off x="3415950" y="582075"/>
              <a:ext cx="357775" cy="431625"/>
            </a:xfrm>
            <a:custGeom>
              <a:rect b="b" l="l" r="r" t="t"/>
              <a:pathLst>
                <a:path extrusionOk="0" h="17265" w="14311">
                  <a:moveTo>
                    <a:pt x="13619" y="322"/>
                  </a:moveTo>
                  <a:cubicBezTo>
                    <a:pt x="13841" y="322"/>
                    <a:pt x="14047" y="530"/>
                    <a:pt x="13977" y="786"/>
                  </a:cubicBezTo>
                  <a:lnTo>
                    <a:pt x="13977" y="8391"/>
                  </a:lnTo>
                  <a:cubicBezTo>
                    <a:pt x="13910" y="8958"/>
                    <a:pt x="13610" y="9492"/>
                    <a:pt x="13143" y="9792"/>
                  </a:cubicBezTo>
                  <a:lnTo>
                    <a:pt x="8873" y="12261"/>
                  </a:lnTo>
                  <a:lnTo>
                    <a:pt x="7639" y="16530"/>
                  </a:lnTo>
                  <a:cubicBezTo>
                    <a:pt x="7639" y="16564"/>
                    <a:pt x="7606" y="16597"/>
                    <a:pt x="7572" y="16597"/>
                  </a:cubicBezTo>
                  <a:cubicBezTo>
                    <a:pt x="7539" y="16597"/>
                    <a:pt x="7506" y="16564"/>
                    <a:pt x="7506" y="16530"/>
                  </a:cubicBezTo>
                  <a:lnTo>
                    <a:pt x="6305" y="13762"/>
                  </a:lnTo>
                  <a:lnTo>
                    <a:pt x="1001" y="16797"/>
                  </a:lnTo>
                  <a:cubicBezTo>
                    <a:pt x="915" y="16862"/>
                    <a:pt x="815" y="16899"/>
                    <a:pt x="710" y="16899"/>
                  </a:cubicBezTo>
                  <a:cubicBezTo>
                    <a:pt x="652" y="16899"/>
                    <a:pt x="593" y="16888"/>
                    <a:pt x="534" y="16864"/>
                  </a:cubicBezTo>
                  <a:cubicBezTo>
                    <a:pt x="401" y="16764"/>
                    <a:pt x="334" y="16597"/>
                    <a:pt x="367" y="16464"/>
                  </a:cubicBezTo>
                  <a:lnTo>
                    <a:pt x="367" y="8858"/>
                  </a:lnTo>
                  <a:cubicBezTo>
                    <a:pt x="401" y="8291"/>
                    <a:pt x="701" y="7757"/>
                    <a:pt x="1168" y="7457"/>
                  </a:cubicBezTo>
                  <a:lnTo>
                    <a:pt x="13310" y="419"/>
                  </a:lnTo>
                  <a:lnTo>
                    <a:pt x="13343" y="452"/>
                  </a:lnTo>
                  <a:cubicBezTo>
                    <a:pt x="13424" y="361"/>
                    <a:pt x="13523" y="322"/>
                    <a:pt x="13619" y="322"/>
                  </a:cubicBezTo>
                  <a:close/>
                  <a:moveTo>
                    <a:pt x="13582" y="0"/>
                  </a:moveTo>
                  <a:cubicBezTo>
                    <a:pt x="13426" y="0"/>
                    <a:pt x="13274" y="44"/>
                    <a:pt x="13143" y="119"/>
                  </a:cubicBezTo>
                  <a:lnTo>
                    <a:pt x="1001" y="7157"/>
                  </a:lnTo>
                  <a:cubicBezTo>
                    <a:pt x="401" y="7524"/>
                    <a:pt x="34" y="8158"/>
                    <a:pt x="0" y="8858"/>
                  </a:cubicBezTo>
                  <a:lnTo>
                    <a:pt x="0" y="16464"/>
                  </a:lnTo>
                  <a:cubicBezTo>
                    <a:pt x="0" y="16730"/>
                    <a:pt x="134" y="16997"/>
                    <a:pt x="367" y="17164"/>
                  </a:cubicBezTo>
                  <a:cubicBezTo>
                    <a:pt x="467" y="17231"/>
                    <a:pt x="567" y="17264"/>
                    <a:pt x="667" y="17264"/>
                  </a:cubicBezTo>
                  <a:cubicBezTo>
                    <a:pt x="868" y="17231"/>
                    <a:pt x="1034" y="17197"/>
                    <a:pt x="1168" y="17097"/>
                  </a:cubicBezTo>
                  <a:lnTo>
                    <a:pt x="6138" y="14262"/>
                  </a:lnTo>
                  <a:lnTo>
                    <a:pt x="7172" y="16697"/>
                  </a:lnTo>
                  <a:cubicBezTo>
                    <a:pt x="7251" y="16856"/>
                    <a:pt x="7406" y="16931"/>
                    <a:pt x="7560" y="16931"/>
                  </a:cubicBezTo>
                  <a:cubicBezTo>
                    <a:pt x="7731" y="16931"/>
                    <a:pt x="7903" y="16839"/>
                    <a:pt x="7973" y="16664"/>
                  </a:cubicBezTo>
                  <a:lnTo>
                    <a:pt x="9173" y="12527"/>
                  </a:lnTo>
                  <a:lnTo>
                    <a:pt x="13310" y="10092"/>
                  </a:lnTo>
                  <a:cubicBezTo>
                    <a:pt x="13910" y="9725"/>
                    <a:pt x="14277" y="9092"/>
                    <a:pt x="14310" y="8391"/>
                  </a:cubicBezTo>
                  <a:lnTo>
                    <a:pt x="14310" y="786"/>
                  </a:lnTo>
                  <a:cubicBezTo>
                    <a:pt x="14310" y="519"/>
                    <a:pt x="14177" y="219"/>
                    <a:pt x="13944" y="85"/>
                  </a:cubicBezTo>
                  <a:cubicBezTo>
                    <a:pt x="13827" y="27"/>
                    <a:pt x="13703" y="0"/>
                    <a:pt x="1358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41"/>
            <p:cNvSpPr/>
            <p:nvPr/>
          </p:nvSpPr>
          <p:spPr>
            <a:xfrm>
              <a:off x="3485150" y="692600"/>
              <a:ext cx="220150" cy="129300"/>
            </a:xfrm>
            <a:custGeom>
              <a:rect b="b" l="l" r="r" t="t"/>
              <a:pathLst>
                <a:path extrusionOk="0" h="5172" w="8806">
                  <a:moveTo>
                    <a:pt x="8574" y="1"/>
                  </a:moveTo>
                  <a:cubicBezTo>
                    <a:pt x="8543" y="1"/>
                    <a:pt x="8509" y="11"/>
                    <a:pt x="8474" y="34"/>
                  </a:cubicBezTo>
                  <a:lnTo>
                    <a:pt x="134" y="4837"/>
                  </a:lnTo>
                  <a:cubicBezTo>
                    <a:pt x="34" y="4904"/>
                    <a:pt x="1" y="5004"/>
                    <a:pt x="68" y="5071"/>
                  </a:cubicBezTo>
                  <a:cubicBezTo>
                    <a:pt x="101" y="5138"/>
                    <a:pt x="134" y="5171"/>
                    <a:pt x="201" y="5171"/>
                  </a:cubicBezTo>
                  <a:cubicBezTo>
                    <a:pt x="234" y="5171"/>
                    <a:pt x="268" y="5171"/>
                    <a:pt x="301" y="5138"/>
                  </a:cubicBezTo>
                  <a:lnTo>
                    <a:pt x="8640" y="334"/>
                  </a:lnTo>
                  <a:cubicBezTo>
                    <a:pt x="8806" y="224"/>
                    <a:pt x="8721" y="1"/>
                    <a:pt x="857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41"/>
            <p:cNvSpPr/>
            <p:nvPr/>
          </p:nvSpPr>
          <p:spPr>
            <a:xfrm>
              <a:off x="3485150" y="733150"/>
              <a:ext cx="219350" cy="129600"/>
            </a:xfrm>
            <a:custGeom>
              <a:rect b="b" l="l" r="r" t="t"/>
              <a:pathLst>
                <a:path extrusionOk="0" h="5184" w="8774">
                  <a:moveTo>
                    <a:pt x="8553" y="0"/>
                  </a:moveTo>
                  <a:cubicBezTo>
                    <a:pt x="8527" y="0"/>
                    <a:pt x="8500" y="4"/>
                    <a:pt x="8474" y="13"/>
                  </a:cubicBezTo>
                  <a:lnTo>
                    <a:pt x="134" y="4850"/>
                  </a:lnTo>
                  <a:cubicBezTo>
                    <a:pt x="34" y="4883"/>
                    <a:pt x="1" y="4983"/>
                    <a:pt x="68" y="5083"/>
                  </a:cubicBezTo>
                  <a:cubicBezTo>
                    <a:pt x="101" y="5150"/>
                    <a:pt x="134" y="5184"/>
                    <a:pt x="201" y="5184"/>
                  </a:cubicBezTo>
                  <a:cubicBezTo>
                    <a:pt x="234" y="5184"/>
                    <a:pt x="268" y="5150"/>
                    <a:pt x="301" y="5150"/>
                  </a:cubicBezTo>
                  <a:lnTo>
                    <a:pt x="8640" y="313"/>
                  </a:lnTo>
                  <a:cubicBezTo>
                    <a:pt x="8740" y="280"/>
                    <a:pt x="8774" y="147"/>
                    <a:pt x="8707" y="80"/>
                  </a:cubicBezTo>
                  <a:cubicBezTo>
                    <a:pt x="8683" y="31"/>
                    <a:pt x="8623" y="0"/>
                    <a:pt x="855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41"/>
            <p:cNvSpPr/>
            <p:nvPr/>
          </p:nvSpPr>
          <p:spPr>
            <a:xfrm>
              <a:off x="3485150" y="773500"/>
              <a:ext cx="220150" cy="129275"/>
            </a:xfrm>
            <a:custGeom>
              <a:rect b="b" l="l" r="r" t="t"/>
              <a:pathLst>
                <a:path extrusionOk="0" h="5171" w="8806">
                  <a:moveTo>
                    <a:pt x="8574" y="0"/>
                  </a:moveTo>
                  <a:cubicBezTo>
                    <a:pt x="8543" y="0"/>
                    <a:pt x="8509" y="10"/>
                    <a:pt x="8474" y="34"/>
                  </a:cubicBezTo>
                  <a:lnTo>
                    <a:pt x="134" y="4837"/>
                  </a:lnTo>
                  <a:cubicBezTo>
                    <a:pt x="34" y="4904"/>
                    <a:pt x="1" y="5004"/>
                    <a:pt x="68" y="5071"/>
                  </a:cubicBezTo>
                  <a:cubicBezTo>
                    <a:pt x="101" y="5137"/>
                    <a:pt x="134" y="5171"/>
                    <a:pt x="201" y="5171"/>
                  </a:cubicBezTo>
                  <a:cubicBezTo>
                    <a:pt x="234" y="5171"/>
                    <a:pt x="268" y="5171"/>
                    <a:pt x="301" y="5137"/>
                  </a:cubicBezTo>
                  <a:lnTo>
                    <a:pt x="8640" y="334"/>
                  </a:lnTo>
                  <a:cubicBezTo>
                    <a:pt x="8806" y="224"/>
                    <a:pt x="8721" y="0"/>
                    <a:pt x="857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41"/>
            <p:cNvSpPr/>
            <p:nvPr/>
          </p:nvSpPr>
          <p:spPr>
            <a:xfrm>
              <a:off x="2327675" y="942775"/>
              <a:ext cx="73400" cy="162650"/>
            </a:xfrm>
            <a:custGeom>
              <a:rect b="b" l="l" r="r" t="t"/>
              <a:pathLst>
                <a:path extrusionOk="0" h="6506" w="2936">
                  <a:moveTo>
                    <a:pt x="2702" y="1"/>
                  </a:moveTo>
                  <a:lnTo>
                    <a:pt x="0" y="1535"/>
                  </a:lnTo>
                  <a:lnTo>
                    <a:pt x="0" y="3136"/>
                  </a:lnTo>
                  <a:lnTo>
                    <a:pt x="1168" y="5438"/>
                  </a:lnTo>
                  <a:cubicBezTo>
                    <a:pt x="1168" y="5471"/>
                    <a:pt x="1201" y="5505"/>
                    <a:pt x="1234" y="5505"/>
                  </a:cubicBezTo>
                  <a:lnTo>
                    <a:pt x="2936" y="6506"/>
                  </a:lnTo>
                  <a:lnTo>
                    <a:pt x="1835" y="4104"/>
                  </a:lnTo>
                  <a:lnTo>
                    <a:pt x="2702" y="1569"/>
                  </a:lnTo>
                  <a:lnTo>
                    <a:pt x="270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41"/>
            <p:cNvSpPr/>
            <p:nvPr/>
          </p:nvSpPr>
          <p:spPr>
            <a:xfrm>
              <a:off x="2327675" y="942775"/>
              <a:ext cx="73400" cy="162650"/>
            </a:xfrm>
            <a:custGeom>
              <a:rect b="b" l="l" r="r" t="t"/>
              <a:pathLst>
                <a:path extrusionOk="0" h="6506" w="2936">
                  <a:moveTo>
                    <a:pt x="2702" y="1"/>
                  </a:moveTo>
                  <a:lnTo>
                    <a:pt x="0" y="1535"/>
                  </a:lnTo>
                  <a:lnTo>
                    <a:pt x="0" y="3136"/>
                  </a:lnTo>
                  <a:lnTo>
                    <a:pt x="1168" y="5438"/>
                  </a:lnTo>
                  <a:cubicBezTo>
                    <a:pt x="1168" y="5471"/>
                    <a:pt x="1201" y="5505"/>
                    <a:pt x="1234" y="5505"/>
                  </a:cubicBezTo>
                  <a:lnTo>
                    <a:pt x="2936" y="6506"/>
                  </a:lnTo>
                  <a:lnTo>
                    <a:pt x="1835" y="4104"/>
                  </a:lnTo>
                  <a:lnTo>
                    <a:pt x="2702" y="1569"/>
                  </a:lnTo>
                  <a:lnTo>
                    <a:pt x="270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41"/>
            <p:cNvSpPr/>
            <p:nvPr/>
          </p:nvSpPr>
          <p:spPr>
            <a:xfrm>
              <a:off x="2210075" y="581475"/>
              <a:ext cx="352775" cy="524075"/>
            </a:xfrm>
            <a:custGeom>
              <a:rect b="b" l="l" r="r" t="t"/>
              <a:pathLst>
                <a:path extrusionOk="0" h="20963" w="14111">
                  <a:moveTo>
                    <a:pt x="11813" y="1"/>
                  </a:moveTo>
                  <a:cubicBezTo>
                    <a:pt x="11534" y="1"/>
                    <a:pt x="11259" y="59"/>
                    <a:pt x="11009" y="176"/>
                  </a:cubicBezTo>
                  <a:lnTo>
                    <a:pt x="835" y="6080"/>
                  </a:lnTo>
                  <a:cubicBezTo>
                    <a:pt x="368" y="6380"/>
                    <a:pt x="34" y="6914"/>
                    <a:pt x="1" y="7481"/>
                  </a:cubicBezTo>
                  <a:lnTo>
                    <a:pt x="1" y="18656"/>
                  </a:lnTo>
                  <a:cubicBezTo>
                    <a:pt x="34" y="19223"/>
                    <a:pt x="368" y="19757"/>
                    <a:pt x="835" y="20057"/>
                  </a:cubicBezTo>
                  <a:lnTo>
                    <a:pt x="1502" y="20457"/>
                  </a:lnTo>
                  <a:cubicBezTo>
                    <a:pt x="1752" y="20591"/>
                    <a:pt x="2036" y="20657"/>
                    <a:pt x="2319" y="20657"/>
                  </a:cubicBezTo>
                  <a:cubicBezTo>
                    <a:pt x="2603" y="20657"/>
                    <a:pt x="2886" y="20591"/>
                    <a:pt x="3136" y="20457"/>
                  </a:cubicBezTo>
                  <a:lnTo>
                    <a:pt x="6405" y="18556"/>
                  </a:lnTo>
                  <a:lnTo>
                    <a:pt x="7573" y="20891"/>
                  </a:lnTo>
                  <a:cubicBezTo>
                    <a:pt x="7604" y="20937"/>
                    <a:pt x="7664" y="20962"/>
                    <a:pt x="7725" y="20962"/>
                  </a:cubicBezTo>
                  <a:cubicBezTo>
                    <a:pt x="7797" y="20962"/>
                    <a:pt x="7871" y="20929"/>
                    <a:pt x="7906" y="20857"/>
                  </a:cubicBezTo>
                  <a:lnTo>
                    <a:pt x="9141" y="16988"/>
                  </a:lnTo>
                  <a:lnTo>
                    <a:pt x="13310" y="14553"/>
                  </a:lnTo>
                  <a:cubicBezTo>
                    <a:pt x="13777" y="14253"/>
                    <a:pt x="14078" y="13719"/>
                    <a:pt x="14111" y="13152"/>
                  </a:cubicBezTo>
                  <a:lnTo>
                    <a:pt x="14111" y="1977"/>
                  </a:lnTo>
                  <a:cubicBezTo>
                    <a:pt x="14078" y="1410"/>
                    <a:pt x="13777" y="876"/>
                    <a:pt x="13310" y="576"/>
                  </a:cubicBezTo>
                  <a:lnTo>
                    <a:pt x="12643" y="176"/>
                  </a:lnTo>
                  <a:cubicBezTo>
                    <a:pt x="12376" y="59"/>
                    <a:pt x="12093" y="1"/>
                    <a:pt x="1181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41"/>
            <p:cNvSpPr/>
            <p:nvPr/>
          </p:nvSpPr>
          <p:spPr>
            <a:xfrm>
              <a:off x="2210925" y="747650"/>
              <a:ext cx="74225" cy="349875"/>
            </a:xfrm>
            <a:custGeom>
              <a:rect b="b" l="l" r="r" t="t"/>
              <a:pathLst>
                <a:path extrusionOk="0" h="13995" w="2969">
                  <a:moveTo>
                    <a:pt x="2969" y="13877"/>
                  </a:moveTo>
                  <a:cubicBezTo>
                    <a:pt x="2964" y="13878"/>
                    <a:pt x="2960" y="13880"/>
                    <a:pt x="2955" y="13882"/>
                  </a:cubicBezTo>
                  <a:lnTo>
                    <a:pt x="2955" y="13882"/>
                  </a:lnTo>
                  <a:cubicBezTo>
                    <a:pt x="2960" y="13880"/>
                    <a:pt x="2964" y="13879"/>
                    <a:pt x="2969" y="13877"/>
                  </a:cubicBezTo>
                  <a:close/>
                  <a:moveTo>
                    <a:pt x="267" y="0"/>
                  </a:moveTo>
                  <a:cubicBezTo>
                    <a:pt x="100" y="267"/>
                    <a:pt x="34" y="534"/>
                    <a:pt x="34" y="801"/>
                  </a:cubicBezTo>
                  <a:lnTo>
                    <a:pt x="0" y="12009"/>
                  </a:lnTo>
                  <a:cubicBezTo>
                    <a:pt x="34" y="12576"/>
                    <a:pt x="334" y="13110"/>
                    <a:pt x="834" y="13410"/>
                  </a:cubicBezTo>
                  <a:lnTo>
                    <a:pt x="1501" y="13810"/>
                  </a:lnTo>
                  <a:cubicBezTo>
                    <a:pt x="1754" y="13937"/>
                    <a:pt x="2027" y="13995"/>
                    <a:pt x="2298" y="13995"/>
                  </a:cubicBezTo>
                  <a:cubicBezTo>
                    <a:pt x="2522" y="13995"/>
                    <a:pt x="2745" y="13955"/>
                    <a:pt x="2955" y="13882"/>
                  </a:cubicBezTo>
                  <a:lnTo>
                    <a:pt x="2955" y="13882"/>
                  </a:lnTo>
                  <a:cubicBezTo>
                    <a:pt x="2885" y="13906"/>
                    <a:pt x="2818" y="13917"/>
                    <a:pt x="2755" y="13917"/>
                  </a:cubicBezTo>
                  <a:cubicBezTo>
                    <a:pt x="2492" y="13917"/>
                    <a:pt x="2302" y="13715"/>
                    <a:pt x="2302" y="13343"/>
                  </a:cubicBezTo>
                  <a:lnTo>
                    <a:pt x="2302" y="2135"/>
                  </a:lnTo>
                  <a:cubicBezTo>
                    <a:pt x="2302" y="1835"/>
                    <a:pt x="2402" y="1568"/>
                    <a:pt x="2535" y="1335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41"/>
            <p:cNvSpPr/>
            <p:nvPr/>
          </p:nvSpPr>
          <p:spPr>
            <a:xfrm>
              <a:off x="2216750" y="581700"/>
              <a:ext cx="345275" cy="200150"/>
            </a:xfrm>
            <a:custGeom>
              <a:rect b="b" l="l" r="r" t="t"/>
              <a:pathLst>
                <a:path extrusionOk="0" h="8006" w="13811">
                  <a:moveTo>
                    <a:pt x="11546" y="0"/>
                  </a:moveTo>
                  <a:cubicBezTo>
                    <a:pt x="11267" y="0"/>
                    <a:pt x="10992" y="67"/>
                    <a:pt x="10742" y="200"/>
                  </a:cubicBezTo>
                  <a:lnTo>
                    <a:pt x="568" y="6071"/>
                  </a:lnTo>
                  <a:cubicBezTo>
                    <a:pt x="334" y="6238"/>
                    <a:pt x="134" y="6438"/>
                    <a:pt x="1" y="6705"/>
                  </a:cubicBezTo>
                  <a:lnTo>
                    <a:pt x="2302" y="8006"/>
                  </a:lnTo>
                  <a:cubicBezTo>
                    <a:pt x="2436" y="7739"/>
                    <a:pt x="2636" y="7539"/>
                    <a:pt x="2869" y="7372"/>
                  </a:cubicBezTo>
                  <a:lnTo>
                    <a:pt x="13043" y="1501"/>
                  </a:lnTo>
                  <a:cubicBezTo>
                    <a:pt x="13171" y="1432"/>
                    <a:pt x="13290" y="1399"/>
                    <a:pt x="13395" y="1399"/>
                  </a:cubicBezTo>
                  <a:cubicBezTo>
                    <a:pt x="13594" y="1399"/>
                    <a:pt x="13745" y="1517"/>
                    <a:pt x="13811" y="1735"/>
                  </a:cubicBezTo>
                  <a:cubicBezTo>
                    <a:pt x="13710" y="1268"/>
                    <a:pt x="13444" y="834"/>
                    <a:pt x="13043" y="601"/>
                  </a:cubicBezTo>
                  <a:lnTo>
                    <a:pt x="12376" y="200"/>
                  </a:lnTo>
                  <a:cubicBezTo>
                    <a:pt x="12109" y="67"/>
                    <a:pt x="11826" y="0"/>
                    <a:pt x="115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41"/>
            <p:cNvSpPr/>
            <p:nvPr/>
          </p:nvSpPr>
          <p:spPr>
            <a:xfrm>
              <a:off x="2312650" y="723450"/>
              <a:ext cx="206000" cy="273575"/>
            </a:xfrm>
            <a:custGeom>
              <a:rect b="b" l="l" r="r" t="t"/>
              <a:pathLst>
                <a:path extrusionOk="0" h="10943" w="8240">
                  <a:moveTo>
                    <a:pt x="4914" y="3061"/>
                  </a:moveTo>
                  <a:cubicBezTo>
                    <a:pt x="4955" y="3061"/>
                    <a:pt x="4996" y="3064"/>
                    <a:pt x="5038" y="3070"/>
                  </a:cubicBezTo>
                  <a:lnTo>
                    <a:pt x="5138" y="3070"/>
                  </a:lnTo>
                  <a:cubicBezTo>
                    <a:pt x="5438" y="3103"/>
                    <a:pt x="5705" y="3303"/>
                    <a:pt x="5838" y="3603"/>
                  </a:cubicBezTo>
                  <a:cubicBezTo>
                    <a:pt x="6239" y="4437"/>
                    <a:pt x="5772" y="5972"/>
                    <a:pt x="4871" y="6939"/>
                  </a:cubicBezTo>
                  <a:cubicBezTo>
                    <a:pt x="4537" y="7339"/>
                    <a:pt x="4104" y="7606"/>
                    <a:pt x="3637" y="7773"/>
                  </a:cubicBezTo>
                  <a:lnTo>
                    <a:pt x="3303" y="7773"/>
                  </a:lnTo>
                  <a:cubicBezTo>
                    <a:pt x="2936" y="7740"/>
                    <a:pt x="2603" y="7540"/>
                    <a:pt x="2469" y="7173"/>
                  </a:cubicBezTo>
                  <a:cubicBezTo>
                    <a:pt x="2402" y="7039"/>
                    <a:pt x="2336" y="6872"/>
                    <a:pt x="2336" y="6706"/>
                  </a:cubicBezTo>
                  <a:cubicBezTo>
                    <a:pt x="2336" y="6606"/>
                    <a:pt x="2336" y="6539"/>
                    <a:pt x="2336" y="6439"/>
                  </a:cubicBezTo>
                  <a:cubicBezTo>
                    <a:pt x="2402" y="5471"/>
                    <a:pt x="2803" y="4571"/>
                    <a:pt x="3470" y="3870"/>
                  </a:cubicBezTo>
                  <a:cubicBezTo>
                    <a:pt x="3670" y="3637"/>
                    <a:pt x="3904" y="3470"/>
                    <a:pt x="4137" y="3303"/>
                  </a:cubicBezTo>
                  <a:cubicBezTo>
                    <a:pt x="4237" y="3270"/>
                    <a:pt x="4304" y="3237"/>
                    <a:pt x="4371" y="3203"/>
                  </a:cubicBezTo>
                  <a:cubicBezTo>
                    <a:pt x="4535" y="3121"/>
                    <a:pt x="4722" y="3061"/>
                    <a:pt x="4914" y="3061"/>
                  </a:cubicBezTo>
                  <a:close/>
                  <a:moveTo>
                    <a:pt x="6172" y="1"/>
                  </a:moveTo>
                  <a:lnTo>
                    <a:pt x="5271" y="101"/>
                  </a:lnTo>
                  <a:cubicBezTo>
                    <a:pt x="5171" y="101"/>
                    <a:pt x="5104" y="168"/>
                    <a:pt x="5071" y="234"/>
                  </a:cubicBezTo>
                  <a:lnTo>
                    <a:pt x="4571" y="1535"/>
                  </a:lnTo>
                  <a:cubicBezTo>
                    <a:pt x="4537" y="1635"/>
                    <a:pt x="4471" y="1702"/>
                    <a:pt x="4371" y="1735"/>
                  </a:cubicBezTo>
                  <a:cubicBezTo>
                    <a:pt x="4170" y="1836"/>
                    <a:pt x="4004" y="1936"/>
                    <a:pt x="3803" y="2069"/>
                  </a:cubicBezTo>
                  <a:cubicBezTo>
                    <a:pt x="3770" y="2102"/>
                    <a:pt x="3737" y="2119"/>
                    <a:pt x="3708" y="2119"/>
                  </a:cubicBezTo>
                  <a:cubicBezTo>
                    <a:pt x="3678" y="2119"/>
                    <a:pt x="3653" y="2102"/>
                    <a:pt x="3637" y="2069"/>
                  </a:cubicBezTo>
                  <a:lnTo>
                    <a:pt x="3170" y="1369"/>
                  </a:lnTo>
                  <a:cubicBezTo>
                    <a:pt x="3156" y="1340"/>
                    <a:pt x="3130" y="1330"/>
                    <a:pt x="3102" y="1330"/>
                  </a:cubicBezTo>
                  <a:cubicBezTo>
                    <a:pt x="3064" y="1330"/>
                    <a:pt x="3022" y="1349"/>
                    <a:pt x="3003" y="1369"/>
                  </a:cubicBezTo>
                  <a:lnTo>
                    <a:pt x="2002" y="2436"/>
                  </a:lnTo>
                  <a:cubicBezTo>
                    <a:pt x="1935" y="2503"/>
                    <a:pt x="1902" y="2569"/>
                    <a:pt x="1902" y="2636"/>
                  </a:cubicBezTo>
                  <a:lnTo>
                    <a:pt x="2202" y="3603"/>
                  </a:lnTo>
                  <a:cubicBezTo>
                    <a:pt x="2202" y="3670"/>
                    <a:pt x="2202" y="3737"/>
                    <a:pt x="2136" y="3804"/>
                  </a:cubicBezTo>
                  <a:cubicBezTo>
                    <a:pt x="1969" y="4070"/>
                    <a:pt x="1835" y="4337"/>
                    <a:pt x="1702" y="4604"/>
                  </a:cubicBezTo>
                  <a:cubicBezTo>
                    <a:pt x="1635" y="4704"/>
                    <a:pt x="1569" y="4738"/>
                    <a:pt x="1468" y="4771"/>
                  </a:cubicBezTo>
                  <a:lnTo>
                    <a:pt x="635" y="4971"/>
                  </a:lnTo>
                  <a:cubicBezTo>
                    <a:pt x="534" y="5004"/>
                    <a:pt x="468" y="5071"/>
                    <a:pt x="434" y="5138"/>
                  </a:cubicBezTo>
                  <a:lnTo>
                    <a:pt x="34" y="6572"/>
                  </a:lnTo>
                  <a:cubicBezTo>
                    <a:pt x="1" y="6639"/>
                    <a:pt x="67" y="6706"/>
                    <a:pt x="134" y="6706"/>
                  </a:cubicBezTo>
                  <a:lnTo>
                    <a:pt x="901" y="6772"/>
                  </a:lnTo>
                  <a:cubicBezTo>
                    <a:pt x="914" y="6766"/>
                    <a:pt x="926" y="6764"/>
                    <a:pt x="938" y="6764"/>
                  </a:cubicBezTo>
                  <a:cubicBezTo>
                    <a:pt x="990" y="6764"/>
                    <a:pt x="1035" y="6818"/>
                    <a:pt x="1035" y="6872"/>
                  </a:cubicBezTo>
                  <a:cubicBezTo>
                    <a:pt x="1001" y="7139"/>
                    <a:pt x="1001" y="7373"/>
                    <a:pt x="1035" y="7640"/>
                  </a:cubicBezTo>
                  <a:cubicBezTo>
                    <a:pt x="1035" y="7706"/>
                    <a:pt x="1001" y="7806"/>
                    <a:pt x="968" y="7873"/>
                  </a:cubicBezTo>
                  <a:lnTo>
                    <a:pt x="67" y="8907"/>
                  </a:lnTo>
                  <a:cubicBezTo>
                    <a:pt x="34" y="8974"/>
                    <a:pt x="1" y="9041"/>
                    <a:pt x="34" y="9141"/>
                  </a:cubicBezTo>
                  <a:lnTo>
                    <a:pt x="434" y="10041"/>
                  </a:lnTo>
                  <a:cubicBezTo>
                    <a:pt x="468" y="10041"/>
                    <a:pt x="468" y="10075"/>
                    <a:pt x="468" y="10075"/>
                  </a:cubicBezTo>
                  <a:lnTo>
                    <a:pt x="501" y="10075"/>
                  </a:lnTo>
                  <a:cubicBezTo>
                    <a:pt x="534" y="10075"/>
                    <a:pt x="568" y="10041"/>
                    <a:pt x="601" y="10041"/>
                  </a:cubicBezTo>
                  <a:lnTo>
                    <a:pt x="1535" y="9207"/>
                  </a:lnTo>
                  <a:cubicBezTo>
                    <a:pt x="1584" y="9159"/>
                    <a:pt x="1633" y="9128"/>
                    <a:pt x="1682" y="9128"/>
                  </a:cubicBezTo>
                  <a:cubicBezTo>
                    <a:pt x="1700" y="9128"/>
                    <a:pt x="1717" y="9132"/>
                    <a:pt x="1735" y="9141"/>
                  </a:cubicBezTo>
                  <a:cubicBezTo>
                    <a:pt x="1869" y="9241"/>
                    <a:pt x="2002" y="9341"/>
                    <a:pt x="2169" y="9374"/>
                  </a:cubicBezTo>
                  <a:cubicBezTo>
                    <a:pt x="2236" y="9408"/>
                    <a:pt x="2269" y="9474"/>
                    <a:pt x="2236" y="9541"/>
                  </a:cubicBezTo>
                  <a:lnTo>
                    <a:pt x="1969" y="10842"/>
                  </a:lnTo>
                  <a:cubicBezTo>
                    <a:pt x="1935" y="10875"/>
                    <a:pt x="1969" y="10909"/>
                    <a:pt x="2002" y="10942"/>
                  </a:cubicBezTo>
                  <a:lnTo>
                    <a:pt x="2102" y="10942"/>
                  </a:lnTo>
                  <a:lnTo>
                    <a:pt x="3003" y="10842"/>
                  </a:lnTo>
                  <a:cubicBezTo>
                    <a:pt x="3070" y="10842"/>
                    <a:pt x="3136" y="10775"/>
                    <a:pt x="3203" y="10709"/>
                  </a:cubicBezTo>
                  <a:lnTo>
                    <a:pt x="3670" y="9408"/>
                  </a:lnTo>
                  <a:cubicBezTo>
                    <a:pt x="3737" y="9308"/>
                    <a:pt x="3803" y="9241"/>
                    <a:pt x="3870" y="9207"/>
                  </a:cubicBezTo>
                  <a:cubicBezTo>
                    <a:pt x="3970" y="9141"/>
                    <a:pt x="4070" y="9107"/>
                    <a:pt x="4170" y="9041"/>
                  </a:cubicBezTo>
                  <a:cubicBezTo>
                    <a:pt x="4270" y="9007"/>
                    <a:pt x="4337" y="8941"/>
                    <a:pt x="4437" y="8874"/>
                  </a:cubicBezTo>
                  <a:cubicBezTo>
                    <a:pt x="4487" y="8841"/>
                    <a:pt x="4529" y="8824"/>
                    <a:pt x="4562" y="8824"/>
                  </a:cubicBezTo>
                  <a:cubicBezTo>
                    <a:pt x="4596" y="8824"/>
                    <a:pt x="4621" y="8841"/>
                    <a:pt x="4637" y="8874"/>
                  </a:cubicBezTo>
                  <a:lnTo>
                    <a:pt x="5104" y="9574"/>
                  </a:lnTo>
                  <a:cubicBezTo>
                    <a:pt x="5114" y="9584"/>
                    <a:pt x="5127" y="9588"/>
                    <a:pt x="5141" y="9588"/>
                  </a:cubicBezTo>
                  <a:cubicBezTo>
                    <a:pt x="5174" y="9588"/>
                    <a:pt x="5214" y="9565"/>
                    <a:pt x="5238" y="9541"/>
                  </a:cubicBezTo>
                  <a:lnTo>
                    <a:pt x="6239" y="8507"/>
                  </a:lnTo>
                  <a:cubicBezTo>
                    <a:pt x="6305" y="8440"/>
                    <a:pt x="6339" y="8340"/>
                    <a:pt x="6305" y="8273"/>
                  </a:cubicBezTo>
                  <a:lnTo>
                    <a:pt x="6038" y="7339"/>
                  </a:lnTo>
                  <a:cubicBezTo>
                    <a:pt x="6038" y="7273"/>
                    <a:pt x="6038" y="7173"/>
                    <a:pt x="6105" y="7106"/>
                  </a:cubicBezTo>
                  <a:cubicBezTo>
                    <a:pt x="6272" y="6839"/>
                    <a:pt x="6405" y="6572"/>
                    <a:pt x="6539" y="6305"/>
                  </a:cubicBezTo>
                  <a:cubicBezTo>
                    <a:pt x="6605" y="6239"/>
                    <a:pt x="6672" y="6172"/>
                    <a:pt x="6772" y="6172"/>
                  </a:cubicBezTo>
                  <a:lnTo>
                    <a:pt x="7606" y="5938"/>
                  </a:lnTo>
                  <a:cubicBezTo>
                    <a:pt x="7673" y="5938"/>
                    <a:pt x="7773" y="5872"/>
                    <a:pt x="7806" y="5805"/>
                  </a:cubicBezTo>
                  <a:lnTo>
                    <a:pt x="8207" y="4337"/>
                  </a:lnTo>
                  <a:cubicBezTo>
                    <a:pt x="8240" y="4304"/>
                    <a:pt x="8207" y="4271"/>
                    <a:pt x="8173" y="4237"/>
                  </a:cubicBezTo>
                  <a:lnTo>
                    <a:pt x="8140" y="4237"/>
                  </a:lnTo>
                  <a:lnTo>
                    <a:pt x="7339" y="4204"/>
                  </a:lnTo>
                  <a:cubicBezTo>
                    <a:pt x="7273" y="4204"/>
                    <a:pt x="7206" y="4137"/>
                    <a:pt x="7239" y="4070"/>
                  </a:cubicBezTo>
                  <a:lnTo>
                    <a:pt x="7239" y="3704"/>
                  </a:lnTo>
                  <a:lnTo>
                    <a:pt x="7239" y="3303"/>
                  </a:lnTo>
                  <a:cubicBezTo>
                    <a:pt x="7239" y="3237"/>
                    <a:pt x="7239" y="3136"/>
                    <a:pt x="7306" y="3070"/>
                  </a:cubicBezTo>
                  <a:lnTo>
                    <a:pt x="8173" y="2036"/>
                  </a:lnTo>
                  <a:cubicBezTo>
                    <a:pt x="8240" y="1969"/>
                    <a:pt x="8240" y="1902"/>
                    <a:pt x="8240" y="1802"/>
                  </a:cubicBezTo>
                  <a:lnTo>
                    <a:pt x="7806" y="902"/>
                  </a:lnTo>
                  <a:cubicBezTo>
                    <a:pt x="7806" y="902"/>
                    <a:pt x="7806" y="868"/>
                    <a:pt x="7773" y="868"/>
                  </a:cubicBezTo>
                  <a:cubicBezTo>
                    <a:pt x="7740" y="868"/>
                    <a:pt x="7706" y="868"/>
                    <a:pt x="7640" y="902"/>
                  </a:cubicBezTo>
                  <a:lnTo>
                    <a:pt x="6739" y="1735"/>
                  </a:lnTo>
                  <a:cubicBezTo>
                    <a:pt x="6698" y="1777"/>
                    <a:pt x="6656" y="1805"/>
                    <a:pt x="6615" y="1805"/>
                  </a:cubicBezTo>
                  <a:cubicBezTo>
                    <a:pt x="6590" y="1805"/>
                    <a:pt x="6564" y="1794"/>
                    <a:pt x="6539" y="1769"/>
                  </a:cubicBezTo>
                  <a:cubicBezTo>
                    <a:pt x="6405" y="1669"/>
                    <a:pt x="6272" y="1602"/>
                    <a:pt x="6105" y="1569"/>
                  </a:cubicBezTo>
                  <a:cubicBezTo>
                    <a:pt x="6038" y="1535"/>
                    <a:pt x="6005" y="1469"/>
                    <a:pt x="6005" y="1402"/>
                  </a:cubicBezTo>
                  <a:lnTo>
                    <a:pt x="6305" y="101"/>
                  </a:lnTo>
                  <a:cubicBezTo>
                    <a:pt x="6305" y="68"/>
                    <a:pt x="6305" y="34"/>
                    <a:pt x="62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42"/>
          <p:cNvSpPr txBox="1"/>
          <p:nvPr>
            <p:ph type="title"/>
          </p:nvPr>
        </p:nvSpPr>
        <p:spPr>
          <a:xfrm>
            <a:off x="622000" y="6819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Situación actual:</a:t>
            </a:r>
            <a:endParaRPr b="1"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42"/>
          <p:cNvSpPr txBox="1"/>
          <p:nvPr>
            <p:ph idx="1" type="body"/>
          </p:nvPr>
        </p:nvSpPr>
        <p:spPr>
          <a:xfrm>
            <a:off x="622000" y="1357200"/>
            <a:ext cx="3414000" cy="3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Inventarios en hojas de cálculo</a:t>
            </a:r>
            <a:b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• Información dispersa</a:t>
            </a:r>
            <a:b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• Errores de gestión</a:t>
            </a:r>
            <a:b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• Dificultad para localizar equipos</a:t>
            </a:r>
            <a:b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• Falta de trazabilidad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Solución:</a:t>
            </a:r>
            <a:endParaRPr b="1"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Centralización de toda la información en una única plataforma 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6" name="Google Shape;1106;p42" title="852814b7-a14e-48ec-b6d9-1a545fd134aa_1422x11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9700" y="956423"/>
            <a:ext cx="3762800" cy="2945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43"/>
          <p:cNvSpPr txBox="1"/>
          <p:nvPr>
            <p:ph idx="2" type="title"/>
          </p:nvPr>
        </p:nvSpPr>
        <p:spPr>
          <a:xfrm flipH="1">
            <a:off x="616300" y="3795175"/>
            <a:ext cx="1635300" cy="988500"/>
          </a:xfrm>
          <a:prstGeom prst="rect">
            <a:avLst/>
          </a:prstGeom>
        </p:spPr>
        <p:txBody>
          <a:bodyPr anchorCtr="0" anchor="b" bIns="91425" lIns="91425" spcFirstLastPara="1" rIns="11255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  <a:endParaRPr/>
          </a:p>
        </p:txBody>
      </p:sp>
      <p:sp>
        <p:nvSpPr>
          <p:cNvPr id="1112" name="Google Shape;1112;p43"/>
          <p:cNvSpPr txBox="1"/>
          <p:nvPr>
            <p:ph type="title"/>
          </p:nvPr>
        </p:nvSpPr>
        <p:spPr>
          <a:xfrm flipH="1">
            <a:off x="99975" y="663975"/>
            <a:ext cx="4069200" cy="18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OBJETIVOS 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113" name="Google Shape;1113;p43"/>
          <p:cNvGrpSpPr/>
          <p:nvPr/>
        </p:nvGrpSpPr>
        <p:grpSpPr>
          <a:xfrm>
            <a:off x="5313079" y="871955"/>
            <a:ext cx="3093441" cy="2952953"/>
            <a:chOff x="1410350" y="458825"/>
            <a:chExt cx="4602650" cy="4394275"/>
          </a:xfrm>
        </p:grpSpPr>
        <p:sp>
          <p:nvSpPr>
            <p:cNvPr id="1114" name="Google Shape;1114;p43"/>
            <p:cNvSpPr/>
            <p:nvPr/>
          </p:nvSpPr>
          <p:spPr>
            <a:xfrm>
              <a:off x="1758925" y="3935750"/>
              <a:ext cx="1210050" cy="698875"/>
            </a:xfrm>
            <a:custGeom>
              <a:rect b="b" l="l" r="r" t="t"/>
              <a:pathLst>
                <a:path extrusionOk="0" h="27955" w="48402">
                  <a:moveTo>
                    <a:pt x="24185" y="1"/>
                  </a:moveTo>
                  <a:cubicBezTo>
                    <a:pt x="10842" y="1"/>
                    <a:pt x="1" y="6272"/>
                    <a:pt x="1" y="13978"/>
                  </a:cubicBezTo>
                  <a:cubicBezTo>
                    <a:pt x="1" y="21716"/>
                    <a:pt x="10842" y="27954"/>
                    <a:pt x="24185" y="27954"/>
                  </a:cubicBezTo>
                  <a:cubicBezTo>
                    <a:pt x="37561" y="27954"/>
                    <a:pt x="48402" y="21716"/>
                    <a:pt x="48402" y="13978"/>
                  </a:cubicBezTo>
                  <a:cubicBezTo>
                    <a:pt x="48402" y="6272"/>
                    <a:pt x="37561" y="1"/>
                    <a:pt x="24185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43"/>
            <p:cNvSpPr/>
            <p:nvPr/>
          </p:nvSpPr>
          <p:spPr>
            <a:xfrm>
              <a:off x="1522225" y="3195650"/>
              <a:ext cx="531950" cy="799350"/>
            </a:xfrm>
            <a:custGeom>
              <a:rect b="b" l="l" r="r" t="t"/>
              <a:pathLst>
                <a:path extrusionOk="0" h="31974" w="21278">
                  <a:moveTo>
                    <a:pt x="6424" y="0"/>
                  </a:moveTo>
                  <a:cubicBezTo>
                    <a:pt x="2958" y="0"/>
                    <a:pt x="1" y="2810"/>
                    <a:pt x="2797" y="6522"/>
                  </a:cubicBezTo>
                  <a:cubicBezTo>
                    <a:pt x="6366" y="11258"/>
                    <a:pt x="16374" y="17830"/>
                    <a:pt x="15973" y="29872"/>
                  </a:cubicBezTo>
                  <a:lnTo>
                    <a:pt x="20677" y="31973"/>
                  </a:lnTo>
                  <a:cubicBezTo>
                    <a:pt x="20677" y="31973"/>
                    <a:pt x="21277" y="23267"/>
                    <a:pt x="20043" y="16462"/>
                  </a:cubicBezTo>
                  <a:cubicBezTo>
                    <a:pt x="18775" y="9691"/>
                    <a:pt x="13605" y="2852"/>
                    <a:pt x="9302" y="684"/>
                  </a:cubicBezTo>
                  <a:cubicBezTo>
                    <a:pt x="8377" y="215"/>
                    <a:pt x="7381" y="0"/>
                    <a:pt x="642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43"/>
            <p:cNvSpPr/>
            <p:nvPr/>
          </p:nvSpPr>
          <p:spPr>
            <a:xfrm>
              <a:off x="1522225" y="3195650"/>
              <a:ext cx="531950" cy="799350"/>
            </a:xfrm>
            <a:custGeom>
              <a:rect b="b" l="l" r="r" t="t"/>
              <a:pathLst>
                <a:path extrusionOk="0" h="31974" w="21278">
                  <a:moveTo>
                    <a:pt x="6424" y="0"/>
                  </a:moveTo>
                  <a:cubicBezTo>
                    <a:pt x="2958" y="0"/>
                    <a:pt x="1" y="2810"/>
                    <a:pt x="2797" y="6522"/>
                  </a:cubicBezTo>
                  <a:cubicBezTo>
                    <a:pt x="6366" y="11258"/>
                    <a:pt x="16374" y="17830"/>
                    <a:pt x="15973" y="29872"/>
                  </a:cubicBezTo>
                  <a:lnTo>
                    <a:pt x="20677" y="31973"/>
                  </a:lnTo>
                  <a:cubicBezTo>
                    <a:pt x="20677" y="31973"/>
                    <a:pt x="21277" y="23267"/>
                    <a:pt x="20043" y="16462"/>
                  </a:cubicBezTo>
                  <a:cubicBezTo>
                    <a:pt x="18775" y="9691"/>
                    <a:pt x="13605" y="2852"/>
                    <a:pt x="9302" y="684"/>
                  </a:cubicBezTo>
                  <a:cubicBezTo>
                    <a:pt x="8377" y="215"/>
                    <a:pt x="7381" y="0"/>
                    <a:pt x="642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43"/>
            <p:cNvSpPr/>
            <p:nvPr/>
          </p:nvSpPr>
          <p:spPr>
            <a:xfrm>
              <a:off x="1704725" y="3274425"/>
              <a:ext cx="308575" cy="560450"/>
            </a:xfrm>
            <a:custGeom>
              <a:rect b="b" l="l" r="r" t="t"/>
              <a:pathLst>
                <a:path extrusionOk="0" h="22418" w="12343">
                  <a:moveTo>
                    <a:pt x="253" y="0"/>
                  </a:moveTo>
                  <a:cubicBezTo>
                    <a:pt x="181" y="0"/>
                    <a:pt x="110" y="37"/>
                    <a:pt x="67" y="102"/>
                  </a:cubicBezTo>
                  <a:cubicBezTo>
                    <a:pt x="0" y="202"/>
                    <a:pt x="34" y="335"/>
                    <a:pt x="134" y="402"/>
                  </a:cubicBezTo>
                  <a:cubicBezTo>
                    <a:pt x="7172" y="5506"/>
                    <a:pt x="11509" y="13545"/>
                    <a:pt x="11876" y="22218"/>
                  </a:cubicBezTo>
                  <a:cubicBezTo>
                    <a:pt x="11876" y="22351"/>
                    <a:pt x="11976" y="22418"/>
                    <a:pt x="12109" y="22418"/>
                  </a:cubicBezTo>
                  <a:cubicBezTo>
                    <a:pt x="12242" y="22418"/>
                    <a:pt x="12343" y="22318"/>
                    <a:pt x="12309" y="22184"/>
                  </a:cubicBezTo>
                  <a:cubicBezTo>
                    <a:pt x="11942" y="13378"/>
                    <a:pt x="7539" y="5205"/>
                    <a:pt x="367" y="35"/>
                  </a:cubicBezTo>
                  <a:cubicBezTo>
                    <a:pt x="332" y="11"/>
                    <a:pt x="292" y="0"/>
                    <a:pt x="2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43"/>
            <p:cNvSpPr/>
            <p:nvPr/>
          </p:nvSpPr>
          <p:spPr>
            <a:xfrm>
              <a:off x="1410350" y="3567025"/>
              <a:ext cx="682175" cy="701325"/>
            </a:xfrm>
            <a:custGeom>
              <a:rect b="b" l="l" r="r" t="t"/>
              <a:pathLst>
                <a:path extrusionOk="0" h="28053" w="27287">
                  <a:moveTo>
                    <a:pt x="4462" y="1"/>
                  </a:moveTo>
                  <a:cubicBezTo>
                    <a:pt x="3571" y="1"/>
                    <a:pt x="2727" y="247"/>
                    <a:pt x="2035" y="873"/>
                  </a:cubicBezTo>
                  <a:cubicBezTo>
                    <a:pt x="0" y="2641"/>
                    <a:pt x="2736" y="6244"/>
                    <a:pt x="4870" y="7878"/>
                  </a:cubicBezTo>
                  <a:cubicBezTo>
                    <a:pt x="5971" y="8712"/>
                    <a:pt x="6271" y="9379"/>
                    <a:pt x="5471" y="10480"/>
                  </a:cubicBezTo>
                  <a:cubicBezTo>
                    <a:pt x="5004" y="11114"/>
                    <a:pt x="4770" y="11514"/>
                    <a:pt x="4303" y="12148"/>
                  </a:cubicBezTo>
                  <a:cubicBezTo>
                    <a:pt x="3870" y="12748"/>
                    <a:pt x="3670" y="13516"/>
                    <a:pt x="3736" y="14250"/>
                  </a:cubicBezTo>
                  <a:cubicBezTo>
                    <a:pt x="3903" y="15384"/>
                    <a:pt x="4837" y="16184"/>
                    <a:pt x="5871" y="16651"/>
                  </a:cubicBezTo>
                  <a:cubicBezTo>
                    <a:pt x="6905" y="17085"/>
                    <a:pt x="8006" y="17285"/>
                    <a:pt x="9007" y="17785"/>
                  </a:cubicBezTo>
                  <a:cubicBezTo>
                    <a:pt x="9841" y="18186"/>
                    <a:pt x="10474" y="18886"/>
                    <a:pt x="10741" y="19787"/>
                  </a:cubicBezTo>
                  <a:cubicBezTo>
                    <a:pt x="10975" y="20721"/>
                    <a:pt x="10808" y="21688"/>
                    <a:pt x="10741" y="22656"/>
                  </a:cubicBezTo>
                  <a:cubicBezTo>
                    <a:pt x="10608" y="24890"/>
                    <a:pt x="11709" y="26258"/>
                    <a:pt x="13243" y="27192"/>
                  </a:cubicBezTo>
                  <a:cubicBezTo>
                    <a:pt x="14207" y="27802"/>
                    <a:pt x="15264" y="28052"/>
                    <a:pt x="16345" y="28052"/>
                  </a:cubicBezTo>
                  <a:cubicBezTo>
                    <a:pt x="17097" y="28052"/>
                    <a:pt x="17861" y="27931"/>
                    <a:pt x="18614" y="27726"/>
                  </a:cubicBezTo>
                  <a:cubicBezTo>
                    <a:pt x="20815" y="27059"/>
                    <a:pt x="22817" y="25891"/>
                    <a:pt x="24451" y="24290"/>
                  </a:cubicBezTo>
                  <a:cubicBezTo>
                    <a:pt x="26152" y="22656"/>
                    <a:pt x="27286" y="20254"/>
                    <a:pt x="26819" y="17919"/>
                  </a:cubicBezTo>
                  <a:cubicBezTo>
                    <a:pt x="26453" y="16151"/>
                    <a:pt x="25185" y="14650"/>
                    <a:pt x="23717" y="13582"/>
                  </a:cubicBezTo>
                  <a:cubicBezTo>
                    <a:pt x="22850" y="12949"/>
                    <a:pt x="21849" y="12382"/>
                    <a:pt x="21349" y="11414"/>
                  </a:cubicBezTo>
                  <a:cubicBezTo>
                    <a:pt x="20715" y="10213"/>
                    <a:pt x="21082" y="8746"/>
                    <a:pt x="20882" y="7411"/>
                  </a:cubicBezTo>
                  <a:cubicBezTo>
                    <a:pt x="20648" y="5977"/>
                    <a:pt x="19748" y="4743"/>
                    <a:pt x="18480" y="4076"/>
                  </a:cubicBezTo>
                  <a:cubicBezTo>
                    <a:pt x="17012" y="3308"/>
                    <a:pt x="15311" y="3375"/>
                    <a:pt x="13710" y="3275"/>
                  </a:cubicBezTo>
                  <a:cubicBezTo>
                    <a:pt x="12242" y="3242"/>
                    <a:pt x="10808" y="2741"/>
                    <a:pt x="9607" y="1941"/>
                  </a:cubicBezTo>
                  <a:cubicBezTo>
                    <a:pt x="8287" y="1023"/>
                    <a:pt x="6277" y="1"/>
                    <a:pt x="446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43"/>
            <p:cNvSpPr/>
            <p:nvPr/>
          </p:nvSpPr>
          <p:spPr>
            <a:xfrm>
              <a:off x="1524875" y="3615475"/>
              <a:ext cx="405875" cy="535475"/>
            </a:xfrm>
            <a:custGeom>
              <a:rect b="b" l="l" r="r" t="t"/>
              <a:pathLst>
                <a:path extrusionOk="0" h="21419" w="16235">
                  <a:moveTo>
                    <a:pt x="394" y="1"/>
                  </a:moveTo>
                  <a:cubicBezTo>
                    <a:pt x="156" y="1"/>
                    <a:pt x="0" y="361"/>
                    <a:pt x="256" y="503"/>
                  </a:cubicBezTo>
                  <a:cubicBezTo>
                    <a:pt x="356" y="536"/>
                    <a:pt x="8095" y="4940"/>
                    <a:pt x="12698" y="12845"/>
                  </a:cubicBezTo>
                  <a:cubicBezTo>
                    <a:pt x="10497" y="11719"/>
                    <a:pt x="8070" y="11157"/>
                    <a:pt x="5615" y="11157"/>
                  </a:cubicBezTo>
                  <a:cubicBezTo>
                    <a:pt x="4797" y="11157"/>
                    <a:pt x="3975" y="11219"/>
                    <a:pt x="3158" y="11344"/>
                  </a:cubicBezTo>
                  <a:cubicBezTo>
                    <a:pt x="2821" y="11375"/>
                    <a:pt x="2906" y="11856"/>
                    <a:pt x="3181" y="11856"/>
                  </a:cubicBezTo>
                  <a:cubicBezTo>
                    <a:pt x="3206" y="11856"/>
                    <a:pt x="3231" y="11853"/>
                    <a:pt x="3258" y="11845"/>
                  </a:cubicBezTo>
                  <a:cubicBezTo>
                    <a:pt x="4029" y="11724"/>
                    <a:pt x="4803" y="11664"/>
                    <a:pt x="5574" y="11664"/>
                  </a:cubicBezTo>
                  <a:cubicBezTo>
                    <a:pt x="8208" y="11664"/>
                    <a:pt x="10810" y="12356"/>
                    <a:pt x="13132" y="13646"/>
                  </a:cubicBezTo>
                  <a:cubicBezTo>
                    <a:pt x="14433" y="16014"/>
                    <a:pt x="15300" y="18583"/>
                    <a:pt x="15734" y="21218"/>
                  </a:cubicBezTo>
                  <a:cubicBezTo>
                    <a:pt x="15734" y="21318"/>
                    <a:pt x="15834" y="21418"/>
                    <a:pt x="15934" y="21418"/>
                  </a:cubicBezTo>
                  <a:lnTo>
                    <a:pt x="16034" y="21418"/>
                  </a:lnTo>
                  <a:cubicBezTo>
                    <a:pt x="16167" y="21418"/>
                    <a:pt x="16234" y="21285"/>
                    <a:pt x="16234" y="21151"/>
                  </a:cubicBezTo>
                  <a:cubicBezTo>
                    <a:pt x="15767" y="18449"/>
                    <a:pt x="14900" y="15847"/>
                    <a:pt x="13599" y="13446"/>
                  </a:cubicBezTo>
                  <a:cubicBezTo>
                    <a:pt x="13566" y="13379"/>
                    <a:pt x="13566" y="13346"/>
                    <a:pt x="13532" y="13312"/>
                  </a:cubicBezTo>
                  <a:cubicBezTo>
                    <a:pt x="13032" y="12412"/>
                    <a:pt x="12465" y="11511"/>
                    <a:pt x="11898" y="10644"/>
                  </a:cubicBezTo>
                  <a:cubicBezTo>
                    <a:pt x="11931" y="10243"/>
                    <a:pt x="12131" y="7308"/>
                    <a:pt x="13032" y="5040"/>
                  </a:cubicBezTo>
                  <a:cubicBezTo>
                    <a:pt x="13095" y="4851"/>
                    <a:pt x="12946" y="4715"/>
                    <a:pt x="12794" y="4715"/>
                  </a:cubicBezTo>
                  <a:cubicBezTo>
                    <a:pt x="12705" y="4715"/>
                    <a:pt x="12614" y="4762"/>
                    <a:pt x="12565" y="4873"/>
                  </a:cubicBezTo>
                  <a:cubicBezTo>
                    <a:pt x="11964" y="6541"/>
                    <a:pt x="11598" y="8242"/>
                    <a:pt x="11431" y="10010"/>
                  </a:cubicBezTo>
                  <a:cubicBezTo>
                    <a:pt x="8462" y="6007"/>
                    <a:pt x="4759" y="2638"/>
                    <a:pt x="523" y="36"/>
                  </a:cubicBezTo>
                  <a:cubicBezTo>
                    <a:pt x="479" y="11"/>
                    <a:pt x="435" y="1"/>
                    <a:pt x="3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43"/>
            <p:cNvSpPr/>
            <p:nvPr/>
          </p:nvSpPr>
          <p:spPr>
            <a:xfrm>
              <a:off x="1974075" y="2335450"/>
              <a:ext cx="836375" cy="2011275"/>
            </a:xfrm>
            <a:custGeom>
              <a:rect b="b" l="l" r="r" t="t"/>
              <a:pathLst>
                <a:path extrusionOk="0" h="80451" w="33455">
                  <a:moveTo>
                    <a:pt x="7473" y="0"/>
                  </a:moveTo>
                  <a:cubicBezTo>
                    <a:pt x="4671" y="5905"/>
                    <a:pt x="4170" y="9440"/>
                    <a:pt x="4037" y="14444"/>
                  </a:cubicBezTo>
                  <a:cubicBezTo>
                    <a:pt x="3837" y="24818"/>
                    <a:pt x="2869" y="37060"/>
                    <a:pt x="2869" y="37060"/>
                  </a:cubicBezTo>
                  <a:cubicBezTo>
                    <a:pt x="2736" y="38228"/>
                    <a:pt x="1702" y="40596"/>
                    <a:pt x="935" y="45766"/>
                  </a:cubicBezTo>
                  <a:cubicBezTo>
                    <a:pt x="34" y="51804"/>
                    <a:pt x="601" y="67716"/>
                    <a:pt x="601" y="67716"/>
                  </a:cubicBezTo>
                  <a:lnTo>
                    <a:pt x="568" y="68449"/>
                  </a:lnTo>
                  <a:cubicBezTo>
                    <a:pt x="534" y="69283"/>
                    <a:pt x="1" y="76122"/>
                    <a:pt x="334" y="78356"/>
                  </a:cubicBezTo>
                  <a:cubicBezTo>
                    <a:pt x="556" y="79687"/>
                    <a:pt x="1415" y="80451"/>
                    <a:pt x="2281" y="80451"/>
                  </a:cubicBezTo>
                  <a:cubicBezTo>
                    <a:pt x="3109" y="80451"/>
                    <a:pt x="3944" y="79754"/>
                    <a:pt x="4237" y="78190"/>
                  </a:cubicBezTo>
                  <a:cubicBezTo>
                    <a:pt x="4537" y="76655"/>
                    <a:pt x="4904" y="69350"/>
                    <a:pt x="4938" y="68650"/>
                  </a:cubicBezTo>
                  <a:lnTo>
                    <a:pt x="5004" y="68116"/>
                  </a:lnTo>
                  <a:cubicBezTo>
                    <a:pt x="5204" y="66615"/>
                    <a:pt x="5538" y="65581"/>
                    <a:pt x="6172" y="63312"/>
                  </a:cubicBezTo>
                  <a:cubicBezTo>
                    <a:pt x="7906" y="57208"/>
                    <a:pt x="10675" y="43765"/>
                    <a:pt x="11509" y="39162"/>
                  </a:cubicBezTo>
                  <a:cubicBezTo>
                    <a:pt x="12176" y="35392"/>
                    <a:pt x="14211" y="27987"/>
                    <a:pt x="15312" y="24051"/>
                  </a:cubicBezTo>
                  <a:lnTo>
                    <a:pt x="17914" y="39962"/>
                  </a:lnTo>
                  <a:cubicBezTo>
                    <a:pt x="17914" y="39962"/>
                    <a:pt x="17713" y="43131"/>
                    <a:pt x="17713" y="45433"/>
                  </a:cubicBezTo>
                  <a:cubicBezTo>
                    <a:pt x="17713" y="50236"/>
                    <a:pt x="21149" y="63879"/>
                    <a:pt x="21283" y="65547"/>
                  </a:cubicBezTo>
                  <a:cubicBezTo>
                    <a:pt x="21082" y="66348"/>
                    <a:pt x="20615" y="66882"/>
                    <a:pt x="20615" y="68283"/>
                  </a:cubicBezTo>
                  <a:cubicBezTo>
                    <a:pt x="20615" y="69083"/>
                    <a:pt x="21316" y="70117"/>
                    <a:pt x="23084" y="72586"/>
                  </a:cubicBezTo>
                  <a:cubicBezTo>
                    <a:pt x="23618" y="73286"/>
                    <a:pt x="23951" y="75788"/>
                    <a:pt x="24452" y="76488"/>
                  </a:cubicBezTo>
                  <a:cubicBezTo>
                    <a:pt x="25219" y="77589"/>
                    <a:pt x="27921" y="78290"/>
                    <a:pt x="29689" y="78523"/>
                  </a:cubicBezTo>
                  <a:cubicBezTo>
                    <a:pt x="29903" y="78553"/>
                    <a:pt x="30127" y="78568"/>
                    <a:pt x="30352" y="78568"/>
                  </a:cubicBezTo>
                  <a:cubicBezTo>
                    <a:pt x="31876" y="78568"/>
                    <a:pt x="33454" y="77898"/>
                    <a:pt x="32524" y="76822"/>
                  </a:cubicBezTo>
                  <a:cubicBezTo>
                    <a:pt x="32190" y="76355"/>
                    <a:pt x="29722" y="74153"/>
                    <a:pt x="29355" y="73720"/>
                  </a:cubicBezTo>
                  <a:cubicBezTo>
                    <a:pt x="28221" y="72352"/>
                    <a:pt x="27320" y="70818"/>
                    <a:pt x="26686" y="69183"/>
                  </a:cubicBezTo>
                  <a:cubicBezTo>
                    <a:pt x="26186" y="67882"/>
                    <a:pt x="26019" y="67315"/>
                    <a:pt x="26019" y="66548"/>
                  </a:cubicBezTo>
                  <a:lnTo>
                    <a:pt x="26053" y="65814"/>
                  </a:lnTo>
                  <a:cubicBezTo>
                    <a:pt x="26053" y="65814"/>
                    <a:pt x="26553" y="53872"/>
                    <a:pt x="26453" y="40196"/>
                  </a:cubicBezTo>
                  <a:cubicBezTo>
                    <a:pt x="26353" y="24585"/>
                    <a:pt x="24952" y="6739"/>
                    <a:pt x="24618" y="4103"/>
                  </a:cubicBezTo>
                  <a:lnTo>
                    <a:pt x="7473" y="0"/>
                  </a:ln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43"/>
            <p:cNvSpPr/>
            <p:nvPr/>
          </p:nvSpPr>
          <p:spPr>
            <a:xfrm>
              <a:off x="1978250" y="2292075"/>
              <a:ext cx="671350" cy="1469500"/>
            </a:xfrm>
            <a:custGeom>
              <a:rect b="b" l="l" r="r" t="t"/>
              <a:pathLst>
                <a:path extrusionOk="0" h="58780" w="26854">
                  <a:moveTo>
                    <a:pt x="6372" y="1"/>
                  </a:moveTo>
                  <a:lnTo>
                    <a:pt x="6272" y="1102"/>
                  </a:lnTo>
                  <a:cubicBezTo>
                    <a:pt x="5404" y="3136"/>
                    <a:pt x="3370" y="5805"/>
                    <a:pt x="2369" y="11042"/>
                  </a:cubicBezTo>
                  <a:cubicBezTo>
                    <a:pt x="1869" y="13644"/>
                    <a:pt x="2069" y="16179"/>
                    <a:pt x="2035" y="19748"/>
                  </a:cubicBezTo>
                  <a:cubicBezTo>
                    <a:pt x="2002" y="24952"/>
                    <a:pt x="2669" y="35560"/>
                    <a:pt x="2469" y="37961"/>
                  </a:cubicBezTo>
                  <a:cubicBezTo>
                    <a:pt x="2269" y="40363"/>
                    <a:pt x="1035" y="43198"/>
                    <a:pt x="534" y="46834"/>
                  </a:cubicBezTo>
                  <a:cubicBezTo>
                    <a:pt x="1" y="50504"/>
                    <a:pt x="67" y="57175"/>
                    <a:pt x="67" y="57175"/>
                  </a:cubicBezTo>
                  <a:cubicBezTo>
                    <a:pt x="67" y="57175"/>
                    <a:pt x="1068" y="58376"/>
                    <a:pt x="3570" y="58743"/>
                  </a:cubicBezTo>
                  <a:cubicBezTo>
                    <a:pt x="3808" y="58768"/>
                    <a:pt x="4047" y="58780"/>
                    <a:pt x="4285" y="58780"/>
                  </a:cubicBezTo>
                  <a:cubicBezTo>
                    <a:pt x="5643" y="58780"/>
                    <a:pt x="6976" y="58380"/>
                    <a:pt x="8140" y="57642"/>
                  </a:cubicBezTo>
                  <a:cubicBezTo>
                    <a:pt x="8140" y="57642"/>
                    <a:pt x="11442" y="44633"/>
                    <a:pt x="11809" y="42831"/>
                  </a:cubicBezTo>
                  <a:cubicBezTo>
                    <a:pt x="12209" y="40997"/>
                    <a:pt x="15111" y="26553"/>
                    <a:pt x="15111" y="26553"/>
                  </a:cubicBezTo>
                  <a:lnTo>
                    <a:pt x="17280" y="41831"/>
                  </a:lnTo>
                  <a:cubicBezTo>
                    <a:pt x="17079" y="43832"/>
                    <a:pt x="17046" y="45800"/>
                    <a:pt x="17179" y="47768"/>
                  </a:cubicBezTo>
                  <a:cubicBezTo>
                    <a:pt x="17380" y="51438"/>
                    <a:pt x="18914" y="56641"/>
                    <a:pt x="18914" y="56641"/>
                  </a:cubicBezTo>
                  <a:cubicBezTo>
                    <a:pt x="18914" y="56641"/>
                    <a:pt x="19719" y="57417"/>
                    <a:pt x="22006" y="57417"/>
                  </a:cubicBezTo>
                  <a:cubicBezTo>
                    <a:pt x="22138" y="57417"/>
                    <a:pt x="22275" y="57414"/>
                    <a:pt x="22417" y="57409"/>
                  </a:cubicBezTo>
                  <a:cubicBezTo>
                    <a:pt x="25018" y="57342"/>
                    <a:pt x="26186" y="56508"/>
                    <a:pt x="26186" y="56508"/>
                  </a:cubicBezTo>
                  <a:cubicBezTo>
                    <a:pt x="26186" y="56508"/>
                    <a:pt x="26620" y="42998"/>
                    <a:pt x="26753" y="30323"/>
                  </a:cubicBezTo>
                  <a:cubicBezTo>
                    <a:pt x="26853" y="20983"/>
                    <a:pt x="26019" y="7840"/>
                    <a:pt x="23984" y="1635"/>
                  </a:cubicBezTo>
                  <a:lnTo>
                    <a:pt x="24018" y="334"/>
                  </a:lnTo>
                  <a:lnTo>
                    <a:pt x="24018" y="334"/>
                  </a:lnTo>
                  <a:cubicBezTo>
                    <a:pt x="21847" y="1734"/>
                    <a:pt x="18833" y="2290"/>
                    <a:pt x="15867" y="2290"/>
                  </a:cubicBezTo>
                  <a:cubicBezTo>
                    <a:pt x="11906" y="2290"/>
                    <a:pt x="8031" y="1298"/>
                    <a:pt x="637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43"/>
            <p:cNvSpPr/>
            <p:nvPr/>
          </p:nvSpPr>
          <p:spPr>
            <a:xfrm>
              <a:off x="1939900" y="4028325"/>
              <a:ext cx="185150" cy="429850"/>
            </a:xfrm>
            <a:custGeom>
              <a:rect b="b" l="l" r="r" t="t"/>
              <a:pathLst>
                <a:path extrusionOk="0" h="17194" w="7406">
                  <a:moveTo>
                    <a:pt x="1968" y="1"/>
                  </a:moveTo>
                  <a:cubicBezTo>
                    <a:pt x="1168" y="1"/>
                    <a:pt x="1668" y="3136"/>
                    <a:pt x="1434" y="5138"/>
                  </a:cubicBezTo>
                  <a:cubicBezTo>
                    <a:pt x="1201" y="7272"/>
                    <a:pt x="467" y="8840"/>
                    <a:pt x="234" y="10608"/>
                  </a:cubicBezTo>
                  <a:cubicBezTo>
                    <a:pt x="0" y="12643"/>
                    <a:pt x="167" y="13477"/>
                    <a:pt x="867" y="15145"/>
                  </a:cubicBezTo>
                  <a:cubicBezTo>
                    <a:pt x="1238" y="16048"/>
                    <a:pt x="2720" y="17194"/>
                    <a:pt x="3948" y="17194"/>
                  </a:cubicBezTo>
                  <a:cubicBezTo>
                    <a:pt x="4487" y="17194"/>
                    <a:pt x="4978" y="16972"/>
                    <a:pt x="5304" y="16412"/>
                  </a:cubicBezTo>
                  <a:cubicBezTo>
                    <a:pt x="6405" y="14544"/>
                    <a:pt x="6672" y="12443"/>
                    <a:pt x="6571" y="10441"/>
                  </a:cubicBezTo>
                  <a:cubicBezTo>
                    <a:pt x="6471" y="8373"/>
                    <a:pt x="6338" y="6839"/>
                    <a:pt x="6338" y="5271"/>
                  </a:cubicBezTo>
                  <a:cubicBezTo>
                    <a:pt x="6338" y="3870"/>
                    <a:pt x="7405" y="601"/>
                    <a:pt x="6371" y="401"/>
                  </a:cubicBezTo>
                  <a:lnTo>
                    <a:pt x="6371" y="401"/>
                  </a:lnTo>
                  <a:lnTo>
                    <a:pt x="6305" y="935"/>
                  </a:lnTo>
                  <a:cubicBezTo>
                    <a:pt x="6110" y="1341"/>
                    <a:pt x="5008" y="1663"/>
                    <a:pt x="3955" y="1663"/>
                  </a:cubicBezTo>
                  <a:cubicBezTo>
                    <a:pt x="3020" y="1663"/>
                    <a:pt x="2123" y="1409"/>
                    <a:pt x="1935" y="734"/>
                  </a:cubicBezTo>
                  <a:lnTo>
                    <a:pt x="1968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43"/>
            <p:cNvSpPr/>
            <p:nvPr/>
          </p:nvSpPr>
          <p:spPr>
            <a:xfrm>
              <a:off x="2477775" y="4085025"/>
              <a:ext cx="73400" cy="134300"/>
            </a:xfrm>
            <a:custGeom>
              <a:rect b="b" l="l" r="r" t="t"/>
              <a:pathLst>
                <a:path extrusionOk="0" h="5372" w="2936">
                  <a:moveTo>
                    <a:pt x="267" y="1"/>
                  </a:moveTo>
                  <a:cubicBezTo>
                    <a:pt x="0" y="1035"/>
                    <a:pt x="234" y="3770"/>
                    <a:pt x="234" y="3770"/>
                  </a:cubicBezTo>
                  <a:cubicBezTo>
                    <a:pt x="234" y="3770"/>
                    <a:pt x="668" y="4738"/>
                    <a:pt x="2202" y="5371"/>
                  </a:cubicBezTo>
                  <a:lnTo>
                    <a:pt x="2936" y="1535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43"/>
            <p:cNvSpPr/>
            <p:nvPr/>
          </p:nvSpPr>
          <p:spPr>
            <a:xfrm>
              <a:off x="2532825" y="4116725"/>
              <a:ext cx="107600" cy="103425"/>
            </a:xfrm>
            <a:custGeom>
              <a:rect b="b" l="l" r="r" t="t"/>
              <a:pathLst>
                <a:path extrusionOk="0" h="4137" w="4304">
                  <a:moveTo>
                    <a:pt x="4303" y="0"/>
                  </a:moveTo>
                  <a:lnTo>
                    <a:pt x="434" y="1902"/>
                  </a:lnTo>
                  <a:lnTo>
                    <a:pt x="0" y="4137"/>
                  </a:lnTo>
                  <a:lnTo>
                    <a:pt x="3436" y="3036"/>
                  </a:lnTo>
                  <a:lnTo>
                    <a:pt x="43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43"/>
            <p:cNvSpPr/>
            <p:nvPr/>
          </p:nvSpPr>
          <p:spPr>
            <a:xfrm>
              <a:off x="2479450" y="3973950"/>
              <a:ext cx="350900" cy="353150"/>
            </a:xfrm>
            <a:custGeom>
              <a:rect b="b" l="l" r="r" t="t"/>
              <a:pathLst>
                <a:path extrusionOk="0" h="14126" w="14036">
                  <a:moveTo>
                    <a:pt x="1028" y="1"/>
                  </a:moveTo>
                  <a:cubicBezTo>
                    <a:pt x="744" y="1"/>
                    <a:pt x="489" y="1013"/>
                    <a:pt x="234" y="1842"/>
                  </a:cubicBezTo>
                  <a:cubicBezTo>
                    <a:pt x="0" y="2676"/>
                    <a:pt x="0" y="3610"/>
                    <a:pt x="200" y="4444"/>
                  </a:cubicBezTo>
                  <a:cubicBezTo>
                    <a:pt x="467" y="5411"/>
                    <a:pt x="1801" y="6379"/>
                    <a:pt x="2369" y="7246"/>
                  </a:cubicBezTo>
                  <a:cubicBezTo>
                    <a:pt x="2936" y="8080"/>
                    <a:pt x="3136" y="10148"/>
                    <a:pt x="3803" y="11315"/>
                  </a:cubicBezTo>
                  <a:cubicBezTo>
                    <a:pt x="4503" y="12450"/>
                    <a:pt x="7039" y="13550"/>
                    <a:pt x="8706" y="13951"/>
                  </a:cubicBezTo>
                  <a:cubicBezTo>
                    <a:pt x="9265" y="14071"/>
                    <a:pt x="9788" y="14125"/>
                    <a:pt x="10268" y="14125"/>
                  </a:cubicBezTo>
                  <a:cubicBezTo>
                    <a:pt x="12713" y="14125"/>
                    <a:pt x="14035" y="12725"/>
                    <a:pt x="13143" y="11582"/>
                  </a:cubicBezTo>
                  <a:cubicBezTo>
                    <a:pt x="12342" y="10548"/>
                    <a:pt x="9874" y="9214"/>
                    <a:pt x="8640" y="6879"/>
                  </a:cubicBezTo>
                  <a:cubicBezTo>
                    <a:pt x="7272" y="4277"/>
                    <a:pt x="6305" y="508"/>
                    <a:pt x="5838" y="274"/>
                  </a:cubicBezTo>
                  <a:lnTo>
                    <a:pt x="5804" y="1008"/>
                  </a:lnTo>
                  <a:cubicBezTo>
                    <a:pt x="5462" y="1635"/>
                    <a:pt x="4852" y="1824"/>
                    <a:pt x="4162" y="1824"/>
                  </a:cubicBezTo>
                  <a:cubicBezTo>
                    <a:pt x="4044" y="1824"/>
                    <a:pt x="3924" y="1818"/>
                    <a:pt x="3803" y="1809"/>
                  </a:cubicBezTo>
                  <a:cubicBezTo>
                    <a:pt x="2102" y="1709"/>
                    <a:pt x="1301" y="1141"/>
                    <a:pt x="1068" y="674"/>
                  </a:cubicBezTo>
                  <a:lnTo>
                    <a:pt x="1068" y="7"/>
                  </a:lnTo>
                  <a:cubicBezTo>
                    <a:pt x="1054" y="3"/>
                    <a:pt x="1041" y="1"/>
                    <a:pt x="102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43"/>
            <p:cNvSpPr/>
            <p:nvPr/>
          </p:nvSpPr>
          <p:spPr>
            <a:xfrm>
              <a:off x="1985750" y="2318775"/>
              <a:ext cx="212675" cy="1192550"/>
            </a:xfrm>
            <a:custGeom>
              <a:rect b="b" l="l" r="r" t="t"/>
              <a:pathLst>
                <a:path extrusionOk="0" h="47702" w="8507">
                  <a:moveTo>
                    <a:pt x="8107" y="0"/>
                  </a:moveTo>
                  <a:cubicBezTo>
                    <a:pt x="5605" y="5337"/>
                    <a:pt x="3670" y="10107"/>
                    <a:pt x="3503" y="18614"/>
                  </a:cubicBezTo>
                  <a:cubicBezTo>
                    <a:pt x="3470" y="20448"/>
                    <a:pt x="3437" y="22250"/>
                    <a:pt x="3437" y="23984"/>
                  </a:cubicBezTo>
                  <a:cubicBezTo>
                    <a:pt x="3370" y="30088"/>
                    <a:pt x="3303" y="35359"/>
                    <a:pt x="2436" y="37927"/>
                  </a:cubicBezTo>
                  <a:cubicBezTo>
                    <a:pt x="2269" y="38461"/>
                    <a:pt x="2069" y="39028"/>
                    <a:pt x="1835" y="39595"/>
                  </a:cubicBezTo>
                  <a:cubicBezTo>
                    <a:pt x="1569" y="40329"/>
                    <a:pt x="1302" y="41096"/>
                    <a:pt x="1001" y="41964"/>
                  </a:cubicBezTo>
                  <a:cubicBezTo>
                    <a:pt x="668" y="43198"/>
                    <a:pt x="401" y="44465"/>
                    <a:pt x="201" y="45766"/>
                  </a:cubicBezTo>
                  <a:cubicBezTo>
                    <a:pt x="134" y="46367"/>
                    <a:pt x="67" y="47001"/>
                    <a:pt x="1" y="47701"/>
                  </a:cubicBezTo>
                  <a:cubicBezTo>
                    <a:pt x="501" y="44999"/>
                    <a:pt x="1235" y="42331"/>
                    <a:pt x="2236" y="39729"/>
                  </a:cubicBezTo>
                  <a:cubicBezTo>
                    <a:pt x="2469" y="39128"/>
                    <a:pt x="2669" y="38595"/>
                    <a:pt x="2869" y="38027"/>
                  </a:cubicBezTo>
                  <a:cubicBezTo>
                    <a:pt x="3737" y="35426"/>
                    <a:pt x="3803" y="30122"/>
                    <a:pt x="3870" y="23984"/>
                  </a:cubicBezTo>
                  <a:cubicBezTo>
                    <a:pt x="3870" y="22216"/>
                    <a:pt x="3904" y="20415"/>
                    <a:pt x="3937" y="18614"/>
                  </a:cubicBezTo>
                  <a:cubicBezTo>
                    <a:pt x="4104" y="10174"/>
                    <a:pt x="6005" y="5437"/>
                    <a:pt x="8507" y="134"/>
                  </a:cubicBezTo>
                  <a:lnTo>
                    <a:pt x="8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43"/>
            <p:cNvSpPr/>
            <p:nvPr/>
          </p:nvSpPr>
          <p:spPr>
            <a:xfrm>
              <a:off x="2356025" y="2645675"/>
              <a:ext cx="175150" cy="576275"/>
            </a:xfrm>
            <a:custGeom>
              <a:rect b="b" l="l" r="r" t="t"/>
              <a:pathLst>
                <a:path extrusionOk="0" h="23051" w="7006">
                  <a:moveTo>
                    <a:pt x="7005" y="0"/>
                  </a:moveTo>
                  <a:lnTo>
                    <a:pt x="7005" y="0"/>
                  </a:lnTo>
                  <a:cubicBezTo>
                    <a:pt x="5404" y="2035"/>
                    <a:pt x="2035" y="2869"/>
                    <a:pt x="2035" y="2869"/>
                  </a:cubicBezTo>
                  <a:lnTo>
                    <a:pt x="0" y="12409"/>
                  </a:lnTo>
                  <a:lnTo>
                    <a:pt x="1501" y="23050"/>
                  </a:lnTo>
                  <a:lnTo>
                    <a:pt x="1168" y="12910"/>
                  </a:lnTo>
                  <a:lnTo>
                    <a:pt x="3236" y="3903"/>
                  </a:lnTo>
                  <a:cubicBezTo>
                    <a:pt x="6738" y="2502"/>
                    <a:pt x="7005" y="0"/>
                    <a:pt x="70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43"/>
            <p:cNvSpPr/>
            <p:nvPr/>
          </p:nvSpPr>
          <p:spPr>
            <a:xfrm>
              <a:off x="1969075" y="3628050"/>
              <a:ext cx="240200" cy="156850"/>
            </a:xfrm>
            <a:custGeom>
              <a:rect b="b" l="l" r="r" t="t"/>
              <a:pathLst>
                <a:path extrusionOk="0" h="6274" w="9608">
                  <a:moveTo>
                    <a:pt x="434" y="0"/>
                  </a:moveTo>
                  <a:cubicBezTo>
                    <a:pt x="34" y="234"/>
                    <a:pt x="67" y="834"/>
                    <a:pt x="34" y="2102"/>
                  </a:cubicBezTo>
                  <a:cubicBezTo>
                    <a:pt x="1" y="2936"/>
                    <a:pt x="67" y="3769"/>
                    <a:pt x="201" y="4603"/>
                  </a:cubicBezTo>
                  <a:cubicBezTo>
                    <a:pt x="301" y="4904"/>
                    <a:pt x="1068" y="5904"/>
                    <a:pt x="4037" y="6205"/>
                  </a:cubicBezTo>
                  <a:cubicBezTo>
                    <a:pt x="4459" y="6252"/>
                    <a:pt x="4845" y="6273"/>
                    <a:pt x="5198" y="6273"/>
                  </a:cubicBezTo>
                  <a:cubicBezTo>
                    <a:pt x="7328" y="6273"/>
                    <a:pt x="8240" y="5504"/>
                    <a:pt x="8440" y="5104"/>
                  </a:cubicBezTo>
                  <a:cubicBezTo>
                    <a:pt x="8840" y="4003"/>
                    <a:pt x="9174" y="2902"/>
                    <a:pt x="9441" y="1768"/>
                  </a:cubicBezTo>
                  <a:cubicBezTo>
                    <a:pt x="9607" y="1101"/>
                    <a:pt x="9307" y="1001"/>
                    <a:pt x="9307" y="1001"/>
                  </a:cubicBezTo>
                  <a:lnTo>
                    <a:pt x="9107" y="1768"/>
                  </a:lnTo>
                  <a:cubicBezTo>
                    <a:pt x="9107" y="1768"/>
                    <a:pt x="8055" y="2621"/>
                    <a:pt x="5454" y="2621"/>
                  </a:cubicBezTo>
                  <a:cubicBezTo>
                    <a:pt x="5237" y="2621"/>
                    <a:pt x="5009" y="2615"/>
                    <a:pt x="4771" y="2602"/>
                  </a:cubicBezTo>
                  <a:cubicBezTo>
                    <a:pt x="1668" y="2435"/>
                    <a:pt x="468" y="901"/>
                    <a:pt x="468" y="901"/>
                  </a:cubicBezTo>
                  <a:lnTo>
                    <a:pt x="434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43"/>
            <p:cNvSpPr/>
            <p:nvPr/>
          </p:nvSpPr>
          <p:spPr>
            <a:xfrm>
              <a:off x="1969075" y="3628050"/>
              <a:ext cx="240200" cy="156850"/>
            </a:xfrm>
            <a:custGeom>
              <a:rect b="b" l="l" r="r" t="t"/>
              <a:pathLst>
                <a:path extrusionOk="0" h="6274" w="9608">
                  <a:moveTo>
                    <a:pt x="434" y="0"/>
                  </a:moveTo>
                  <a:cubicBezTo>
                    <a:pt x="34" y="234"/>
                    <a:pt x="67" y="834"/>
                    <a:pt x="34" y="2102"/>
                  </a:cubicBezTo>
                  <a:cubicBezTo>
                    <a:pt x="1" y="2936"/>
                    <a:pt x="67" y="3769"/>
                    <a:pt x="201" y="4603"/>
                  </a:cubicBezTo>
                  <a:cubicBezTo>
                    <a:pt x="301" y="4904"/>
                    <a:pt x="1068" y="5904"/>
                    <a:pt x="4037" y="6205"/>
                  </a:cubicBezTo>
                  <a:cubicBezTo>
                    <a:pt x="4459" y="6252"/>
                    <a:pt x="4845" y="6273"/>
                    <a:pt x="5198" y="6273"/>
                  </a:cubicBezTo>
                  <a:cubicBezTo>
                    <a:pt x="7328" y="6273"/>
                    <a:pt x="8240" y="5504"/>
                    <a:pt x="8440" y="5104"/>
                  </a:cubicBezTo>
                  <a:cubicBezTo>
                    <a:pt x="8840" y="4003"/>
                    <a:pt x="9174" y="2902"/>
                    <a:pt x="9441" y="1768"/>
                  </a:cubicBezTo>
                  <a:cubicBezTo>
                    <a:pt x="9607" y="1101"/>
                    <a:pt x="9307" y="1001"/>
                    <a:pt x="9307" y="1001"/>
                  </a:cubicBezTo>
                  <a:lnTo>
                    <a:pt x="9107" y="1768"/>
                  </a:lnTo>
                  <a:cubicBezTo>
                    <a:pt x="9107" y="1768"/>
                    <a:pt x="8055" y="2621"/>
                    <a:pt x="5454" y="2621"/>
                  </a:cubicBezTo>
                  <a:cubicBezTo>
                    <a:pt x="5237" y="2621"/>
                    <a:pt x="5009" y="2615"/>
                    <a:pt x="4771" y="2602"/>
                  </a:cubicBezTo>
                  <a:cubicBezTo>
                    <a:pt x="1668" y="2435"/>
                    <a:pt x="468" y="901"/>
                    <a:pt x="468" y="901"/>
                  </a:cubicBezTo>
                  <a:lnTo>
                    <a:pt x="4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43"/>
            <p:cNvSpPr/>
            <p:nvPr/>
          </p:nvSpPr>
          <p:spPr>
            <a:xfrm>
              <a:off x="2430250" y="3649725"/>
              <a:ext cx="213500" cy="131525"/>
            </a:xfrm>
            <a:custGeom>
              <a:rect b="b" l="l" r="r" t="t"/>
              <a:pathLst>
                <a:path extrusionOk="0" h="5261" w="8540">
                  <a:moveTo>
                    <a:pt x="8173" y="0"/>
                  </a:moveTo>
                  <a:lnTo>
                    <a:pt x="8139" y="734"/>
                  </a:lnTo>
                  <a:cubicBezTo>
                    <a:pt x="8139" y="734"/>
                    <a:pt x="7606" y="1702"/>
                    <a:pt x="4703" y="1802"/>
                  </a:cubicBezTo>
                  <a:cubicBezTo>
                    <a:pt x="4574" y="1806"/>
                    <a:pt x="4447" y="1808"/>
                    <a:pt x="4323" y="1808"/>
                  </a:cubicBezTo>
                  <a:cubicBezTo>
                    <a:pt x="1682" y="1808"/>
                    <a:pt x="434" y="834"/>
                    <a:pt x="434" y="834"/>
                  </a:cubicBezTo>
                  <a:lnTo>
                    <a:pt x="267" y="234"/>
                  </a:lnTo>
                  <a:cubicBezTo>
                    <a:pt x="0" y="334"/>
                    <a:pt x="0" y="668"/>
                    <a:pt x="134" y="1368"/>
                  </a:cubicBezTo>
                  <a:cubicBezTo>
                    <a:pt x="234" y="2035"/>
                    <a:pt x="634" y="3570"/>
                    <a:pt x="734" y="4070"/>
                  </a:cubicBezTo>
                  <a:cubicBezTo>
                    <a:pt x="821" y="4476"/>
                    <a:pt x="2170" y="5261"/>
                    <a:pt x="4231" y="5261"/>
                  </a:cubicBezTo>
                  <a:cubicBezTo>
                    <a:pt x="4540" y="5261"/>
                    <a:pt x="4865" y="5243"/>
                    <a:pt x="5204" y="5204"/>
                  </a:cubicBezTo>
                  <a:cubicBezTo>
                    <a:pt x="7772" y="4904"/>
                    <a:pt x="8273" y="4237"/>
                    <a:pt x="8373" y="3570"/>
                  </a:cubicBezTo>
                  <a:cubicBezTo>
                    <a:pt x="8439" y="2869"/>
                    <a:pt x="8540" y="1101"/>
                    <a:pt x="8540" y="634"/>
                  </a:cubicBezTo>
                  <a:cubicBezTo>
                    <a:pt x="8540" y="167"/>
                    <a:pt x="8506" y="100"/>
                    <a:pt x="817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43"/>
            <p:cNvSpPr/>
            <p:nvPr/>
          </p:nvSpPr>
          <p:spPr>
            <a:xfrm>
              <a:off x="2430250" y="3649725"/>
              <a:ext cx="213500" cy="131525"/>
            </a:xfrm>
            <a:custGeom>
              <a:rect b="b" l="l" r="r" t="t"/>
              <a:pathLst>
                <a:path extrusionOk="0" h="5261" w="8540">
                  <a:moveTo>
                    <a:pt x="8173" y="0"/>
                  </a:moveTo>
                  <a:lnTo>
                    <a:pt x="8139" y="734"/>
                  </a:lnTo>
                  <a:cubicBezTo>
                    <a:pt x="8139" y="734"/>
                    <a:pt x="7606" y="1702"/>
                    <a:pt x="4703" y="1802"/>
                  </a:cubicBezTo>
                  <a:cubicBezTo>
                    <a:pt x="4574" y="1806"/>
                    <a:pt x="4447" y="1808"/>
                    <a:pt x="4323" y="1808"/>
                  </a:cubicBezTo>
                  <a:cubicBezTo>
                    <a:pt x="1682" y="1808"/>
                    <a:pt x="434" y="834"/>
                    <a:pt x="434" y="834"/>
                  </a:cubicBezTo>
                  <a:lnTo>
                    <a:pt x="267" y="234"/>
                  </a:lnTo>
                  <a:cubicBezTo>
                    <a:pt x="0" y="334"/>
                    <a:pt x="0" y="668"/>
                    <a:pt x="134" y="1368"/>
                  </a:cubicBezTo>
                  <a:cubicBezTo>
                    <a:pt x="234" y="2035"/>
                    <a:pt x="634" y="3570"/>
                    <a:pt x="734" y="4070"/>
                  </a:cubicBezTo>
                  <a:cubicBezTo>
                    <a:pt x="821" y="4476"/>
                    <a:pt x="2170" y="5261"/>
                    <a:pt x="4231" y="5261"/>
                  </a:cubicBezTo>
                  <a:cubicBezTo>
                    <a:pt x="4540" y="5261"/>
                    <a:pt x="4865" y="5243"/>
                    <a:pt x="5204" y="5204"/>
                  </a:cubicBezTo>
                  <a:cubicBezTo>
                    <a:pt x="7772" y="4904"/>
                    <a:pt x="8273" y="4237"/>
                    <a:pt x="8373" y="3570"/>
                  </a:cubicBezTo>
                  <a:cubicBezTo>
                    <a:pt x="8439" y="2869"/>
                    <a:pt x="8540" y="1101"/>
                    <a:pt x="8540" y="634"/>
                  </a:cubicBezTo>
                  <a:cubicBezTo>
                    <a:pt x="8540" y="167"/>
                    <a:pt x="8506" y="100"/>
                    <a:pt x="81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43"/>
            <p:cNvSpPr/>
            <p:nvPr/>
          </p:nvSpPr>
          <p:spPr>
            <a:xfrm>
              <a:off x="2003275" y="1376525"/>
              <a:ext cx="679675" cy="480475"/>
            </a:xfrm>
            <a:custGeom>
              <a:rect b="b" l="l" r="r" t="t"/>
              <a:pathLst>
                <a:path extrusionOk="0" h="19219" w="27187">
                  <a:moveTo>
                    <a:pt x="8267" y="0"/>
                  </a:moveTo>
                  <a:cubicBezTo>
                    <a:pt x="7705" y="0"/>
                    <a:pt x="7164" y="104"/>
                    <a:pt x="6672" y="364"/>
                  </a:cubicBezTo>
                  <a:cubicBezTo>
                    <a:pt x="5704" y="897"/>
                    <a:pt x="5004" y="1765"/>
                    <a:pt x="4637" y="2799"/>
                  </a:cubicBezTo>
                  <a:cubicBezTo>
                    <a:pt x="4070" y="4366"/>
                    <a:pt x="4203" y="6068"/>
                    <a:pt x="4237" y="7735"/>
                  </a:cubicBezTo>
                  <a:cubicBezTo>
                    <a:pt x="4270" y="8303"/>
                    <a:pt x="4170" y="8870"/>
                    <a:pt x="3970" y="9403"/>
                  </a:cubicBezTo>
                  <a:cubicBezTo>
                    <a:pt x="3764" y="9873"/>
                    <a:pt x="3300" y="10188"/>
                    <a:pt x="2804" y="10188"/>
                  </a:cubicBezTo>
                  <a:cubicBezTo>
                    <a:pt x="2737" y="10188"/>
                    <a:pt x="2670" y="10182"/>
                    <a:pt x="2602" y="10171"/>
                  </a:cubicBezTo>
                  <a:cubicBezTo>
                    <a:pt x="2035" y="10037"/>
                    <a:pt x="1768" y="9203"/>
                    <a:pt x="2202" y="8870"/>
                  </a:cubicBezTo>
                  <a:cubicBezTo>
                    <a:pt x="2155" y="8865"/>
                    <a:pt x="2110" y="8863"/>
                    <a:pt x="2065" y="8863"/>
                  </a:cubicBezTo>
                  <a:cubicBezTo>
                    <a:pt x="835" y="8863"/>
                    <a:pt x="409" y="10592"/>
                    <a:pt x="1568" y="11171"/>
                  </a:cubicBezTo>
                  <a:cubicBezTo>
                    <a:pt x="534" y="11338"/>
                    <a:pt x="0" y="12706"/>
                    <a:pt x="501" y="13606"/>
                  </a:cubicBezTo>
                  <a:cubicBezTo>
                    <a:pt x="913" y="14248"/>
                    <a:pt x="1593" y="14591"/>
                    <a:pt x="2303" y="14591"/>
                  </a:cubicBezTo>
                  <a:cubicBezTo>
                    <a:pt x="2627" y="14591"/>
                    <a:pt x="2956" y="14520"/>
                    <a:pt x="3269" y="14374"/>
                  </a:cubicBezTo>
                  <a:lnTo>
                    <a:pt x="3269" y="14374"/>
                  </a:lnTo>
                  <a:cubicBezTo>
                    <a:pt x="2869" y="15241"/>
                    <a:pt x="2635" y="16408"/>
                    <a:pt x="3770" y="17442"/>
                  </a:cubicBezTo>
                  <a:cubicBezTo>
                    <a:pt x="4365" y="17978"/>
                    <a:pt x="5160" y="18242"/>
                    <a:pt x="5869" y="18242"/>
                  </a:cubicBezTo>
                  <a:cubicBezTo>
                    <a:pt x="6352" y="18242"/>
                    <a:pt x="6794" y="18119"/>
                    <a:pt x="7105" y="17876"/>
                  </a:cubicBezTo>
                  <a:cubicBezTo>
                    <a:pt x="7601" y="18816"/>
                    <a:pt x="8179" y="18918"/>
                    <a:pt x="9062" y="18918"/>
                  </a:cubicBezTo>
                  <a:cubicBezTo>
                    <a:pt x="9308" y="18918"/>
                    <a:pt x="9577" y="18910"/>
                    <a:pt x="9874" y="18910"/>
                  </a:cubicBezTo>
                  <a:cubicBezTo>
                    <a:pt x="11242" y="18910"/>
                    <a:pt x="12509" y="18210"/>
                    <a:pt x="13243" y="17009"/>
                  </a:cubicBezTo>
                  <a:cubicBezTo>
                    <a:pt x="13243" y="18426"/>
                    <a:pt x="14819" y="19219"/>
                    <a:pt x="16090" y="19219"/>
                  </a:cubicBezTo>
                  <a:cubicBezTo>
                    <a:pt x="16165" y="19219"/>
                    <a:pt x="16239" y="19216"/>
                    <a:pt x="16312" y="19210"/>
                  </a:cubicBezTo>
                  <a:cubicBezTo>
                    <a:pt x="17146" y="19144"/>
                    <a:pt x="17946" y="18743"/>
                    <a:pt x="18547" y="18110"/>
                  </a:cubicBezTo>
                  <a:cubicBezTo>
                    <a:pt x="19177" y="18674"/>
                    <a:pt x="19907" y="18922"/>
                    <a:pt x="20619" y="18922"/>
                  </a:cubicBezTo>
                  <a:cubicBezTo>
                    <a:pt x="22433" y="18922"/>
                    <a:pt x="24124" y="17306"/>
                    <a:pt x="23717" y="15174"/>
                  </a:cubicBezTo>
                  <a:cubicBezTo>
                    <a:pt x="26186" y="15007"/>
                    <a:pt x="27186" y="11905"/>
                    <a:pt x="25285" y="10337"/>
                  </a:cubicBezTo>
                  <a:cubicBezTo>
                    <a:pt x="26219" y="9937"/>
                    <a:pt x="26819" y="9003"/>
                    <a:pt x="26352" y="7969"/>
                  </a:cubicBezTo>
                  <a:lnTo>
                    <a:pt x="26352" y="7969"/>
                  </a:lnTo>
                  <a:cubicBezTo>
                    <a:pt x="26167" y="8525"/>
                    <a:pt x="25792" y="8745"/>
                    <a:pt x="25295" y="8745"/>
                  </a:cubicBezTo>
                  <a:cubicBezTo>
                    <a:pt x="25166" y="8745"/>
                    <a:pt x="25029" y="8730"/>
                    <a:pt x="24885" y="8703"/>
                  </a:cubicBezTo>
                  <a:cubicBezTo>
                    <a:pt x="23484" y="8469"/>
                    <a:pt x="23183" y="7135"/>
                    <a:pt x="23083" y="6334"/>
                  </a:cubicBezTo>
                  <a:cubicBezTo>
                    <a:pt x="22983" y="5601"/>
                    <a:pt x="22283" y="5834"/>
                    <a:pt x="21749" y="5300"/>
                  </a:cubicBezTo>
                  <a:cubicBezTo>
                    <a:pt x="21182" y="4733"/>
                    <a:pt x="20515" y="4300"/>
                    <a:pt x="19781" y="3966"/>
                  </a:cubicBezTo>
                  <a:cubicBezTo>
                    <a:pt x="19414" y="3799"/>
                    <a:pt x="19014" y="3666"/>
                    <a:pt x="18647" y="3566"/>
                  </a:cubicBezTo>
                  <a:cubicBezTo>
                    <a:pt x="18247" y="3499"/>
                    <a:pt x="17880" y="3399"/>
                    <a:pt x="17546" y="3266"/>
                  </a:cubicBezTo>
                  <a:cubicBezTo>
                    <a:pt x="16779" y="2932"/>
                    <a:pt x="16045" y="2532"/>
                    <a:pt x="15278" y="2198"/>
                  </a:cubicBezTo>
                  <a:cubicBezTo>
                    <a:pt x="14511" y="1865"/>
                    <a:pt x="13610" y="1498"/>
                    <a:pt x="12776" y="1231"/>
                  </a:cubicBezTo>
                  <a:cubicBezTo>
                    <a:pt x="11483" y="767"/>
                    <a:pt x="9797" y="0"/>
                    <a:pt x="82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43"/>
            <p:cNvSpPr/>
            <p:nvPr/>
          </p:nvSpPr>
          <p:spPr>
            <a:xfrm>
              <a:off x="2502800" y="1427100"/>
              <a:ext cx="970700" cy="564800"/>
            </a:xfrm>
            <a:custGeom>
              <a:rect b="b" l="l" r="r" t="t"/>
              <a:pathLst>
                <a:path extrusionOk="0" h="22592" w="38828">
                  <a:moveTo>
                    <a:pt x="38053" y="0"/>
                  </a:moveTo>
                  <a:cubicBezTo>
                    <a:pt x="37359" y="0"/>
                    <a:pt x="36247" y="1251"/>
                    <a:pt x="35225" y="2410"/>
                  </a:cubicBezTo>
                  <a:cubicBezTo>
                    <a:pt x="34081" y="3620"/>
                    <a:pt x="32775" y="5247"/>
                    <a:pt x="32348" y="5247"/>
                  </a:cubicBezTo>
                  <a:cubicBezTo>
                    <a:pt x="32339" y="5247"/>
                    <a:pt x="32331" y="5247"/>
                    <a:pt x="32323" y="5245"/>
                  </a:cubicBezTo>
                  <a:cubicBezTo>
                    <a:pt x="31823" y="5179"/>
                    <a:pt x="32223" y="3511"/>
                    <a:pt x="31656" y="2610"/>
                  </a:cubicBezTo>
                  <a:cubicBezTo>
                    <a:pt x="31409" y="2193"/>
                    <a:pt x="31119" y="1998"/>
                    <a:pt x="30875" y="1998"/>
                  </a:cubicBezTo>
                  <a:cubicBezTo>
                    <a:pt x="30593" y="1998"/>
                    <a:pt x="30373" y="2260"/>
                    <a:pt x="30355" y="2744"/>
                  </a:cubicBezTo>
                  <a:cubicBezTo>
                    <a:pt x="30355" y="3511"/>
                    <a:pt x="29855" y="4645"/>
                    <a:pt x="29855" y="5946"/>
                  </a:cubicBezTo>
                  <a:cubicBezTo>
                    <a:pt x="29855" y="6580"/>
                    <a:pt x="30055" y="7947"/>
                    <a:pt x="29388" y="8581"/>
                  </a:cubicBezTo>
                  <a:cubicBezTo>
                    <a:pt x="28854" y="9115"/>
                    <a:pt x="18447" y="15419"/>
                    <a:pt x="18447" y="15419"/>
                  </a:cubicBezTo>
                  <a:cubicBezTo>
                    <a:pt x="18447" y="15419"/>
                    <a:pt x="12565" y="15578"/>
                    <a:pt x="9166" y="15578"/>
                  </a:cubicBezTo>
                  <a:cubicBezTo>
                    <a:pt x="8438" y="15578"/>
                    <a:pt x="7823" y="15571"/>
                    <a:pt x="7405" y="15553"/>
                  </a:cubicBezTo>
                  <a:cubicBezTo>
                    <a:pt x="5115" y="15469"/>
                    <a:pt x="4018" y="15222"/>
                    <a:pt x="1881" y="15222"/>
                  </a:cubicBezTo>
                  <a:cubicBezTo>
                    <a:pt x="1465" y="15222"/>
                    <a:pt x="1011" y="15231"/>
                    <a:pt x="501" y="15253"/>
                  </a:cubicBezTo>
                  <a:cubicBezTo>
                    <a:pt x="0" y="15920"/>
                    <a:pt x="1234" y="22191"/>
                    <a:pt x="4870" y="22591"/>
                  </a:cubicBezTo>
                  <a:cubicBezTo>
                    <a:pt x="4870" y="22591"/>
                    <a:pt x="13476" y="22424"/>
                    <a:pt x="16745" y="22291"/>
                  </a:cubicBezTo>
                  <a:cubicBezTo>
                    <a:pt x="19948" y="22158"/>
                    <a:pt x="20782" y="22158"/>
                    <a:pt x="21983" y="21324"/>
                  </a:cubicBezTo>
                  <a:cubicBezTo>
                    <a:pt x="24184" y="19823"/>
                    <a:pt x="26286" y="18188"/>
                    <a:pt x="28287" y="16453"/>
                  </a:cubicBezTo>
                  <a:cubicBezTo>
                    <a:pt x="31089" y="14118"/>
                    <a:pt x="32357" y="13118"/>
                    <a:pt x="32724" y="12918"/>
                  </a:cubicBezTo>
                  <a:cubicBezTo>
                    <a:pt x="33758" y="12250"/>
                    <a:pt x="34725" y="12117"/>
                    <a:pt x="35559" y="11583"/>
                  </a:cubicBezTo>
                  <a:cubicBezTo>
                    <a:pt x="36493" y="11050"/>
                    <a:pt x="37360" y="10349"/>
                    <a:pt x="38027" y="9482"/>
                  </a:cubicBezTo>
                  <a:cubicBezTo>
                    <a:pt x="38261" y="9215"/>
                    <a:pt x="38361" y="8848"/>
                    <a:pt x="38328" y="8514"/>
                  </a:cubicBezTo>
                  <a:cubicBezTo>
                    <a:pt x="38294" y="8348"/>
                    <a:pt x="38194" y="8181"/>
                    <a:pt x="38161" y="8014"/>
                  </a:cubicBezTo>
                  <a:cubicBezTo>
                    <a:pt x="38127" y="7714"/>
                    <a:pt x="38094" y="7414"/>
                    <a:pt x="38027" y="7147"/>
                  </a:cubicBezTo>
                  <a:cubicBezTo>
                    <a:pt x="37894" y="6780"/>
                    <a:pt x="37360" y="6613"/>
                    <a:pt x="37227" y="6246"/>
                  </a:cubicBezTo>
                  <a:cubicBezTo>
                    <a:pt x="37160" y="6079"/>
                    <a:pt x="37227" y="5579"/>
                    <a:pt x="37127" y="5446"/>
                  </a:cubicBezTo>
                  <a:cubicBezTo>
                    <a:pt x="36893" y="5179"/>
                    <a:pt x="36693" y="5145"/>
                    <a:pt x="36493" y="4979"/>
                  </a:cubicBezTo>
                  <a:cubicBezTo>
                    <a:pt x="36359" y="4879"/>
                    <a:pt x="36059" y="4712"/>
                    <a:pt x="36159" y="4512"/>
                  </a:cubicBezTo>
                  <a:cubicBezTo>
                    <a:pt x="36226" y="4311"/>
                    <a:pt x="36660" y="3878"/>
                    <a:pt x="37394" y="2744"/>
                  </a:cubicBezTo>
                  <a:cubicBezTo>
                    <a:pt x="38127" y="1610"/>
                    <a:pt x="38828" y="642"/>
                    <a:pt x="38428" y="175"/>
                  </a:cubicBezTo>
                  <a:cubicBezTo>
                    <a:pt x="38324" y="54"/>
                    <a:pt x="38198" y="0"/>
                    <a:pt x="38053" y="0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43"/>
            <p:cNvSpPr/>
            <p:nvPr/>
          </p:nvSpPr>
          <p:spPr>
            <a:xfrm>
              <a:off x="3326725" y="1561550"/>
              <a:ext cx="83400" cy="127625"/>
            </a:xfrm>
            <a:custGeom>
              <a:rect b="b" l="l" r="r" t="t"/>
              <a:pathLst>
                <a:path extrusionOk="0" h="5105" w="3336">
                  <a:moveTo>
                    <a:pt x="1835" y="1"/>
                  </a:moveTo>
                  <a:lnTo>
                    <a:pt x="1835" y="1"/>
                  </a:lnTo>
                  <a:cubicBezTo>
                    <a:pt x="1834" y="1"/>
                    <a:pt x="0" y="1469"/>
                    <a:pt x="67" y="2236"/>
                  </a:cubicBezTo>
                  <a:cubicBezTo>
                    <a:pt x="133" y="2703"/>
                    <a:pt x="467" y="3070"/>
                    <a:pt x="901" y="3237"/>
                  </a:cubicBezTo>
                  <a:cubicBezTo>
                    <a:pt x="867" y="3937"/>
                    <a:pt x="600" y="4604"/>
                    <a:pt x="133" y="5105"/>
                  </a:cubicBezTo>
                  <a:cubicBezTo>
                    <a:pt x="1245" y="4425"/>
                    <a:pt x="1328" y="3575"/>
                    <a:pt x="1334" y="3452"/>
                  </a:cubicBezTo>
                  <a:lnTo>
                    <a:pt x="1334" y="3452"/>
                  </a:lnTo>
                  <a:cubicBezTo>
                    <a:pt x="1313" y="4272"/>
                    <a:pt x="2268" y="4404"/>
                    <a:pt x="2268" y="4404"/>
                  </a:cubicBezTo>
                  <a:cubicBezTo>
                    <a:pt x="2290" y="4858"/>
                    <a:pt x="2592" y="4990"/>
                    <a:pt x="2893" y="4990"/>
                  </a:cubicBezTo>
                  <a:cubicBezTo>
                    <a:pt x="3056" y="4990"/>
                    <a:pt x="3219" y="4951"/>
                    <a:pt x="3336" y="4904"/>
                  </a:cubicBezTo>
                  <a:cubicBezTo>
                    <a:pt x="2869" y="4871"/>
                    <a:pt x="2502" y="4437"/>
                    <a:pt x="2535" y="3970"/>
                  </a:cubicBezTo>
                  <a:lnTo>
                    <a:pt x="2535" y="3970"/>
                  </a:lnTo>
                  <a:cubicBezTo>
                    <a:pt x="2483" y="3982"/>
                    <a:pt x="2431" y="3988"/>
                    <a:pt x="2379" y="3988"/>
                  </a:cubicBezTo>
                  <a:cubicBezTo>
                    <a:pt x="2134" y="3988"/>
                    <a:pt x="1906" y="3863"/>
                    <a:pt x="1768" y="3670"/>
                  </a:cubicBezTo>
                  <a:cubicBezTo>
                    <a:pt x="1601" y="3403"/>
                    <a:pt x="1568" y="3070"/>
                    <a:pt x="1701" y="2803"/>
                  </a:cubicBezTo>
                  <a:lnTo>
                    <a:pt x="1701" y="2803"/>
                  </a:lnTo>
                  <a:cubicBezTo>
                    <a:pt x="1568" y="2879"/>
                    <a:pt x="1424" y="2915"/>
                    <a:pt x="1282" y="2915"/>
                  </a:cubicBezTo>
                  <a:cubicBezTo>
                    <a:pt x="927" y="2915"/>
                    <a:pt x="586" y="2693"/>
                    <a:pt x="467" y="2336"/>
                  </a:cubicBezTo>
                  <a:cubicBezTo>
                    <a:pt x="267" y="1735"/>
                    <a:pt x="1201" y="902"/>
                    <a:pt x="1835" y="1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43"/>
            <p:cNvSpPr/>
            <p:nvPr/>
          </p:nvSpPr>
          <p:spPr>
            <a:xfrm>
              <a:off x="2101675" y="1807575"/>
              <a:ext cx="589600" cy="564400"/>
            </a:xfrm>
            <a:custGeom>
              <a:rect b="b" l="l" r="r" t="t"/>
              <a:pathLst>
                <a:path extrusionOk="0" h="22576" w="23584">
                  <a:moveTo>
                    <a:pt x="7272" y="0"/>
                  </a:moveTo>
                  <a:lnTo>
                    <a:pt x="2269" y="501"/>
                  </a:lnTo>
                  <a:cubicBezTo>
                    <a:pt x="3103" y="5838"/>
                    <a:pt x="467" y="11142"/>
                    <a:pt x="467" y="11142"/>
                  </a:cubicBezTo>
                  <a:cubicBezTo>
                    <a:pt x="334" y="14544"/>
                    <a:pt x="0" y="18480"/>
                    <a:pt x="1468" y="19247"/>
                  </a:cubicBezTo>
                  <a:cubicBezTo>
                    <a:pt x="1468" y="19714"/>
                    <a:pt x="1535" y="20148"/>
                    <a:pt x="1635" y="20582"/>
                  </a:cubicBezTo>
                  <a:cubicBezTo>
                    <a:pt x="3811" y="21709"/>
                    <a:pt x="7537" y="22575"/>
                    <a:pt x="11265" y="22575"/>
                  </a:cubicBezTo>
                  <a:cubicBezTo>
                    <a:pt x="13937" y="22575"/>
                    <a:pt x="16610" y="22130"/>
                    <a:pt x="18714" y="21015"/>
                  </a:cubicBezTo>
                  <a:lnTo>
                    <a:pt x="19081" y="19548"/>
                  </a:lnTo>
                  <a:cubicBezTo>
                    <a:pt x="20315" y="18714"/>
                    <a:pt x="20048" y="15178"/>
                    <a:pt x="20282" y="12643"/>
                  </a:cubicBezTo>
                  <a:cubicBezTo>
                    <a:pt x="23584" y="8139"/>
                    <a:pt x="19081" y="2369"/>
                    <a:pt x="16512" y="34"/>
                  </a:cubicBezTo>
                  <a:lnTo>
                    <a:pt x="13343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43"/>
            <p:cNvSpPr/>
            <p:nvPr/>
          </p:nvSpPr>
          <p:spPr>
            <a:xfrm>
              <a:off x="2135875" y="2288750"/>
              <a:ext cx="442825" cy="96450"/>
            </a:xfrm>
            <a:custGeom>
              <a:rect b="b" l="l" r="r" t="t"/>
              <a:pathLst>
                <a:path extrusionOk="0" h="3858" w="17713">
                  <a:moveTo>
                    <a:pt x="100" y="0"/>
                  </a:moveTo>
                  <a:lnTo>
                    <a:pt x="0" y="1235"/>
                  </a:lnTo>
                  <a:cubicBezTo>
                    <a:pt x="0" y="1235"/>
                    <a:pt x="1301" y="3570"/>
                    <a:pt x="8573" y="3836"/>
                  </a:cubicBezTo>
                  <a:cubicBezTo>
                    <a:pt x="8966" y="3851"/>
                    <a:pt x="9343" y="3858"/>
                    <a:pt x="9705" y="3858"/>
                  </a:cubicBezTo>
                  <a:cubicBezTo>
                    <a:pt x="16038" y="3858"/>
                    <a:pt x="17679" y="1768"/>
                    <a:pt x="17679" y="1768"/>
                  </a:cubicBezTo>
                  <a:lnTo>
                    <a:pt x="17713" y="301"/>
                  </a:lnTo>
                  <a:lnTo>
                    <a:pt x="17713" y="301"/>
                  </a:lnTo>
                  <a:cubicBezTo>
                    <a:pt x="15528" y="1709"/>
                    <a:pt x="12489" y="2269"/>
                    <a:pt x="9508" y="2269"/>
                  </a:cubicBezTo>
                  <a:cubicBezTo>
                    <a:pt x="5570" y="2269"/>
                    <a:pt x="1733" y="1291"/>
                    <a:pt x="100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43"/>
            <p:cNvSpPr/>
            <p:nvPr/>
          </p:nvSpPr>
          <p:spPr>
            <a:xfrm>
              <a:off x="2100000" y="1215475"/>
              <a:ext cx="543750" cy="548750"/>
            </a:xfrm>
            <a:custGeom>
              <a:rect b="b" l="l" r="r" t="t"/>
              <a:pathLst>
                <a:path extrusionOk="0" h="21950" w="21750">
                  <a:moveTo>
                    <a:pt x="8440" y="1"/>
                  </a:moveTo>
                  <a:lnTo>
                    <a:pt x="8440" y="1"/>
                  </a:lnTo>
                  <a:cubicBezTo>
                    <a:pt x="8640" y="668"/>
                    <a:pt x="8140" y="1368"/>
                    <a:pt x="7539" y="1735"/>
                  </a:cubicBezTo>
                  <a:cubicBezTo>
                    <a:pt x="6939" y="2102"/>
                    <a:pt x="6238" y="2269"/>
                    <a:pt x="5638" y="2636"/>
                  </a:cubicBezTo>
                  <a:cubicBezTo>
                    <a:pt x="5138" y="2936"/>
                    <a:pt x="4771" y="3370"/>
                    <a:pt x="4504" y="3870"/>
                  </a:cubicBezTo>
                  <a:cubicBezTo>
                    <a:pt x="4170" y="4471"/>
                    <a:pt x="3803" y="5771"/>
                    <a:pt x="4270" y="6439"/>
                  </a:cubicBezTo>
                  <a:cubicBezTo>
                    <a:pt x="1" y="8807"/>
                    <a:pt x="1535" y="14211"/>
                    <a:pt x="2903" y="16312"/>
                  </a:cubicBezTo>
                  <a:cubicBezTo>
                    <a:pt x="4337" y="18581"/>
                    <a:pt x="7306" y="21082"/>
                    <a:pt x="7306" y="21950"/>
                  </a:cubicBezTo>
                  <a:lnTo>
                    <a:pt x="18147" y="10808"/>
                  </a:lnTo>
                  <a:cubicBezTo>
                    <a:pt x="18147" y="10808"/>
                    <a:pt x="19081" y="12243"/>
                    <a:pt x="20115" y="12309"/>
                  </a:cubicBezTo>
                  <a:cubicBezTo>
                    <a:pt x="20156" y="12312"/>
                    <a:pt x="20196" y="12313"/>
                    <a:pt x="20234" y="12313"/>
                  </a:cubicBezTo>
                  <a:cubicBezTo>
                    <a:pt x="21190" y="12313"/>
                    <a:pt x="21283" y="11542"/>
                    <a:pt x="21283" y="11542"/>
                  </a:cubicBezTo>
                  <a:lnTo>
                    <a:pt x="21283" y="11542"/>
                  </a:lnTo>
                  <a:cubicBezTo>
                    <a:pt x="21189" y="11667"/>
                    <a:pt x="21062" y="11721"/>
                    <a:pt x="20936" y="11721"/>
                  </a:cubicBezTo>
                  <a:cubicBezTo>
                    <a:pt x="20658" y="11721"/>
                    <a:pt x="20380" y="11463"/>
                    <a:pt x="20449" y="11142"/>
                  </a:cubicBezTo>
                  <a:cubicBezTo>
                    <a:pt x="20615" y="10608"/>
                    <a:pt x="21549" y="10408"/>
                    <a:pt x="21683" y="9407"/>
                  </a:cubicBezTo>
                  <a:cubicBezTo>
                    <a:pt x="21750" y="8974"/>
                    <a:pt x="21616" y="8507"/>
                    <a:pt x="21349" y="8140"/>
                  </a:cubicBezTo>
                  <a:cubicBezTo>
                    <a:pt x="21016" y="7673"/>
                    <a:pt x="20849" y="7606"/>
                    <a:pt x="21049" y="7006"/>
                  </a:cubicBezTo>
                  <a:cubicBezTo>
                    <a:pt x="21483" y="5538"/>
                    <a:pt x="21016" y="3470"/>
                    <a:pt x="19448" y="2803"/>
                  </a:cubicBezTo>
                  <a:cubicBezTo>
                    <a:pt x="19137" y="2684"/>
                    <a:pt x="18812" y="2625"/>
                    <a:pt x="18489" y="2625"/>
                  </a:cubicBezTo>
                  <a:cubicBezTo>
                    <a:pt x="18085" y="2625"/>
                    <a:pt x="17684" y="2717"/>
                    <a:pt x="17313" y="2903"/>
                  </a:cubicBezTo>
                  <a:cubicBezTo>
                    <a:pt x="17246" y="2836"/>
                    <a:pt x="17180" y="2769"/>
                    <a:pt x="17113" y="2703"/>
                  </a:cubicBezTo>
                  <a:cubicBezTo>
                    <a:pt x="16919" y="2561"/>
                    <a:pt x="16701" y="2494"/>
                    <a:pt x="16487" y="2494"/>
                  </a:cubicBezTo>
                  <a:cubicBezTo>
                    <a:pt x="16147" y="2494"/>
                    <a:pt x="15816" y="2663"/>
                    <a:pt x="15612" y="2969"/>
                  </a:cubicBezTo>
                  <a:cubicBezTo>
                    <a:pt x="15779" y="2302"/>
                    <a:pt x="15545" y="1635"/>
                    <a:pt x="15011" y="1235"/>
                  </a:cubicBezTo>
                  <a:cubicBezTo>
                    <a:pt x="14681" y="987"/>
                    <a:pt x="14287" y="867"/>
                    <a:pt x="13884" y="867"/>
                  </a:cubicBezTo>
                  <a:cubicBezTo>
                    <a:pt x="13636" y="867"/>
                    <a:pt x="13385" y="912"/>
                    <a:pt x="13143" y="1001"/>
                  </a:cubicBezTo>
                  <a:cubicBezTo>
                    <a:pt x="12543" y="1235"/>
                    <a:pt x="12043" y="1702"/>
                    <a:pt x="11742" y="2302"/>
                  </a:cubicBezTo>
                  <a:cubicBezTo>
                    <a:pt x="11876" y="1869"/>
                    <a:pt x="11676" y="1402"/>
                    <a:pt x="11309" y="1202"/>
                  </a:cubicBezTo>
                  <a:cubicBezTo>
                    <a:pt x="11109" y="1118"/>
                    <a:pt x="10892" y="1076"/>
                    <a:pt x="10675" y="1076"/>
                  </a:cubicBezTo>
                  <a:cubicBezTo>
                    <a:pt x="10458" y="1076"/>
                    <a:pt x="10241" y="1118"/>
                    <a:pt x="10041" y="1202"/>
                  </a:cubicBezTo>
                  <a:cubicBezTo>
                    <a:pt x="9641" y="1402"/>
                    <a:pt x="9307" y="1635"/>
                    <a:pt x="9007" y="1935"/>
                  </a:cubicBezTo>
                  <a:cubicBezTo>
                    <a:pt x="9407" y="1268"/>
                    <a:pt x="9141" y="368"/>
                    <a:pt x="84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43"/>
            <p:cNvSpPr/>
            <p:nvPr/>
          </p:nvSpPr>
          <p:spPr>
            <a:xfrm>
              <a:off x="2184225" y="1371425"/>
              <a:ext cx="407825" cy="543275"/>
            </a:xfrm>
            <a:custGeom>
              <a:rect b="b" l="l" r="r" t="t"/>
              <a:pathLst>
                <a:path extrusionOk="0" h="21731" w="16313">
                  <a:moveTo>
                    <a:pt x="13711" y="0"/>
                  </a:moveTo>
                  <a:cubicBezTo>
                    <a:pt x="13410" y="1902"/>
                    <a:pt x="12977" y="3870"/>
                    <a:pt x="9975" y="5671"/>
                  </a:cubicBezTo>
                  <a:cubicBezTo>
                    <a:pt x="8401" y="6604"/>
                    <a:pt x="6623" y="7104"/>
                    <a:pt x="4819" y="7104"/>
                  </a:cubicBezTo>
                  <a:cubicBezTo>
                    <a:pt x="4559" y="7104"/>
                    <a:pt x="4298" y="7093"/>
                    <a:pt x="4037" y="7072"/>
                  </a:cubicBezTo>
                  <a:cubicBezTo>
                    <a:pt x="3520" y="6505"/>
                    <a:pt x="2970" y="6238"/>
                    <a:pt x="2436" y="6238"/>
                  </a:cubicBezTo>
                  <a:cubicBezTo>
                    <a:pt x="1902" y="6238"/>
                    <a:pt x="1385" y="6505"/>
                    <a:pt x="935" y="7005"/>
                  </a:cubicBezTo>
                  <a:cubicBezTo>
                    <a:pt x="1" y="7973"/>
                    <a:pt x="368" y="9874"/>
                    <a:pt x="1602" y="10842"/>
                  </a:cubicBezTo>
                  <a:cubicBezTo>
                    <a:pt x="1971" y="11137"/>
                    <a:pt x="2412" y="11279"/>
                    <a:pt x="2857" y="11279"/>
                  </a:cubicBezTo>
                  <a:cubicBezTo>
                    <a:pt x="3215" y="11279"/>
                    <a:pt x="3576" y="11187"/>
                    <a:pt x="3904" y="11008"/>
                  </a:cubicBezTo>
                  <a:lnTo>
                    <a:pt x="3937" y="17413"/>
                  </a:lnTo>
                  <a:lnTo>
                    <a:pt x="1969" y="17613"/>
                  </a:lnTo>
                  <a:cubicBezTo>
                    <a:pt x="1969" y="17613"/>
                    <a:pt x="4694" y="21731"/>
                    <a:pt x="9866" y="21731"/>
                  </a:cubicBezTo>
                  <a:cubicBezTo>
                    <a:pt x="10182" y="21731"/>
                    <a:pt x="10507" y="21715"/>
                    <a:pt x="10842" y="21683"/>
                  </a:cubicBezTo>
                  <a:cubicBezTo>
                    <a:pt x="14811" y="21316"/>
                    <a:pt x="11676" y="17446"/>
                    <a:pt x="11676" y="17446"/>
                  </a:cubicBezTo>
                  <a:lnTo>
                    <a:pt x="10175" y="17446"/>
                  </a:lnTo>
                  <a:lnTo>
                    <a:pt x="10175" y="14844"/>
                  </a:lnTo>
                  <a:cubicBezTo>
                    <a:pt x="11064" y="14989"/>
                    <a:pt x="11978" y="15121"/>
                    <a:pt x="12720" y="15121"/>
                  </a:cubicBezTo>
                  <a:cubicBezTo>
                    <a:pt x="13175" y="15121"/>
                    <a:pt x="13565" y="15071"/>
                    <a:pt x="13844" y="14944"/>
                  </a:cubicBezTo>
                  <a:cubicBezTo>
                    <a:pt x="14611" y="14578"/>
                    <a:pt x="16146" y="13377"/>
                    <a:pt x="16212" y="8473"/>
                  </a:cubicBezTo>
                  <a:cubicBezTo>
                    <a:pt x="16312" y="2702"/>
                    <a:pt x="15045" y="601"/>
                    <a:pt x="13711" y="0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43"/>
            <p:cNvSpPr/>
            <p:nvPr/>
          </p:nvSpPr>
          <p:spPr>
            <a:xfrm>
              <a:off x="2286800" y="1506525"/>
              <a:ext cx="40050" cy="81775"/>
            </a:xfrm>
            <a:custGeom>
              <a:rect b="b" l="l" r="r" t="t"/>
              <a:pathLst>
                <a:path extrusionOk="0" h="3271" w="1602">
                  <a:moveTo>
                    <a:pt x="1" y="0"/>
                  </a:moveTo>
                  <a:lnTo>
                    <a:pt x="1" y="3269"/>
                  </a:lnTo>
                  <a:cubicBezTo>
                    <a:pt x="20" y="3270"/>
                    <a:pt x="39" y="3270"/>
                    <a:pt x="58" y="3270"/>
                  </a:cubicBezTo>
                  <a:cubicBezTo>
                    <a:pt x="900" y="3270"/>
                    <a:pt x="1601" y="2550"/>
                    <a:pt x="1568" y="1702"/>
                  </a:cubicBezTo>
                  <a:cubicBezTo>
                    <a:pt x="1602" y="801"/>
                    <a:pt x="901" y="34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43"/>
            <p:cNvSpPr/>
            <p:nvPr/>
          </p:nvSpPr>
          <p:spPr>
            <a:xfrm>
              <a:off x="2533650" y="1521525"/>
              <a:ext cx="37550" cy="32125"/>
            </a:xfrm>
            <a:custGeom>
              <a:rect b="b" l="l" r="r" t="t"/>
              <a:pathLst>
                <a:path extrusionOk="0" h="1285" w="1502">
                  <a:moveTo>
                    <a:pt x="668" y="1"/>
                  </a:moveTo>
                  <a:cubicBezTo>
                    <a:pt x="301" y="1"/>
                    <a:pt x="0" y="268"/>
                    <a:pt x="0" y="635"/>
                  </a:cubicBezTo>
                  <a:cubicBezTo>
                    <a:pt x="0" y="1022"/>
                    <a:pt x="312" y="1285"/>
                    <a:pt x="647" y="1285"/>
                  </a:cubicBezTo>
                  <a:cubicBezTo>
                    <a:pt x="803" y="1285"/>
                    <a:pt x="964" y="1228"/>
                    <a:pt x="1101" y="1102"/>
                  </a:cubicBezTo>
                  <a:cubicBezTo>
                    <a:pt x="1501" y="735"/>
                    <a:pt x="1235" y="34"/>
                    <a:pt x="6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43"/>
            <p:cNvSpPr/>
            <p:nvPr/>
          </p:nvSpPr>
          <p:spPr>
            <a:xfrm>
              <a:off x="2416900" y="1533200"/>
              <a:ext cx="40875" cy="35425"/>
            </a:xfrm>
            <a:custGeom>
              <a:rect b="b" l="l" r="r" t="t"/>
              <a:pathLst>
                <a:path extrusionOk="0" h="1417" w="1635">
                  <a:moveTo>
                    <a:pt x="734" y="1"/>
                  </a:moveTo>
                  <a:cubicBezTo>
                    <a:pt x="334" y="1"/>
                    <a:pt x="0" y="301"/>
                    <a:pt x="0" y="701"/>
                  </a:cubicBezTo>
                  <a:cubicBezTo>
                    <a:pt x="0" y="1138"/>
                    <a:pt x="349" y="1416"/>
                    <a:pt x="707" y="1416"/>
                  </a:cubicBezTo>
                  <a:cubicBezTo>
                    <a:pt x="869" y="1416"/>
                    <a:pt x="1033" y="1359"/>
                    <a:pt x="1168" y="1235"/>
                  </a:cubicBezTo>
                  <a:cubicBezTo>
                    <a:pt x="1635" y="801"/>
                    <a:pt x="1335" y="34"/>
                    <a:pt x="7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43"/>
            <p:cNvSpPr/>
            <p:nvPr/>
          </p:nvSpPr>
          <p:spPr>
            <a:xfrm>
              <a:off x="2430250" y="1642450"/>
              <a:ext cx="63400" cy="42175"/>
            </a:xfrm>
            <a:custGeom>
              <a:rect b="b" l="l" r="r" t="t"/>
              <a:pathLst>
                <a:path extrusionOk="0" h="1687" w="2536">
                  <a:moveTo>
                    <a:pt x="200" y="1"/>
                  </a:moveTo>
                  <a:cubicBezTo>
                    <a:pt x="0" y="668"/>
                    <a:pt x="367" y="1402"/>
                    <a:pt x="1034" y="1635"/>
                  </a:cubicBezTo>
                  <a:cubicBezTo>
                    <a:pt x="1151" y="1670"/>
                    <a:pt x="1269" y="1687"/>
                    <a:pt x="1385" y="1687"/>
                  </a:cubicBezTo>
                  <a:cubicBezTo>
                    <a:pt x="1929" y="1687"/>
                    <a:pt x="2425" y="1318"/>
                    <a:pt x="2535" y="768"/>
                  </a:cubicBezTo>
                  <a:lnTo>
                    <a:pt x="200" y="1"/>
                  </a:ln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43"/>
            <p:cNvSpPr/>
            <p:nvPr/>
          </p:nvSpPr>
          <p:spPr>
            <a:xfrm>
              <a:off x="2434400" y="1655800"/>
              <a:ext cx="33400" cy="29200"/>
            </a:xfrm>
            <a:custGeom>
              <a:rect b="b" l="l" r="r" t="t"/>
              <a:pathLst>
                <a:path extrusionOk="0" h="1168" w="1336">
                  <a:moveTo>
                    <a:pt x="1" y="0"/>
                  </a:moveTo>
                  <a:cubicBezTo>
                    <a:pt x="68" y="501"/>
                    <a:pt x="401" y="934"/>
                    <a:pt x="868" y="1101"/>
                  </a:cubicBezTo>
                  <a:cubicBezTo>
                    <a:pt x="1035" y="1134"/>
                    <a:pt x="1202" y="1168"/>
                    <a:pt x="1335" y="1168"/>
                  </a:cubicBezTo>
                  <a:cubicBezTo>
                    <a:pt x="1335" y="501"/>
                    <a:pt x="835" y="0"/>
                    <a:pt x="201" y="0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43"/>
            <p:cNvSpPr/>
            <p:nvPr/>
          </p:nvSpPr>
          <p:spPr>
            <a:xfrm>
              <a:off x="2533650" y="1470550"/>
              <a:ext cx="45050" cy="33500"/>
            </a:xfrm>
            <a:custGeom>
              <a:rect b="b" l="l" r="r" t="t"/>
              <a:pathLst>
                <a:path extrusionOk="0" h="1340" w="1802">
                  <a:moveTo>
                    <a:pt x="784" y="0"/>
                  </a:moveTo>
                  <a:cubicBezTo>
                    <a:pt x="457" y="0"/>
                    <a:pt x="140" y="180"/>
                    <a:pt x="0" y="505"/>
                  </a:cubicBezTo>
                  <a:lnTo>
                    <a:pt x="1602" y="1339"/>
                  </a:lnTo>
                  <a:cubicBezTo>
                    <a:pt x="1802" y="906"/>
                    <a:pt x="1635" y="372"/>
                    <a:pt x="1201" y="105"/>
                  </a:cubicBezTo>
                  <a:cubicBezTo>
                    <a:pt x="1070" y="34"/>
                    <a:pt x="926" y="0"/>
                    <a:pt x="7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43"/>
            <p:cNvSpPr/>
            <p:nvPr/>
          </p:nvSpPr>
          <p:spPr>
            <a:xfrm>
              <a:off x="2489450" y="1533200"/>
              <a:ext cx="65075" cy="100100"/>
            </a:xfrm>
            <a:custGeom>
              <a:rect b="b" l="l" r="r" t="t"/>
              <a:pathLst>
                <a:path extrusionOk="0" h="4004" w="2603">
                  <a:moveTo>
                    <a:pt x="0" y="1"/>
                  </a:moveTo>
                  <a:lnTo>
                    <a:pt x="501" y="4004"/>
                  </a:lnTo>
                  <a:lnTo>
                    <a:pt x="2602" y="31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43"/>
            <p:cNvSpPr/>
            <p:nvPr/>
          </p:nvSpPr>
          <p:spPr>
            <a:xfrm>
              <a:off x="2311000" y="1683325"/>
              <a:ext cx="128450" cy="83400"/>
            </a:xfrm>
            <a:custGeom>
              <a:rect b="b" l="l" r="r" t="t"/>
              <a:pathLst>
                <a:path extrusionOk="0" h="3336" w="5138">
                  <a:moveTo>
                    <a:pt x="0" y="0"/>
                  </a:moveTo>
                  <a:cubicBezTo>
                    <a:pt x="200" y="634"/>
                    <a:pt x="567" y="1201"/>
                    <a:pt x="1101" y="1635"/>
                  </a:cubicBezTo>
                  <a:cubicBezTo>
                    <a:pt x="2035" y="2468"/>
                    <a:pt x="5137" y="3336"/>
                    <a:pt x="5137" y="3336"/>
                  </a:cubicBezTo>
                  <a:lnTo>
                    <a:pt x="5137" y="2368"/>
                  </a:lnTo>
                  <a:cubicBezTo>
                    <a:pt x="3603" y="2202"/>
                    <a:pt x="500" y="1268"/>
                    <a:pt x="0" y="0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43"/>
            <p:cNvSpPr/>
            <p:nvPr/>
          </p:nvSpPr>
          <p:spPr>
            <a:xfrm>
              <a:off x="2292650" y="2383275"/>
              <a:ext cx="161800" cy="57275"/>
            </a:xfrm>
            <a:custGeom>
              <a:rect b="b" l="l" r="r" t="t"/>
              <a:pathLst>
                <a:path extrusionOk="0" h="2291" w="6472">
                  <a:moveTo>
                    <a:pt x="6078" y="1"/>
                  </a:moveTo>
                  <a:cubicBezTo>
                    <a:pt x="5854" y="1"/>
                    <a:pt x="5426" y="294"/>
                    <a:pt x="4670" y="456"/>
                  </a:cubicBezTo>
                  <a:cubicBezTo>
                    <a:pt x="3469" y="723"/>
                    <a:pt x="3002" y="689"/>
                    <a:pt x="1768" y="1023"/>
                  </a:cubicBezTo>
                  <a:cubicBezTo>
                    <a:pt x="1201" y="1190"/>
                    <a:pt x="601" y="1323"/>
                    <a:pt x="0" y="1323"/>
                  </a:cubicBezTo>
                  <a:lnTo>
                    <a:pt x="4570" y="2290"/>
                  </a:lnTo>
                  <a:cubicBezTo>
                    <a:pt x="5037" y="2090"/>
                    <a:pt x="5471" y="1823"/>
                    <a:pt x="5871" y="1490"/>
                  </a:cubicBezTo>
                  <a:cubicBezTo>
                    <a:pt x="6338" y="1156"/>
                    <a:pt x="6471" y="522"/>
                    <a:pt x="6205" y="55"/>
                  </a:cubicBezTo>
                  <a:cubicBezTo>
                    <a:pt x="6173" y="17"/>
                    <a:pt x="6131" y="1"/>
                    <a:pt x="6078" y="1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43"/>
            <p:cNvSpPr/>
            <p:nvPr/>
          </p:nvSpPr>
          <p:spPr>
            <a:xfrm>
              <a:off x="2351850" y="2123625"/>
              <a:ext cx="488700" cy="570425"/>
            </a:xfrm>
            <a:custGeom>
              <a:rect b="b" l="l" r="r" t="t"/>
              <a:pathLst>
                <a:path extrusionOk="0" h="22817" w="19548">
                  <a:moveTo>
                    <a:pt x="19281" y="1"/>
                  </a:moveTo>
                  <a:lnTo>
                    <a:pt x="4337" y="3403"/>
                  </a:lnTo>
                  <a:lnTo>
                    <a:pt x="1" y="22450"/>
                  </a:lnTo>
                  <a:lnTo>
                    <a:pt x="301" y="22817"/>
                  </a:lnTo>
                  <a:lnTo>
                    <a:pt x="14544" y="19281"/>
                  </a:lnTo>
                  <a:lnTo>
                    <a:pt x="19548" y="368"/>
                  </a:lnTo>
                  <a:lnTo>
                    <a:pt x="1928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43"/>
            <p:cNvSpPr/>
            <p:nvPr/>
          </p:nvSpPr>
          <p:spPr>
            <a:xfrm>
              <a:off x="2359350" y="2132800"/>
              <a:ext cx="481200" cy="561250"/>
            </a:xfrm>
            <a:custGeom>
              <a:rect b="b" l="l" r="r" t="t"/>
              <a:pathLst>
                <a:path extrusionOk="0" h="22450" w="19248">
                  <a:moveTo>
                    <a:pt x="19248" y="1"/>
                  </a:moveTo>
                  <a:lnTo>
                    <a:pt x="4304" y="3436"/>
                  </a:lnTo>
                  <a:lnTo>
                    <a:pt x="1" y="22450"/>
                  </a:lnTo>
                  <a:lnTo>
                    <a:pt x="14244" y="18914"/>
                  </a:lnTo>
                  <a:lnTo>
                    <a:pt x="1924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43"/>
            <p:cNvSpPr/>
            <p:nvPr/>
          </p:nvSpPr>
          <p:spPr>
            <a:xfrm>
              <a:off x="2351850" y="2208700"/>
              <a:ext cx="115100" cy="485350"/>
            </a:xfrm>
            <a:custGeom>
              <a:rect b="b" l="l" r="r" t="t"/>
              <a:pathLst>
                <a:path extrusionOk="0" h="19414" w="4604">
                  <a:moveTo>
                    <a:pt x="4337" y="0"/>
                  </a:moveTo>
                  <a:lnTo>
                    <a:pt x="1" y="19047"/>
                  </a:lnTo>
                  <a:lnTo>
                    <a:pt x="301" y="19414"/>
                  </a:lnTo>
                  <a:lnTo>
                    <a:pt x="4604" y="400"/>
                  </a:lnTo>
                  <a:lnTo>
                    <a:pt x="43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43"/>
            <p:cNvSpPr/>
            <p:nvPr/>
          </p:nvSpPr>
          <p:spPr>
            <a:xfrm>
              <a:off x="2359350" y="2132800"/>
              <a:ext cx="481200" cy="561250"/>
            </a:xfrm>
            <a:custGeom>
              <a:rect b="b" l="l" r="r" t="t"/>
              <a:pathLst>
                <a:path extrusionOk="0" h="22450" w="19248">
                  <a:moveTo>
                    <a:pt x="19248" y="1"/>
                  </a:moveTo>
                  <a:lnTo>
                    <a:pt x="4304" y="3436"/>
                  </a:lnTo>
                  <a:lnTo>
                    <a:pt x="1" y="22450"/>
                  </a:lnTo>
                  <a:lnTo>
                    <a:pt x="14244" y="18914"/>
                  </a:lnTo>
                  <a:lnTo>
                    <a:pt x="1924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43"/>
            <p:cNvSpPr/>
            <p:nvPr/>
          </p:nvSpPr>
          <p:spPr>
            <a:xfrm>
              <a:off x="2548650" y="2189425"/>
              <a:ext cx="179550" cy="59325"/>
            </a:xfrm>
            <a:custGeom>
              <a:rect b="b" l="l" r="r" t="t"/>
              <a:pathLst>
                <a:path extrusionOk="0" h="2373" w="7182">
                  <a:moveTo>
                    <a:pt x="6806" y="1"/>
                  </a:moveTo>
                  <a:cubicBezTo>
                    <a:pt x="6461" y="1"/>
                    <a:pt x="5884" y="124"/>
                    <a:pt x="5205" y="337"/>
                  </a:cubicBezTo>
                  <a:lnTo>
                    <a:pt x="2536" y="838"/>
                  </a:lnTo>
                  <a:cubicBezTo>
                    <a:pt x="1368" y="1271"/>
                    <a:pt x="268" y="1505"/>
                    <a:pt x="168" y="1805"/>
                  </a:cubicBezTo>
                  <a:lnTo>
                    <a:pt x="1" y="2372"/>
                  </a:lnTo>
                  <a:lnTo>
                    <a:pt x="6972" y="771"/>
                  </a:lnTo>
                  <a:cubicBezTo>
                    <a:pt x="6972" y="771"/>
                    <a:pt x="7039" y="504"/>
                    <a:pt x="7139" y="204"/>
                  </a:cubicBezTo>
                  <a:cubicBezTo>
                    <a:pt x="7181" y="65"/>
                    <a:pt x="7054" y="1"/>
                    <a:pt x="68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43"/>
            <p:cNvSpPr/>
            <p:nvPr/>
          </p:nvSpPr>
          <p:spPr>
            <a:xfrm>
              <a:off x="2557825" y="2133625"/>
              <a:ext cx="194550" cy="64250"/>
            </a:xfrm>
            <a:custGeom>
              <a:rect b="b" l="l" r="r" t="t"/>
              <a:pathLst>
                <a:path extrusionOk="0" h="2570" w="7782">
                  <a:moveTo>
                    <a:pt x="5317" y="0"/>
                  </a:moveTo>
                  <a:cubicBezTo>
                    <a:pt x="5109" y="0"/>
                    <a:pt x="4853" y="20"/>
                    <a:pt x="4537" y="68"/>
                  </a:cubicBezTo>
                  <a:cubicBezTo>
                    <a:pt x="2336" y="401"/>
                    <a:pt x="2169" y="1469"/>
                    <a:pt x="2169" y="1469"/>
                  </a:cubicBezTo>
                  <a:cubicBezTo>
                    <a:pt x="1802" y="1569"/>
                    <a:pt x="1435" y="1669"/>
                    <a:pt x="1068" y="1736"/>
                  </a:cubicBezTo>
                  <a:cubicBezTo>
                    <a:pt x="334" y="1902"/>
                    <a:pt x="234" y="2002"/>
                    <a:pt x="168" y="2203"/>
                  </a:cubicBezTo>
                  <a:lnTo>
                    <a:pt x="1" y="2569"/>
                  </a:lnTo>
                  <a:lnTo>
                    <a:pt x="7640" y="835"/>
                  </a:lnTo>
                  <a:cubicBezTo>
                    <a:pt x="7640" y="835"/>
                    <a:pt x="7673" y="668"/>
                    <a:pt x="7740" y="501"/>
                  </a:cubicBezTo>
                  <a:cubicBezTo>
                    <a:pt x="7782" y="374"/>
                    <a:pt x="7663" y="328"/>
                    <a:pt x="7452" y="328"/>
                  </a:cubicBezTo>
                  <a:cubicBezTo>
                    <a:pt x="7330" y="328"/>
                    <a:pt x="7177" y="343"/>
                    <a:pt x="7006" y="368"/>
                  </a:cubicBezTo>
                  <a:lnTo>
                    <a:pt x="6138" y="568"/>
                  </a:lnTo>
                  <a:cubicBezTo>
                    <a:pt x="6138" y="568"/>
                    <a:pt x="6422" y="0"/>
                    <a:pt x="5317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43"/>
            <p:cNvSpPr/>
            <p:nvPr/>
          </p:nvSpPr>
          <p:spPr>
            <a:xfrm>
              <a:off x="2553650" y="2156975"/>
              <a:ext cx="181000" cy="92600"/>
            </a:xfrm>
            <a:custGeom>
              <a:rect b="b" l="l" r="r" t="t"/>
              <a:pathLst>
                <a:path extrusionOk="0" h="3704" w="7240">
                  <a:moveTo>
                    <a:pt x="7239" y="1"/>
                  </a:moveTo>
                  <a:lnTo>
                    <a:pt x="1135" y="1402"/>
                  </a:lnTo>
                  <a:lnTo>
                    <a:pt x="902" y="2069"/>
                  </a:lnTo>
                  <a:cubicBezTo>
                    <a:pt x="1180" y="1971"/>
                    <a:pt x="1436" y="1926"/>
                    <a:pt x="1632" y="1926"/>
                  </a:cubicBezTo>
                  <a:cubicBezTo>
                    <a:pt x="1904" y="1926"/>
                    <a:pt x="2061" y="2014"/>
                    <a:pt x="2002" y="2169"/>
                  </a:cubicBezTo>
                  <a:cubicBezTo>
                    <a:pt x="2002" y="2203"/>
                    <a:pt x="1969" y="2269"/>
                    <a:pt x="1936" y="2336"/>
                  </a:cubicBezTo>
                  <a:cubicBezTo>
                    <a:pt x="1035" y="2636"/>
                    <a:pt x="268" y="2870"/>
                    <a:pt x="168" y="3137"/>
                  </a:cubicBezTo>
                  <a:lnTo>
                    <a:pt x="1" y="3704"/>
                  </a:lnTo>
                  <a:lnTo>
                    <a:pt x="6939" y="2069"/>
                  </a:lnTo>
                  <a:lnTo>
                    <a:pt x="7139" y="1502"/>
                  </a:lnTo>
                  <a:cubicBezTo>
                    <a:pt x="7173" y="1385"/>
                    <a:pt x="7048" y="1327"/>
                    <a:pt x="6810" y="1327"/>
                  </a:cubicBezTo>
                  <a:cubicBezTo>
                    <a:pt x="6572" y="1327"/>
                    <a:pt x="6222" y="1385"/>
                    <a:pt x="5805" y="1502"/>
                  </a:cubicBezTo>
                  <a:lnTo>
                    <a:pt x="5838" y="1369"/>
                  </a:lnTo>
                  <a:cubicBezTo>
                    <a:pt x="6005" y="902"/>
                    <a:pt x="6239" y="902"/>
                    <a:pt x="6939" y="668"/>
                  </a:cubicBezTo>
                  <a:lnTo>
                    <a:pt x="723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43"/>
            <p:cNvSpPr/>
            <p:nvPr/>
          </p:nvSpPr>
          <p:spPr>
            <a:xfrm>
              <a:off x="1863175" y="1819000"/>
              <a:ext cx="693850" cy="753475"/>
            </a:xfrm>
            <a:custGeom>
              <a:rect b="b" l="l" r="r" t="t"/>
              <a:pathLst>
                <a:path extrusionOk="0" h="30139" w="27754">
                  <a:moveTo>
                    <a:pt x="11669" y="0"/>
                  </a:moveTo>
                  <a:cubicBezTo>
                    <a:pt x="8168" y="0"/>
                    <a:pt x="6880" y="1958"/>
                    <a:pt x="5437" y="5548"/>
                  </a:cubicBezTo>
                  <a:cubicBezTo>
                    <a:pt x="4403" y="8116"/>
                    <a:pt x="1435" y="17256"/>
                    <a:pt x="634" y="20392"/>
                  </a:cubicBezTo>
                  <a:cubicBezTo>
                    <a:pt x="167" y="22193"/>
                    <a:pt x="0" y="23794"/>
                    <a:pt x="1968" y="24895"/>
                  </a:cubicBezTo>
                  <a:cubicBezTo>
                    <a:pt x="3736" y="25895"/>
                    <a:pt x="9207" y="27663"/>
                    <a:pt x="13076" y="28764"/>
                  </a:cubicBezTo>
                  <a:cubicBezTo>
                    <a:pt x="15011" y="29331"/>
                    <a:pt x="16979" y="29732"/>
                    <a:pt x="18980" y="29965"/>
                  </a:cubicBezTo>
                  <a:cubicBezTo>
                    <a:pt x="20180" y="30078"/>
                    <a:pt x="21157" y="30139"/>
                    <a:pt x="21968" y="30139"/>
                  </a:cubicBezTo>
                  <a:cubicBezTo>
                    <a:pt x="24270" y="30139"/>
                    <a:pt x="25231" y="29648"/>
                    <a:pt x="26119" y="28464"/>
                  </a:cubicBezTo>
                  <a:cubicBezTo>
                    <a:pt x="26619" y="27763"/>
                    <a:pt x="26753" y="26729"/>
                    <a:pt x="27186" y="26162"/>
                  </a:cubicBezTo>
                  <a:cubicBezTo>
                    <a:pt x="27620" y="25595"/>
                    <a:pt x="27753" y="25362"/>
                    <a:pt x="27620" y="25062"/>
                  </a:cubicBezTo>
                  <a:cubicBezTo>
                    <a:pt x="27467" y="24772"/>
                    <a:pt x="27224" y="24684"/>
                    <a:pt x="26864" y="24684"/>
                  </a:cubicBezTo>
                  <a:cubicBezTo>
                    <a:pt x="26438" y="24684"/>
                    <a:pt x="25848" y="24807"/>
                    <a:pt x="25051" y="24861"/>
                  </a:cubicBezTo>
                  <a:cubicBezTo>
                    <a:pt x="24501" y="24911"/>
                    <a:pt x="23951" y="24936"/>
                    <a:pt x="23404" y="24936"/>
                  </a:cubicBezTo>
                  <a:cubicBezTo>
                    <a:pt x="22858" y="24936"/>
                    <a:pt x="22316" y="24911"/>
                    <a:pt x="21782" y="24861"/>
                  </a:cubicBezTo>
                  <a:lnTo>
                    <a:pt x="17179" y="23894"/>
                  </a:lnTo>
                  <a:cubicBezTo>
                    <a:pt x="16312" y="23894"/>
                    <a:pt x="14277" y="23327"/>
                    <a:pt x="12042" y="22426"/>
                  </a:cubicBezTo>
                  <a:cubicBezTo>
                    <a:pt x="10608" y="21893"/>
                    <a:pt x="9173" y="21225"/>
                    <a:pt x="7806" y="20492"/>
                  </a:cubicBezTo>
                  <a:cubicBezTo>
                    <a:pt x="8807" y="17156"/>
                    <a:pt x="10007" y="13854"/>
                    <a:pt x="11375" y="10651"/>
                  </a:cubicBezTo>
                  <a:cubicBezTo>
                    <a:pt x="13276" y="7949"/>
                    <a:pt x="14244" y="2479"/>
                    <a:pt x="12109" y="10"/>
                  </a:cubicBezTo>
                  <a:cubicBezTo>
                    <a:pt x="11959" y="4"/>
                    <a:pt x="11812" y="0"/>
                    <a:pt x="11669" y="0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43"/>
            <p:cNvSpPr/>
            <p:nvPr/>
          </p:nvSpPr>
          <p:spPr>
            <a:xfrm>
              <a:off x="1962400" y="2306325"/>
              <a:ext cx="100100" cy="24975"/>
            </a:xfrm>
            <a:custGeom>
              <a:rect b="b" l="l" r="r" t="t"/>
              <a:pathLst>
                <a:path extrusionOk="0" h="999" w="4004">
                  <a:moveTo>
                    <a:pt x="1982" y="1"/>
                  </a:moveTo>
                  <a:cubicBezTo>
                    <a:pt x="560" y="1"/>
                    <a:pt x="1" y="665"/>
                    <a:pt x="1" y="665"/>
                  </a:cubicBezTo>
                  <a:cubicBezTo>
                    <a:pt x="390" y="519"/>
                    <a:pt x="817" y="464"/>
                    <a:pt x="1240" y="464"/>
                  </a:cubicBezTo>
                  <a:cubicBezTo>
                    <a:pt x="2557" y="464"/>
                    <a:pt x="3837" y="999"/>
                    <a:pt x="3837" y="999"/>
                  </a:cubicBezTo>
                  <a:lnTo>
                    <a:pt x="4004" y="365"/>
                  </a:lnTo>
                  <a:cubicBezTo>
                    <a:pt x="3193" y="98"/>
                    <a:pt x="2525" y="1"/>
                    <a:pt x="1982" y="1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43"/>
            <p:cNvSpPr/>
            <p:nvPr/>
          </p:nvSpPr>
          <p:spPr>
            <a:xfrm>
              <a:off x="5432375" y="1740850"/>
              <a:ext cx="127625" cy="306925"/>
            </a:xfrm>
            <a:custGeom>
              <a:rect b="b" l="l" r="r" t="t"/>
              <a:pathLst>
                <a:path extrusionOk="0" h="12277" w="5105">
                  <a:moveTo>
                    <a:pt x="5104" y="1"/>
                  </a:moveTo>
                  <a:cubicBezTo>
                    <a:pt x="4070" y="668"/>
                    <a:pt x="3303" y="1535"/>
                    <a:pt x="2469" y="2903"/>
                  </a:cubicBezTo>
                  <a:cubicBezTo>
                    <a:pt x="368" y="6272"/>
                    <a:pt x="1" y="10542"/>
                    <a:pt x="1335" y="12276"/>
                  </a:cubicBezTo>
                  <a:lnTo>
                    <a:pt x="5104" y="6238"/>
                  </a:lnTo>
                  <a:lnTo>
                    <a:pt x="510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43"/>
            <p:cNvSpPr/>
            <p:nvPr/>
          </p:nvSpPr>
          <p:spPr>
            <a:xfrm>
              <a:off x="5476575" y="1878450"/>
              <a:ext cx="211850" cy="200900"/>
            </a:xfrm>
            <a:custGeom>
              <a:rect b="b" l="l" r="r" t="t"/>
              <a:pathLst>
                <a:path extrusionOk="0" h="8036" w="8474">
                  <a:moveTo>
                    <a:pt x="8473" y="1"/>
                  </a:moveTo>
                  <a:lnTo>
                    <a:pt x="3803" y="1135"/>
                  </a:lnTo>
                  <a:lnTo>
                    <a:pt x="1" y="7306"/>
                  </a:lnTo>
                  <a:cubicBezTo>
                    <a:pt x="475" y="7780"/>
                    <a:pt x="1101" y="8035"/>
                    <a:pt x="1747" y="8035"/>
                  </a:cubicBezTo>
                  <a:cubicBezTo>
                    <a:pt x="2010" y="8035"/>
                    <a:pt x="2276" y="7993"/>
                    <a:pt x="2536" y="7906"/>
                  </a:cubicBezTo>
                  <a:cubicBezTo>
                    <a:pt x="5104" y="7273"/>
                    <a:pt x="7706" y="3770"/>
                    <a:pt x="847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43"/>
            <p:cNvSpPr/>
            <p:nvPr/>
          </p:nvSpPr>
          <p:spPr>
            <a:xfrm>
              <a:off x="5579150" y="1724175"/>
              <a:ext cx="121775" cy="165150"/>
            </a:xfrm>
            <a:custGeom>
              <a:rect b="b" l="l" r="r" t="t"/>
              <a:pathLst>
                <a:path extrusionOk="0" h="6606" w="4871">
                  <a:moveTo>
                    <a:pt x="2502" y="1"/>
                  </a:moveTo>
                  <a:lnTo>
                    <a:pt x="1" y="6605"/>
                  </a:lnTo>
                  <a:lnTo>
                    <a:pt x="1" y="6605"/>
                  </a:lnTo>
                  <a:lnTo>
                    <a:pt x="4471" y="5504"/>
                  </a:lnTo>
                  <a:cubicBezTo>
                    <a:pt x="4871" y="2702"/>
                    <a:pt x="4104" y="601"/>
                    <a:pt x="250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43"/>
            <p:cNvSpPr/>
            <p:nvPr/>
          </p:nvSpPr>
          <p:spPr>
            <a:xfrm>
              <a:off x="5573325" y="1721600"/>
              <a:ext cx="56725" cy="150200"/>
            </a:xfrm>
            <a:custGeom>
              <a:rect b="b" l="l" r="r" t="t"/>
              <a:pathLst>
                <a:path extrusionOk="0" h="6008" w="2269">
                  <a:moveTo>
                    <a:pt x="1604" y="1"/>
                  </a:moveTo>
                  <a:cubicBezTo>
                    <a:pt x="1033" y="1"/>
                    <a:pt x="482" y="157"/>
                    <a:pt x="0" y="470"/>
                  </a:cubicBezTo>
                  <a:lnTo>
                    <a:pt x="0" y="6008"/>
                  </a:lnTo>
                  <a:lnTo>
                    <a:pt x="2268" y="70"/>
                  </a:lnTo>
                  <a:cubicBezTo>
                    <a:pt x="2046" y="24"/>
                    <a:pt x="1824" y="1"/>
                    <a:pt x="160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43"/>
            <p:cNvSpPr/>
            <p:nvPr/>
          </p:nvSpPr>
          <p:spPr>
            <a:xfrm>
              <a:off x="4668500" y="4397750"/>
              <a:ext cx="32550" cy="71550"/>
            </a:xfrm>
            <a:custGeom>
              <a:rect b="b" l="l" r="r" t="t"/>
              <a:pathLst>
                <a:path extrusionOk="0" h="2862" w="1302">
                  <a:moveTo>
                    <a:pt x="1235" y="1"/>
                  </a:moveTo>
                  <a:lnTo>
                    <a:pt x="67" y="701"/>
                  </a:lnTo>
                  <a:cubicBezTo>
                    <a:pt x="34" y="735"/>
                    <a:pt x="1" y="768"/>
                    <a:pt x="1" y="835"/>
                  </a:cubicBezTo>
                  <a:lnTo>
                    <a:pt x="1" y="1135"/>
                  </a:lnTo>
                  <a:lnTo>
                    <a:pt x="1" y="1202"/>
                  </a:lnTo>
                  <a:lnTo>
                    <a:pt x="67" y="1202"/>
                  </a:lnTo>
                  <a:lnTo>
                    <a:pt x="801" y="768"/>
                  </a:lnTo>
                  <a:lnTo>
                    <a:pt x="268" y="2736"/>
                  </a:lnTo>
                  <a:cubicBezTo>
                    <a:pt x="268" y="2769"/>
                    <a:pt x="268" y="2769"/>
                    <a:pt x="268" y="2803"/>
                  </a:cubicBezTo>
                  <a:cubicBezTo>
                    <a:pt x="234" y="2803"/>
                    <a:pt x="268" y="2836"/>
                    <a:pt x="268" y="2836"/>
                  </a:cubicBezTo>
                  <a:cubicBezTo>
                    <a:pt x="284" y="2853"/>
                    <a:pt x="293" y="2861"/>
                    <a:pt x="301" y="2861"/>
                  </a:cubicBezTo>
                  <a:cubicBezTo>
                    <a:pt x="309" y="2861"/>
                    <a:pt x="318" y="2853"/>
                    <a:pt x="334" y="2836"/>
                  </a:cubicBezTo>
                  <a:lnTo>
                    <a:pt x="668" y="2636"/>
                  </a:lnTo>
                  <a:cubicBezTo>
                    <a:pt x="701" y="2636"/>
                    <a:pt x="701" y="2603"/>
                    <a:pt x="701" y="2603"/>
                  </a:cubicBezTo>
                  <a:cubicBezTo>
                    <a:pt x="735" y="2569"/>
                    <a:pt x="735" y="2536"/>
                    <a:pt x="735" y="2536"/>
                  </a:cubicBezTo>
                  <a:lnTo>
                    <a:pt x="1268" y="568"/>
                  </a:lnTo>
                  <a:cubicBezTo>
                    <a:pt x="1302" y="501"/>
                    <a:pt x="1302" y="434"/>
                    <a:pt x="1302" y="368"/>
                  </a:cubicBezTo>
                  <a:lnTo>
                    <a:pt x="1302" y="67"/>
                  </a:lnTo>
                  <a:cubicBezTo>
                    <a:pt x="1302" y="34"/>
                    <a:pt x="1302" y="34"/>
                    <a:pt x="130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43"/>
            <p:cNvSpPr/>
            <p:nvPr/>
          </p:nvSpPr>
          <p:spPr>
            <a:xfrm>
              <a:off x="4706025" y="4380250"/>
              <a:ext cx="35900" cy="64225"/>
            </a:xfrm>
            <a:custGeom>
              <a:rect b="b" l="l" r="r" t="t"/>
              <a:pathLst>
                <a:path extrusionOk="0" h="2569" w="1436">
                  <a:moveTo>
                    <a:pt x="897" y="587"/>
                  </a:moveTo>
                  <a:cubicBezTo>
                    <a:pt x="918" y="587"/>
                    <a:pt x="935" y="610"/>
                    <a:pt x="935" y="634"/>
                  </a:cubicBezTo>
                  <a:cubicBezTo>
                    <a:pt x="968" y="634"/>
                    <a:pt x="968" y="667"/>
                    <a:pt x="968" y="701"/>
                  </a:cubicBezTo>
                  <a:cubicBezTo>
                    <a:pt x="1001" y="767"/>
                    <a:pt x="1001" y="801"/>
                    <a:pt x="968" y="868"/>
                  </a:cubicBezTo>
                  <a:lnTo>
                    <a:pt x="968" y="1401"/>
                  </a:lnTo>
                  <a:cubicBezTo>
                    <a:pt x="1001" y="1468"/>
                    <a:pt x="1001" y="1501"/>
                    <a:pt x="1001" y="1568"/>
                  </a:cubicBezTo>
                  <a:cubicBezTo>
                    <a:pt x="968" y="1601"/>
                    <a:pt x="968" y="1668"/>
                    <a:pt x="935" y="1701"/>
                  </a:cubicBezTo>
                  <a:cubicBezTo>
                    <a:pt x="901" y="1802"/>
                    <a:pt x="835" y="1902"/>
                    <a:pt x="735" y="1935"/>
                  </a:cubicBezTo>
                  <a:cubicBezTo>
                    <a:pt x="701" y="1968"/>
                    <a:pt x="668" y="1968"/>
                    <a:pt x="601" y="1968"/>
                  </a:cubicBezTo>
                  <a:cubicBezTo>
                    <a:pt x="568" y="1968"/>
                    <a:pt x="568" y="1968"/>
                    <a:pt x="534" y="1935"/>
                  </a:cubicBezTo>
                  <a:cubicBezTo>
                    <a:pt x="501" y="1935"/>
                    <a:pt x="501" y="1902"/>
                    <a:pt x="501" y="1868"/>
                  </a:cubicBezTo>
                  <a:cubicBezTo>
                    <a:pt x="468" y="1802"/>
                    <a:pt x="468" y="1768"/>
                    <a:pt x="501" y="1701"/>
                  </a:cubicBezTo>
                  <a:lnTo>
                    <a:pt x="501" y="1168"/>
                  </a:lnTo>
                  <a:cubicBezTo>
                    <a:pt x="501" y="1101"/>
                    <a:pt x="501" y="1034"/>
                    <a:pt x="501" y="1001"/>
                  </a:cubicBezTo>
                  <a:cubicBezTo>
                    <a:pt x="501" y="934"/>
                    <a:pt x="501" y="901"/>
                    <a:pt x="534" y="868"/>
                  </a:cubicBezTo>
                  <a:cubicBezTo>
                    <a:pt x="568" y="801"/>
                    <a:pt x="568" y="767"/>
                    <a:pt x="601" y="734"/>
                  </a:cubicBezTo>
                  <a:cubicBezTo>
                    <a:pt x="635" y="701"/>
                    <a:pt x="701" y="667"/>
                    <a:pt x="735" y="634"/>
                  </a:cubicBezTo>
                  <a:cubicBezTo>
                    <a:pt x="768" y="601"/>
                    <a:pt x="801" y="601"/>
                    <a:pt x="868" y="601"/>
                  </a:cubicBezTo>
                  <a:cubicBezTo>
                    <a:pt x="878" y="591"/>
                    <a:pt x="888" y="587"/>
                    <a:pt x="897" y="587"/>
                  </a:cubicBezTo>
                  <a:close/>
                  <a:moveTo>
                    <a:pt x="1035" y="0"/>
                  </a:moveTo>
                  <a:cubicBezTo>
                    <a:pt x="935" y="0"/>
                    <a:pt x="801" y="34"/>
                    <a:pt x="735" y="100"/>
                  </a:cubicBezTo>
                  <a:cubicBezTo>
                    <a:pt x="601" y="167"/>
                    <a:pt x="501" y="267"/>
                    <a:pt x="401" y="367"/>
                  </a:cubicBezTo>
                  <a:cubicBezTo>
                    <a:pt x="301" y="467"/>
                    <a:pt x="234" y="567"/>
                    <a:pt x="168" y="667"/>
                  </a:cubicBezTo>
                  <a:cubicBezTo>
                    <a:pt x="134" y="801"/>
                    <a:pt x="67" y="901"/>
                    <a:pt x="67" y="1034"/>
                  </a:cubicBezTo>
                  <a:cubicBezTo>
                    <a:pt x="34" y="1168"/>
                    <a:pt x="1" y="1268"/>
                    <a:pt x="1" y="1401"/>
                  </a:cubicBezTo>
                  <a:lnTo>
                    <a:pt x="1" y="1701"/>
                  </a:lnTo>
                  <a:lnTo>
                    <a:pt x="1" y="2002"/>
                  </a:lnTo>
                  <a:cubicBezTo>
                    <a:pt x="1" y="2102"/>
                    <a:pt x="34" y="2202"/>
                    <a:pt x="67" y="2302"/>
                  </a:cubicBezTo>
                  <a:cubicBezTo>
                    <a:pt x="67" y="2369"/>
                    <a:pt x="101" y="2469"/>
                    <a:pt x="168" y="2502"/>
                  </a:cubicBezTo>
                  <a:cubicBezTo>
                    <a:pt x="234" y="2569"/>
                    <a:pt x="334" y="2569"/>
                    <a:pt x="401" y="2569"/>
                  </a:cubicBezTo>
                  <a:cubicBezTo>
                    <a:pt x="501" y="2569"/>
                    <a:pt x="635" y="2535"/>
                    <a:pt x="735" y="2469"/>
                  </a:cubicBezTo>
                  <a:cubicBezTo>
                    <a:pt x="835" y="2402"/>
                    <a:pt x="935" y="2302"/>
                    <a:pt x="1035" y="2202"/>
                  </a:cubicBezTo>
                  <a:cubicBezTo>
                    <a:pt x="1135" y="2102"/>
                    <a:pt x="1202" y="2002"/>
                    <a:pt x="1268" y="1902"/>
                  </a:cubicBezTo>
                  <a:cubicBezTo>
                    <a:pt x="1302" y="1768"/>
                    <a:pt x="1368" y="1668"/>
                    <a:pt x="1402" y="1535"/>
                  </a:cubicBezTo>
                  <a:cubicBezTo>
                    <a:pt x="1402" y="1401"/>
                    <a:pt x="1435" y="1268"/>
                    <a:pt x="1435" y="1168"/>
                  </a:cubicBezTo>
                  <a:lnTo>
                    <a:pt x="1435" y="868"/>
                  </a:lnTo>
                  <a:lnTo>
                    <a:pt x="1435" y="567"/>
                  </a:lnTo>
                  <a:cubicBezTo>
                    <a:pt x="1435" y="467"/>
                    <a:pt x="1402" y="367"/>
                    <a:pt x="1402" y="267"/>
                  </a:cubicBezTo>
                  <a:cubicBezTo>
                    <a:pt x="1368" y="200"/>
                    <a:pt x="1335" y="100"/>
                    <a:pt x="1268" y="67"/>
                  </a:cubicBezTo>
                  <a:cubicBezTo>
                    <a:pt x="1202" y="0"/>
                    <a:pt x="1102" y="0"/>
                    <a:pt x="103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43"/>
            <p:cNvSpPr/>
            <p:nvPr/>
          </p:nvSpPr>
          <p:spPr>
            <a:xfrm>
              <a:off x="4746900" y="4346050"/>
              <a:ext cx="48375" cy="78425"/>
            </a:xfrm>
            <a:custGeom>
              <a:rect b="b" l="l" r="r" t="t"/>
              <a:pathLst>
                <a:path extrusionOk="0" h="3137" w="1935">
                  <a:moveTo>
                    <a:pt x="467" y="1035"/>
                  </a:moveTo>
                  <a:cubicBezTo>
                    <a:pt x="501" y="1068"/>
                    <a:pt x="501" y="1101"/>
                    <a:pt x="501" y="1168"/>
                  </a:cubicBezTo>
                  <a:cubicBezTo>
                    <a:pt x="501" y="1235"/>
                    <a:pt x="501" y="1302"/>
                    <a:pt x="501" y="1368"/>
                  </a:cubicBezTo>
                  <a:cubicBezTo>
                    <a:pt x="501" y="1402"/>
                    <a:pt x="501" y="1468"/>
                    <a:pt x="467" y="1502"/>
                  </a:cubicBezTo>
                  <a:cubicBezTo>
                    <a:pt x="467" y="1535"/>
                    <a:pt x="434" y="1568"/>
                    <a:pt x="401" y="1602"/>
                  </a:cubicBezTo>
                  <a:lnTo>
                    <a:pt x="334" y="1602"/>
                  </a:lnTo>
                  <a:cubicBezTo>
                    <a:pt x="300" y="1568"/>
                    <a:pt x="300" y="1502"/>
                    <a:pt x="300" y="1468"/>
                  </a:cubicBezTo>
                  <a:cubicBezTo>
                    <a:pt x="300" y="1402"/>
                    <a:pt x="300" y="1335"/>
                    <a:pt x="300" y="1268"/>
                  </a:cubicBezTo>
                  <a:cubicBezTo>
                    <a:pt x="300" y="1201"/>
                    <a:pt x="300" y="1168"/>
                    <a:pt x="334" y="1135"/>
                  </a:cubicBezTo>
                  <a:cubicBezTo>
                    <a:pt x="334" y="1101"/>
                    <a:pt x="367" y="1068"/>
                    <a:pt x="401" y="1035"/>
                  </a:cubicBezTo>
                  <a:close/>
                  <a:moveTo>
                    <a:pt x="567" y="668"/>
                  </a:moveTo>
                  <a:cubicBezTo>
                    <a:pt x="501" y="668"/>
                    <a:pt x="467" y="701"/>
                    <a:pt x="401" y="734"/>
                  </a:cubicBezTo>
                  <a:cubicBezTo>
                    <a:pt x="334" y="768"/>
                    <a:pt x="267" y="801"/>
                    <a:pt x="234" y="868"/>
                  </a:cubicBezTo>
                  <a:cubicBezTo>
                    <a:pt x="200" y="901"/>
                    <a:pt x="134" y="968"/>
                    <a:pt x="134" y="1035"/>
                  </a:cubicBezTo>
                  <a:cubicBezTo>
                    <a:pt x="100" y="1101"/>
                    <a:pt x="67" y="1135"/>
                    <a:pt x="34" y="1201"/>
                  </a:cubicBezTo>
                  <a:cubicBezTo>
                    <a:pt x="34" y="1268"/>
                    <a:pt x="34" y="1335"/>
                    <a:pt x="0" y="1402"/>
                  </a:cubicBezTo>
                  <a:lnTo>
                    <a:pt x="0" y="1535"/>
                  </a:lnTo>
                  <a:lnTo>
                    <a:pt x="0" y="1668"/>
                  </a:lnTo>
                  <a:cubicBezTo>
                    <a:pt x="34" y="1735"/>
                    <a:pt x="34" y="1769"/>
                    <a:pt x="34" y="1835"/>
                  </a:cubicBezTo>
                  <a:cubicBezTo>
                    <a:pt x="67" y="1869"/>
                    <a:pt x="67" y="1902"/>
                    <a:pt x="134" y="1935"/>
                  </a:cubicBezTo>
                  <a:cubicBezTo>
                    <a:pt x="134" y="1969"/>
                    <a:pt x="200" y="1969"/>
                    <a:pt x="234" y="1969"/>
                  </a:cubicBezTo>
                  <a:cubicBezTo>
                    <a:pt x="300" y="1969"/>
                    <a:pt x="334" y="1935"/>
                    <a:pt x="401" y="1902"/>
                  </a:cubicBezTo>
                  <a:cubicBezTo>
                    <a:pt x="467" y="1869"/>
                    <a:pt x="534" y="1835"/>
                    <a:pt x="567" y="1769"/>
                  </a:cubicBezTo>
                  <a:cubicBezTo>
                    <a:pt x="601" y="1735"/>
                    <a:pt x="667" y="1668"/>
                    <a:pt x="701" y="1602"/>
                  </a:cubicBezTo>
                  <a:cubicBezTo>
                    <a:pt x="701" y="1535"/>
                    <a:pt x="734" y="1468"/>
                    <a:pt x="767" y="1435"/>
                  </a:cubicBezTo>
                  <a:cubicBezTo>
                    <a:pt x="767" y="1368"/>
                    <a:pt x="801" y="1302"/>
                    <a:pt x="801" y="1235"/>
                  </a:cubicBezTo>
                  <a:lnTo>
                    <a:pt x="801" y="968"/>
                  </a:lnTo>
                  <a:cubicBezTo>
                    <a:pt x="801" y="901"/>
                    <a:pt x="767" y="868"/>
                    <a:pt x="767" y="801"/>
                  </a:cubicBezTo>
                  <a:cubicBezTo>
                    <a:pt x="734" y="768"/>
                    <a:pt x="734" y="734"/>
                    <a:pt x="701" y="701"/>
                  </a:cubicBezTo>
                  <a:cubicBezTo>
                    <a:pt x="667" y="668"/>
                    <a:pt x="601" y="668"/>
                    <a:pt x="567" y="668"/>
                  </a:cubicBezTo>
                  <a:close/>
                  <a:moveTo>
                    <a:pt x="1610" y="1510"/>
                  </a:moveTo>
                  <a:cubicBezTo>
                    <a:pt x="1626" y="1510"/>
                    <a:pt x="1635" y="1518"/>
                    <a:pt x="1635" y="1535"/>
                  </a:cubicBezTo>
                  <a:cubicBezTo>
                    <a:pt x="1635" y="1568"/>
                    <a:pt x="1635" y="1602"/>
                    <a:pt x="1635" y="1635"/>
                  </a:cubicBezTo>
                  <a:cubicBezTo>
                    <a:pt x="1635" y="1702"/>
                    <a:pt x="1635" y="1769"/>
                    <a:pt x="1635" y="1869"/>
                  </a:cubicBezTo>
                  <a:cubicBezTo>
                    <a:pt x="1635" y="1902"/>
                    <a:pt x="1635" y="1935"/>
                    <a:pt x="1635" y="2002"/>
                  </a:cubicBezTo>
                  <a:cubicBezTo>
                    <a:pt x="1601" y="2035"/>
                    <a:pt x="1568" y="2069"/>
                    <a:pt x="1535" y="2069"/>
                  </a:cubicBezTo>
                  <a:cubicBezTo>
                    <a:pt x="1518" y="2085"/>
                    <a:pt x="1501" y="2094"/>
                    <a:pt x="1489" y="2094"/>
                  </a:cubicBezTo>
                  <a:cubicBezTo>
                    <a:pt x="1476" y="2094"/>
                    <a:pt x="1468" y="2085"/>
                    <a:pt x="1468" y="2069"/>
                  </a:cubicBezTo>
                  <a:cubicBezTo>
                    <a:pt x="1435" y="2035"/>
                    <a:pt x="1435" y="2002"/>
                    <a:pt x="1435" y="1969"/>
                  </a:cubicBezTo>
                  <a:cubicBezTo>
                    <a:pt x="1435" y="1902"/>
                    <a:pt x="1435" y="1835"/>
                    <a:pt x="1435" y="1769"/>
                  </a:cubicBezTo>
                  <a:cubicBezTo>
                    <a:pt x="1435" y="1702"/>
                    <a:pt x="1468" y="1668"/>
                    <a:pt x="1468" y="1602"/>
                  </a:cubicBezTo>
                  <a:cubicBezTo>
                    <a:pt x="1468" y="1568"/>
                    <a:pt x="1501" y="1535"/>
                    <a:pt x="1535" y="1535"/>
                  </a:cubicBezTo>
                  <a:cubicBezTo>
                    <a:pt x="1568" y="1518"/>
                    <a:pt x="1593" y="1510"/>
                    <a:pt x="1610" y="1510"/>
                  </a:cubicBezTo>
                  <a:close/>
                  <a:moveTo>
                    <a:pt x="1743" y="1153"/>
                  </a:moveTo>
                  <a:cubicBezTo>
                    <a:pt x="1727" y="1153"/>
                    <a:pt x="1713" y="1157"/>
                    <a:pt x="1701" y="1168"/>
                  </a:cubicBezTo>
                  <a:cubicBezTo>
                    <a:pt x="1635" y="1168"/>
                    <a:pt x="1601" y="1168"/>
                    <a:pt x="1535" y="1201"/>
                  </a:cubicBezTo>
                  <a:cubicBezTo>
                    <a:pt x="1468" y="1235"/>
                    <a:pt x="1435" y="1302"/>
                    <a:pt x="1368" y="1335"/>
                  </a:cubicBezTo>
                  <a:cubicBezTo>
                    <a:pt x="1335" y="1402"/>
                    <a:pt x="1301" y="1435"/>
                    <a:pt x="1268" y="1502"/>
                  </a:cubicBezTo>
                  <a:cubicBezTo>
                    <a:pt x="1234" y="1568"/>
                    <a:pt x="1201" y="1635"/>
                    <a:pt x="1201" y="1702"/>
                  </a:cubicBezTo>
                  <a:cubicBezTo>
                    <a:pt x="1168" y="1769"/>
                    <a:pt x="1168" y="1835"/>
                    <a:pt x="1168" y="1902"/>
                  </a:cubicBezTo>
                  <a:lnTo>
                    <a:pt x="1168" y="2035"/>
                  </a:lnTo>
                  <a:cubicBezTo>
                    <a:pt x="1168" y="2069"/>
                    <a:pt x="1168" y="2102"/>
                    <a:pt x="1168" y="2135"/>
                  </a:cubicBezTo>
                  <a:cubicBezTo>
                    <a:pt x="1168" y="2202"/>
                    <a:pt x="1168" y="2269"/>
                    <a:pt x="1201" y="2302"/>
                  </a:cubicBezTo>
                  <a:cubicBezTo>
                    <a:pt x="1201" y="2369"/>
                    <a:pt x="1234" y="2402"/>
                    <a:pt x="1268" y="2436"/>
                  </a:cubicBezTo>
                  <a:cubicBezTo>
                    <a:pt x="1301" y="2436"/>
                    <a:pt x="1335" y="2469"/>
                    <a:pt x="1368" y="2469"/>
                  </a:cubicBezTo>
                  <a:cubicBezTo>
                    <a:pt x="1435" y="2436"/>
                    <a:pt x="1501" y="2436"/>
                    <a:pt x="1535" y="2402"/>
                  </a:cubicBezTo>
                  <a:cubicBezTo>
                    <a:pt x="1601" y="2369"/>
                    <a:pt x="1668" y="2302"/>
                    <a:pt x="1701" y="2269"/>
                  </a:cubicBezTo>
                  <a:cubicBezTo>
                    <a:pt x="1768" y="2202"/>
                    <a:pt x="1802" y="2135"/>
                    <a:pt x="1835" y="2102"/>
                  </a:cubicBezTo>
                  <a:cubicBezTo>
                    <a:pt x="1868" y="2035"/>
                    <a:pt x="1868" y="1969"/>
                    <a:pt x="1902" y="1902"/>
                  </a:cubicBezTo>
                  <a:cubicBezTo>
                    <a:pt x="1902" y="1835"/>
                    <a:pt x="1935" y="1769"/>
                    <a:pt x="1935" y="1702"/>
                  </a:cubicBezTo>
                  <a:lnTo>
                    <a:pt x="1935" y="1468"/>
                  </a:lnTo>
                  <a:cubicBezTo>
                    <a:pt x="1935" y="1402"/>
                    <a:pt x="1902" y="1335"/>
                    <a:pt x="1902" y="1302"/>
                  </a:cubicBezTo>
                  <a:cubicBezTo>
                    <a:pt x="1902" y="1235"/>
                    <a:pt x="1868" y="1201"/>
                    <a:pt x="1835" y="1168"/>
                  </a:cubicBezTo>
                  <a:cubicBezTo>
                    <a:pt x="1813" y="1168"/>
                    <a:pt x="1776" y="1153"/>
                    <a:pt x="1743" y="1153"/>
                  </a:cubicBezTo>
                  <a:close/>
                  <a:moveTo>
                    <a:pt x="1701" y="1"/>
                  </a:moveTo>
                  <a:lnTo>
                    <a:pt x="1501" y="101"/>
                  </a:lnTo>
                  <a:cubicBezTo>
                    <a:pt x="1468" y="134"/>
                    <a:pt x="1468" y="134"/>
                    <a:pt x="1435" y="167"/>
                  </a:cubicBezTo>
                  <a:cubicBezTo>
                    <a:pt x="1435" y="167"/>
                    <a:pt x="1401" y="201"/>
                    <a:pt x="1401" y="234"/>
                  </a:cubicBezTo>
                  <a:lnTo>
                    <a:pt x="200" y="3069"/>
                  </a:lnTo>
                  <a:cubicBezTo>
                    <a:pt x="167" y="3103"/>
                    <a:pt x="167" y="3103"/>
                    <a:pt x="200" y="3103"/>
                  </a:cubicBezTo>
                  <a:cubicBezTo>
                    <a:pt x="167" y="3103"/>
                    <a:pt x="167" y="3136"/>
                    <a:pt x="200" y="3136"/>
                  </a:cubicBezTo>
                  <a:lnTo>
                    <a:pt x="234" y="3136"/>
                  </a:lnTo>
                  <a:lnTo>
                    <a:pt x="434" y="3036"/>
                  </a:lnTo>
                  <a:cubicBezTo>
                    <a:pt x="467" y="3003"/>
                    <a:pt x="467" y="3003"/>
                    <a:pt x="501" y="2969"/>
                  </a:cubicBezTo>
                  <a:cubicBezTo>
                    <a:pt x="501" y="2969"/>
                    <a:pt x="534" y="2936"/>
                    <a:pt x="534" y="2903"/>
                  </a:cubicBezTo>
                  <a:lnTo>
                    <a:pt x="1735" y="67"/>
                  </a:lnTo>
                  <a:lnTo>
                    <a:pt x="1735" y="34"/>
                  </a:lnTo>
                  <a:cubicBezTo>
                    <a:pt x="1735" y="34"/>
                    <a:pt x="1735" y="1"/>
                    <a:pt x="173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43"/>
            <p:cNvSpPr/>
            <p:nvPr/>
          </p:nvSpPr>
          <p:spPr>
            <a:xfrm>
              <a:off x="4605950" y="4269325"/>
              <a:ext cx="79250" cy="101775"/>
            </a:xfrm>
            <a:custGeom>
              <a:rect b="b" l="l" r="r" t="t"/>
              <a:pathLst>
                <a:path extrusionOk="0" h="4071" w="3170">
                  <a:moveTo>
                    <a:pt x="2636" y="1"/>
                  </a:moveTo>
                  <a:cubicBezTo>
                    <a:pt x="1569" y="1068"/>
                    <a:pt x="668" y="2336"/>
                    <a:pt x="1" y="3703"/>
                  </a:cubicBezTo>
                  <a:lnTo>
                    <a:pt x="1335" y="4070"/>
                  </a:lnTo>
                  <a:cubicBezTo>
                    <a:pt x="1802" y="3136"/>
                    <a:pt x="2403" y="2269"/>
                    <a:pt x="3170" y="1502"/>
                  </a:cubicBezTo>
                  <a:lnTo>
                    <a:pt x="2636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43"/>
            <p:cNvSpPr/>
            <p:nvPr/>
          </p:nvSpPr>
          <p:spPr>
            <a:xfrm>
              <a:off x="4686850" y="4196775"/>
              <a:ext cx="90100" cy="93425"/>
            </a:xfrm>
            <a:custGeom>
              <a:rect b="b" l="l" r="r" t="t"/>
              <a:pathLst>
                <a:path extrusionOk="0" h="3737" w="3604">
                  <a:moveTo>
                    <a:pt x="3603" y="1"/>
                  </a:moveTo>
                  <a:lnTo>
                    <a:pt x="3603" y="1"/>
                  </a:lnTo>
                  <a:cubicBezTo>
                    <a:pt x="2969" y="134"/>
                    <a:pt x="2369" y="401"/>
                    <a:pt x="1802" y="735"/>
                  </a:cubicBezTo>
                  <a:cubicBezTo>
                    <a:pt x="1168" y="1101"/>
                    <a:pt x="534" y="1568"/>
                    <a:pt x="1" y="2069"/>
                  </a:cubicBezTo>
                  <a:lnTo>
                    <a:pt x="534" y="3737"/>
                  </a:lnTo>
                  <a:cubicBezTo>
                    <a:pt x="935" y="3370"/>
                    <a:pt x="1335" y="3070"/>
                    <a:pt x="1802" y="2836"/>
                  </a:cubicBezTo>
                  <a:cubicBezTo>
                    <a:pt x="2169" y="2603"/>
                    <a:pt x="2602" y="2436"/>
                    <a:pt x="3036" y="2302"/>
                  </a:cubicBezTo>
                  <a:lnTo>
                    <a:pt x="3603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43"/>
            <p:cNvSpPr/>
            <p:nvPr/>
          </p:nvSpPr>
          <p:spPr>
            <a:xfrm>
              <a:off x="4772750" y="4192650"/>
              <a:ext cx="86750" cy="72525"/>
            </a:xfrm>
            <a:custGeom>
              <a:rect b="b" l="l" r="r" t="t"/>
              <a:pathLst>
                <a:path extrusionOk="0" h="2901" w="3470">
                  <a:moveTo>
                    <a:pt x="1239" y="1"/>
                  </a:moveTo>
                  <a:cubicBezTo>
                    <a:pt x="1016" y="1"/>
                    <a:pt x="791" y="22"/>
                    <a:pt x="567" y="66"/>
                  </a:cubicBezTo>
                  <a:lnTo>
                    <a:pt x="0" y="2367"/>
                  </a:lnTo>
                  <a:cubicBezTo>
                    <a:pt x="130" y="2349"/>
                    <a:pt x="261" y="2339"/>
                    <a:pt x="392" y="2339"/>
                  </a:cubicBezTo>
                  <a:cubicBezTo>
                    <a:pt x="967" y="2339"/>
                    <a:pt x="1540" y="2521"/>
                    <a:pt x="2002" y="2901"/>
                  </a:cubicBezTo>
                  <a:lnTo>
                    <a:pt x="3469" y="833"/>
                  </a:lnTo>
                  <a:cubicBezTo>
                    <a:pt x="2842" y="284"/>
                    <a:pt x="2050" y="1"/>
                    <a:pt x="123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43"/>
            <p:cNvSpPr/>
            <p:nvPr/>
          </p:nvSpPr>
          <p:spPr>
            <a:xfrm>
              <a:off x="4575100" y="4375250"/>
              <a:ext cx="58400" cy="103425"/>
            </a:xfrm>
            <a:custGeom>
              <a:rect b="b" l="l" r="r" t="t"/>
              <a:pathLst>
                <a:path extrusionOk="0" h="4137" w="2336">
                  <a:moveTo>
                    <a:pt x="1001" y="0"/>
                  </a:moveTo>
                  <a:cubicBezTo>
                    <a:pt x="401" y="1301"/>
                    <a:pt x="67" y="2702"/>
                    <a:pt x="1" y="4136"/>
                  </a:cubicBezTo>
                  <a:lnTo>
                    <a:pt x="1635" y="3202"/>
                  </a:lnTo>
                  <a:cubicBezTo>
                    <a:pt x="1702" y="2202"/>
                    <a:pt x="1935" y="1234"/>
                    <a:pt x="2336" y="334"/>
                  </a:cubicBezTo>
                  <a:lnTo>
                    <a:pt x="100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43"/>
            <p:cNvSpPr/>
            <p:nvPr/>
          </p:nvSpPr>
          <p:spPr>
            <a:xfrm>
              <a:off x="4574275" y="4466975"/>
              <a:ext cx="58400" cy="98425"/>
            </a:xfrm>
            <a:custGeom>
              <a:rect b="b" l="l" r="r" t="t"/>
              <a:pathLst>
                <a:path extrusionOk="0" h="3937" w="2336">
                  <a:moveTo>
                    <a:pt x="1668" y="0"/>
                  </a:moveTo>
                  <a:lnTo>
                    <a:pt x="0" y="968"/>
                  </a:lnTo>
                  <a:cubicBezTo>
                    <a:pt x="0" y="2035"/>
                    <a:pt x="334" y="3103"/>
                    <a:pt x="1001" y="3937"/>
                  </a:cubicBezTo>
                  <a:lnTo>
                    <a:pt x="2335" y="2069"/>
                  </a:lnTo>
                  <a:cubicBezTo>
                    <a:pt x="1902" y="1468"/>
                    <a:pt x="1668" y="734"/>
                    <a:pt x="16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43"/>
            <p:cNvSpPr/>
            <p:nvPr/>
          </p:nvSpPr>
          <p:spPr>
            <a:xfrm>
              <a:off x="4603450" y="4540350"/>
              <a:ext cx="85925" cy="73375"/>
            </a:xfrm>
            <a:custGeom>
              <a:rect b="b" l="l" r="r" t="t"/>
              <a:pathLst>
                <a:path extrusionOk="0" h="2935" w="3437">
                  <a:moveTo>
                    <a:pt x="1469" y="1"/>
                  </a:moveTo>
                  <a:lnTo>
                    <a:pt x="1" y="2102"/>
                  </a:lnTo>
                  <a:cubicBezTo>
                    <a:pt x="602" y="2652"/>
                    <a:pt x="1409" y="2934"/>
                    <a:pt x="2228" y="2934"/>
                  </a:cubicBezTo>
                  <a:cubicBezTo>
                    <a:pt x="2453" y="2934"/>
                    <a:pt x="2680" y="2913"/>
                    <a:pt x="2903" y="2870"/>
                  </a:cubicBezTo>
                  <a:lnTo>
                    <a:pt x="3437" y="535"/>
                  </a:lnTo>
                  <a:lnTo>
                    <a:pt x="3437" y="535"/>
                  </a:lnTo>
                  <a:cubicBezTo>
                    <a:pt x="3294" y="562"/>
                    <a:pt x="3149" y="575"/>
                    <a:pt x="3005" y="575"/>
                  </a:cubicBezTo>
                  <a:cubicBezTo>
                    <a:pt x="2445" y="575"/>
                    <a:pt x="1893" y="373"/>
                    <a:pt x="146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43"/>
            <p:cNvSpPr/>
            <p:nvPr/>
          </p:nvSpPr>
          <p:spPr>
            <a:xfrm>
              <a:off x="4686025" y="4516175"/>
              <a:ext cx="90075" cy="93425"/>
            </a:xfrm>
            <a:custGeom>
              <a:rect b="b" l="l" r="r" t="t"/>
              <a:pathLst>
                <a:path extrusionOk="0" h="3737" w="3603">
                  <a:moveTo>
                    <a:pt x="3036" y="1"/>
                  </a:moveTo>
                  <a:cubicBezTo>
                    <a:pt x="2669" y="334"/>
                    <a:pt x="2235" y="634"/>
                    <a:pt x="1801" y="901"/>
                  </a:cubicBezTo>
                  <a:cubicBezTo>
                    <a:pt x="1401" y="1135"/>
                    <a:pt x="1001" y="1301"/>
                    <a:pt x="567" y="1402"/>
                  </a:cubicBezTo>
                  <a:lnTo>
                    <a:pt x="0" y="3737"/>
                  </a:lnTo>
                  <a:cubicBezTo>
                    <a:pt x="634" y="3570"/>
                    <a:pt x="1234" y="3336"/>
                    <a:pt x="1801" y="3003"/>
                  </a:cubicBezTo>
                  <a:cubicBezTo>
                    <a:pt x="2435" y="2602"/>
                    <a:pt x="3036" y="2169"/>
                    <a:pt x="3603" y="1668"/>
                  </a:cubicBezTo>
                  <a:lnTo>
                    <a:pt x="3036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43"/>
            <p:cNvSpPr/>
            <p:nvPr/>
          </p:nvSpPr>
          <p:spPr>
            <a:xfrm>
              <a:off x="4772750" y="4435275"/>
              <a:ext cx="86750" cy="111775"/>
            </a:xfrm>
            <a:custGeom>
              <a:rect b="b" l="l" r="r" t="t"/>
              <a:pathLst>
                <a:path extrusionOk="0" h="4471" w="3470">
                  <a:moveTo>
                    <a:pt x="2002" y="1"/>
                  </a:moveTo>
                  <a:cubicBezTo>
                    <a:pt x="1501" y="1035"/>
                    <a:pt x="801" y="1969"/>
                    <a:pt x="0" y="2803"/>
                  </a:cubicBezTo>
                  <a:lnTo>
                    <a:pt x="567" y="4471"/>
                  </a:lnTo>
                  <a:cubicBezTo>
                    <a:pt x="1768" y="3270"/>
                    <a:pt x="2736" y="1902"/>
                    <a:pt x="3469" y="368"/>
                  </a:cubicBezTo>
                  <a:lnTo>
                    <a:pt x="200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43"/>
            <p:cNvSpPr/>
            <p:nvPr/>
          </p:nvSpPr>
          <p:spPr>
            <a:xfrm>
              <a:off x="4829450" y="4220125"/>
              <a:ext cx="64250" cy="108450"/>
            </a:xfrm>
            <a:custGeom>
              <a:rect b="b" l="l" r="r" t="t"/>
              <a:pathLst>
                <a:path extrusionOk="0" h="4338" w="2570">
                  <a:moveTo>
                    <a:pt x="1468" y="1"/>
                  </a:moveTo>
                  <a:lnTo>
                    <a:pt x="1" y="2102"/>
                  </a:lnTo>
                  <a:cubicBezTo>
                    <a:pt x="501" y="2736"/>
                    <a:pt x="768" y="3537"/>
                    <a:pt x="768" y="4337"/>
                  </a:cubicBezTo>
                  <a:lnTo>
                    <a:pt x="2569" y="3303"/>
                  </a:lnTo>
                  <a:cubicBezTo>
                    <a:pt x="2536" y="1869"/>
                    <a:pt x="2135" y="735"/>
                    <a:pt x="146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43"/>
            <p:cNvSpPr/>
            <p:nvPr/>
          </p:nvSpPr>
          <p:spPr>
            <a:xfrm>
              <a:off x="4829450" y="4315200"/>
              <a:ext cx="64250" cy="115100"/>
            </a:xfrm>
            <a:custGeom>
              <a:rect b="b" l="l" r="r" t="t"/>
              <a:pathLst>
                <a:path extrusionOk="0" h="4604" w="2570">
                  <a:moveTo>
                    <a:pt x="2569" y="0"/>
                  </a:moveTo>
                  <a:lnTo>
                    <a:pt x="768" y="1068"/>
                  </a:lnTo>
                  <a:cubicBezTo>
                    <a:pt x="701" y="2135"/>
                    <a:pt x="434" y="3203"/>
                    <a:pt x="1" y="4203"/>
                  </a:cubicBezTo>
                  <a:lnTo>
                    <a:pt x="1468" y="4604"/>
                  </a:lnTo>
                  <a:cubicBezTo>
                    <a:pt x="2135" y="3169"/>
                    <a:pt x="2502" y="1602"/>
                    <a:pt x="256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43"/>
            <p:cNvSpPr/>
            <p:nvPr/>
          </p:nvSpPr>
          <p:spPr>
            <a:xfrm>
              <a:off x="3259175" y="2889175"/>
              <a:ext cx="346700" cy="311925"/>
            </a:xfrm>
            <a:custGeom>
              <a:rect b="b" l="l" r="r" t="t"/>
              <a:pathLst>
                <a:path extrusionOk="0" h="12477" w="13868">
                  <a:moveTo>
                    <a:pt x="10908" y="1"/>
                  </a:moveTo>
                  <a:cubicBezTo>
                    <a:pt x="10741" y="1"/>
                    <a:pt x="10574" y="134"/>
                    <a:pt x="10541" y="301"/>
                  </a:cubicBezTo>
                  <a:lnTo>
                    <a:pt x="8273" y="5071"/>
                  </a:lnTo>
                  <a:cubicBezTo>
                    <a:pt x="8273" y="5071"/>
                    <a:pt x="8239" y="5104"/>
                    <a:pt x="8239" y="5104"/>
                  </a:cubicBezTo>
                  <a:cubicBezTo>
                    <a:pt x="8206" y="5104"/>
                    <a:pt x="8173" y="5071"/>
                    <a:pt x="8139" y="5004"/>
                  </a:cubicBezTo>
                  <a:lnTo>
                    <a:pt x="6004" y="1335"/>
                  </a:lnTo>
                  <a:cubicBezTo>
                    <a:pt x="5871" y="1035"/>
                    <a:pt x="5671" y="1035"/>
                    <a:pt x="5571" y="1035"/>
                  </a:cubicBezTo>
                  <a:cubicBezTo>
                    <a:pt x="5404" y="1068"/>
                    <a:pt x="5271" y="1201"/>
                    <a:pt x="5237" y="1368"/>
                  </a:cubicBezTo>
                  <a:lnTo>
                    <a:pt x="2869" y="8140"/>
                  </a:lnTo>
                  <a:cubicBezTo>
                    <a:pt x="2835" y="8206"/>
                    <a:pt x="2802" y="8240"/>
                    <a:pt x="2802" y="8240"/>
                  </a:cubicBezTo>
                  <a:cubicBezTo>
                    <a:pt x="2769" y="8240"/>
                    <a:pt x="2702" y="8240"/>
                    <a:pt x="2669" y="8173"/>
                  </a:cubicBezTo>
                  <a:lnTo>
                    <a:pt x="2068" y="7573"/>
                  </a:lnTo>
                  <a:cubicBezTo>
                    <a:pt x="1966" y="7471"/>
                    <a:pt x="1825" y="7427"/>
                    <a:pt x="1690" y="7427"/>
                  </a:cubicBezTo>
                  <a:cubicBezTo>
                    <a:pt x="1648" y="7427"/>
                    <a:pt x="1607" y="7431"/>
                    <a:pt x="1568" y="7439"/>
                  </a:cubicBezTo>
                  <a:cubicBezTo>
                    <a:pt x="1401" y="7506"/>
                    <a:pt x="1268" y="7639"/>
                    <a:pt x="1234" y="7840"/>
                  </a:cubicBezTo>
                  <a:lnTo>
                    <a:pt x="33" y="12209"/>
                  </a:lnTo>
                  <a:cubicBezTo>
                    <a:pt x="0" y="12343"/>
                    <a:pt x="67" y="12443"/>
                    <a:pt x="167" y="12476"/>
                  </a:cubicBezTo>
                  <a:lnTo>
                    <a:pt x="234" y="12476"/>
                  </a:lnTo>
                  <a:cubicBezTo>
                    <a:pt x="300" y="12476"/>
                    <a:pt x="400" y="12443"/>
                    <a:pt x="434" y="12343"/>
                  </a:cubicBezTo>
                  <a:lnTo>
                    <a:pt x="1635" y="7940"/>
                  </a:lnTo>
                  <a:cubicBezTo>
                    <a:pt x="1668" y="7873"/>
                    <a:pt x="1701" y="7840"/>
                    <a:pt x="1701" y="7840"/>
                  </a:cubicBezTo>
                  <a:cubicBezTo>
                    <a:pt x="1735" y="7840"/>
                    <a:pt x="1768" y="7840"/>
                    <a:pt x="1801" y="7873"/>
                  </a:cubicBezTo>
                  <a:lnTo>
                    <a:pt x="2435" y="8473"/>
                  </a:lnTo>
                  <a:cubicBezTo>
                    <a:pt x="2518" y="8584"/>
                    <a:pt x="2670" y="8649"/>
                    <a:pt x="2814" y="8649"/>
                  </a:cubicBezTo>
                  <a:cubicBezTo>
                    <a:pt x="2844" y="8649"/>
                    <a:pt x="2874" y="8646"/>
                    <a:pt x="2902" y="8640"/>
                  </a:cubicBezTo>
                  <a:cubicBezTo>
                    <a:pt x="3069" y="8573"/>
                    <a:pt x="3236" y="8440"/>
                    <a:pt x="3269" y="8273"/>
                  </a:cubicBezTo>
                  <a:lnTo>
                    <a:pt x="5604" y="1502"/>
                  </a:lnTo>
                  <a:cubicBezTo>
                    <a:pt x="5604" y="1502"/>
                    <a:pt x="5604" y="1468"/>
                    <a:pt x="5604" y="1468"/>
                  </a:cubicBezTo>
                  <a:cubicBezTo>
                    <a:pt x="5637" y="1502"/>
                    <a:pt x="5637" y="1502"/>
                    <a:pt x="5671" y="1535"/>
                  </a:cubicBezTo>
                  <a:lnTo>
                    <a:pt x="7806" y="5238"/>
                  </a:lnTo>
                  <a:cubicBezTo>
                    <a:pt x="7872" y="5404"/>
                    <a:pt x="8073" y="5538"/>
                    <a:pt x="8239" y="5538"/>
                  </a:cubicBezTo>
                  <a:cubicBezTo>
                    <a:pt x="8406" y="5505"/>
                    <a:pt x="8573" y="5404"/>
                    <a:pt x="8640" y="5238"/>
                  </a:cubicBezTo>
                  <a:lnTo>
                    <a:pt x="10875" y="468"/>
                  </a:lnTo>
                  <a:cubicBezTo>
                    <a:pt x="10908" y="434"/>
                    <a:pt x="10908" y="401"/>
                    <a:pt x="10908" y="401"/>
                  </a:cubicBezTo>
                  <a:cubicBezTo>
                    <a:pt x="10975" y="434"/>
                    <a:pt x="10975" y="468"/>
                    <a:pt x="11008" y="501"/>
                  </a:cubicBezTo>
                  <a:lnTo>
                    <a:pt x="13410" y="4671"/>
                  </a:lnTo>
                  <a:cubicBezTo>
                    <a:pt x="13452" y="4744"/>
                    <a:pt x="13517" y="4775"/>
                    <a:pt x="13582" y="4775"/>
                  </a:cubicBezTo>
                  <a:cubicBezTo>
                    <a:pt x="13725" y="4775"/>
                    <a:pt x="13868" y="4630"/>
                    <a:pt x="13777" y="4470"/>
                  </a:cubicBezTo>
                  <a:lnTo>
                    <a:pt x="11375" y="301"/>
                  </a:lnTo>
                  <a:cubicBezTo>
                    <a:pt x="11275" y="134"/>
                    <a:pt x="11108" y="1"/>
                    <a:pt x="1090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43"/>
            <p:cNvSpPr/>
            <p:nvPr/>
          </p:nvSpPr>
          <p:spPr>
            <a:xfrm>
              <a:off x="3265000" y="2973300"/>
              <a:ext cx="333600" cy="368725"/>
            </a:xfrm>
            <a:custGeom>
              <a:rect b="b" l="l" r="r" t="t"/>
              <a:pathLst>
                <a:path extrusionOk="0" h="14749" w="13344">
                  <a:moveTo>
                    <a:pt x="10724" y="0"/>
                  </a:moveTo>
                  <a:cubicBezTo>
                    <a:pt x="10646" y="0"/>
                    <a:pt x="10576" y="67"/>
                    <a:pt x="10541" y="205"/>
                  </a:cubicBezTo>
                  <a:lnTo>
                    <a:pt x="8140" y="7910"/>
                  </a:lnTo>
                  <a:cubicBezTo>
                    <a:pt x="8106" y="8044"/>
                    <a:pt x="8040" y="8110"/>
                    <a:pt x="7960" y="8110"/>
                  </a:cubicBezTo>
                  <a:cubicBezTo>
                    <a:pt x="7881" y="8110"/>
                    <a:pt x="7790" y="8044"/>
                    <a:pt x="7706" y="7910"/>
                  </a:cubicBezTo>
                  <a:lnTo>
                    <a:pt x="5571" y="4241"/>
                  </a:lnTo>
                  <a:cubicBezTo>
                    <a:pt x="5505" y="4108"/>
                    <a:pt x="5421" y="4041"/>
                    <a:pt x="5346" y="4041"/>
                  </a:cubicBezTo>
                  <a:cubicBezTo>
                    <a:pt x="5271" y="4041"/>
                    <a:pt x="5204" y="4108"/>
                    <a:pt x="5171" y="4241"/>
                  </a:cubicBezTo>
                  <a:lnTo>
                    <a:pt x="2803" y="11013"/>
                  </a:lnTo>
                  <a:cubicBezTo>
                    <a:pt x="2771" y="11122"/>
                    <a:pt x="2718" y="11180"/>
                    <a:pt x="2657" y="11180"/>
                  </a:cubicBezTo>
                  <a:cubicBezTo>
                    <a:pt x="2587" y="11180"/>
                    <a:pt x="2507" y="11105"/>
                    <a:pt x="2436" y="10946"/>
                  </a:cubicBezTo>
                  <a:lnTo>
                    <a:pt x="1535" y="8644"/>
                  </a:lnTo>
                  <a:cubicBezTo>
                    <a:pt x="1466" y="8490"/>
                    <a:pt x="1398" y="8415"/>
                    <a:pt x="1334" y="8415"/>
                  </a:cubicBezTo>
                  <a:cubicBezTo>
                    <a:pt x="1273" y="8415"/>
                    <a:pt x="1217" y="8481"/>
                    <a:pt x="1168" y="8611"/>
                  </a:cubicBezTo>
                  <a:lnTo>
                    <a:pt x="1" y="13014"/>
                  </a:lnTo>
                  <a:lnTo>
                    <a:pt x="1" y="14749"/>
                  </a:lnTo>
                  <a:lnTo>
                    <a:pt x="13343" y="7043"/>
                  </a:lnTo>
                  <a:lnTo>
                    <a:pt x="13343" y="3240"/>
                  </a:lnTo>
                  <a:lnTo>
                    <a:pt x="10942" y="171"/>
                  </a:lnTo>
                  <a:cubicBezTo>
                    <a:pt x="10877" y="59"/>
                    <a:pt x="10797" y="0"/>
                    <a:pt x="1072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43"/>
            <p:cNvSpPr/>
            <p:nvPr/>
          </p:nvSpPr>
          <p:spPr>
            <a:xfrm>
              <a:off x="3378425" y="2897600"/>
              <a:ext cx="40050" cy="51250"/>
            </a:xfrm>
            <a:custGeom>
              <a:rect b="b" l="l" r="r" t="t"/>
              <a:pathLst>
                <a:path extrusionOk="0" h="2050" w="1602">
                  <a:moveTo>
                    <a:pt x="1144" y="0"/>
                  </a:moveTo>
                  <a:cubicBezTo>
                    <a:pt x="1040" y="0"/>
                    <a:pt x="923" y="32"/>
                    <a:pt x="801" y="97"/>
                  </a:cubicBezTo>
                  <a:cubicBezTo>
                    <a:pt x="334" y="397"/>
                    <a:pt x="34" y="931"/>
                    <a:pt x="0" y="1465"/>
                  </a:cubicBezTo>
                  <a:cubicBezTo>
                    <a:pt x="0" y="1839"/>
                    <a:pt x="181" y="2050"/>
                    <a:pt x="438" y="2050"/>
                  </a:cubicBezTo>
                  <a:cubicBezTo>
                    <a:pt x="548" y="2050"/>
                    <a:pt x="671" y="2012"/>
                    <a:pt x="801" y="1932"/>
                  </a:cubicBezTo>
                  <a:cubicBezTo>
                    <a:pt x="1268" y="1632"/>
                    <a:pt x="1568" y="1131"/>
                    <a:pt x="1601" y="564"/>
                  </a:cubicBezTo>
                  <a:cubicBezTo>
                    <a:pt x="1601" y="205"/>
                    <a:pt x="1412" y="0"/>
                    <a:pt x="114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43"/>
            <p:cNvSpPr/>
            <p:nvPr/>
          </p:nvSpPr>
          <p:spPr>
            <a:xfrm>
              <a:off x="3246650" y="3171375"/>
              <a:ext cx="401975" cy="235700"/>
            </a:xfrm>
            <a:custGeom>
              <a:rect b="b" l="l" r="r" t="t"/>
              <a:pathLst>
                <a:path extrusionOk="0" h="9428" w="16079">
                  <a:moveTo>
                    <a:pt x="15872" y="1"/>
                  </a:moveTo>
                  <a:cubicBezTo>
                    <a:pt x="15836" y="1"/>
                    <a:pt x="15803" y="8"/>
                    <a:pt x="15779" y="21"/>
                  </a:cubicBezTo>
                  <a:lnTo>
                    <a:pt x="134" y="9060"/>
                  </a:lnTo>
                  <a:cubicBezTo>
                    <a:pt x="34" y="9127"/>
                    <a:pt x="1" y="9227"/>
                    <a:pt x="67" y="9327"/>
                  </a:cubicBezTo>
                  <a:cubicBezTo>
                    <a:pt x="101" y="9394"/>
                    <a:pt x="168" y="9427"/>
                    <a:pt x="234" y="9427"/>
                  </a:cubicBezTo>
                  <a:cubicBezTo>
                    <a:pt x="268" y="9427"/>
                    <a:pt x="301" y="9427"/>
                    <a:pt x="334" y="9394"/>
                  </a:cubicBezTo>
                  <a:lnTo>
                    <a:pt x="15979" y="388"/>
                  </a:lnTo>
                  <a:cubicBezTo>
                    <a:pt x="16079" y="321"/>
                    <a:pt x="16079" y="187"/>
                    <a:pt x="16046" y="87"/>
                  </a:cubicBezTo>
                  <a:cubicBezTo>
                    <a:pt x="16003" y="24"/>
                    <a:pt x="15934" y="1"/>
                    <a:pt x="1587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43"/>
            <p:cNvSpPr/>
            <p:nvPr/>
          </p:nvSpPr>
          <p:spPr>
            <a:xfrm>
              <a:off x="3440950" y="3284675"/>
              <a:ext cx="10875" cy="205800"/>
            </a:xfrm>
            <a:custGeom>
              <a:rect b="b" l="l" r="r" t="t"/>
              <a:pathLst>
                <a:path extrusionOk="0" h="8232" w="435">
                  <a:moveTo>
                    <a:pt x="201" y="0"/>
                  </a:moveTo>
                  <a:cubicBezTo>
                    <a:pt x="101" y="0"/>
                    <a:pt x="1" y="75"/>
                    <a:pt x="1" y="225"/>
                  </a:cubicBezTo>
                  <a:lnTo>
                    <a:pt x="1" y="8031"/>
                  </a:lnTo>
                  <a:cubicBezTo>
                    <a:pt x="1" y="8131"/>
                    <a:pt x="68" y="8231"/>
                    <a:pt x="201" y="8231"/>
                  </a:cubicBezTo>
                  <a:cubicBezTo>
                    <a:pt x="301" y="8231"/>
                    <a:pt x="435" y="8131"/>
                    <a:pt x="401" y="8031"/>
                  </a:cubicBezTo>
                  <a:lnTo>
                    <a:pt x="401" y="225"/>
                  </a:lnTo>
                  <a:cubicBezTo>
                    <a:pt x="401" y="75"/>
                    <a:pt x="301" y="0"/>
                    <a:pt x="20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43"/>
            <p:cNvSpPr/>
            <p:nvPr/>
          </p:nvSpPr>
          <p:spPr>
            <a:xfrm>
              <a:off x="3843750" y="1640775"/>
              <a:ext cx="301900" cy="466775"/>
            </a:xfrm>
            <a:custGeom>
              <a:rect b="b" l="l" r="r" t="t"/>
              <a:pathLst>
                <a:path extrusionOk="0" h="18671" w="12076">
                  <a:moveTo>
                    <a:pt x="7639" y="1"/>
                  </a:moveTo>
                  <a:lnTo>
                    <a:pt x="7638" y="7"/>
                  </a:lnTo>
                  <a:lnTo>
                    <a:pt x="7638" y="7"/>
                  </a:lnTo>
                  <a:cubicBezTo>
                    <a:pt x="7650" y="5"/>
                    <a:pt x="7661" y="3"/>
                    <a:pt x="7673" y="1"/>
                  </a:cubicBezTo>
                  <a:close/>
                  <a:moveTo>
                    <a:pt x="7638" y="7"/>
                  </a:moveTo>
                  <a:lnTo>
                    <a:pt x="7638" y="7"/>
                  </a:lnTo>
                  <a:cubicBezTo>
                    <a:pt x="7116" y="111"/>
                    <a:pt x="6595" y="340"/>
                    <a:pt x="6138" y="601"/>
                  </a:cubicBezTo>
                  <a:cubicBezTo>
                    <a:pt x="2736" y="2569"/>
                    <a:pt x="0" y="8040"/>
                    <a:pt x="0" y="12843"/>
                  </a:cubicBezTo>
                  <a:cubicBezTo>
                    <a:pt x="0" y="16486"/>
                    <a:pt x="1573" y="18670"/>
                    <a:pt x="3817" y="18670"/>
                  </a:cubicBezTo>
                  <a:cubicBezTo>
                    <a:pt x="4532" y="18670"/>
                    <a:pt x="5316" y="18448"/>
                    <a:pt x="6138" y="17980"/>
                  </a:cubicBezTo>
                  <a:cubicBezTo>
                    <a:pt x="9007" y="16313"/>
                    <a:pt x="11409" y="12143"/>
                    <a:pt x="12076" y="8007"/>
                  </a:cubicBezTo>
                  <a:lnTo>
                    <a:pt x="12076" y="8007"/>
                  </a:lnTo>
                  <a:lnTo>
                    <a:pt x="10408" y="8373"/>
                  </a:lnTo>
                  <a:cubicBezTo>
                    <a:pt x="9908" y="11342"/>
                    <a:pt x="8173" y="14311"/>
                    <a:pt x="6138" y="15512"/>
                  </a:cubicBezTo>
                  <a:cubicBezTo>
                    <a:pt x="5552" y="15849"/>
                    <a:pt x="4994" y="16008"/>
                    <a:pt x="4483" y="16008"/>
                  </a:cubicBezTo>
                  <a:cubicBezTo>
                    <a:pt x="2870" y="16008"/>
                    <a:pt x="1735" y="14419"/>
                    <a:pt x="1735" y="11809"/>
                  </a:cubicBezTo>
                  <a:cubicBezTo>
                    <a:pt x="1768" y="8407"/>
                    <a:pt x="3703" y="4471"/>
                    <a:pt x="6138" y="3070"/>
                  </a:cubicBezTo>
                  <a:cubicBezTo>
                    <a:pt x="6472" y="2870"/>
                    <a:pt x="6839" y="2736"/>
                    <a:pt x="7239" y="2636"/>
                  </a:cubicBezTo>
                  <a:lnTo>
                    <a:pt x="7638" y="7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43"/>
            <p:cNvSpPr/>
            <p:nvPr/>
          </p:nvSpPr>
          <p:spPr>
            <a:xfrm>
              <a:off x="3931300" y="1772575"/>
              <a:ext cx="131800" cy="200950"/>
            </a:xfrm>
            <a:custGeom>
              <a:rect b="b" l="l" r="r" t="t"/>
              <a:pathLst>
                <a:path extrusionOk="0" h="8038" w="5272">
                  <a:moveTo>
                    <a:pt x="3640" y="1"/>
                  </a:moveTo>
                  <a:cubicBezTo>
                    <a:pt x="3332" y="1"/>
                    <a:pt x="2993" y="97"/>
                    <a:pt x="2636" y="299"/>
                  </a:cubicBezTo>
                  <a:cubicBezTo>
                    <a:pt x="1168" y="1133"/>
                    <a:pt x="1" y="3502"/>
                    <a:pt x="1" y="5537"/>
                  </a:cubicBezTo>
                  <a:cubicBezTo>
                    <a:pt x="1" y="7102"/>
                    <a:pt x="670" y="8037"/>
                    <a:pt x="1632" y="8037"/>
                  </a:cubicBezTo>
                  <a:cubicBezTo>
                    <a:pt x="1941" y="8037"/>
                    <a:pt x="2280" y="7941"/>
                    <a:pt x="2636" y="7738"/>
                  </a:cubicBezTo>
                  <a:cubicBezTo>
                    <a:pt x="4104" y="6904"/>
                    <a:pt x="5271" y="4536"/>
                    <a:pt x="5271" y="2501"/>
                  </a:cubicBezTo>
                  <a:cubicBezTo>
                    <a:pt x="5271" y="935"/>
                    <a:pt x="4602" y="1"/>
                    <a:pt x="364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43"/>
            <p:cNvSpPr/>
            <p:nvPr/>
          </p:nvSpPr>
          <p:spPr>
            <a:xfrm>
              <a:off x="4046400" y="1614450"/>
              <a:ext cx="125950" cy="211500"/>
            </a:xfrm>
            <a:custGeom>
              <a:rect b="b" l="l" r="r" t="t"/>
              <a:pathLst>
                <a:path extrusionOk="0" h="8460" w="5038">
                  <a:moveTo>
                    <a:pt x="1194" y="0"/>
                  </a:moveTo>
                  <a:cubicBezTo>
                    <a:pt x="937" y="0"/>
                    <a:pt x="673" y="29"/>
                    <a:pt x="401" y="86"/>
                  </a:cubicBezTo>
                  <a:lnTo>
                    <a:pt x="0" y="2755"/>
                  </a:lnTo>
                  <a:cubicBezTo>
                    <a:pt x="204" y="2709"/>
                    <a:pt x="402" y="2686"/>
                    <a:pt x="593" y="2686"/>
                  </a:cubicBezTo>
                  <a:cubicBezTo>
                    <a:pt x="2186" y="2686"/>
                    <a:pt x="3303" y="4267"/>
                    <a:pt x="3303" y="6858"/>
                  </a:cubicBezTo>
                  <a:cubicBezTo>
                    <a:pt x="3269" y="7392"/>
                    <a:pt x="3236" y="7925"/>
                    <a:pt x="3136" y="8459"/>
                  </a:cubicBezTo>
                  <a:lnTo>
                    <a:pt x="4837" y="8092"/>
                  </a:lnTo>
                  <a:cubicBezTo>
                    <a:pt x="4970" y="7325"/>
                    <a:pt x="5037" y="6591"/>
                    <a:pt x="5037" y="5824"/>
                  </a:cubicBezTo>
                  <a:cubicBezTo>
                    <a:pt x="5037" y="2199"/>
                    <a:pt x="3450" y="0"/>
                    <a:pt x="119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43"/>
            <p:cNvSpPr/>
            <p:nvPr/>
          </p:nvSpPr>
          <p:spPr>
            <a:xfrm>
              <a:off x="3926300" y="2398000"/>
              <a:ext cx="45075" cy="356950"/>
            </a:xfrm>
            <a:custGeom>
              <a:rect b="b" l="l" r="r" t="t"/>
              <a:pathLst>
                <a:path extrusionOk="0" h="14278" w="1803">
                  <a:moveTo>
                    <a:pt x="1802" y="0"/>
                  </a:moveTo>
                  <a:lnTo>
                    <a:pt x="1" y="1034"/>
                  </a:lnTo>
                  <a:lnTo>
                    <a:pt x="1" y="14277"/>
                  </a:lnTo>
                  <a:lnTo>
                    <a:pt x="1802" y="13243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43"/>
            <p:cNvSpPr/>
            <p:nvPr/>
          </p:nvSpPr>
          <p:spPr>
            <a:xfrm>
              <a:off x="4179000" y="2428025"/>
              <a:ext cx="45050" cy="180975"/>
            </a:xfrm>
            <a:custGeom>
              <a:rect b="b" l="l" r="r" t="t"/>
              <a:pathLst>
                <a:path extrusionOk="0" h="7239" w="1802">
                  <a:moveTo>
                    <a:pt x="1801" y="0"/>
                  </a:moveTo>
                  <a:lnTo>
                    <a:pt x="0" y="1034"/>
                  </a:lnTo>
                  <a:lnTo>
                    <a:pt x="0" y="7239"/>
                  </a:lnTo>
                  <a:lnTo>
                    <a:pt x="1801" y="6204"/>
                  </a:lnTo>
                  <a:lnTo>
                    <a:pt x="1801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43"/>
            <p:cNvSpPr/>
            <p:nvPr/>
          </p:nvSpPr>
          <p:spPr>
            <a:xfrm>
              <a:off x="4116450" y="2378800"/>
              <a:ext cx="44225" cy="266900"/>
            </a:xfrm>
            <a:custGeom>
              <a:rect b="b" l="l" r="r" t="t"/>
              <a:pathLst>
                <a:path extrusionOk="0" h="10676" w="1769">
                  <a:moveTo>
                    <a:pt x="1768" y="1"/>
                  </a:moveTo>
                  <a:lnTo>
                    <a:pt x="0" y="1035"/>
                  </a:lnTo>
                  <a:lnTo>
                    <a:pt x="0" y="10675"/>
                  </a:lnTo>
                  <a:lnTo>
                    <a:pt x="1768" y="9641"/>
                  </a:lnTo>
                  <a:lnTo>
                    <a:pt x="176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43"/>
            <p:cNvSpPr/>
            <p:nvPr/>
          </p:nvSpPr>
          <p:spPr>
            <a:xfrm>
              <a:off x="4053075" y="2529750"/>
              <a:ext cx="45050" cy="152625"/>
            </a:xfrm>
            <a:custGeom>
              <a:rect b="b" l="l" r="r" t="t"/>
              <a:pathLst>
                <a:path extrusionOk="0" h="6105" w="1802">
                  <a:moveTo>
                    <a:pt x="1801" y="1"/>
                  </a:moveTo>
                  <a:lnTo>
                    <a:pt x="0" y="1035"/>
                  </a:lnTo>
                  <a:lnTo>
                    <a:pt x="0" y="6105"/>
                  </a:lnTo>
                  <a:lnTo>
                    <a:pt x="1801" y="5071"/>
                  </a:lnTo>
                  <a:lnTo>
                    <a:pt x="180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43"/>
            <p:cNvSpPr/>
            <p:nvPr/>
          </p:nvSpPr>
          <p:spPr>
            <a:xfrm>
              <a:off x="3989675" y="2526425"/>
              <a:ext cx="45075" cy="192650"/>
            </a:xfrm>
            <a:custGeom>
              <a:rect b="b" l="l" r="r" t="t"/>
              <a:pathLst>
                <a:path extrusionOk="0" h="7706" w="1803">
                  <a:moveTo>
                    <a:pt x="1802" y="0"/>
                  </a:moveTo>
                  <a:lnTo>
                    <a:pt x="1" y="1034"/>
                  </a:lnTo>
                  <a:lnTo>
                    <a:pt x="1" y="7706"/>
                  </a:lnTo>
                  <a:lnTo>
                    <a:pt x="1802" y="6638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43"/>
            <p:cNvSpPr/>
            <p:nvPr/>
          </p:nvSpPr>
          <p:spPr>
            <a:xfrm>
              <a:off x="3892950" y="2572400"/>
              <a:ext cx="404450" cy="235900"/>
            </a:xfrm>
            <a:custGeom>
              <a:rect b="b" l="l" r="r" t="t"/>
              <a:pathLst>
                <a:path extrusionOk="0" h="9436" w="16178">
                  <a:moveTo>
                    <a:pt x="15880" y="0"/>
                  </a:moveTo>
                  <a:cubicBezTo>
                    <a:pt x="15848" y="0"/>
                    <a:pt x="15813" y="9"/>
                    <a:pt x="15778" y="29"/>
                  </a:cubicBezTo>
                  <a:lnTo>
                    <a:pt x="134" y="9069"/>
                  </a:lnTo>
                  <a:cubicBezTo>
                    <a:pt x="34" y="9102"/>
                    <a:pt x="1" y="9236"/>
                    <a:pt x="67" y="9336"/>
                  </a:cubicBezTo>
                  <a:cubicBezTo>
                    <a:pt x="101" y="9403"/>
                    <a:pt x="167" y="9436"/>
                    <a:pt x="234" y="9436"/>
                  </a:cubicBezTo>
                  <a:cubicBezTo>
                    <a:pt x="267" y="9436"/>
                    <a:pt x="301" y="9436"/>
                    <a:pt x="334" y="9403"/>
                  </a:cubicBezTo>
                  <a:lnTo>
                    <a:pt x="15979" y="396"/>
                  </a:lnTo>
                  <a:cubicBezTo>
                    <a:pt x="16177" y="283"/>
                    <a:pt x="16062" y="0"/>
                    <a:pt x="1588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43"/>
            <p:cNvSpPr/>
            <p:nvPr/>
          </p:nvSpPr>
          <p:spPr>
            <a:xfrm>
              <a:off x="4087250" y="2685900"/>
              <a:ext cx="10875" cy="205800"/>
            </a:xfrm>
            <a:custGeom>
              <a:rect b="b" l="l" r="r" t="t"/>
              <a:pathLst>
                <a:path extrusionOk="0" h="8232" w="435">
                  <a:moveTo>
                    <a:pt x="201" y="1"/>
                  </a:moveTo>
                  <a:cubicBezTo>
                    <a:pt x="101" y="1"/>
                    <a:pt x="1" y="76"/>
                    <a:pt x="1" y="226"/>
                  </a:cubicBezTo>
                  <a:lnTo>
                    <a:pt x="1" y="8032"/>
                  </a:lnTo>
                  <a:cubicBezTo>
                    <a:pt x="1" y="8132"/>
                    <a:pt x="101" y="8232"/>
                    <a:pt x="201" y="8232"/>
                  </a:cubicBezTo>
                  <a:cubicBezTo>
                    <a:pt x="334" y="8232"/>
                    <a:pt x="434" y="8132"/>
                    <a:pt x="401" y="8032"/>
                  </a:cubicBezTo>
                  <a:lnTo>
                    <a:pt x="401" y="226"/>
                  </a:lnTo>
                  <a:cubicBezTo>
                    <a:pt x="401" y="76"/>
                    <a:pt x="301" y="1"/>
                    <a:pt x="20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43"/>
            <p:cNvSpPr/>
            <p:nvPr/>
          </p:nvSpPr>
          <p:spPr>
            <a:xfrm>
              <a:off x="5191375" y="1351250"/>
              <a:ext cx="205175" cy="37700"/>
            </a:xfrm>
            <a:custGeom>
              <a:rect b="b" l="l" r="r" t="t"/>
              <a:pathLst>
                <a:path extrusionOk="0" h="1508" w="8207">
                  <a:moveTo>
                    <a:pt x="194" y="0"/>
                  </a:moveTo>
                  <a:cubicBezTo>
                    <a:pt x="109" y="0"/>
                    <a:pt x="34" y="87"/>
                    <a:pt x="34" y="174"/>
                  </a:cubicBezTo>
                  <a:cubicBezTo>
                    <a:pt x="1" y="274"/>
                    <a:pt x="67" y="374"/>
                    <a:pt x="201" y="374"/>
                  </a:cubicBezTo>
                  <a:lnTo>
                    <a:pt x="8006" y="1508"/>
                  </a:lnTo>
                  <a:lnTo>
                    <a:pt x="8040" y="1508"/>
                  </a:lnTo>
                  <a:cubicBezTo>
                    <a:pt x="8106" y="1508"/>
                    <a:pt x="8206" y="1441"/>
                    <a:pt x="8206" y="1341"/>
                  </a:cubicBezTo>
                  <a:cubicBezTo>
                    <a:pt x="8206" y="1241"/>
                    <a:pt x="8140" y="1141"/>
                    <a:pt x="8040" y="1141"/>
                  </a:cubicBezTo>
                  <a:lnTo>
                    <a:pt x="234" y="7"/>
                  </a:lnTo>
                  <a:cubicBezTo>
                    <a:pt x="221" y="2"/>
                    <a:pt x="207" y="0"/>
                    <a:pt x="19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43"/>
            <p:cNvSpPr/>
            <p:nvPr/>
          </p:nvSpPr>
          <p:spPr>
            <a:xfrm>
              <a:off x="5449050" y="2423625"/>
              <a:ext cx="252725" cy="47100"/>
            </a:xfrm>
            <a:custGeom>
              <a:rect b="b" l="l" r="r" t="t"/>
              <a:pathLst>
                <a:path extrusionOk="0" h="1884" w="10109">
                  <a:moveTo>
                    <a:pt x="183" y="1"/>
                  </a:moveTo>
                  <a:cubicBezTo>
                    <a:pt x="103" y="1"/>
                    <a:pt x="34" y="66"/>
                    <a:pt x="34" y="176"/>
                  </a:cubicBezTo>
                  <a:cubicBezTo>
                    <a:pt x="1" y="276"/>
                    <a:pt x="68" y="343"/>
                    <a:pt x="201" y="376"/>
                  </a:cubicBezTo>
                  <a:lnTo>
                    <a:pt x="9841" y="1877"/>
                  </a:lnTo>
                  <a:lnTo>
                    <a:pt x="9875" y="1877"/>
                  </a:lnTo>
                  <a:cubicBezTo>
                    <a:pt x="9888" y="1882"/>
                    <a:pt x="9902" y="1884"/>
                    <a:pt x="9915" y="1884"/>
                  </a:cubicBezTo>
                  <a:cubicBezTo>
                    <a:pt x="10000" y="1884"/>
                    <a:pt x="10075" y="1797"/>
                    <a:pt x="10075" y="1710"/>
                  </a:cubicBezTo>
                  <a:cubicBezTo>
                    <a:pt x="10108" y="1610"/>
                    <a:pt x="10041" y="1510"/>
                    <a:pt x="9908" y="1510"/>
                  </a:cubicBezTo>
                  <a:lnTo>
                    <a:pt x="234" y="9"/>
                  </a:lnTo>
                  <a:cubicBezTo>
                    <a:pt x="217" y="4"/>
                    <a:pt x="200" y="1"/>
                    <a:pt x="18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43"/>
            <p:cNvSpPr/>
            <p:nvPr/>
          </p:nvSpPr>
          <p:spPr>
            <a:xfrm>
              <a:off x="4833625" y="1974475"/>
              <a:ext cx="163550" cy="88300"/>
            </a:xfrm>
            <a:custGeom>
              <a:rect b="b" l="l" r="r" t="t"/>
              <a:pathLst>
                <a:path extrusionOk="0" h="3532" w="6542">
                  <a:moveTo>
                    <a:pt x="6272" y="0"/>
                  </a:moveTo>
                  <a:cubicBezTo>
                    <a:pt x="6240" y="0"/>
                    <a:pt x="6207" y="9"/>
                    <a:pt x="6171" y="29"/>
                  </a:cubicBezTo>
                  <a:lnTo>
                    <a:pt x="100" y="3165"/>
                  </a:lnTo>
                  <a:cubicBezTo>
                    <a:pt x="34" y="3231"/>
                    <a:pt x="0" y="3331"/>
                    <a:pt x="34" y="3432"/>
                  </a:cubicBezTo>
                  <a:cubicBezTo>
                    <a:pt x="67" y="3498"/>
                    <a:pt x="134" y="3532"/>
                    <a:pt x="201" y="3532"/>
                  </a:cubicBezTo>
                  <a:lnTo>
                    <a:pt x="301" y="3532"/>
                  </a:lnTo>
                  <a:lnTo>
                    <a:pt x="6372" y="363"/>
                  </a:lnTo>
                  <a:cubicBezTo>
                    <a:pt x="6542" y="278"/>
                    <a:pt x="6447" y="0"/>
                    <a:pt x="627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43"/>
            <p:cNvSpPr/>
            <p:nvPr/>
          </p:nvSpPr>
          <p:spPr>
            <a:xfrm>
              <a:off x="4648900" y="2318550"/>
              <a:ext cx="10875" cy="148675"/>
            </a:xfrm>
            <a:custGeom>
              <a:rect b="b" l="l" r="r" t="t"/>
              <a:pathLst>
                <a:path extrusionOk="0" h="5947" w="435">
                  <a:moveTo>
                    <a:pt x="218" y="1"/>
                  </a:moveTo>
                  <a:cubicBezTo>
                    <a:pt x="109" y="1"/>
                    <a:pt x="1" y="59"/>
                    <a:pt x="17" y="176"/>
                  </a:cubicBezTo>
                  <a:lnTo>
                    <a:pt x="17" y="5747"/>
                  </a:lnTo>
                  <a:cubicBezTo>
                    <a:pt x="17" y="5847"/>
                    <a:pt x="118" y="5947"/>
                    <a:pt x="218" y="5947"/>
                  </a:cubicBezTo>
                  <a:cubicBezTo>
                    <a:pt x="318" y="5947"/>
                    <a:pt x="418" y="5847"/>
                    <a:pt x="418" y="5747"/>
                  </a:cubicBezTo>
                  <a:lnTo>
                    <a:pt x="418" y="176"/>
                  </a:lnTo>
                  <a:cubicBezTo>
                    <a:pt x="434" y="59"/>
                    <a:pt x="326" y="1"/>
                    <a:pt x="21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43"/>
            <p:cNvSpPr/>
            <p:nvPr/>
          </p:nvSpPr>
          <p:spPr>
            <a:xfrm>
              <a:off x="4799925" y="3728700"/>
              <a:ext cx="454025" cy="229600"/>
            </a:xfrm>
            <a:custGeom>
              <a:rect b="b" l="l" r="r" t="t"/>
              <a:pathLst>
                <a:path extrusionOk="0" h="9184" w="18161">
                  <a:moveTo>
                    <a:pt x="282" y="1"/>
                  </a:moveTo>
                  <a:cubicBezTo>
                    <a:pt x="91" y="1"/>
                    <a:pt x="0" y="254"/>
                    <a:pt x="181" y="344"/>
                  </a:cubicBezTo>
                  <a:lnTo>
                    <a:pt x="17793" y="9184"/>
                  </a:lnTo>
                  <a:lnTo>
                    <a:pt x="17860" y="9184"/>
                  </a:lnTo>
                  <a:cubicBezTo>
                    <a:pt x="18060" y="9184"/>
                    <a:pt x="18160" y="8917"/>
                    <a:pt x="17960" y="8817"/>
                  </a:cubicBezTo>
                  <a:lnTo>
                    <a:pt x="348" y="10"/>
                  </a:lnTo>
                  <a:cubicBezTo>
                    <a:pt x="325" y="4"/>
                    <a:pt x="303" y="1"/>
                    <a:pt x="28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43"/>
            <p:cNvSpPr/>
            <p:nvPr/>
          </p:nvSpPr>
          <p:spPr>
            <a:xfrm>
              <a:off x="3429200" y="4345800"/>
              <a:ext cx="178575" cy="208750"/>
            </a:xfrm>
            <a:custGeom>
              <a:rect b="b" l="l" r="r" t="t"/>
              <a:pathLst>
                <a:path extrusionOk="0" h="8350" w="7143">
                  <a:moveTo>
                    <a:pt x="253" y="1"/>
                  </a:moveTo>
                  <a:cubicBezTo>
                    <a:pt x="117" y="1"/>
                    <a:pt x="1" y="156"/>
                    <a:pt x="104" y="311"/>
                  </a:cubicBezTo>
                  <a:lnTo>
                    <a:pt x="6775" y="8283"/>
                  </a:lnTo>
                  <a:cubicBezTo>
                    <a:pt x="6809" y="8350"/>
                    <a:pt x="6876" y="8350"/>
                    <a:pt x="6942" y="8350"/>
                  </a:cubicBezTo>
                  <a:cubicBezTo>
                    <a:pt x="6976" y="8350"/>
                    <a:pt x="7009" y="8350"/>
                    <a:pt x="7042" y="8317"/>
                  </a:cubicBezTo>
                  <a:cubicBezTo>
                    <a:pt x="7142" y="8250"/>
                    <a:pt x="7142" y="8116"/>
                    <a:pt x="7076" y="8050"/>
                  </a:cubicBezTo>
                  <a:lnTo>
                    <a:pt x="371" y="44"/>
                  </a:lnTo>
                  <a:cubicBezTo>
                    <a:pt x="333" y="14"/>
                    <a:pt x="292" y="1"/>
                    <a:pt x="25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43"/>
            <p:cNvSpPr/>
            <p:nvPr/>
          </p:nvSpPr>
          <p:spPr>
            <a:xfrm>
              <a:off x="3802050" y="4453300"/>
              <a:ext cx="191000" cy="148800"/>
            </a:xfrm>
            <a:custGeom>
              <a:rect b="b" l="l" r="r" t="t"/>
              <a:pathLst>
                <a:path extrusionOk="0" h="5952" w="7640">
                  <a:moveTo>
                    <a:pt x="7438" y="1"/>
                  </a:moveTo>
                  <a:cubicBezTo>
                    <a:pt x="7396" y="1"/>
                    <a:pt x="7351" y="17"/>
                    <a:pt x="7306" y="47"/>
                  </a:cubicBezTo>
                  <a:lnTo>
                    <a:pt x="101" y="5584"/>
                  </a:lnTo>
                  <a:cubicBezTo>
                    <a:pt x="34" y="5651"/>
                    <a:pt x="1" y="5785"/>
                    <a:pt x="67" y="5851"/>
                  </a:cubicBezTo>
                  <a:cubicBezTo>
                    <a:pt x="101" y="5918"/>
                    <a:pt x="167" y="5951"/>
                    <a:pt x="234" y="5951"/>
                  </a:cubicBezTo>
                  <a:cubicBezTo>
                    <a:pt x="267" y="5951"/>
                    <a:pt x="301" y="5918"/>
                    <a:pt x="334" y="5885"/>
                  </a:cubicBezTo>
                  <a:lnTo>
                    <a:pt x="7539" y="347"/>
                  </a:lnTo>
                  <a:cubicBezTo>
                    <a:pt x="7639" y="281"/>
                    <a:pt x="7639" y="147"/>
                    <a:pt x="7573" y="80"/>
                  </a:cubicBezTo>
                  <a:cubicBezTo>
                    <a:pt x="7536" y="25"/>
                    <a:pt x="7489" y="1"/>
                    <a:pt x="743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43"/>
            <p:cNvSpPr/>
            <p:nvPr/>
          </p:nvSpPr>
          <p:spPr>
            <a:xfrm>
              <a:off x="4185650" y="1864275"/>
              <a:ext cx="321100" cy="8375"/>
            </a:xfrm>
            <a:custGeom>
              <a:rect b="b" l="l" r="r" t="t"/>
              <a:pathLst>
                <a:path extrusionOk="0" h="335" w="12844">
                  <a:moveTo>
                    <a:pt x="12643" y="1"/>
                  </a:moveTo>
                  <a:lnTo>
                    <a:pt x="201" y="101"/>
                  </a:lnTo>
                  <a:cubicBezTo>
                    <a:pt x="101" y="101"/>
                    <a:pt x="1" y="134"/>
                    <a:pt x="34" y="201"/>
                  </a:cubicBezTo>
                  <a:cubicBezTo>
                    <a:pt x="34" y="267"/>
                    <a:pt x="101" y="334"/>
                    <a:pt x="201" y="334"/>
                  </a:cubicBezTo>
                  <a:lnTo>
                    <a:pt x="12643" y="234"/>
                  </a:lnTo>
                  <a:cubicBezTo>
                    <a:pt x="12743" y="234"/>
                    <a:pt x="12843" y="201"/>
                    <a:pt x="12843" y="134"/>
                  </a:cubicBezTo>
                  <a:cubicBezTo>
                    <a:pt x="12843" y="67"/>
                    <a:pt x="12743" y="1"/>
                    <a:pt x="1264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43"/>
            <p:cNvSpPr/>
            <p:nvPr/>
          </p:nvSpPr>
          <p:spPr>
            <a:xfrm>
              <a:off x="4715200" y="3815500"/>
              <a:ext cx="13375" cy="352950"/>
            </a:xfrm>
            <a:custGeom>
              <a:rect b="b" l="l" r="r" t="t"/>
              <a:pathLst>
                <a:path extrusionOk="0" h="14118" w="535">
                  <a:moveTo>
                    <a:pt x="239" y="1"/>
                  </a:moveTo>
                  <a:cubicBezTo>
                    <a:pt x="227" y="1"/>
                    <a:pt x="214" y="3"/>
                    <a:pt x="201" y="7"/>
                  </a:cubicBezTo>
                  <a:cubicBezTo>
                    <a:pt x="67" y="7"/>
                    <a:pt x="1" y="74"/>
                    <a:pt x="1" y="174"/>
                  </a:cubicBezTo>
                  <a:lnTo>
                    <a:pt x="167" y="13917"/>
                  </a:lnTo>
                  <a:cubicBezTo>
                    <a:pt x="167" y="14017"/>
                    <a:pt x="234" y="14118"/>
                    <a:pt x="368" y="14118"/>
                  </a:cubicBezTo>
                  <a:cubicBezTo>
                    <a:pt x="468" y="14118"/>
                    <a:pt x="534" y="14017"/>
                    <a:pt x="534" y="13917"/>
                  </a:cubicBezTo>
                  <a:lnTo>
                    <a:pt x="368" y="174"/>
                  </a:lnTo>
                  <a:cubicBezTo>
                    <a:pt x="368" y="88"/>
                    <a:pt x="318" y="1"/>
                    <a:pt x="23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43"/>
            <p:cNvSpPr/>
            <p:nvPr/>
          </p:nvSpPr>
          <p:spPr>
            <a:xfrm>
              <a:off x="5424875" y="2105050"/>
              <a:ext cx="79450" cy="231250"/>
            </a:xfrm>
            <a:custGeom>
              <a:rect b="b" l="l" r="r" t="t"/>
              <a:pathLst>
                <a:path extrusionOk="0" h="9250" w="3178">
                  <a:moveTo>
                    <a:pt x="2922" y="1"/>
                  </a:moveTo>
                  <a:cubicBezTo>
                    <a:pt x="2848" y="1"/>
                    <a:pt x="2782" y="33"/>
                    <a:pt x="2769" y="110"/>
                  </a:cubicBezTo>
                  <a:lnTo>
                    <a:pt x="34" y="9016"/>
                  </a:lnTo>
                  <a:cubicBezTo>
                    <a:pt x="1" y="9116"/>
                    <a:pt x="67" y="9216"/>
                    <a:pt x="167" y="9250"/>
                  </a:cubicBezTo>
                  <a:lnTo>
                    <a:pt x="201" y="9250"/>
                  </a:lnTo>
                  <a:cubicBezTo>
                    <a:pt x="301" y="9250"/>
                    <a:pt x="368" y="9183"/>
                    <a:pt x="401" y="9116"/>
                  </a:cubicBezTo>
                  <a:lnTo>
                    <a:pt x="3136" y="210"/>
                  </a:lnTo>
                  <a:cubicBezTo>
                    <a:pt x="3177" y="86"/>
                    <a:pt x="3040" y="1"/>
                    <a:pt x="292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43"/>
            <p:cNvSpPr/>
            <p:nvPr/>
          </p:nvSpPr>
          <p:spPr>
            <a:xfrm>
              <a:off x="4573425" y="3479950"/>
              <a:ext cx="292750" cy="370775"/>
            </a:xfrm>
            <a:custGeom>
              <a:rect b="b" l="l" r="r" t="t"/>
              <a:pathLst>
                <a:path extrusionOk="0" h="14831" w="11710">
                  <a:moveTo>
                    <a:pt x="8274" y="920"/>
                  </a:moveTo>
                  <a:cubicBezTo>
                    <a:pt x="8674" y="920"/>
                    <a:pt x="9074" y="1021"/>
                    <a:pt x="9441" y="1221"/>
                  </a:cubicBezTo>
                  <a:cubicBezTo>
                    <a:pt x="10308" y="1721"/>
                    <a:pt x="10775" y="2822"/>
                    <a:pt x="10775" y="4290"/>
                  </a:cubicBezTo>
                  <a:cubicBezTo>
                    <a:pt x="10775" y="7559"/>
                    <a:pt x="8474" y="11561"/>
                    <a:pt x="5638" y="13196"/>
                  </a:cubicBezTo>
                  <a:cubicBezTo>
                    <a:pt x="4856" y="13637"/>
                    <a:pt x="4123" y="13861"/>
                    <a:pt x="3473" y="13861"/>
                  </a:cubicBezTo>
                  <a:cubicBezTo>
                    <a:pt x="3042" y="13861"/>
                    <a:pt x="2649" y="13762"/>
                    <a:pt x="2303" y="13563"/>
                  </a:cubicBezTo>
                  <a:cubicBezTo>
                    <a:pt x="1435" y="13063"/>
                    <a:pt x="968" y="11995"/>
                    <a:pt x="968" y="10494"/>
                  </a:cubicBezTo>
                  <a:cubicBezTo>
                    <a:pt x="968" y="7225"/>
                    <a:pt x="3270" y="3222"/>
                    <a:pt x="6105" y="1588"/>
                  </a:cubicBezTo>
                  <a:cubicBezTo>
                    <a:pt x="6739" y="1187"/>
                    <a:pt x="7506" y="954"/>
                    <a:pt x="8274" y="920"/>
                  </a:cubicBezTo>
                  <a:close/>
                  <a:moveTo>
                    <a:pt x="8266" y="1"/>
                  </a:moveTo>
                  <a:cubicBezTo>
                    <a:pt x="7445" y="1"/>
                    <a:pt x="6547" y="265"/>
                    <a:pt x="5638" y="787"/>
                  </a:cubicBezTo>
                  <a:cubicBezTo>
                    <a:pt x="2536" y="2588"/>
                    <a:pt x="1" y="6925"/>
                    <a:pt x="1" y="10527"/>
                  </a:cubicBezTo>
                  <a:cubicBezTo>
                    <a:pt x="1" y="12362"/>
                    <a:pt x="668" y="13730"/>
                    <a:pt x="1836" y="14397"/>
                  </a:cubicBezTo>
                  <a:cubicBezTo>
                    <a:pt x="2336" y="14697"/>
                    <a:pt x="2903" y="14830"/>
                    <a:pt x="3470" y="14830"/>
                  </a:cubicBezTo>
                  <a:cubicBezTo>
                    <a:pt x="4404" y="14797"/>
                    <a:pt x="5305" y="14530"/>
                    <a:pt x="6105" y="14030"/>
                  </a:cubicBezTo>
                  <a:cubicBezTo>
                    <a:pt x="9208" y="12229"/>
                    <a:pt x="11709" y="7859"/>
                    <a:pt x="11709" y="4290"/>
                  </a:cubicBezTo>
                  <a:cubicBezTo>
                    <a:pt x="11709" y="2455"/>
                    <a:pt x="11076" y="1087"/>
                    <a:pt x="9908" y="420"/>
                  </a:cubicBezTo>
                  <a:cubicBezTo>
                    <a:pt x="9417" y="140"/>
                    <a:pt x="8862" y="1"/>
                    <a:pt x="826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43"/>
            <p:cNvSpPr/>
            <p:nvPr/>
          </p:nvSpPr>
          <p:spPr>
            <a:xfrm>
              <a:off x="4640975" y="3562400"/>
              <a:ext cx="158475" cy="204850"/>
            </a:xfrm>
            <a:custGeom>
              <a:rect b="b" l="l" r="r" t="t"/>
              <a:pathLst>
                <a:path extrusionOk="0" h="8194" w="6339">
                  <a:moveTo>
                    <a:pt x="4580" y="0"/>
                  </a:moveTo>
                  <a:cubicBezTo>
                    <a:pt x="4157" y="0"/>
                    <a:pt x="3679" y="137"/>
                    <a:pt x="3170" y="424"/>
                  </a:cubicBezTo>
                  <a:cubicBezTo>
                    <a:pt x="1302" y="1659"/>
                    <a:pt x="101" y="3694"/>
                    <a:pt x="1" y="5928"/>
                  </a:cubicBezTo>
                  <a:cubicBezTo>
                    <a:pt x="1" y="7371"/>
                    <a:pt x="705" y="8193"/>
                    <a:pt x="1745" y="8193"/>
                  </a:cubicBezTo>
                  <a:cubicBezTo>
                    <a:pt x="2172" y="8193"/>
                    <a:pt x="2655" y="8054"/>
                    <a:pt x="3170" y="7763"/>
                  </a:cubicBezTo>
                  <a:cubicBezTo>
                    <a:pt x="5038" y="6529"/>
                    <a:pt x="6205" y="4494"/>
                    <a:pt x="6339" y="2259"/>
                  </a:cubicBezTo>
                  <a:cubicBezTo>
                    <a:pt x="6339" y="834"/>
                    <a:pt x="5628" y="0"/>
                    <a:pt x="458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43"/>
            <p:cNvSpPr/>
            <p:nvPr/>
          </p:nvSpPr>
          <p:spPr>
            <a:xfrm>
              <a:off x="3957175" y="4127075"/>
              <a:ext cx="292725" cy="370775"/>
            </a:xfrm>
            <a:custGeom>
              <a:rect b="b" l="l" r="r" t="t"/>
              <a:pathLst>
                <a:path extrusionOk="0" h="14831" w="11709">
                  <a:moveTo>
                    <a:pt x="8274" y="925"/>
                  </a:moveTo>
                  <a:cubicBezTo>
                    <a:pt x="8703" y="925"/>
                    <a:pt x="9098" y="1023"/>
                    <a:pt x="9440" y="1221"/>
                  </a:cubicBezTo>
                  <a:cubicBezTo>
                    <a:pt x="10307" y="1721"/>
                    <a:pt x="10774" y="2822"/>
                    <a:pt x="10774" y="4290"/>
                  </a:cubicBezTo>
                  <a:cubicBezTo>
                    <a:pt x="10774" y="7559"/>
                    <a:pt x="8473" y="11562"/>
                    <a:pt x="5637" y="13196"/>
                  </a:cubicBezTo>
                  <a:cubicBezTo>
                    <a:pt x="4855" y="13637"/>
                    <a:pt x="4122" y="13861"/>
                    <a:pt x="3472" y="13861"/>
                  </a:cubicBezTo>
                  <a:cubicBezTo>
                    <a:pt x="3041" y="13861"/>
                    <a:pt x="2648" y="13763"/>
                    <a:pt x="2302" y="13563"/>
                  </a:cubicBezTo>
                  <a:cubicBezTo>
                    <a:pt x="1434" y="13096"/>
                    <a:pt x="967" y="11995"/>
                    <a:pt x="967" y="10494"/>
                  </a:cubicBezTo>
                  <a:cubicBezTo>
                    <a:pt x="967" y="7225"/>
                    <a:pt x="3269" y="3256"/>
                    <a:pt x="6104" y="1621"/>
                  </a:cubicBezTo>
                  <a:cubicBezTo>
                    <a:pt x="6872" y="1157"/>
                    <a:pt x="7614" y="925"/>
                    <a:pt x="8274" y="925"/>
                  </a:cubicBezTo>
                  <a:close/>
                  <a:moveTo>
                    <a:pt x="8263" y="1"/>
                  </a:moveTo>
                  <a:cubicBezTo>
                    <a:pt x="7438" y="1"/>
                    <a:pt x="6532" y="265"/>
                    <a:pt x="5604" y="787"/>
                  </a:cubicBezTo>
                  <a:cubicBezTo>
                    <a:pt x="2502" y="2589"/>
                    <a:pt x="0" y="6958"/>
                    <a:pt x="0" y="10528"/>
                  </a:cubicBezTo>
                  <a:cubicBezTo>
                    <a:pt x="0" y="12362"/>
                    <a:pt x="634" y="13730"/>
                    <a:pt x="1835" y="14397"/>
                  </a:cubicBezTo>
                  <a:cubicBezTo>
                    <a:pt x="2302" y="14697"/>
                    <a:pt x="2869" y="14831"/>
                    <a:pt x="3469" y="14831"/>
                  </a:cubicBezTo>
                  <a:cubicBezTo>
                    <a:pt x="4403" y="14797"/>
                    <a:pt x="5304" y="14530"/>
                    <a:pt x="6104" y="14030"/>
                  </a:cubicBezTo>
                  <a:cubicBezTo>
                    <a:pt x="9207" y="12229"/>
                    <a:pt x="11708" y="7892"/>
                    <a:pt x="11708" y="4323"/>
                  </a:cubicBezTo>
                  <a:cubicBezTo>
                    <a:pt x="11708" y="2488"/>
                    <a:pt x="11075" y="1087"/>
                    <a:pt x="9907" y="420"/>
                  </a:cubicBezTo>
                  <a:cubicBezTo>
                    <a:pt x="9416" y="140"/>
                    <a:pt x="8861" y="1"/>
                    <a:pt x="826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43"/>
            <p:cNvSpPr/>
            <p:nvPr/>
          </p:nvSpPr>
          <p:spPr>
            <a:xfrm>
              <a:off x="4023875" y="4209375"/>
              <a:ext cx="159300" cy="205000"/>
            </a:xfrm>
            <a:custGeom>
              <a:rect b="b" l="l" r="r" t="t"/>
              <a:pathLst>
                <a:path extrusionOk="0" h="8200" w="6372">
                  <a:moveTo>
                    <a:pt x="4613" y="1"/>
                  </a:moveTo>
                  <a:cubicBezTo>
                    <a:pt x="4187" y="1"/>
                    <a:pt x="3708" y="139"/>
                    <a:pt x="3203" y="431"/>
                  </a:cubicBezTo>
                  <a:cubicBezTo>
                    <a:pt x="1302" y="1665"/>
                    <a:pt x="134" y="3700"/>
                    <a:pt x="1" y="5935"/>
                  </a:cubicBezTo>
                  <a:cubicBezTo>
                    <a:pt x="1" y="7377"/>
                    <a:pt x="721" y="8199"/>
                    <a:pt x="1771" y="8199"/>
                  </a:cubicBezTo>
                  <a:cubicBezTo>
                    <a:pt x="2202" y="8199"/>
                    <a:pt x="2688" y="8061"/>
                    <a:pt x="3203" y="7769"/>
                  </a:cubicBezTo>
                  <a:cubicBezTo>
                    <a:pt x="5071" y="6535"/>
                    <a:pt x="6238" y="4500"/>
                    <a:pt x="6372" y="2265"/>
                  </a:cubicBezTo>
                  <a:cubicBezTo>
                    <a:pt x="6372" y="823"/>
                    <a:pt x="5651" y="1"/>
                    <a:pt x="461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43"/>
            <p:cNvSpPr/>
            <p:nvPr/>
          </p:nvSpPr>
          <p:spPr>
            <a:xfrm>
              <a:off x="3278350" y="4134700"/>
              <a:ext cx="220175" cy="278100"/>
            </a:xfrm>
            <a:custGeom>
              <a:rect b="b" l="l" r="r" t="t"/>
              <a:pathLst>
                <a:path extrusionOk="0" h="11124" w="8807">
                  <a:moveTo>
                    <a:pt x="6238" y="682"/>
                  </a:moveTo>
                  <a:lnTo>
                    <a:pt x="6238" y="716"/>
                  </a:lnTo>
                  <a:cubicBezTo>
                    <a:pt x="6288" y="710"/>
                    <a:pt x="6338" y="707"/>
                    <a:pt x="6388" y="707"/>
                  </a:cubicBezTo>
                  <a:cubicBezTo>
                    <a:pt x="6637" y="707"/>
                    <a:pt x="6883" y="777"/>
                    <a:pt x="7105" y="916"/>
                  </a:cubicBezTo>
                  <a:cubicBezTo>
                    <a:pt x="7739" y="1283"/>
                    <a:pt x="8106" y="2117"/>
                    <a:pt x="8106" y="3218"/>
                  </a:cubicBezTo>
                  <a:cubicBezTo>
                    <a:pt x="8106" y="5653"/>
                    <a:pt x="6372" y="8655"/>
                    <a:pt x="4237" y="9889"/>
                  </a:cubicBezTo>
                  <a:cubicBezTo>
                    <a:pt x="3662" y="10226"/>
                    <a:pt x="3122" y="10398"/>
                    <a:pt x="2638" y="10398"/>
                  </a:cubicBezTo>
                  <a:cubicBezTo>
                    <a:pt x="2309" y="10398"/>
                    <a:pt x="2005" y="10318"/>
                    <a:pt x="1735" y="10156"/>
                  </a:cubicBezTo>
                  <a:cubicBezTo>
                    <a:pt x="1101" y="9789"/>
                    <a:pt x="734" y="8988"/>
                    <a:pt x="734" y="7854"/>
                  </a:cubicBezTo>
                  <a:cubicBezTo>
                    <a:pt x="734" y="5419"/>
                    <a:pt x="2469" y="2417"/>
                    <a:pt x="4604" y="1183"/>
                  </a:cubicBezTo>
                  <a:cubicBezTo>
                    <a:pt x="5071" y="883"/>
                    <a:pt x="5638" y="716"/>
                    <a:pt x="6238" y="682"/>
                  </a:cubicBezTo>
                  <a:close/>
                  <a:moveTo>
                    <a:pt x="6204" y="0"/>
                  </a:moveTo>
                  <a:cubicBezTo>
                    <a:pt x="5587" y="0"/>
                    <a:pt x="4912" y="196"/>
                    <a:pt x="4237" y="582"/>
                  </a:cubicBezTo>
                  <a:cubicBezTo>
                    <a:pt x="1902" y="1917"/>
                    <a:pt x="0" y="5186"/>
                    <a:pt x="0" y="7888"/>
                  </a:cubicBezTo>
                  <a:cubicBezTo>
                    <a:pt x="0" y="9255"/>
                    <a:pt x="501" y="10289"/>
                    <a:pt x="1368" y="10790"/>
                  </a:cubicBezTo>
                  <a:cubicBezTo>
                    <a:pt x="1768" y="11023"/>
                    <a:pt x="2169" y="11123"/>
                    <a:pt x="2636" y="11123"/>
                  </a:cubicBezTo>
                  <a:cubicBezTo>
                    <a:pt x="3303" y="11090"/>
                    <a:pt x="4003" y="10890"/>
                    <a:pt x="4570" y="10523"/>
                  </a:cubicBezTo>
                  <a:cubicBezTo>
                    <a:pt x="6905" y="9188"/>
                    <a:pt x="8807" y="5919"/>
                    <a:pt x="8807" y="3218"/>
                  </a:cubicBezTo>
                  <a:cubicBezTo>
                    <a:pt x="8807" y="1850"/>
                    <a:pt x="8306" y="816"/>
                    <a:pt x="7439" y="315"/>
                  </a:cubicBezTo>
                  <a:cubicBezTo>
                    <a:pt x="7073" y="105"/>
                    <a:pt x="6654" y="0"/>
                    <a:pt x="620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43"/>
            <p:cNvSpPr/>
            <p:nvPr/>
          </p:nvSpPr>
          <p:spPr>
            <a:xfrm>
              <a:off x="3329225" y="4196800"/>
              <a:ext cx="119275" cy="153425"/>
            </a:xfrm>
            <a:custGeom>
              <a:rect b="b" l="l" r="r" t="t"/>
              <a:pathLst>
                <a:path extrusionOk="0" h="6137" w="4771">
                  <a:moveTo>
                    <a:pt x="3468" y="0"/>
                  </a:moveTo>
                  <a:cubicBezTo>
                    <a:pt x="3147" y="0"/>
                    <a:pt x="2785" y="108"/>
                    <a:pt x="2402" y="333"/>
                  </a:cubicBezTo>
                  <a:cubicBezTo>
                    <a:pt x="967" y="1234"/>
                    <a:pt x="100" y="2768"/>
                    <a:pt x="0" y="4436"/>
                  </a:cubicBezTo>
                  <a:cubicBezTo>
                    <a:pt x="0" y="5519"/>
                    <a:pt x="532" y="6137"/>
                    <a:pt x="1314" y="6137"/>
                  </a:cubicBezTo>
                  <a:cubicBezTo>
                    <a:pt x="1640" y="6137"/>
                    <a:pt x="2009" y="6030"/>
                    <a:pt x="2402" y="5804"/>
                  </a:cubicBezTo>
                  <a:cubicBezTo>
                    <a:pt x="3803" y="4903"/>
                    <a:pt x="4670" y="3369"/>
                    <a:pt x="4770" y="1701"/>
                  </a:cubicBezTo>
                  <a:cubicBezTo>
                    <a:pt x="4770" y="618"/>
                    <a:pt x="4238" y="0"/>
                    <a:pt x="346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43"/>
            <p:cNvSpPr/>
            <p:nvPr/>
          </p:nvSpPr>
          <p:spPr>
            <a:xfrm>
              <a:off x="3658625" y="3716950"/>
              <a:ext cx="225175" cy="285550"/>
            </a:xfrm>
            <a:custGeom>
              <a:rect b="b" l="l" r="r" t="t"/>
              <a:pathLst>
                <a:path extrusionOk="0" h="11422" w="9007">
                  <a:moveTo>
                    <a:pt x="6352" y="731"/>
                  </a:moveTo>
                  <a:cubicBezTo>
                    <a:pt x="6678" y="731"/>
                    <a:pt x="6977" y="803"/>
                    <a:pt x="7239" y="947"/>
                  </a:cubicBezTo>
                  <a:cubicBezTo>
                    <a:pt x="7906" y="1348"/>
                    <a:pt x="8273" y="2182"/>
                    <a:pt x="8273" y="3316"/>
                  </a:cubicBezTo>
                  <a:cubicBezTo>
                    <a:pt x="8273" y="5851"/>
                    <a:pt x="6471" y="8920"/>
                    <a:pt x="4303" y="10154"/>
                  </a:cubicBezTo>
                  <a:cubicBezTo>
                    <a:pt x="3716" y="10498"/>
                    <a:pt x="3141" y="10670"/>
                    <a:pt x="2638" y="10670"/>
                  </a:cubicBezTo>
                  <a:cubicBezTo>
                    <a:pt x="2312" y="10670"/>
                    <a:pt x="2017" y="10598"/>
                    <a:pt x="1768" y="10454"/>
                  </a:cubicBezTo>
                  <a:cubicBezTo>
                    <a:pt x="1101" y="10054"/>
                    <a:pt x="734" y="9220"/>
                    <a:pt x="734" y="8086"/>
                  </a:cubicBezTo>
                  <a:cubicBezTo>
                    <a:pt x="734" y="5584"/>
                    <a:pt x="2502" y="2515"/>
                    <a:pt x="4670" y="1248"/>
                  </a:cubicBezTo>
                  <a:cubicBezTo>
                    <a:pt x="5278" y="903"/>
                    <a:pt x="5848" y="731"/>
                    <a:pt x="6352" y="731"/>
                  </a:cubicBezTo>
                  <a:close/>
                  <a:moveTo>
                    <a:pt x="6358" y="1"/>
                  </a:moveTo>
                  <a:cubicBezTo>
                    <a:pt x="5726" y="1"/>
                    <a:pt x="5037" y="205"/>
                    <a:pt x="4337" y="614"/>
                  </a:cubicBezTo>
                  <a:cubicBezTo>
                    <a:pt x="1935" y="1981"/>
                    <a:pt x="0" y="5350"/>
                    <a:pt x="0" y="8086"/>
                  </a:cubicBezTo>
                  <a:cubicBezTo>
                    <a:pt x="0" y="9487"/>
                    <a:pt x="501" y="10554"/>
                    <a:pt x="1401" y="11088"/>
                  </a:cubicBezTo>
                  <a:cubicBezTo>
                    <a:pt x="1768" y="11288"/>
                    <a:pt x="2202" y="11421"/>
                    <a:pt x="2635" y="11421"/>
                  </a:cubicBezTo>
                  <a:cubicBezTo>
                    <a:pt x="3369" y="11388"/>
                    <a:pt x="4070" y="11188"/>
                    <a:pt x="4670" y="10788"/>
                  </a:cubicBezTo>
                  <a:cubicBezTo>
                    <a:pt x="7072" y="9420"/>
                    <a:pt x="9007" y="6051"/>
                    <a:pt x="9007" y="3316"/>
                  </a:cubicBezTo>
                  <a:cubicBezTo>
                    <a:pt x="9007" y="1915"/>
                    <a:pt x="8506" y="847"/>
                    <a:pt x="7606" y="314"/>
                  </a:cubicBezTo>
                  <a:cubicBezTo>
                    <a:pt x="7230" y="105"/>
                    <a:pt x="6809" y="1"/>
                    <a:pt x="635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43"/>
            <p:cNvSpPr/>
            <p:nvPr/>
          </p:nvSpPr>
          <p:spPr>
            <a:xfrm>
              <a:off x="3710325" y="3780825"/>
              <a:ext cx="121775" cy="157275"/>
            </a:xfrm>
            <a:custGeom>
              <a:rect b="b" l="l" r="r" t="t"/>
              <a:pathLst>
                <a:path extrusionOk="0" h="6291" w="4871">
                  <a:moveTo>
                    <a:pt x="3512" y="1"/>
                  </a:moveTo>
                  <a:cubicBezTo>
                    <a:pt x="3186" y="1"/>
                    <a:pt x="2821" y="106"/>
                    <a:pt x="2435" y="327"/>
                  </a:cubicBezTo>
                  <a:cubicBezTo>
                    <a:pt x="1001" y="1261"/>
                    <a:pt x="67" y="2829"/>
                    <a:pt x="0" y="4563"/>
                  </a:cubicBezTo>
                  <a:cubicBezTo>
                    <a:pt x="0" y="5655"/>
                    <a:pt x="540" y="6291"/>
                    <a:pt x="1344" y="6291"/>
                  </a:cubicBezTo>
                  <a:cubicBezTo>
                    <a:pt x="1671" y="6291"/>
                    <a:pt x="2041" y="6186"/>
                    <a:pt x="2435" y="5964"/>
                  </a:cubicBezTo>
                  <a:cubicBezTo>
                    <a:pt x="3870" y="5030"/>
                    <a:pt x="4770" y="3463"/>
                    <a:pt x="4870" y="1728"/>
                  </a:cubicBezTo>
                  <a:cubicBezTo>
                    <a:pt x="4870" y="637"/>
                    <a:pt x="4314" y="1"/>
                    <a:pt x="351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43"/>
            <p:cNvSpPr/>
            <p:nvPr/>
          </p:nvSpPr>
          <p:spPr>
            <a:xfrm>
              <a:off x="4069750" y="3587475"/>
              <a:ext cx="179325" cy="228225"/>
            </a:xfrm>
            <a:custGeom>
              <a:rect b="b" l="l" r="r" t="t"/>
              <a:pathLst>
                <a:path extrusionOk="0" h="9129" w="7173">
                  <a:moveTo>
                    <a:pt x="5051" y="607"/>
                  </a:moveTo>
                  <a:cubicBezTo>
                    <a:pt x="5315" y="607"/>
                    <a:pt x="5557" y="669"/>
                    <a:pt x="5771" y="789"/>
                  </a:cubicBezTo>
                  <a:cubicBezTo>
                    <a:pt x="6338" y="1089"/>
                    <a:pt x="6605" y="1756"/>
                    <a:pt x="6605" y="2657"/>
                  </a:cubicBezTo>
                  <a:cubicBezTo>
                    <a:pt x="6505" y="4892"/>
                    <a:pt x="5337" y="6894"/>
                    <a:pt x="3469" y="8128"/>
                  </a:cubicBezTo>
                  <a:cubicBezTo>
                    <a:pt x="2990" y="8407"/>
                    <a:pt x="2547" y="8543"/>
                    <a:pt x="2154" y="8543"/>
                  </a:cubicBezTo>
                  <a:cubicBezTo>
                    <a:pt x="1890" y="8543"/>
                    <a:pt x="1649" y="8482"/>
                    <a:pt x="1435" y="8361"/>
                  </a:cubicBezTo>
                  <a:cubicBezTo>
                    <a:pt x="868" y="8061"/>
                    <a:pt x="601" y="7394"/>
                    <a:pt x="601" y="6460"/>
                  </a:cubicBezTo>
                  <a:cubicBezTo>
                    <a:pt x="701" y="4258"/>
                    <a:pt x="1868" y="2224"/>
                    <a:pt x="3736" y="1023"/>
                  </a:cubicBezTo>
                  <a:cubicBezTo>
                    <a:pt x="4215" y="743"/>
                    <a:pt x="4658" y="607"/>
                    <a:pt x="5051" y="607"/>
                  </a:cubicBezTo>
                  <a:close/>
                  <a:moveTo>
                    <a:pt x="5074" y="1"/>
                  </a:moveTo>
                  <a:cubicBezTo>
                    <a:pt x="4576" y="1"/>
                    <a:pt x="4028" y="161"/>
                    <a:pt x="3469" y="489"/>
                  </a:cubicBezTo>
                  <a:cubicBezTo>
                    <a:pt x="1568" y="1590"/>
                    <a:pt x="0" y="4292"/>
                    <a:pt x="0" y="6460"/>
                  </a:cubicBezTo>
                  <a:cubicBezTo>
                    <a:pt x="0" y="7594"/>
                    <a:pt x="401" y="8428"/>
                    <a:pt x="1134" y="8862"/>
                  </a:cubicBezTo>
                  <a:cubicBezTo>
                    <a:pt x="1435" y="9028"/>
                    <a:pt x="1768" y="9128"/>
                    <a:pt x="2135" y="9128"/>
                  </a:cubicBezTo>
                  <a:cubicBezTo>
                    <a:pt x="2702" y="9095"/>
                    <a:pt x="3269" y="8928"/>
                    <a:pt x="3736" y="8628"/>
                  </a:cubicBezTo>
                  <a:cubicBezTo>
                    <a:pt x="5638" y="7527"/>
                    <a:pt x="7172" y="4859"/>
                    <a:pt x="7172" y="2657"/>
                  </a:cubicBezTo>
                  <a:cubicBezTo>
                    <a:pt x="7172" y="1523"/>
                    <a:pt x="6805" y="689"/>
                    <a:pt x="6071" y="255"/>
                  </a:cubicBezTo>
                  <a:cubicBezTo>
                    <a:pt x="5776" y="86"/>
                    <a:pt x="5438" y="1"/>
                    <a:pt x="507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43"/>
            <p:cNvSpPr/>
            <p:nvPr/>
          </p:nvSpPr>
          <p:spPr>
            <a:xfrm>
              <a:off x="4111450" y="363870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806" y="0"/>
                  </a:moveTo>
                  <a:cubicBezTo>
                    <a:pt x="2544" y="0"/>
                    <a:pt x="2248" y="89"/>
                    <a:pt x="1935" y="275"/>
                  </a:cubicBezTo>
                  <a:cubicBezTo>
                    <a:pt x="801" y="1008"/>
                    <a:pt x="67" y="2276"/>
                    <a:pt x="0" y="3644"/>
                  </a:cubicBezTo>
                  <a:cubicBezTo>
                    <a:pt x="0" y="4524"/>
                    <a:pt x="442" y="5031"/>
                    <a:pt x="1083" y="5031"/>
                  </a:cubicBezTo>
                  <a:cubicBezTo>
                    <a:pt x="1340" y="5031"/>
                    <a:pt x="1629" y="4950"/>
                    <a:pt x="1935" y="4778"/>
                  </a:cubicBezTo>
                  <a:cubicBezTo>
                    <a:pt x="3069" y="4011"/>
                    <a:pt x="3803" y="2776"/>
                    <a:pt x="3870" y="1409"/>
                  </a:cubicBezTo>
                  <a:cubicBezTo>
                    <a:pt x="3870" y="513"/>
                    <a:pt x="3436" y="0"/>
                    <a:pt x="280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43"/>
            <p:cNvSpPr/>
            <p:nvPr/>
          </p:nvSpPr>
          <p:spPr>
            <a:xfrm>
              <a:off x="3350900" y="3468700"/>
              <a:ext cx="180150" cy="227750"/>
            </a:xfrm>
            <a:custGeom>
              <a:rect b="b" l="l" r="r" t="t"/>
              <a:pathLst>
                <a:path extrusionOk="0" h="9110" w="7206">
                  <a:moveTo>
                    <a:pt x="5051" y="588"/>
                  </a:moveTo>
                  <a:cubicBezTo>
                    <a:pt x="5315" y="588"/>
                    <a:pt x="5557" y="649"/>
                    <a:pt x="5771" y="770"/>
                  </a:cubicBezTo>
                  <a:cubicBezTo>
                    <a:pt x="6338" y="1070"/>
                    <a:pt x="6605" y="1737"/>
                    <a:pt x="6605" y="2638"/>
                  </a:cubicBezTo>
                  <a:cubicBezTo>
                    <a:pt x="6505" y="4873"/>
                    <a:pt x="5338" y="6908"/>
                    <a:pt x="3470" y="8109"/>
                  </a:cubicBezTo>
                  <a:cubicBezTo>
                    <a:pt x="2987" y="8390"/>
                    <a:pt x="2540" y="8539"/>
                    <a:pt x="2145" y="8539"/>
                  </a:cubicBezTo>
                  <a:cubicBezTo>
                    <a:pt x="1884" y="8539"/>
                    <a:pt x="1646" y="8474"/>
                    <a:pt x="1435" y="8342"/>
                  </a:cubicBezTo>
                  <a:cubicBezTo>
                    <a:pt x="868" y="8042"/>
                    <a:pt x="601" y="7375"/>
                    <a:pt x="601" y="6474"/>
                  </a:cubicBezTo>
                  <a:cubicBezTo>
                    <a:pt x="701" y="4239"/>
                    <a:pt x="1868" y="2204"/>
                    <a:pt x="3736" y="1004"/>
                  </a:cubicBezTo>
                  <a:cubicBezTo>
                    <a:pt x="4215" y="724"/>
                    <a:pt x="4658" y="588"/>
                    <a:pt x="5051" y="588"/>
                  </a:cubicBezTo>
                  <a:close/>
                  <a:moveTo>
                    <a:pt x="5087" y="1"/>
                  </a:moveTo>
                  <a:cubicBezTo>
                    <a:pt x="4586" y="1"/>
                    <a:pt x="4033" y="173"/>
                    <a:pt x="3470" y="503"/>
                  </a:cubicBezTo>
                  <a:cubicBezTo>
                    <a:pt x="1568" y="1604"/>
                    <a:pt x="0" y="4273"/>
                    <a:pt x="0" y="6474"/>
                  </a:cubicBezTo>
                  <a:cubicBezTo>
                    <a:pt x="0" y="7608"/>
                    <a:pt x="401" y="8442"/>
                    <a:pt x="1135" y="8843"/>
                  </a:cubicBezTo>
                  <a:cubicBezTo>
                    <a:pt x="1435" y="9043"/>
                    <a:pt x="1768" y="9109"/>
                    <a:pt x="2135" y="9109"/>
                  </a:cubicBezTo>
                  <a:cubicBezTo>
                    <a:pt x="2702" y="9076"/>
                    <a:pt x="3269" y="8909"/>
                    <a:pt x="3736" y="8609"/>
                  </a:cubicBezTo>
                  <a:cubicBezTo>
                    <a:pt x="5638" y="7542"/>
                    <a:pt x="7206" y="4840"/>
                    <a:pt x="7206" y="2638"/>
                  </a:cubicBezTo>
                  <a:cubicBezTo>
                    <a:pt x="7206" y="1504"/>
                    <a:pt x="6805" y="670"/>
                    <a:pt x="6071" y="270"/>
                  </a:cubicBezTo>
                  <a:cubicBezTo>
                    <a:pt x="5779" y="89"/>
                    <a:pt x="5446" y="1"/>
                    <a:pt x="508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43"/>
            <p:cNvSpPr/>
            <p:nvPr/>
          </p:nvSpPr>
          <p:spPr>
            <a:xfrm>
              <a:off x="3392600" y="351995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787" y="1"/>
                  </a:moveTo>
                  <a:cubicBezTo>
                    <a:pt x="2530" y="1"/>
                    <a:pt x="2241" y="83"/>
                    <a:pt x="1935" y="254"/>
                  </a:cubicBezTo>
                  <a:cubicBezTo>
                    <a:pt x="767" y="1022"/>
                    <a:pt x="67" y="2256"/>
                    <a:pt x="0" y="3624"/>
                  </a:cubicBezTo>
                  <a:cubicBezTo>
                    <a:pt x="0" y="4519"/>
                    <a:pt x="433" y="5032"/>
                    <a:pt x="1064" y="5032"/>
                  </a:cubicBezTo>
                  <a:cubicBezTo>
                    <a:pt x="1326" y="5032"/>
                    <a:pt x="1622" y="4944"/>
                    <a:pt x="1935" y="4758"/>
                  </a:cubicBezTo>
                  <a:cubicBezTo>
                    <a:pt x="3069" y="4024"/>
                    <a:pt x="3803" y="2756"/>
                    <a:pt x="3870" y="1389"/>
                  </a:cubicBezTo>
                  <a:cubicBezTo>
                    <a:pt x="3870" y="508"/>
                    <a:pt x="3428" y="1"/>
                    <a:pt x="278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43"/>
            <p:cNvSpPr/>
            <p:nvPr/>
          </p:nvSpPr>
          <p:spPr>
            <a:xfrm>
              <a:off x="5040425" y="3303925"/>
              <a:ext cx="129925" cy="157350"/>
            </a:xfrm>
            <a:custGeom>
              <a:rect b="b" l="l" r="r" t="t"/>
              <a:pathLst>
                <a:path extrusionOk="0" h="6294" w="5197">
                  <a:moveTo>
                    <a:pt x="3439" y="399"/>
                  </a:moveTo>
                  <a:cubicBezTo>
                    <a:pt x="4144" y="399"/>
                    <a:pt x="4796" y="1042"/>
                    <a:pt x="4604" y="1857"/>
                  </a:cubicBezTo>
                  <a:cubicBezTo>
                    <a:pt x="4504" y="3392"/>
                    <a:pt x="3704" y="4793"/>
                    <a:pt x="2436" y="5626"/>
                  </a:cubicBezTo>
                  <a:cubicBezTo>
                    <a:pt x="2192" y="5852"/>
                    <a:pt x="1908" y="5950"/>
                    <a:pt x="1633" y="5950"/>
                  </a:cubicBezTo>
                  <a:cubicBezTo>
                    <a:pt x="929" y="5950"/>
                    <a:pt x="276" y="5307"/>
                    <a:pt x="468" y="4492"/>
                  </a:cubicBezTo>
                  <a:cubicBezTo>
                    <a:pt x="535" y="2958"/>
                    <a:pt x="1369" y="1557"/>
                    <a:pt x="2636" y="723"/>
                  </a:cubicBezTo>
                  <a:cubicBezTo>
                    <a:pt x="2880" y="498"/>
                    <a:pt x="3164" y="399"/>
                    <a:pt x="3439" y="399"/>
                  </a:cubicBezTo>
                  <a:close/>
                  <a:moveTo>
                    <a:pt x="3462" y="0"/>
                  </a:moveTo>
                  <a:cubicBezTo>
                    <a:pt x="3113" y="0"/>
                    <a:pt x="2752" y="120"/>
                    <a:pt x="2436" y="389"/>
                  </a:cubicBezTo>
                  <a:cubicBezTo>
                    <a:pt x="1035" y="1290"/>
                    <a:pt x="168" y="2824"/>
                    <a:pt x="68" y="4492"/>
                  </a:cubicBezTo>
                  <a:cubicBezTo>
                    <a:pt x="1" y="5126"/>
                    <a:pt x="301" y="5760"/>
                    <a:pt x="835" y="6127"/>
                  </a:cubicBezTo>
                  <a:cubicBezTo>
                    <a:pt x="1035" y="6260"/>
                    <a:pt x="1269" y="6294"/>
                    <a:pt x="1535" y="6294"/>
                  </a:cubicBezTo>
                  <a:cubicBezTo>
                    <a:pt x="1902" y="6294"/>
                    <a:pt x="2303" y="6160"/>
                    <a:pt x="2636" y="5960"/>
                  </a:cubicBezTo>
                  <a:cubicBezTo>
                    <a:pt x="4037" y="5059"/>
                    <a:pt x="4904" y="3525"/>
                    <a:pt x="5005" y="1857"/>
                  </a:cubicBezTo>
                  <a:cubicBezTo>
                    <a:pt x="5197" y="799"/>
                    <a:pt x="4366" y="0"/>
                    <a:pt x="346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43"/>
            <p:cNvSpPr/>
            <p:nvPr/>
          </p:nvSpPr>
          <p:spPr>
            <a:xfrm>
              <a:off x="5070450" y="3340275"/>
              <a:ext cx="67575" cy="86025"/>
            </a:xfrm>
            <a:custGeom>
              <a:rect b="b" l="l" r="r" t="t"/>
              <a:pathLst>
                <a:path extrusionOk="0" h="3441" w="2703">
                  <a:moveTo>
                    <a:pt x="1927" y="1"/>
                  </a:moveTo>
                  <a:cubicBezTo>
                    <a:pt x="1746" y="1"/>
                    <a:pt x="1545" y="55"/>
                    <a:pt x="1335" y="170"/>
                  </a:cubicBezTo>
                  <a:cubicBezTo>
                    <a:pt x="568" y="670"/>
                    <a:pt x="68" y="1537"/>
                    <a:pt x="1" y="2505"/>
                  </a:cubicBezTo>
                  <a:cubicBezTo>
                    <a:pt x="1" y="3100"/>
                    <a:pt x="307" y="3441"/>
                    <a:pt x="750" y="3441"/>
                  </a:cubicBezTo>
                  <a:cubicBezTo>
                    <a:pt x="927" y="3441"/>
                    <a:pt x="1125" y="3386"/>
                    <a:pt x="1335" y="3272"/>
                  </a:cubicBezTo>
                  <a:cubicBezTo>
                    <a:pt x="2136" y="2738"/>
                    <a:pt x="2636" y="1904"/>
                    <a:pt x="2703" y="937"/>
                  </a:cubicBezTo>
                  <a:cubicBezTo>
                    <a:pt x="2703" y="341"/>
                    <a:pt x="2379" y="1"/>
                    <a:pt x="192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43"/>
            <p:cNvSpPr/>
            <p:nvPr/>
          </p:nvSpPr>
          <p:spPr>
            <a:xfrm>
              <a:off x="5323150" y="3266225"/>
              <a:ext cx="130600" cy="157525"/>
            </a:xfrm>
            <a:custGeom>
              <a:rect b="b" l="l" r="r" t="t"/>
              <a:pathLst>
                <a:path extrusionOk="0" h="6301" w="5224">
                  <a:moveTo>
                    <a:pt x="3569" y="430"/>
                  </a:moveTo>
                  <a:cubicBezTo>
                    <a:pt x="3736" y="430"/>
                    <a:pt x="3903" y="496"/>
                    <a:pt x="4036" y="563"/>
                  </a:cubicBezTo>
                  <a:cubicBezTo>
                    <a:pt x="4437" y="863"/>
                    <a:pt x="4670" y="1364"/>
                    <a:pt x="4603" y="1864"/>
                  </a:cubicBezTo>
                  <a:cubicBezTo>
                    <a:pt x="4537" y="3398"/>
                    <a:pt x="3736" y="4799"/>
                    <a:pt x="2435" y="5633"/>
                  </a:cubicBezTo>
                  <a:cubicBezTo>
                    <a:pt x="2193" y="5847"/>
                    <a:pt x="1913" y="5942"/>
                    <a:pt x="1640" y="5942"/>
                  </a:cubicBezTo>
                  <a:cubicBezTo>
                    <a:pt x="932" y="5942"/>
                    <a:pt x="275" y="5308"/>
                    <a:pt x="467" y="4466"/>
                  </a:cubicBezTo>
                  <a:cubicBezTo>
                    <a:pt x="567" y="2965"/>
                    <a:pt x="1368" y="1564"/>
                    <a:pt x="2635" y="730"/>
                  </a:cubicBezTo>
                  <a:cubicBezTo>
                    <a:pt x="2902" y="563"/>
                    <a:pt x="3236" y="463"/>
                    <a:pt x="3569" y="430"/>
                  </a:cubicBezTo>
                  <a:close/>
                  <a:moveTo>
                    <a:pt x="3429" y="1"/>
                  </a:moveTo>
                  <a:cubicBezTo>
                    <a:pt x="3088" y="1"/>
                    <a:pt x="2740" y="112"/>
                    <a:pt x="2435" y="363"/>
                  </a:cubicBezTo>
                  <a:cubicBezTo>
                    <a:pt x="1034" y="1297"/>
                    <a:pt x="167" y="2831"/>
                    <a:pt x="67" y="4499"/>
                  </a:cubicBezTo>
                  <a:cubicBezTo>
                    <a:pt x="0" y="5133"/>
                    <a:pt x="300" y="5767"/>
                    <a:pt x="834" y="6134"/>
                  </a:cubicBezTo>
                  <a:cubicBezTo>
                    <a:pt x="1034" y="6267"/>
                    <a:pt x="1268" y="6301"/>
                    <a:pt x="1534" y="6301"/>
                  </a:cubicBezTo>
                  <a:cubicBezTo>
                    <a:pt x="1901" y="6301"/>
                    <a:pt x="2302" y="6200"/>
                    <a:pt x="2635" y="6000"/>
                  </a:cubicBezTo>
                  <a:cubicBezTo>
                    <a:pt x="4036" y="5066"/>
                    <a:pt x="4937" y="3565"/>
                    <a:pt x="5004" y="1897"/>
                  </a:cubicBezTo>
                  <a:cubicBezTo>
                    <a:pt x="5223" y="824"/>
                    <a:pt x="4355" y="1"/>
                    <a:pt x="342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43"/>
            <p:cNvSpPr/>
            <p:nvPr/>
          </p:nvSpPr>
          <p:spPr>
            <a:xfrm>
              <a:off x="5353150" y="3302400"/>
              <a:ext cx="66750" cy="86350"/>
            </a:xfrm>
            <a:custGeom>
              <a:rect b="b" l="l" r="r" t="t"/>
              <a:pathLst>
                <a:path extrusionOk="0" h="3454" w="2670">
                  <a:moveTo>
                    <a:pt x="1925" y="0"/>
                  </a:moveTo>
                  <a:cubicBezTo>
                    <a:pt x="1747" y="0"/>
                    <a:pt x="1547" y="59"/>
                    <a:pt x="1335" y="184"/>
                  </a:cubicBezTo>
                  <a:cubicBezTo>
                    <a:pt x="535" y="684"/>
                    <a:pt x="34" y="1551"/>
                    <a:pt x="1" y="2485"/>
                  </a:cubicBezTo>
                  <a:cubicBezTo>
                    <a:pt x="1" y="3106"/>
                    <a:pt x="309" y="3454"/>
                    <a:pt x="753" y="3454"/>
                  </a:cubicBezTo>
                  <a:cubicBezTo>
                    <a:pt x="930" y="3454"/>
                    <a:pt x="1127" y="3399"/>
                    <a:pt x="1335" y="3286"/>
                  </a:cubicBezTo>
                  <a:cubicBezTo>
                    <a:pt x="2136" y="2752"/>
                    <a:pt x="2636" y="1885"/>
                    <a:pt x="2669" y="951"/>
                  </a:cubicBezTo>
                  <a:cubicBezTo>
                    <a:pt x="2669" y="357"/>
                    <a:pt x="2365" y="0"/>
                    <a:pt x="192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43"/>
            <p:cNvSpPr/>
            <p:nvPr/>
          </p:nvSpPr>
          <p:spPr>
            <a:xfrm>
              <a:off x="3098225" y="3913675"/>
              <a:ext cx="129950" cy="158050"/>
            </a:xfrm>
            <a:custGeom>
              <a:rect b="b" l="l" r="r" t="t"/>
              <a:pathLst>
                <a:path extrusionOk="0" h="6322" w="5198">
                  <a:moveTo>
                    <a:pt x="3439" y="393"/>
                  </a:moveTo>
                  <a:cubicBezTo>
                    <a:pt x="4143" y="393"/>
                    <a:pt x="4795" y="1036"/>
                    <a:pt x="4603" y="1851"/>
                  </a:cubicBezTo>
                  <a:cubicBezTo>
                    <a:pt x="4537" y="3386"/>
                    <a:pt x="3736" y="4787"/>
                    <a:pt x="2435" y="5621"/>
                  </a:cubicBezTo>
                  <a:cubicBezTo>
                    <a:pt x="2191" y="5846"/>
                    <a:pt x="1908" y="5944"/>
                    <a:pt x="1632" y="5944"/>
                  </a:cubicBezTo>
                  <a:cubicBezTo>
                    <a:pt x="928" y="5944"/>
                    <a:pt x="275" y="5302"/>
                    <a:pt x="467" y="4486"/>
                  </a:cubicBezTo>
                  <a:cubicBezTo>
                    <a:pt x="567" y="2952"/>
                    <a:pt x="1368" y="1551"/>
                    <a:pt x="2635" y="717"/>
                  </a:cubicBezTo>
                  <a:cubicBezTo>
                    <a:pt x="2879" y="492"/>
                    <a:pt x="3163" y="393"/>
                    <a:pt x="3439" y="393"/>
                  </a:cubicBezTo>
                  <a:close/>
                  <a:moveTo>
                    <a:pt x="3448" y="0"/>
                  </a:moveTo>
                  <a:cubicBezTo>
                    <a:pt x="3103" y="0"/>
                    <a:pt x="2747" y="117"/>
                    <a:pt x="2435" y="384"/>
                  </a:cubicBezTo>
                  <a:cubicBezTo>
                    <a:pt x="1034" y="1284"/>
                    <a:pt x="167" y="2819"/>
                    <a:pt x="67" y="4486"/>
                  </a:cubicBezTo>
                  <a:cubicBezTo>
                    <a:pt x="0" y="5120"/>
                    <a:pt x="300" y="5754"/>
                    <a:pt x="834" y="6121"/>
                  </a:cubicBezTo>
                  <a:cubicBezTo>
                    <a:pt x="1034" y="6254"/>
                    <a:pt x="1301" y="6321"/>
                    <a:pt x="1535" y="6321"/>
                  </a:cubicBezTo>
                  <a:cubicBezTo>
                    <a:pt x="1935" y="6288"/>
                    <a:pt x="2302" y="6188"/>
                    <a:pt x="2635" y="5954"/>
                  </a:cubicBezTo>
                  <a:cubicBezTo>
                    <a:pt x="4036" y="5054"/>
                    <a:pt x="4937" y="3519"/>
                    <a:pt x="5004" y="1851"/>
                  </a:cubicBezTo>
                  <a:cubicBezTo>
                    <a:pt x="5197" y="812"/>
                    <a:pt x="4357" y="0"/>
                    <a:pt x="344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43"/>
            <p:cNvSpPr/>
            <p:nvPr/>
          </p:nvSpPr>
          <p:spPr>
            <a:xfrm>
              <a:off x="3128250" y="3949875"/>
              <a:ext cx="67550" cy="86400"/>
            </a:xfrm>
            <a:custGeom>
              <a:rect b="b" l="l" r="r" t="t"/>
              <a:pathLst>
                <a:path extrusionOk="0" h="3456" w="2702">
                  <a:moveTo>
                    <a:pt x="1941" y="1"/>
                  </a:moveTo>
                  <a:cubicBezTo>
                    <a:pt x="1759" y="1"/>
                    <a:pt x="1554" y="55"/>
                    <a:pt x="1334" y="170"/>
                  </a:cubicBezTo>
                  <a:cubicBezTo>
                    <a:pt x="567" y="703"/>
                    <a:pt x="67" y="1537"/>
                    <a:pt x="0" y="2505"/>
                  </a:cubicBezTo>
                  <a:cubicBezTo>
                    <a:pt x="0" y="3098"/>
                    <a:pt x="304" y="3455"/>
                    <a:pt x="744" y="3455"/>
                  </a:cubicBezTo>
                  <a:cubicBezTo>
                    <a:pt x="923" y="3455"/>
                    <a:pt x="1123" y="3397"/>
                    <a:pt x="1334" y="3272"/>
                  </a:cubicBezTo>
                  <a:cubicBezTo>
                    <a:pt x="2135" y="2772"/>
                    <a:pt x="2635" y="1904"/>
                    <a:pt x="2702" y="937"/>
                  </a:cubicBezTo>
                  <a:cubicBezTo>
                    <a:pt x="2702" y="341"/>
                    <a:pt x="2396" y="1"/>
                    <a:pt x="194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43"/>
            <p:cNvSpPr/>
            <p:nvPr/>
          </p:nvSpPr>
          <p:spPr>
            <a:xfrm>
              <a:off x="3918800" y="3267750"/>
              <a:ext cx="129350" cy="157675"/>
            </a:xfrm>
            <a:custGeom>
              <a:rect b="b" l="l" r="r" t="t"/>
              <a:pathLst>
                <a:path extrusionOk="0" h="6307" w="5174">
                  <a:moveTo>
                    <a:pt x="3432" y="406"/>
                  </a:moveTo>
                  <a:cubicBezTo>
                    <a:pt x="4121" y="406"/>
                    <a:pt x="4771" y="1036"/>
                    <a:pt x="4604" y="1870"/>
                  </a:cubicBezTo>
                  <a:cubicBezTo>
                    <a:pt x="4504" y="3371"/>
                    <a:pt x="3703" y="4772"/>
                    <a:pt x="2436" y="5606"/>
                  </a:cubicBezTo>
                  <a:cubicBezTo>
                    <a:pt x="2192" y="5831"/>
                    <a:pt x="1908" y="5929"/>
                    <a:pt x="1632" y="5929"/>
                  </a:cubicBezTo>
                  <a:cubicBezTo>
                    <a:pt x="928" y="5929"/>
                    <a:pt x="276" y="5287"/>
                    <a:pt x="468" y="4472"/>
                  </a:cubicBezTo>
                  <a:cubicBezTo>
                    <a:pt x="534" y="2937"/>
                    <a:pt x="1335" y="1570"/>
                    <a:pt x="2636" y="736"/>
                  </a:cubicBezTo>
                  <a:cubicBezTo>
                    <a:pt x="2874" y="507"/>
                    <a:pt x="3156" y="406"/>
                    <a:pt x="3432" y="406"/>
                  </a:cubicBezTo>
                  <a:close/>
                  <a:moveTo>
                    <a:pt x="3435" y="0"/>
                  </a:moveTo>
                  <a:cubicBezTo>
                    <a:pt x="3095" y="0"/>
                    <a:pt x="2745" y="114"/>
                    <a:pt x="2436" y="369"/>
                  </a:cubicBezTo>
                  <a:cubicBezTo>
                    <a:pt x="1035" y="1303"/>
                    <a:pt x="134" y="2804"/>
                    <a:pt x="67" y="4472"/>
                  </a:cubicBezTo>
                  <a:cubicBezTo>
                    <a:pt x="1" y="5139"/>
                    <a:pt x="267" y="5773"/>
                    <a:pt x="801" y="6139"/>
                  </a:cubicBezTo>
                  <a:cubicBezTo>
                    <a:pt x="1035" y="6240"/>
                    <a:pt x="1268" y="6306"/>
                    <a:pt x="1502" y="6306"/>
                  </a:cubicBezTo>
                  <a:cubicBezTo>
                    <a:pt x="1902" y="6306"/>
                    <a:pt x="2302" y="6173"/>
                    <a:pt x="2636" y="5973"/>
                  </a:cubicBezTo>
                  <a:cubicBezTo>
                    <a:pt x="4037" y="5039"/>
                    <a:pt x="4904" y="3538"/>
                    <a:pt x="5004" y="1870"/>
                  </a:cubicBezTo>
                  <a:cubicBezTo>
                    <a:pt x="5174" y="803"/>
                    <a:pt x="4339" y="0"/>
                    <a:pt x="343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43"/>
            <p:cNvSpPr/>
            <p:nvPr/>
          </p:nvSpPr>
          <p:spPr>
            <a:xfrm>
              <a:off x="3948825" y="330390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39" y="1"/>
                  </a:moveTo>
                  <a:cubicBezTo>
                    <a:pt x="1757" y="1"/>
                    <a:pt x="1552" y="62"/>
                    <a:pt x="1335" y="190"/>
                  </a:cubicBezTo>
                  <a:cubicBezTo>
                    <a:pt x="534" y="691"/>
                    <a:pt x="34" y="1558"/>
                    <a:pt x="0" y="2492"/>
                  </a:cubicBezTo>
                  <a:cubicBezTo>
                    <a:pt x="0" y="3103"/>
                    <a:pt x="298" y="3449"/>
                    <a:pt x="730" y="3449"/>
                  </a:cubicBezTo>
                  <a:cubicBezTo>
                    <a:pt x="912" y="3449"/>
                    <a:pt x="1118" y="3387"/>
                    <a:pt x="1335" y="3259"/>
                  </a:cubicBezTo>
                  <a:cubicBezTo>
                    <a:pt x="2102" y="2759"/>
                    <a:pt x="2602" y="1891"/>
                    <a:pt x="2669" y="957"/>
                  </a:cubicBezTo>
                  <a:cubicBezTo>
                    <a:pt x="2669" y="347"/>
                    <a:pt x="2371" y="1"/>
                    <a:pt x="193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43"/>
            <p:cNvSpPr/>
            <p:nvPr/>
          </p:nvSpPr>
          <p:spPr>
            <a:xfrm>
              <a:off x="4306575" y="2740325"/>
              <a:ext cx="129950" cy="158050"/>
            </a:xfrm>
            <a:custGeom>
              <a:rect b="b" l="l" r="r" t="t"/>
              <a:pathLst>
                <a:path extrusionOk="0" h="6322" w="5198">
                  <a:moveTo>
                    <a:pt x="3537" y="451"/>
                  </a:moveTo>
                  <a:cubicBezTo>
                    <a:pt x="3703" y="451"/>
                    <a:pt x="3903" y="484"/>
                    <a:pt x="4037" y="551"/>
                  </a:cubicBezTo>
                  <a:cubicBezTo>
                    <a:pt x="4437" y="851"/>
                    <a:pt x="4671" y="1351"/>
                    <a:pt x="4604" y="1852"/>
                  </a:cubicBezTo>
                  <a:cubicBezTo>
                    <a:pt x="4504" y="3386"/>
                    <a:pt x="3703" y="4787"/>
                    <a:pt x="2436" y="5621"/>
                  </a:cubicBezTo>
                  <a:cubicBezTo>
                    <a:pt x="2192" y="5846"/>
                    <a:pt x="1908" y="5945"/>
                    <a:pt x="1633" y="5945"/>
                  </a:cubicBezTo>
                  <a:cubicBezTo>
                    <a:pt x="928" y="5945"/>
                    <a:pt x="276" y="5302"/>
                    <a:pt x="468" y="4487"/>
                  </a:cubicBezTo>
                  <a:cubicBezTo>
                    <a:pt x="534" y="2952"/>
                    <a:pt x="1368" y="1551"/>
                    <a:pt x="2636" y="717"/>
                  </a:cubicBezTo>
                  <a:cubicBezTo>
                    <a:pt x="2903" y="551"/>
                    <a:pt x="3236" y="451"/>
                    <a:pt x="3537" y="451"/>
                  </a:cubicBezTo>
                  <a:close/>
                  <a:moveTo>
                    <a:pt x="3449" y="0"/>
                  </a:moveTo>
                  <a:cubicBezTo>
                    <a:pt x="3103" y="0"/>
                    <a:pt x="2748" y="118"/>
                    <a:pt x="2436" y="384"/>
                  </a:cubicBezTo>
                  <a:cubicBezTo>
                    <a:pt x="1035" y="1285"/>
                    <a:pt x="134" y="2819"/>
                    <a:pt x="67" y="4487"/>
                  </a:cubicBezTo>
                  <a:cubicBezTo>
                    <a:pt x="1" y="5121"/>
                    <a:pt x="301" y="5754"/>
                    <a:pt x="835" y="6121"/>
                  </a:cubicBezTo>
                  <a:cubicBezTo>
                    <a:pt x="1035" y="6255"/>
                    <a:pt x="1268" y="6322"/>
                    <a:pt x="1535" y="6322"/>
                  </a:cubicBezTo>
                  <a:cubicBezTo>
                    <a:pt x="1902" y="6288"/>
                    <a:pt x="2302" y="6188"/>
                    <a:pt x="2636" y="5988"/>
                  </a:cubicBezTo>
                  <a:cubicBezTo>
                    <a:pt x="4037" y="5054"/>
                    <a:pt x="4904" y="3520"/>
                    <a:pt x="5004" y="1852"/>
                  </a:cubicBezTo>
                  <a:cubicBezTo>
                    <a:pt x="5198" y="812"/>
                    <a:pt x="4357" y="0"/>
                    <a:pt x="344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43"/>
            <p:cNvSpPr/>
            <p:nvPr/>
          </p:nvSpPr>
          <p:spPr>
            <a:xfrm>
              <a:off x="4335775" y="2776575"/>
              <a:ext cx="67575" cy="86500"/>
            </a:xfrm>
            <a:custGeom>
              <a:rect b="b" l="l" r="r" t="t"/>
              <a:pathLst>
                <a:path extrusionOk="0" h="3460" w="2703">
                  <a:moveTo>
                    <a:pt x="1950" y="0"/>
                  </a:moveTo>
                  <a:cubicBezTo>
                    <a:pt x="1773" y="0"/>
                    <a:pt x="1576" y="55"/>
                    <a:pt x="1368" y="168"/>
                  </a:cubicBezTo>
                  <a:cubicBezTo>
                    <a:pt x="567" y="702"/>
                    <a:pt x="67" y="1569"/>
                    <a:pt x="0" y="2503"/>
                  </a:cubicBezTo>
                  <a:cubicBezTo>
                    <a:pt x="0" y="3114"/>
                    <a:pt x="298" y="3460"/>
                    <a:pt x="742" y="3460"/>
                  </a:cubicBezTo>
                  <a:cubicBezTo>
                    <a:pt x="928" y="3460"/>
                    <a:pt x="1141" y="3399"/>
                    <a:pt x="1368" y="3270"/>
                  </a:cubicBezTo>
                  <a:cubicBezTo>
                    <a:pt x="2135" y="2770"/>
                    <a:pt x="2635" y="1903"/>
                    <a:pt x="2702" y="969"/>
                  </a:cubicBezTo>
                  <a:cubicBezTo>
                    <a:pt x="2702" y="347"/>
                    <a:pt x="2394" y="0"/>
                    <a:pt x="195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43"/>
            <p:cNvSpPr/>
            <p:nvPr/>
          </p:nvSpPr>
          <p:spPr>
            <a:xfrm>
              <a:off x="4505900" y="3239400"/>
              <a:ext cx="129950" cy="157675"/>
            </a:xfrm>
            <a:custGeom>
              <a:rect b="b" l="l" r="r" t="t"/>
              <a:pathLst>
                <a:path extrusionOk="0" h="6307" w="5198">
                  <a:moveTo>
                    <a:pt x="3451" y="406"/>
                  </a:moveTo>
                  <a:cubicBezTo>
                    <a:pt x="4151" y="406"/>
                    <a:pt x="4794" y="1036"/>
                    <a:pt x="4603" y="1870"/>
                  </a:cubicBezTo>
                  <a:cubicBezTo>
                    <a:pt x="4503" y="3371"/>
                    <a:pt x="3703" y="4772"/>
                    <a:pt x="2435" y="5606"/>
                  </a:cubicBezTo>
                  <a:cubicBezTo>
                    <a:pt x="2191" y="5831"/>
                    <a:pt x="1908" y="5929"/>
                    <a:pt x="1632" y="5929"/>
                  </a:cubicBezTo>
                  <a:cubicBezTo>
                    <a:pt x="928" y="5929"/>
                    <a:pt x="275" y="5287"/>
                    <a:pt x="467" y="4471"/>
                  </a:cubicBezTo>
                  <a:cubicBezTo>
                    <a:pt x="534" y="2937"/>
                    <a:pt x="1368" y="1569"/>
                    <a:pt x="2635" y="735"/>
                  </a:cubicBezTo>
                  <a:cubicBezTo>
                    <a:pt x="2883" y="507"/>
                    <a:pt x="3172" y="406"/>
                    <a:pt x="3451" y="406"/>
                  </a:cubicBezTo>
                  <a:close/>
                  <a:moveTo>
                    <a:pt x="3440" y="0"/>
                  </a:moveTo>
                  <a:cubicBezTo>
                    <a:pt x="3097" y="0"/>
                    <a:pt x="2745" y="113"/>
                    <a:pt x="2435" y="369"/>
                  </a:cubicBezTo>
                  <a:cubicBezTo>
                    <a:pt x="1034" y="1303"/>
                    <a:pt x="167" y="2804"/>
                    <a:pt x="67" y="4471"/>
                  </a:cubicBezTo>
                  <a:cubicBezTo>
                    <a:pt x="0" y="5139"/>
                    <a:pt x="300" y="5772"/>
                    <a:pt x="834" y="6139"/>
                  </a:cubicBezTo>
                  <a:cubicBezTo>
                    <a:pt x="1034" y="6239"/>
                    <a:pt x="1268" y="6306"/>
                    <a:pt x="1534" y="6306"/>
                  </a:cubicBezTo>
                  <a:cubicBezTo>
                    <a:pt x="1901" y="6306"/>
                    <a:pt x="2302" y="6173"/>
                    <a:pt x="2635" y="5973"/>
                  </a:cubicBezTo>
                  <a:cubicBezTo>
                    <a:pt x="4036" y="5072"/>
                    <a:pt x="4904" y="3537"/>
                    <a:pt x="5004" y="1870"/>
                  </a:cubicBezTo>
                  <a:cubicBezTo>
                    <a:pt x="5198" y="803"/>
                    <a:pt x="4352" y="0"/>
                    <a:pt x="344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43"/>
            <p:cNvSpPr/>
            <p:nvPr/>
          </p:nvSpPr>
          <p:spPr>
            <a:xfrm>
              <a:off x="4535900" y="3275550"/>
              <a:ext cx="66750" cy="86525"/>
            </a:xfrm>
            <a:custGeom>
              <a:rect b="b" l="l" r="r" t="t"/>
              <a:pathLst>
                <a:path extrusionOk="0" h="3461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0"/>
                    <a:pt x="34" y="1558"/>
                    <a:pt x="1" y="2492"/>
                  </a:cubicBezTo>
                  <a:cubicBezTo>
                    <a:pt x="1" y="3113"/>
                    <a:pt x="309" y="3460"/>
                    <a:pt x="753" y="3460"/>
                  </a:cubicBezTo>
                  <a:cubicBezTo>
                    <a:pt x="930" y="3460"/>
                    <a:pt x="1127" y="3406"/>
                    <a:pt x="1335" y="3292"/>
                  </a:cubicBezTo>
                  <a:cubicBezTo>
                    <a:pt x="2136" y="2759"/>
                    <a:pt x="2636" y="1891"/>
                    <a:pt x="2669" y="957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43"/>
            <p:cNvSpPr/>
            <p:nvPr/>
          </p:nvSpPr>
          <p:spPr>
            <a:xfrm>
              <a:off x="4541750" y="2454950"/>
              <a:ext cx="175150" cy="222425"/>
            </a:xfrm>
            <a:custGeom>
              <a:rect b="b" l="l" r="r" t="t"/>
              <a:pathLst>
                <a:path extrusionOk="0" h="8897" w="7006">
                  <a:moveTo>
                    <a:pt x="4937" y="558"/>
                  </a:moveTo>
                  <a:cubicBezTo>
                    <a:pt x="5204" y="558"/>
                    <a:pt x="5438" y="624"/>
                    <a:pt x="5671" y="758"/>
                  </a:cubicBezTo>
                  <a:cubicBezTo>
                    <a:pt x="6171" y="1058"/>
                    <a:pt x="6472" y="1692"/>
                    <a:pt x="6472" y="2592"/>
                  </a:cubicBezTo>
                  <a:cubicBezTo>
                    <a:pt x="6338" y="4761"/>
                    <a:pt x="5204" y="6729"/>
                    <a:pt x="3369" y="7929"/>
                  </a:cubicBezTo>
                  <a:cubicBezTo>
                    <a:pt x="2900" y="8195"/>
                    <a:pt x="2455" y="8336"/>
                    <a:pt x="2058" y="8336"/>
                  </a:cubicBezTo>
                  <a:cubicBezTo>
                    <a:pt x="1807" y="8336"/>
                    <a:pt x="1575" y="8279"/>
                    <a:pt x="1368" y="8163"/>
                  </a:cubicBezTo>
                  <a:cubicBezTo>
                    <a:pt x="868" y="7863"/>
                    <a:pt x="567" y="7196"/>
                    <a:pt x="567" y="6328"/>
                  </a:cubicBezTo>
                  <a:cubicBezTo>
                    <a:pt x="701" y="4127"/>
                    <a:pt x="1835" y="2159"/>
                    <a:pt x="3670" y="991"/>
                  </a:cubicBezTo>
                  <a:cubicBezTo>
                    <a:pt x="4037" y="724"/>
                    <a:pt x="4504" y="591"/>
                    <a:pt x="4937" y="558"/>
                  </a:cubicBezTo>
                  <a:close/>
                  <a:moveTo>
                    <a:pt x="4927" y="0"/>
                  </a:moveTo>
                  <a:cubicBezTo>
                    <a:pt x="4437" y="0"/>
                    <a:pt x="3903" y="152"/>
                    <a:pt x="3369" y="457"/>
                  </a:cubicBezTo>
                  <a:cubicBezTo>
                    <a:pt x="1501" y="1558"/>
                    <a:pt x="0" y="4160"/>
                    <a:pt x="0" y="6295"/>
                  </a:cubicBezTo>
                  <a:cubicBezTo>
                    <a:pt x="0" y="7396"/>
                    <a:pt x="401" y="8230"/>
                    <a:pt x="1101" y="8630"/>
                  </a:cubicBezTo>
                  <a:cubicBezTo>
                    <a:pt x="1401" y="8797"/>
                    <a:pt x="1735" y="8897"/>
                    <a:pt x="2069" y="8897"/>
                  </a:cubicBezTo>
                  <a:cubicBezTo>
                    <a:pt x="2636" y="8863"/>
                    <a:pt x="3169" y="8697"/>
                    <a:pt x="3670" y="8430"/>
                  </a:cubicBezTo>
                  <a:cubicBezTo>
                    <a:pt x="5504" y="7329"/>
                    <a:pt x="7005" y="4727"/>
                    <a:pt x="7005" y="2592"/>
                  </a:cubicBezTo>
                  <a:cubicBezTo>
                    <a:pt x="7005" y="1492"/>
                    <a:pt x="6638" y="658"/>
                    <a:pt x="5938" y="257"/>
                  </a:cubicBezTo>
                  <a:cubicBezTo>
                    <a:pt x="5638" y="86"/>
                    <a:pt x="5295" y="0"/>
                    <a:pt x="492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43"/>
            <p:cNvSpPr/>
            <p:nvPr/>
          </p:nvSpPr>
          <p:spPr>
            <a:xfrm>
              <a:off x="4577600" y="2504850"/>
              <a:ext cx="104275" cy="123200"/>
            </a:xfrm>
            <a:custGeom>
              <a:rect b="b" l="l" r="r" t="t"/>
              <a:pathLst>
                <a:path extrusionOk="0" h="4928" w="4171">
                  <a:moveTo>
                    <a:pt x="2930" y="1"/>
                  </a:moveTo>
                  <a:cubicBezTo>
                    <a:pt x="2206" y="1"/>
                    <a:pt x="1321" y="657"/>
                    <a:pt x="735" y="1697"/>
                  </a:cubicBezTo>
                  <a:cubicBezTo>
                    <a:pt x="1" y="2965"/>
                    <a:pt x="1" y="4366"/>
                    <a:pt x="735" y="4799"/>
                  </a:cubicBezTo>
                  <a:cubicBezTo>
                    <a:pt x="882" y="4886"/>
                    <a:pt x="1048" y="4928"/>
                    <a:pt x="1225" y="4928"/>
                  </a:cubicBezTo>
                  <a:cubicBezTo>
                    <a:pt x="1933" y="4928"/>
                    <a:pt x="2823" y="4271"/>
                    <a:pt x="3437" y="3232"/>
                  </a:cubicBezTo>
                  <a:cubicBezTo>
                    <a:pt x="4170" y="1964"/>
                    <a:pt x="4170" y="563"/>
                    <a:pt x="3437" y="129"/>
                  </a:cubicBezTo>
                  <a:cubicBezTo>
                    <a:pt x="3283" y="42"/>
                    <a:pt x="3111" y="1"/>
                    <a:pt x="293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43"/>
            <p:cNvSpPr/>
            <p:nvPr/>
          </p:nvSpPr>
          <p:spPr>
            <a:xfrm>
              <a:off x="4779425" y="2918650"/>
              <a:ext cx="207875" cy="577650"/>
            </a:xfrm>
            <a:custGeom>
              <a:rect b="b" l="l" r="r" t="t"/>
              <a:pathLst>
                <a:path extrusionOk="0" h="23106" w="8315">
                  <a:moveTo>
                    <a:pt x="8064" y="0"/>
                  </a:moveTo>
                  <a:cubicBezTo>
                    <a:pt x="7995" y="0"/>
                    <a:pt x="7930" y="37"/>
                    <a:pt x="7906" y="123"/>
                  </a:cubicBezTo>
                  <a:lnTo>
                    <a:pt x="34" y="22872"/>
                  </a:lnTo>
                  <a:cubicBezTo>
                    <a:pt x="0" y="22972"/>
                    <a:pt x="34" y="23072"/>
                    <a:pt x="134" y="23106"/>
                  </a:cubicBezTo>
                  <a:lnTo>
                    <a:pt x="200" y="23106"/>
                  </a:lnTo>
                  <a:cubicBezTo>
                    <a:pt x="267" y="23106"/>
                    <a:pt x="367" y="23039"/>
                    <a:pt x="400" y="22972"/>
                  </a:cubicBezTo>
                  <a:lnTo>
                    <a:pt x="8273" y="256"/>
                  </a:lnTo>
                  <a:cubicBezTo>
                    <a:pt x="8315" y="108"/>
                    <a:pt x="8184" y="0"/>
                    <a:pt x="806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43"/>
            <p:cNvSpPr/>
            <p:nvPr/>
          </p:nvSpPr>
          <p:spPr>
            <a:xfrm>
              <a:off x="4576325" y="3370650"/>
              <a:ext cx="92200" cy="191525"/>
            </a:xfrm>
            <a:custGeom>
              <a:rect b="b" l="l" r="r" t="t"/>
              <a:pathLst>
                <a:path extrusionOk="0" h="7661" w="3688">
                  <a:moveTo>
                    <a:pt x="238" y="0"/>
                  </a:moveTo>
                  <a:cubicBezTo>
                    <a:pt x="117" y="0"/>
                    <a:pt x="1" y="108"/>
                    <a:pt x="85" y="256"/>
                  </a:cubicBezTo>
                  <a:lnTo>
                    <a:pt x="3287" y="7561"/>
                  </a:lnTo>
                  <a:cubicBezTo>
                    <a:pt x="3321" y="7627"/>
                    <a:pt x="3387" y="7661"/>
                    <a:pt x="3454" y="7661"/>
                  </a:cubicBezTo>
                  <a:lnTo>
                    <a:pt x="3554" y="7661"/>
                  </a:lnTo>
                  <a:cubicBezTo>
                    <a:pt x="3654" y="7594"/>
                    <a:pt x="3688" y="7494"/>
                    <a:pt x="3654" y="7394"/>
                  </a:cubicBezTo>
                  <a:lnTo>
                    <a:pt x="419" y="122"/>
                  </a:lnTo>
                  <a:cubicBezTo>
                    <a:pt x="382" y="36"/>
                    <a:pt x="309" y="0"/>
                    <a:pt x="23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43"/>
            <p:cNvSpPr/>
            <p:nvPr/>
          </p:nvSpPr>
          <p:spPr>
            <a:xfrm>
              <a:off x="4849475" y="3411650"/>
              <a:ext cx="204300" cy="180550"/>
            </a:xfrm>
            <a:custGeom>
              <a:rect b="b" l="l" r="r" t="t"/>
              <a:pathLst>
                <a:path extrusionOk="0" h="7222" w="8172">
                  <a:moveTo>
                    <a:pt x="7872" y="1"/>
                  </a:moveTo>
                  <a:cubicBezTo>
                    <a:pt x="7835" y="1"/>
                    <a:pt x="7800" y="15"/>
                    <a:pt x="7772" y="50"/>
                  </a:cubicBezTo>
                  <a:lnTo>
                    <a:pt x="67" y="6888"/>
                  </a:lnTo>
                  <a:cubicBezTo>
                    <a:pt x="0" y="6955"/>
                    <a:pt x="0" y="7088"/>
                    <a:pt x="67" y="7155"/>
                  </a:cubicBezTo>
                  <a:cubicBezTo>
                    <a:pt x="100" y="7188"/>
                    <a:pt x="134" y="7222"/>
                    <a:pt x="200" y="7222"/>
                  </a:cubicBezTo>
                  <a:cubicBezTo>
                    <a:pt x="234" y="7222"/>
                    <a:pt x="267" y="7188"/>
                    <a:pt x="300" y="7155"/>
                  </a:cubicBezTo>
                  <a:lnTo>
                    <a:pt x="8039" y="317"/>
                  </a:lnTo>
                  <a:cubicBezTo>
                    <a:pt x="8171" y="211"/>
                    <a:pt x="8010" y="1"/>
                    <a:pt x="787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43"/>
            <p:cNvSpPr/>
            <p:nvPr/>
          </p:nvSpPr>
          <p:spPr>
            <a:xfrm>
              <a:off x="5156350" y="3345325"/>
              <a:ext cx="181000" cy="16725"/>
            </a:xfrm>
            <a:custGeom>
              <a:rect b="b" l="l" r="r" t="t"/>
              <a:pathLst>
                <a:path extrusionOk="0" h="669" w="7240">
                  <a:moveTo>
                    <a:pt x="201" y="1"/>
                  </a:moveTo>
                  <a:cubicBezTo>
                    <a:pt x="67" y="1"/>
                    <a:pt x="1" y="101"/>
                    <a:pt x="1" y="201"/>
                  </a:cubicBezTo>
                  <a:cubicBezTo>
                    <a:pt x="1" y="301"/>
                    <a:pt x="67" y="368"/>
                    <a:pt x="167" y="401"/>
                  </a:cubicBezTo>
                  <a:lnTo>
                    <a:pt x="7039" y="668"/>
                  </a:lnTo>
                  <a:cubicBezTo>
                    <a:pt x="7139" y="668"/>
                    <a:pt x="7239" y="568"/>
                    <a:pt x="7239" y="468"/>
                  </a:cubicBezTo>
                  <a:cubicBezTo>
                    <a:pt x="7239" y="368"/>
                    <a:pt x="7172" y="268"/>
                    <a:pt x="7039" y="268"/>
                  </a:cubicBezTo>
                  <a:lnTo>
                    <a:pt x="20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43"/>
            <p:cNvSpPr/>
            <p:nvPr/>
          </p:nvSpPr>
          <p:spPr>
            <a:xfrm>
              <a:off x="4577600" y="2654850"/>
              <a:ext cx="57575" cy="597950"/>
            </a:xfrm>
            <a:custGeom>
              <a:rect b="b" l="l" r="r" t="t"/>
              <a:pathLst>
                <a:path extrusionOk="0" h="23918" w="2303">
                  <a:moveTo>
                    <a:pt x="2102" y="0"/>
                  </a:moveTo>
                  <a:cubicBezTo>
                    <a:pt x="2002" y="0"/>
                    <a:pt x="1902" y="67"/>
                    <a:pt x="1902" y="167"/>
                  </a:cubicBezTo>
                  <a:lnTo>
                    <a:pt x="1" y="23684"/>
                  </a:lnTo>
                  <a:cubicBezTo>
                    <a:pt x="1" y="23817"/>
                    <a:pt x="67" y="23884"/>
                    <a:pt x="168" y="23917"/>
                  </a:cubicBezTo>
                  <a:cubicBezTo>
                    <a:pt x="268" y="23917"/>
                    <a:pt x="368" y="23817"/>
                    <a:pt x="368" y="23717"/>
                  </a:cubicBezTo>
                  <a:lnTo>
                    <a:pt x="2302" y="200"/>
                  </a:lnTo>
                  <a:cubicBezTo>
                    <a:pt x="2302" y="100"/>
                    <a:pt x="2202" y="0"/>
                    <a:pt x="210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43"/>
            <p:cNvSpPr/>
            <p:nvPr/>
          </p:nvSpPr>
          <p:spPr>
            <a:xfrm>
              <a:off x="4025550" y="2880125"/>
              <a:ext cx="304575" cy="410200"/>
            </a:xfrm>
            <a:custGeom>
              <a:rect b="b" l="l" r="r" t="t"/>
              <a:pathLst>
                <a:path extrusionOk="0" h="16408" w="12183">
                  <a:moveTo>
                    <a:pt x="11918" y="0"/>
                  </a:moveTo>
                  <a:cubicBezTo>
                    <a:pt x="11869" y="0"/>
                    <a:pt x="11819" y="19"/>
                    <a:pt x="11775" y="62"/>
                  </a:cubicBezTo>
                  <a:lnTo>
                    <a:pt x="67" y="16107"/>
                  </a:lnTo>
                  <a:cubicBezTo>
                    <a:pt x="0" y="16174"/>
                    <a:pt x="0" y="16307"/>
                    <a:pt x="100" y="16374"/>
                  </a:cubicBezTo>
                  <a:cubicBezTo>
                    <a:pt x="134" y="16374"/>
                    <a:pt x="167" y="16407"/>
                    <a:pt x="200" y="16407"/>
                  </a:cubicBezTo>
                  <a:cubicBezTo>
                    <a:pt x="267" y="16407"/>
                    <a:pt x="334" y="16374"/>
                    <a:pt x="367" y="16341"/>
                  </a:cubicBezTo>
                  <a:lnTo>
                    <a:pt x="12109" y="296"/>
                  </a:lnTo>
                  <a:cubicBezTo>
                    <a:pt x="12183" y="148"/>
                    <a:pt x="12057" y="0"/>
                    <a:pt x="1191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43"/>
            <p:cNvSpPr/>
            <p:nvPr/>
          </p:nvSpPr>
          <p:spPr>
            <a:xfrm>
              <a:off x="3998175" y="3394125"/>
              <a:ext cx="132475" cy="245150"/>
            </a:xfrm>
            <a:custGeom>
              <a:rect b="b" l="l" r="r" t="t"/>
              <a:pathLst>
                <a:path extrusionOk="0" h="9806" w="5299">
                  <a:moveTo>
                    <a:pt x="291" y="1"/>
                  </a:moveTo>
                  <a:cubicBezTo>
                    <a:pt x="156" y="1"/>
                    <a:pt x="0" y="142"/>
                    <a:pt x="95" y="284"/>
                  </a:cubicBezTo>
                  <a:lnTo>
                    <a:pt x="4931" y="9691"/>
                  </a:lnTo>
                  <a:cubicBezTo>
                    <a:pt x="4959" y="9745"/>
                    <a:pt x="5008" y="9800"/>
                    <a:pt x="5062" y="9800"/>
                  </a:cubicBezTo>
                  <a:cubicBezTo>
                    <a:pt x="5074" y="9800"/>
                    <a:pt x="5086" y="9797"/>
                    <a:pt x="5098" y="9791"/>
                  </a:cubicBezTo>
                  <a:cubicBezTo>
                    <a:pt x="5109" y="9802"/>
                    <a:pt x="5120" y="9806"/>
                    <a:pt x="5132" y="9806"/>
                  </a:cubicBezTo>
                  <a:cubicBezTo>
                    <a:pt x="5154" y="9806"/>
                    <a:pt x="5176" y="9791"/>
                    <a:pt x="5198" y="9791"/>
                  </a:cubicBezTo>
                  <a:cubicBezTo>
                    <a:pt x="5265" y="9724"/>
                    <a:pt x="5298" y="9624"/>
                    <a:pt x="5265" y="9524"/>
                  </a:cubicBezTo>
                  <a:lnTo>
                    <a:pt x="428" y="84"/>
                  </a:lnTo>
                  <a:cubicBezTo>
                    <a:pt x="399" y="25"/>
                    <a:pt x="347" y="1"/>
                    <a:pt x="29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43"/>
            <p:cNvSpPr/>
            <p:nvPr/>
          </p:nvSpPr>
          <p:spPr>
            <a:xfrm>
              <a:off x="4196500" y="3799750"/>
              <a:ext cx="409700" cy="355350"/>
            </a:xfrm>
            <a:custGeom>
              <a:rect b="b" l="l" r="r" t="t"/>
              <a:pathLst>
                <a:path extrusionOk="0" h="14214" w="16388">
                  <a:moveTo>
                    <a:pt x="16123" y="1"/>
                  </a:moveTo>
                  <a:cubicBezTo>
                    <a:pt x="16088" y="1"/>
                    <a:pt x="16050" y="12"/>
                    <a:pt x="16012" y="37"/>
                  </a:cubicBezTo>
                  <a:lnTo>
                    <a:pt x="134" y="13880"/>
                  </a:lnTo>
                  <a:cubicBezTo>
                    <a:pt x="1" y="13980"/>
                    <a:pt x="67" y="14214"/>
                    <a:pt x="267" y="14214"/>
                  </a:cubicBezTo>
                  <a:cubicBezTo>
                    <a:pt x="301" y="14214"/>
                    <a:pt x="334" y="14180"/>
                    <a:pt x="367" y="14180"/>
                  </a:cubicBezTo>
                  <a:lnTo>
                    <a:pt x="16279" y="337"/>
                  </a:lnTo>
                  <a:cubicBezTo>
                    <a:pt x="16387" y="202"/>
                    <a:pt x="16276" y="1"/>
                    <a:pt x="1612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43"/>
            <p:cNvSpPr/>
            <p:nvPr/>
          </p:nvSpPr>
          <p:spPr>
            <a:xfrm>
              <a:off x="4098100" y="3792100"/>
              <a:ext cx="66725" cy="369675"/>
            </a:xfrm>
            <a:custGeom>
              <a:rect b="b" l="l" r="r" t="t"/>
              <a:pathLst>
                <a:path extrusionOk="0" h="14787" w="2669">
                  <a:moveTo>
                    <a:pt x="2451" y="1"/>
                  </a:moveTo>
                  <a:cubicBezTo>
                    <a:pt x="2370" y="1"/>
                    <a:pt x="2296" y="66"/>
                    <a:pt x="2269" y="176"/>
                  </a:cubicBezTo>
                  <a:lnTo>
                    <a:pt x="34" y="14553"/>
                  </a:lnTo>
                  <a:cubicBezTo>
                    <a:pt x="0" y="14653"/>
                    <a:pt x="67" y="14753"/>
                    <a:pt x="201" y="14787"/>
                  </a:cubicBezTo>
                  <a:lnTo>
                    <a:pt x="234" y="14787"/>
                  </a:lnTo>
                  <a:cubicBezTo>
                    <a:pt x="301" y="14787"/>
                    <a:pt x="401" y="14720"/>
                    <a:pt x="401" y="14620"/>
                  </a:cubicBezTo>
                  <a:lnTo>
                    <a:pt x="2669" y="210"/>
                  </a:lnTo>
                  <a:cubicBezTo>
                    <a:pt x="2669" y="110"/>
                    <a:pt x="2602" y="9"/>
                    <a:pt x="2502" y="9"/>
                  </a:cubicBezTo>
                  <a:cubicBezTo>
                    <a:pt x="2485" y="4"/>
                    <a:pt x="2468" y="1"/>
                    <a:pt x="245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43"/>
            <p:cNvSpPr/>
            <p:nvPr/>
          </p:nvSpPr>
          <p:spPr>
            <a:xfrm>
              <a:off x="3803225" y="3943275"/>
              <a:ext cx="257375" cy="256875"/>
            </a:xfrm>
            <a:custGeom>
              <a:rect b="b" l="l" r="r" t="t"/>
              <a:pathLst>
                <a:path extrusionOk="0" h="10275" w="10295">
                  <a:moveTo>
                    <a:pt x="303" y="0"/>
                  </a:moveTo>
                  <a:cubicBezTo>
                    <a:pt x="160" y="0"/>
                    <a:pt x="1" y="206"/>
                    <a:pt x="154" y="334"/>
                  </a:cubicBezTo>
                  <a:lnTo>
                    <a:pt x="9927" y="10241"/>
                  </a:lnTo>
                  <a:cubicBezTo>
                    <a:pt x="9961" y="10274"/>
                    <a:pt x="10027" y="10274"/>
                    <a:pt x="10061" y="10274"/>
                  </a:cubicBezTo>
                  <a:cubicBezTo>
                    <a:pt x="10128" y="10274"/>
                    <a:pt x="10194" y="10274"/>
                    <a:pt x="10228" y="10241"/>
                  </a:cubicBezTo>
                  <a:cubicBezTo>
                    <a:pt x="10294" y="10141"/>
                    <a:pt x="10294" y="10041"/>
                    <a:pt x="10228" y="9974"/>
                  </a:cubicBezTo>
                  <a:lnTo>
                    <a:pt x="421" y="67"/>
                  </a:lnTo>
                  <a:cubicBezTo>
                    <a:pt x="389" y="20"/>
                    <a:pt x="347" y="0"/>
                    <a:pt x="30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43"/>
            <p:cNvSpPr/>
            <p:nvPr/>
          </p:nvSpPr>
          <p:spPr>
            <a:xfrm>
              <a:off x="3512675" y="4239300"/>
              <a:ext cx="472025" cy="89275"/>
            </a:xfrm>
            <a:custGeom>
              <a:rect b="b" l="l" r="r" t="t"/>
              <a:pathLst>
                <a:path extrusionOk="0" h="3571" w="18881">
                  <a:moveTo>
                    <a:pt x="234" y="1"/>
                  </a:moveTo>
                  <a:cubicBezTo>
                    <a:pt x="134" y="1"/>
                    <a:pt x="34" y="68"/>
                    <a:pt x="1" y="168"/>
                  </a:cubicBezTo>
                  <a:cubicBezTo>
                    <a:pt x="1" y="268"/>
                    <a:pt x="67" y="368"/>
                    <a:pt x="167" y="401"/>
                  </a:cubicBezTo>
                  <a:lnTo>
                    <a:pt x="18647" y="3570"/>
                  </a:lnTo>
                  <a:lnTo>
                    <a:pt x="18681" y="3570"/>
                  </a:lnTo>
                  <a:cubicBezTo>
                    <a:pt x="18781" y="3570"/>
                    <a:pt x="18847" y="3503"/>
                    <a:pt x="18881" y="3403"/>
                  </a:cubicBezTo>
                  <a:cubicBezTo>
                    <a:pt x="18881" y="3303"/>
                    <a:pt x="18814" y="3203"/>
                    <a:pt x="18714" y="3203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43"/>
            <p:cNvSpPr/>
            <p:nvPr/>
          </p:nvSpPr>
          <p:spPr>
            <a:xfrm>
              <a:off x="3392600" y="3677250"/>
              <a:ext cx="45050" cy="480350"/>
            </a:xfrm>
            <a:custGeom>
              <a:rect b="b" l="l" r="r" t="t"/>
              <a:pathLst>
                <a:path extrusionOk="0" h="19214" w="1802">
                  <a:moveTo>
                    <a:pt x="1635" y="0"/>
                  </a:moveTo>
                  <a:cubicBezTo>
                    <a:pt x="1535" y="0"/>
                    <a:pt x="1435" y="67"/>
                    <a:pt x="1435" y="200"/>
                  </a:cubicBezTo>
                  <a:lnTo>
                    <a:pt x="34" y="19014"/>
                  </a:lnTo>
                  <a:cubicBezTo>
                    <a:pt x="0" y="19114"/>
                    <a:pt x="100" y="19214"/>
                    <a:pt x="200" y="19214"/>
                  </a:cubicBezTo>
                  <a:cubicBezTo>
                    <a:pt x="300" y="19214"/>
                    <a:pt x="401" y="19147"/>
                    <a:pt x="401" y="19047"/>
                  </a:cubicBezTo>
                  <a:lnTo>
                    <a:pt x="1802" y="200"/>
                  </a:lnTo>
                  <a:cubicBezTo>
                    <a:pt x="1802" y="100"/>
                    <a:pt x="1735" y="34"/>
                    <a:pt x="163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43"/>
            <p:cNvSpPr/>
            <p:nvPr/>
          </p:nvSpPr>
          <p:spPr>
            <a:xfrm>
              <a:off x="3176600" y="4037925"/>
              <a:ext cx="161825" cy="176400"/>
            </a:xfrm>
            <a:custGeom>
              <a:rect b="b" l="l" r="r" t="t"/>
              <a:pathLst>
                <a:path extrusionOk="0" h="7056" w="6473">
                  <a:moveTo>
                    <a:pt x="201" y="0"/>
                  </a:moveTo>
                  <a:cubicBezTo>
                    <a:pt x="151" y="0"/>
                    <a:pt x="101" y="17"/>
                    <a:pt x="67" y="50"/>
                  </a:cubicBezTo>
                  <a:cubicBezTo>
                    <a:pt x="1" y="117"/>
                    <a:pt x="1" y="250"/>
                    <a:pt x="67" y="317"/>
                  </a:cubicBezTo>
                  <a:lnTo>
                    <a:pt x="6105" y="6988"/>
                  </a:lnTo>
                  <a:cubicBezTo>
                    <a:pt x="6138" y="7022"/>
                    <a:pt x="6172" y="7055"/>
                    <a:pt x="6239" y="7055"/>
                  </a:cubicBezTo>
                  <a:cubicBezTo>
                    <a:pt x="6405" y="7055"/>
                    <a:pt x="6472" y="6855"/>
                    <a:pt x="6372" y="6722"/>
                  </a:cubicBezTo>
                  <a:lnTo>
                    <a:pt x="334" y="50"/>
                  </a:lnTo>
                  <a:cubicBezTo>
                    <a:pt x="301" y="17"/>
                    <a:pt x="251" y="0"/>
                    <a:pt x="20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43"/>
            <p:cNvSpPr/>
            <p:nvPr/>
          </p:nvSpPr>
          <p:spPr>
            <a:xfrm>
              <a:off x="5243075" y="3415900"/>
              <a:ext cx="113450" cy="288875"/>
            </a:xfrm>
            <a:custGeom>
              <a:rect b="b" l="l" r="r" t="t"/>
              <a:pathLst>
                <a:path extrusionOk="0" h="11555" w="4538">
                  <a:moveTo>
                    <a:pt x="4391" y="0"/>
                  </a:moveTo>
                  <a:cubicBezTo>
                    <a:pt x="4355" y="0"/>
                    <a:pt x="4337" y="31"/>
                    <a:pt x="4337" y="80"/>
                  </a:cubicBezTo>
                  <a:lnTo>
                    <a:pt x="34" y="11422"/>
                  </a:lnTo>
                  <a:cubicBezTo>
                    <a:pt x="1" y="11488"/>
                    <a:pt x="34" y="11522"/>
                    <a:pt x="101" y="11555"/>
                  </a:cubicBezTo>
                  <a:lnTo>
                    <a:pt x="134" y="11555"/>
                  </a:lnTo>
                  <a:cubicBezTo>
                    <a:pt x="168" y="11555"/>
                    <a:pt x="234" y="11555"/>
                    <a:pt x="234" y="11522"/>
                  </a:cubicBezTo>
                  <a:lnTo>
                    <a:pt x="4504" y="147"/>
                  </a:lnTo>
                  <a:cubicBezTo>
                    <a:pt x="4537" y="113"/>
                    <a:pt x="4471" y="13"/>
                    <a:pt x="4437" y="13"/>
                  </a:cubicBezTo>
                  <a:cubicBezTo>
                    <a:pt x="4419" y="4"/>
                    <a:pt x="4404" y="0"/>
                    <a:pt x="439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43"/>
            <p:cNvSpPr/>
            <p:nvPr/>
          </p:nvSpPr>
          <p:spPr>
            <a:xfrm>
              <a:off x="5417375" y="3377025"/>
              <a:ext cx="94250" cy="133450"/>
            </a:xfrm>
            <a:custGeom>
              <a:rect b="b" l="l" r="r" t="t"/>
              <a:pathLst>
                <a:path extrusionOk="0" h="5338" w="3770">
                  <a:moveTo>
                    <a:pt x="67" y="1"/>
                  </a:moveTo>
                  <a:cubicBezTo>
                    <a:pt x="34" y="34"/>
                    <a:pt x="0" y="101"/>
                    <a:pt x="34" y="134"/>
                  </a:cubicBezTo>
                  <a:lnTo>
                    <a:pt x="3603" y="5304"/>
                  </a:lnTo>
                  <a:cubicBezTo>
                    <a:pt x="3603" y="5304"/>
                    <a:pt x="3636" y="5338"/>
                    <a:pt x="3670" y="5338"/>
                  </a:cubicBezTo>
                  <a:cubicBezTo>
                    <a:pt x="3703" y="5338"/>
                    <a:pt x="3703" y="5338"/>
                    <a:pt x="3703" y="5304"/>
                  </a:cubicBezTo>
                  <a:cubicBezTo>
                    <a:pt x="3770" y="5304"/>
                    <a:pt x="3770" y="5238"/>
                    <a:pt x="3736" y="5204"/>
                  </a:cubicBezTo>
                  <a:lnTo>
                    <a:pt x="167" y="34"/>
                  </a:lnTo>
                  <a:cubicBezTo>
                    <a:pt x="167" y="1"/>
                    <a:pt x="100" y="1"/>
                    <a:pt x="6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43"/>
            <p:cNvSpPr/>
            <p:nvPr/>
          </p:nvSpPr>
          <p:spPr>
            <a:xfrm>
              <a:off x="4401650" y="3032075"/>
              <a:ext cx="136775" cy="255750"/>
            </a:xfrm>
            <a:custGeom>
              <a:rect b="b" l="l" r="r" t="t"/>
              <a:pathLst>
                <a:path extrusionOk="0" h="10230" w="5471">
                  <a:moveTo>
                    <a:pt x="185" y="0"/>
                  </a:moveTo>
                  <a:cubicBezTo>
                    <a:pt x="167" y="0"/>
                    <a:pt x="148" y="8"/>
                    <a:pt x="134" y="22"/>
                  </a:cubicBezTo>
                  <a:cubicBezTo>
                    <a:pt x="100" y="22"/>
                    <a:pt x="0" y="122"/>
                    <a:pt x="34" y="155"/>
                  </a:cubicBezTo>
                  <a:lnTo>
                    <a:pt x="5204" y="10229"/>
                  </a:lnTo>
                  <a:lnTo>
                    <a:pt x="5371" y="10229"/>
                  </a:lnTo>
                  <a:lnTo>
                    <a:pt x="5404" y="10196"/>
                  </a:lnTo>
                  <a:cubicBezTo>
                    <a:pt x="5438" y="10196"/>
                    <a:pt x="5471" y="10129"/>
                    <a:pt x="5438" y="10096"/>
                  </a:cubicBezTo>
                  <a:lnTo>
                    <a:pt x="234" y="55"/>
                  </a:lnTo>
                  <a:cubicBezTo>
                    <a:pt x="234" y="16"/>
                    <a:pt x="211" y="0"/>
                    <a:pt x="18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43"/>
            <p:cNvSpPr/>
            <p:nvPr/>
          </p:nvSpPr>
          <p:spPr>
            <a:xfrm>
              <a:off x="3999700" y="2893000"/>
              <a:ext cx="95075" cy="383150"/>
            </a:xfrm>
            <a:custGeom>
              <a:rect b="b" l="l" r="r" t="t"/>
              <a:pathLst>
                <a:path extrusionOk="0" h="15326" w="3803">
                  <a:moveTo>
                    <a:pt x="3654" y="1"/>
                  </a:moveTo>
                  <a:cubicBezTo>
                    <a:pt x="3603" y="1"/>
                    <a:pt x="3536" y="24"/>
                    <a:pt x="3536" y="48"/>
                  </a:cubicBezTo>
                  <a:lnTo>
                    <a:pt x="0" y="15225"/>
                  </a:lnTo>
                  <a:cubicBezTo>
                    <a:pt x="0" y="15259"/>
                    <a:pt x="100" y="15325"/>
                    <a:pt x="134" y="15325"/>
                  </a:cubicBezTo>
                  <a:cubicBezTo>
                    <a:pt x="167" y="15325"/>
                    <a:pt x="200" y="15292"/>
                    <a:pt x="200" y="15259"/>
                  </a:cubicBezTo>
                  <a:lnTo>
                    <a:pt x="3770" y="114"/>
                  </a:lnTo>
                  <a:cubicBezTo>
                    <a:pt x="3803" y="48"/>
                    <a:pt x="3770" y="14"/>
                    <a:pt x="3703" y="14"/>
                  </a:cubicBezTo>
                  <a:cubicBezTo>
                    <a:pt x="3693" y="5"/>
                    <a:pt x="3675" y="1"/>
                    <a:pt x="365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43"/>
            <p:cNvSpPr/>
            <p:nvPr/>
          </p:nvSpPr>
          <p:spPr>
            <a:xfrm>
              <a:off x="4197325" y="3417050"/>
              <a:ext cx="81750" cy="180150"/>
            </a:xfrm>
            <a:custGeom>
              <a:rect b="b" l="l" r="r" t="t"/>
              <a:pathLst>
                <a:path extrusionOk="0" h="7206" w="3270">
                  <a:moveTo>
                    <a:pt x="3103" y="1"/>
                  </a:moveTo>
                  <a:cubicBezTo>
                    <a:pt x="3070" y="1"/>
                    <a:pt x="3003" y="1"/>
                    <a:pt x="3003" y="67"/>
                  </a:cubicBezTo>
                  <a:lnTo>
                    <a:pt x="34" y="7106"/>
                  </a:lnTo>
                  <a:cubicBezTo>
                    <a:pt x="1" y="7139"/>
                    <a:pt x="34" y="7206"/>
                    <a:pt x="68" y="7206"/>
                  </a:cubicBezTo>
                  <a:lnTo>
                    <a:pt x="101" y="7206"/>
                  </a:lnTo>
                  <a:cubicBezTo>
                    <a:pt x="168" y="7206"/>
                    <a:pt x="234" y="7172"/>
                    <a:pt x="268" y="7139"/>
                  </a:cubicBezTo>
                  <a:lnTo>
                    <a:pt x="3237" y="67"/>
                  </a:lnTo>
                  <a:cubicBezTo>
                    <a:pt x="3270" y="34"/>
                    <a:pt x="3136" y="34"/>
                    <a:pt x="310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43"/>
            <p:cNvSpPr/>
            <p:nvPr/>
          </p:nvSpPr>
          <p:spPr>
            <a:xfrm>
              <a:off x="5213050" y="365915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1"/>
                    <a:pt x="34" y="1558"/>
                    <a:pt x="1" y="2492"/>
                  </a:cubicBezTo>
                  <a:cubicBezTo>
                    <a:pt x="1" y="3103"/>
                    <a:pt x="299" y="3449"/>
                    <a:pt x="731" y="3449"/>
                  </a:cubicBezTo>
                  <a:cubicBezTo>
                    <a:pt x="913" y="3449"/>
                    <a:pt x="1118" y="3388"/>
                    <a:pt x="1335" y="3259"/>
                  </a:cubicBezTo>
                  <a:cubicBezTo>
                    <a:pt x="2136" y="2759"/>
                    <a:pt x="2603" y="1892"/>
                    <a:pt x="2669" y="958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43"/>
            <p:cNvSpPr/>
            <p:nvPr/>
          </p:nvSpPr>
          <p:spPr>
            <a:xfrm>
              <a:off x="4367450" y="2982200"/>
              <a:ext cx="76750" cy="100025"/>
            </a:xfrm>
            <a:custGeom>
              <a:rect b="b" l="l" r="r" t="t"/>
              <a:pathLst>
                <a:path extrusionOk="0" h="4001" w="3070">
                  <a:moveTo>
                    <a:pt x="2232" y="0"/>
                  </a:moveTo>
                  <a:cubicBezTo>
                    <a:pt x="2025" y="0"/>
                    <a:pt x="1788" y="70"/>
                    <a:pt x="1535" y="216"/>
                  </a:cubicBezTo>
                  <a:cubicBezTo>
                    <a:pt x="635" y="816"/>
                    <a:pt x="67" y="1817"/>
                    <a:pt x="1" y="2884"/>
                  </a:cubicBezTo>
                  <a:cubicBezTo>
                    <a:pt x="1" y="3593"/>
                    <a:pt x="352" y="4000"/>
                    <a:pt x="853" y="4000"/>
                  </a:cubicBezTo>
                  <a:cubicBezTo>
                    <a:pt x="1060" y="4000"/>
                    <a:pt x="1292" y="3931"/>
                    <a:pt x="1535" y="3785"/>
                  </a:cubicBezTo>
                  <a:cubicBezTo>
                    <a:pt x="2436" y="3185"/>
                    <a:pt x="3036" y="2184"/>
                    <a:pt x="3070" y="1116"/>
                  </a:cubicBezTo>
                  <a:cubicBezTo>
                    <a:pt x="3070" y="408"/>
                    <a:pt x="2735" y="0"/>
                    <a:pt x="223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43"/>
            <p:cNvSpPr/>
            <p:nvPr/>
          </p:nvSpPr>
          <p:spPr>
            <a:xfrm>
              <a:off x="4244875" y="3380625"/>
              <a:ext cx="59225" cy="76225"/>
            </a:xfrm>
            <a:custGeom>
              <a:rect b="b" l="l" r="r" t="t"/>
              <a:pathLst>
                <a:path extrusionOk="0" h="3049" w="2369">
                  <a:moveTo>
                    <a:pt x="1700" y="1"/>
                  </a:moveTo>
                  <a:cubicBezTo>
                    <a:pt x="1540" y="1"/>
                    <a:pt x="1359" y="51"/>
                    <a:pt x="1168" y="157"/>
                  </a:cubicBezTo>
                  <a:cubicBezTo>
                    <a:pt x="467" y="624"/>
                    <a:pt x="34" y="1391"/>
                    <a:pt x="0" y="2225"/>
                  </a:cubicBezTo>
                  <a:cubicBezTo>
                    <a:pt x="0" y="2746"/>
                    <a:pt x="270" y="3049"/>
                    <a:pt x="653" y="3049"/>
                  </a:cubicBezTo>
                  <a:cubicBezTo>
                    <a:pt x="809" y="3049"/>
                    <a:pt x="984" y="2998"/>
                    <a:pt x="1168" y="2892"/>
                  </a:cubicBezTo>
                  <a:cubicBezTo>
                    <a:pt x="1868" y="2458"/>
                    <a:pt x="2302" y="1691"/>
                    <a:pt x="2369" y="857"/>
                  </a:cubicBezTo>
                  <a:cubicBezTo>
                    <a:pt x="2369" y="311"/>
                    <a:pt x="2098" y="1"/>
                    <a:pt x="170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43"/>
            <p:cNvSpPr/>
            <p:nvPr/>
          </p:nvSpPr>
          <p:spPr>
            <a:xfrm>
              <a:off x="4063075" y="2856925"/>
              <a:ext cx="58400" cy="76200"/>
            </a:xfrm>
            <a:custGeom>
              <a:rect b="b" l="l" r="r" t="t"/>
              <a:pathLst>
                <a:path extrusionOk="0" h="3048" w="2336">
                  <a:moveTo>
                    <a:pt x="1694" y="1"/>
                  </a:moveTo>
                  <a:cubicBezTo>
                    <a:pt x="1538" y="1"/>
                    <a:pt x="1360" y="51"/>
                    <a:pt x="1168" y="156"/>
                  </a:cubicBezTo>
                  <a:cubicBezTo>
                    <a:pt x="467" y="623"/>
                    <a:pt x="34" y="1357"/>
                    <a:pt x="0" y="2191"/>
                  </a:cubicBezTo>
                  <a:cubicBezTo>
                    <a:pt x="0" y="2738"/>
                    <a:pt x="254" y="3048"/>
                    <a:pt x="642" y="3048"/>
                  </a:cubicBezTo>
                  <a:cubicBezTo>
                    <a:pt x="798" y="3048"/>
                    <a:pt x="976" y="2997"/>
                    <a:pt x="1168" y="2892"/>
                  </a:cubicBezTo>
                  <a:cubicBezTo>
                    <a:pt x="1868" y="2425"/>
                    <a:pt x="2302" y="1658"/>
                    <a:pt x="2335" y="857"/>
                  </a:cubicBezTo>
                  <a:cubicBezTo>
                    <a:pt x="2335" y="310"/>
                    <a:pt x="2081" y="1"/>
                    <a:pt x="169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43"/>
            <p:cNvSpPr/>
            <p:nvPr/>
          </p:nvSpPr>
          <p:spPr>
            <a:xfrm>
              <a:off x="5486600" y="3479350"/>
              <a:ext cx="45050" cy="57775"/>
            </a:xfrm>
            <a:custGeom>
              <a:rect b="b" l="l" r="r" t="t"/>
              <a:pathLst>
                <a:path extrusionOk="0" h="2311" w="1802">
                  <a:moveTo>
                    <a:pt x="1291" y="0"/>
                  </a:moveTo>
                  <a:cubicBezTo>
                    <a:pt x="1173" y="0"/>
                    <a:pt x="1041" y="36"/>
                    <a:pt x="901" y="111"/>
                  </a:cubicBezTo>
                  <a:cubicBezTo>
                    <a:pt x="367" y="444"/>
                    <a:pt x="33" y="1045"/>
                    <a:pt x="0" y="1678"/>
                  </a:cubicBezTo>
                  <a:cubicBezTo>
                    <a:pt x="0" y="2076"/>
                    <a:pt x="197" y="2310"/>
                    <a:pt x="488" y="2310"/>
                  </a:cubicBezTo>
                  <a:cubicBezTo>
                    <a:pt x="611" y="2310"/>
                    <a:pt x="752" y="2268"/>
                    <a:pt x="901" y="2179"/>
                  </a:cubicBezTo>
                  <a:cubicBezTo>
                    <a:pt x="1434" y="1845"/>
                    <a:pt x="1768" y="1278"/>
                    <a:pt x="1801" y="644"/>
                  </a:cubicBezTo>
                  <a:cubicBezTo>
                    <a:pt x="1801" y="236"/>
                    <a:pt x="1594" y="0"/>
                    <a:pt x="129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43"/>
            <p:cNvSpPr/>
            <p:nvPr/>
          </p:nvSpPr>
          <p:spPr>
            <a:xfrm>
              <a:off x="4640975" y="3562400"/>
              <a:ext cx="158475" cy="204850"/>
            </a:xfrm>
            <a:custGeom>
              <a:rect b="b" l="l" r="r" t="t"/>
              <a:pathLst>
                <a:path extrusionOk="0" h="8194" w="6339">
                  <a:moveTo>
                    <a:pt x="4580" y="0"/>
                  </a:moveTo>
                  <a:cubicBezTo>
                    <a:pt x="4157" y="0"/>
                    <a:pt x="3679" y="137"/>
                    <a:pt x="3170" y="424"/>
                  </a:cubicBezTo>
                  <a:cubicBezTo>
                    <a:pt x="1302" y="1659"/>
                    <a:pt x="101" y="3694"/>
                    <a:pt x="1" y="5928"/>
                  </a:cubicBezTo>
                  <a:cubicBezTo>
                    <a:pt x="1" y="7371"/>
                    <a:pt x="705" y="8193"/>
                    <a:pt x="1745" y="8193"/>
                  </a:cubicBezTo>
                  <a:cubicBezTo>
                    <a:pt x="2172" y="8193"/>
                    <a:pt x="2655" y="8054"/>
                    <a:pt x="3170" y="7763"/>
                  </a:cubicBezTo>
                  <a:cubicBezTo>
                    <a:pt x="5038" y="6529"/>
                    <a:pt x="6205" y="4494"/>
                    <a:pt x="6339" y="2259"/>
                  </a:cubicBezTo>
                  <a:cubicBezTo>
                    <a:pt x="6339" y="834"/>
                    <a:pt x="5628" y="0"/>
                    <a:pt x="45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43"/>
            <p:cNvSpPr/>
            <p:nvPr/>
          </p:nvSpPr>
          <p:spPr>
            <a:xfrm>
              <a:off x="4023875" y="4209375"/>
              <a:ext cx="159300" cy="205000"/>
            </a:xfrm>
            <a:custGeom>
              <a:rect b="b" l="l" r="r" t="t"/>
              <a:pathLst>
                <a:path extrusionOk="0" h="8200" w="6372">
                  <a:moveTo>
                    <a:pt x="4613" y="1"/>
                  </a:moveTo>
                  <a:cubicBezTo>
                    <a:pt x="4187" y="1"/>
                    <a:pt x="3708" y="139"/>
                    <a:pt x="3203" y="431"/>
                  </a:cubicBezTo>
                  <a:cubicBezTo>
                    <a:pt x="1302" y="1665"/>
                    <a:pt x="134" y="3700"/>
                    <a:pt x="1" y="5935"/>
                  </a:cubicBezTo>
                  <a:cubicBezTo>
                    <a:pt x="1" y="7377"/>
                    <a:pt x="721" y="8199"/>
                    <a:pt x="1771" y="8199"/>
                  </a:cubicBezTo>
                  <a:cubicBezTo>
                    <a:pt x="2202" y="8199"/>
                    <a:pt x="2688" y="8061"/>
                    <a:pt x="3203" y="7769"/>
                  </a:cubicBezTo>
                  <a:cubicBezTo>
                    <a:pt x="5071" y="6535"/>
                    <a:pt x="6238" y="4500"/>
                    <a:pt x="6372" y="2265"/>
                  </a:cubicBezTo>
                  <a:cubicBezTo>
                    <a:pt x="6372" y="823"/>
                    <a:pt x="5651" y="1"/>
                    <a:pt x="461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43"/>
            <p:cNvSpPr/>
            <p:nvPr/>
          </p:nvSpPr>
          <p:spPr>
            <a:xfrm>
              <a:off x="3329225" y="4196800"/>
              <a:ext cx="119275" cy="153425"/>
            </a:xfrm>
            <a:custGeom>
              <a:rect b="b" l="l" r="r" t="t"/>
              <a:pathLst>
                <a:path extrusionOk="0" h="6137" w="4771">
                  <a:moveTo>
                    <a:pt x="3468" y="0"/>
                  </a:moveTo>
                  <a:cubicBezTo>
                    <a:pt x="3147" y="0"/>
                    <a:pt x="2785" y="108"/>
                    <a:pt x="2402" y="333"/>
                  </a:cubicBezTo>
                  <a:cubicBezTo>
                    <a:pt x="967" y="1234"/>
                    <a:pt x="100" y="2768"/>
                    <a:pt x="0" y="4436"/>
                  </a:cubicBezTo>
                  <a:cubicBezTo>
                    <a:pt x="0" y="5519"/>
                    <a:pt x="532" y="6137"/>
                    <a:pt x="1314" y="6137"/>
                  </a:cubicBezTo>
                  <a:cubicBezTo>
                    <a:pt x="1640" y="6137"/>
                    <a:pt x="2009" y="6030"/>
                    <a:pt x="2402" y="5804"/>
                  </a:cubicBezTo>
                  <a:cubicBezTo>
                    <a:pt x="3803" y="4903"/>
                    <a:pt x="4670" y="3369"/>
                    <a:pt x="4770" y="1701"/>
                  </a:cubicBezTo>
                  <a:cubicBezTo>
                    <a:pt x="4770" y="618"/>
                    <a:pt x="4238" y="0"/>
                    <a:pt x="34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43"/>
            <p:cNvSpPr/>
            <p:nvPr/>
          </p:nvSpPr>
          <p:spPr>
            <a:xfrm>
              <a:off x="3710325" y="3780825"/>
              <a:ext cx="121775" cy="157275"/>
            </a:xfrm>
            <a:custGeom>
              <a:rect b="b" l="l" r="r" t="t"/>
              <a:pathLst>
                <a:path extrusionOk="0" h="6291" w="4871">
                  <a:moveTo>
                    <a:pt x="3512" y="1"/>
                  </a:moveTo>
                  <a:cubicBezTo>
                    <a:pt x="3186" y="1"/>
                    <a:pt x="2821" y="106"/>
                    <a:pt x="2435" y="327"/>
                  </a:cubicBezTo>
                  <a:cubicBezTo>
                    <a:pt x="1001" y="1261"/>
                    <a:pt x="67" y="2829"/>
                    <a:pt x="0" y="4563"/>
                  </a:cubicBezTo>
                  <a:cubicBezTo>
                    <a:pt x="0" y="5655"/>
                    <a:pt x="540" y="6291"/>
                    <a:pt x="1344" y="6291"/>
                  </a:cubicBezTo>
                  <a:cubicBezTo>
                    <a:pt x="1671" y="6291"/>
                    <a:pt x="2041" y="6186"/>
                    <a:pt x="2435" y="5964"/>
                  </a:cubicBezTo>
                  <a:cubicBezTo>
                    <a:pt x="3870" y="5030"/>
                    <a:pt x="4770" y="3463"/>
                    <a:pt x="4870" y="1728"/>
                  </a:cubicBezTo>
                  <a:cubicBezTo>
                    <a:pt x="4870" y="637"/>
                    <a:pt x="4314" y="1"/>
                    <a:pt x="35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43"/>
            <p:cNvSpPr/>
            <p:nvPr/>
          </p:nvSpPr>
          <p:spPr>
            <a:xfrm>
              <a:off x="4111450" y="363870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806" y="0"/>
                  </a:moveTo>
                  <a:cubicBezTo>
                    <a:pt x="2544" y="0"/>
                    <a:pt x="2248" y="89"/>
                    <a:pt x="1935" y="275"/>
                  </a:cubicBezTo>
                  <a:cubicBezTo>
                    <a:pt x="801" y="1008"/>
                    <a:pt x="67" y="2276"/>
                    <a:pt x="0" y="3644"/>
                  </a:cubicBezTo>
                  <a:cubicBezTo>
                    <a:pt x="0" y="4524"/>
                    <a:pt x="442" y="5031"/>
                    <a:pt x="1083" y="5031"/>
                  </a:cubicBezTo>
                  <a:cubicBezTo>
                    <a:pt x="1340" y="5031"/>
                    <a:pt x="1629" y="4950"/>
                    <a:pt x="1935" y="4778"/>
                  </a:cubicBezTo>
                  <a:cubicBezTo>
                    <a:pt x="3069" y="4011"/>
                    <a:pt x="3803" y="2776"/>
                    <a:pt x="3870" y="1409"/>
                  </a:cubicBezTo>
                  <a:cubicBezTo>
                    <a:pt x="3870" y="513"/>
                    <a:pt x="3436" y="0"/>
                    <a:pt x="28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43"/>
            <p:cNvSpPr/>
            <p:nvPr/>
          </p:nvSpPr>
          <p:spPr>
            <a:xfrm>
              <a:off x="3392600" y="351995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787" y="1"/>
                  </a:moveTo>
                  <a:cubicBezTo>
                    <a:pt x="2530" y="1"/>
                    <a:pt x="2241" y="83"/>
                    <a:pt x="1935" y="254"/>
                  </a:cubicBezTo>
                  <a:cubicBezTo>
                    <a:pt x="767" y="1022"/>
                    <a:pt x="67" y="2256"/>
                    <a:pt x="0" y="3624"/>
                  </a:cubicBezTo>
                  <a:cubicBezTo>
                    <a:pt x="0" y="4519"/>
                    <a:pt x="433" y="5032"/>
                    <a:pt x="1064" y="5032"/>
                  </a:cubicBezTo>
                  <a:cubicBezTo>
                    <a:pt x="1326" y="5032"/>
                    <a:pt x="1622" y="4944"/>
                    <a:pt x="1935" y="4758"/>
                  </a:cubicBezTo>
                  <a:cubicBezTo>
                    <a:pt x="3069" y="4024"/>
                    <a:pt x="3803" y="2756"/>
                    <a:pt x="3870" y="1389"/>
                  </a:cubicBezTo>
                  <a:cubicBezTo>
                    <a:pt x="3870" y="508"/>
                    <a:pt x="3428" y="1"/>
                    <a:pt x="278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43"/>
            <p:cNvSpPr/>
            <p:nvPr/>
          </p:nvSpPr>
          <p:spPr>
            <a:xfrm>
              <a:off x="5070450" y="3340275"/>
              <a:ext cx="67575" cy="86025"/>
            </a:xfrm>
            <a:custGeom>
              <a:rect b="b" l="l" r="r" t="t"/>
              <a:pathLst>
                <a:path extrusionOk="0" h="3441" w="2703">
                  <a:moveTo>
                    <a:pt x="1927" y="1"/>
                  </a:moveTo>
                  <a:cubicBezTo>
                    <a:pt x="1746" y="1"/>
                    <a:pt x="1545" y="55"/>
                    <a:pt x="1335" y="170"/>
                  </a:cubicBezTo>
                  <a:cubicBezTo>
                    <a:pt x="568" y="670"/>
                    <a:pt x="68" y="1537"/>
                    <a:pt x="1" y="2505"/>
                  </a:cubicBezTo>
                  <a:cubicBezTo>
                    <a:pt x="1" y="3100"/>
                    <a:pt x="307" y="3441"/>
                    <a:pt x="750" y="3441"/>
                  </a:cubicBezTo>
                  <a:cubicBezTo>
                    <a:pt x="927" y="3441"/>
                    <a:pt x="1125" y="3386"/>
                    <a:pt x="1335" y="3272"/>
                  </a:cubicBezTo>
                  <a:cubicBezTo>
                    <a:pt x="2136" y="2738"/>
                    <a:pt x="2636" y="1904"/>
                    <a:pt x="2703" y="937"/>
                  </a:cubicBezTo>
                  <a:cubicBezTo>
                    <a:pt x="2703" y="341"/>
                    <a:pt x="2379" y="1"/>
                    <a:pt x="192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43"/>
            <p:cNvSpPr/>
            <p:nvPr/>
          </p:nvSpPr>
          <p:spPr>
            <a:xfrm>
              <a:off x="5353150" y="3302400"/>
              <a:ext cx="66750" cy="86350"/>
            </a:xfrm>
            <a:custGeom>
              <a:rect b="b" l="l" r="r" t="t"/>
              <a:pathLst>
                <a:path extrusionOk="0" h="3454" w="2670">
                  <a:moveTo>
                    <a:pt x="1925" y="0"/>
                  </a:moveTo>
                  <a:cubicBezTo>
                    <a:pt x="1747" y="0"/>
                    <a:pt x="1547" y="59"/>
                    <a:pt x="1335" y="184"/>
                  </a:cubicBezTo>
                  <a:cubicBezTo>
                    <a:pt x="535" y="684"/>
                    <a:pt x="34" y="1551"/>
                    <a:pt x="1" y="2485"/>
                  </a:cubicBezTo>
                  <a:cubicBezTo>
                    <a:pt x="1" y="3106"/>
                    <a:pt x="309" y="3454"/>
                    <a:pt x="753" y="3454"/>
                  </a:cubicBezTo>
                  <a:cubicBezTo>
                    <a:pt x="930" y="3454"/>
                    <a:pt x="1127" y="3399"/>
                    <a:pt x="1335" y="3286"/>
                  </a:cubicBezTo>
                  <a:cubicBezTo>
                    <a:pt x="2136" y="2752"/>
                    <a:pt x="2636" y="1885"/>
                    <a:pt x="2669" y="951"/>
                  </a:cubicBezTo>
                  <a:cubicBezTo>
                    <a:pt x="2669" y="357"/>
                    <a:pt x="2365" y="0"/>
                    <a:pt x="19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43"/>
            <p:cNvSpPr/>
            <p:nvPr/>
          </p:nvSpPr>
          <p:spPr>
            <a:xfrm>
              <a:off x="3128250" y="3949875"/>
              <a:ext cx="67550" cy="86400"/>
            </a:xfrm>
            <a:custGeom>
              <a:rect b="b" l="l" r="r" t="t"/>
              <a:pathLst>
                <a:path extrusionOk="0" h="3456" w="2702">
                  <a:moveTo>
                    <a:pt x="1941" y="1"/>
                  </a:moveTo>
                  <a:cubicBezTo>
                    <a:pt x="1759" y="1"/>
                    <a:pt x="1554" y="55"/>
                    <a:pt x="1334" y="170"/>
                  </a:cubicBezTo>
                  <a:cubicBezTo>
                    <a:pt x="567" y="703"/>
                    <a:pt x="67" y="1537"/>
                    <a:pt x="0" y="2505"/>
                  </a:cubicBezTo>
                  <a:cubicBezTo>
                    <a:pt x="0" y="3098"/>
                    <a:pt x="304" y="3455"/>
                    <a:pt x="744" y="3455"/>
                  </a:cubicBezTo>
                  <a:cubicBezTo>
                    <a:pt x="923" y="3455"/>
                    <a:pt x="1123" y="3397"/>
                    <a:pt x="1334" y="3272"/>
                  </a:cubicBezTo>
                  <a:cubicBezTo>
                    <a:pt x="2135" y="2772"/>
                    <a:pt x="2635" y="1904"/>
                    <a:pt x="2702" y="937"/>
                  </a:cubicBezTo>
                  <a:cubicBezTo>
                    <a:pt x="2702" y="341"/>
                    <a:pt x="2396" y="1"/>
                    <a:pt x="194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43"/>
            <p:cNvSpPr/>
            <p:nvPr/>
          </p:nvSpPr>
          <p:spPr>
            <a:xfrm>
              <a:off x="3948825" y="330390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39" y="1"/>
                  </a:moveTo>
                  <a:cubicBezTo>
                    <a:pt x="1757" y="1"/>
                    <a:pt x="1552" y="62"/>
                    <a:pt x="1335" y="190"/>
                  </a:cubicBezTo>
                  <a:cubicBezTo>
                    <a:pt x="534" y="691"/>
                    <a:pt x="34" y="1558"/>
                    <a:pt x="0" y="2492"/>
                  </a:cubicBezTo>
                  <a:cubicBezTo>
                    <a:pt x="0" y="3103"/>
                    <a:pt x="298" y="3449"/>
                    <a:pt x="730" y="3449"/>
                  </a:cubicBezTo>
                  <a:cubicBezTo>
                    <a:pt x="912" y="3449"/>
                    <a:pt x="1118" y="3387"/>
                    <a:pt x="1335" y="3259"/>
                  </a:cubicBezTo>
                  <a:cubicBezTo>
                    <a:pt x="2102" y="2759"/>
                    <a:pt x="2602" y="1891"/>
                    <a:pt x="2669" y="957"/>
                  </a:cubicBezTo>
                  <a:cubicBezTo>
                    <a:pt x="2669" y="347"/>
                    <a:pt x="2371" y="1"/>
                    <a:pt x="19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43"/>
            <p:cNvSpPr/>
            <p:nvPr/>
          </p:nvSpPr>
          <p:spPr>
            <a:xfrm>
              <a:off x="4335775" y="2776575"/>
              <a:ext cx="67575" cy="86500"/>
            </a:xfrm>
            <a:custGeom>
              <a:rect b="b" l="l" r="r" t="t"/>
              <a:pathLst>
                <a:path extrusionOk="0" h="3460" w="2703">
                  <a:moveTo>
                    <a:pt x="1950" y="0"/>
                  </a:moveTo>
                  <a:cubicBezTo>
                    <a:pt x="1773" y="0"/>
                    <a:pt x="1576" y="55"/>
                    <a:pt x="1368" y="168"/>
                  </a:cubicBezTo>
                  <a:cubicBezTo>
                    <a:pt x="567" y="702"/>
                    <a:pt x="67" y="1569"/>
                    <a:pt x="0" y="2503"/>
                  </a:cubicBezTo>
                  <a:cubicBezTo>
                    <a:pt x="0" y="3114"/>
                    <a:pt x="298" y="3460"/>
                    <a:pt x="742" y="3460"/>
                  </a:cubicBezTo>
                  <a:cubicBezTo>
                    <a:pt x="928" y="3460"/>
                    <a:pt x="1141" y="3399"/>
                    <a:pt x="1368" y="3270"/>
                  </a:cubicBezTo>
                  <a:cubicBezTo>
                    <a:pt x="2135" y="2770"/>
                    <a:pt x="2635" y="1903"/>
                    <a:pt x="2702" y="969"/>
                  </a:cubicBezTo>
                  <a:cubicBezTo>
                    <a:pt x="2702" y="347"/>
                    <a:pt x="2394" y="0"/>
                    <a:pt x="195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43"/>
            <p:cNvSpPr/>
            <p:nvPr/>
          </p:nvSpPr>
          <p:spPr>
            <a:xfrm>
              <a:off x="4535900" y="3275550"/>
              <a:ext cx="66750" cy="86525"/>
            </a:xfrm>
            <a:custGeom>
              <a:rect b="b" l="l" r="r" t="t"/>
              <a:pathLst>
                <a:path extrusionOk="0" h="3461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0"/>
                    <a:pt x="34" y="1558"/>
                    <a:pt x="1" y="2492"/>
                  </a:cubicBezTo>
                  <a:cubicBezTo>
                    <a:pt x="1" y="3113"/>
                    <a:pt x="309" y="3460"/>
                    <a:pt x="753" y="3460"/>
                  </a:cubicBezTo>
                  <a:cubicBezTo>
                    <a:pt x="930" y="3460"/>
                    <a:pt x="1127" y="3406"/>
                    <a:pt x="1335" y="3292"/>
                  </a:cubicBezTo>
                  <a:cubicBezTo>
                    <a:pt x="2136" y="2759"/>
                    <a:pt x="2636" y="1891"/>
                    <a:pt x="2669" y="957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43"/>
            <p:cNvSpPr/>
            <p:nvPr/>
          </p:nvSpPr>
          <p:spPr>
            <a:xfrm>
              <a:off x="4577600" y="2504850"/>
              <a:ext cx="104275" cy="123200"/>
            </a:xfrm>
            <a:custGeom>
              <a:rect b="b" l="l" r="r" t="t"/>
              <a:pathLst>
                <a:path extrusionOk="0" h="4928" w="4171">
                  <a:moveTo>
                    <a:pt x="2930" y="1"/>
                  </a:moveTo>
                  <a:cubicBezTo>
                    <a:pt x="2206" y="1"/>
                    <a:pt x="1321" y="657"/>
                    <a:pt x="735" y="1697"/>
                  </a:cubicBezTo>
                  <a:cubicBezTo>
                    <a:pt x="1" y="2965"/>
                    <a:pt x="1" y="4366"/>
                    <a:pt x="735" y="4799"/>
                  </a:cubicBezTo>
                  <a:cubicBezTo>
                    <a:pt x="882" y="4886"/>
                    <a:pt x="1048" y="4928"/>
                    <a:pt x="1225" y="4928"/>
                  </a:cubicBezTo>
                  <a:cubicBezTo>
                    <a:pt x="1933" y="4928"/>
                    <a:pt x="2823" y="4271"/>
                    <a:pt x="3437" y="3232"/>
                  </a:cubicBezTo>
                  <a:cubicBezTo>
                    <a:pt x="4170" y="1964"/>
                    <a:pt x="4170" y="563"/>
                    <a:pt x="3437" y="129"/>
                  </a:cubicBezTo>
                  <a:cubicBezTo>
                    <a:pt x="3283" y="42"/>
                    <a:pt x="3111" y="1"/>
                    <a:pt x="293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43"/>
            <p:cNvSpPr/>
            <p:nvPr/>
          </p:nvSpPr>
          <p:spPr>
            <a:xfrm>
              <a:off x="5213050" y="365915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1"/>
                    <a:pt x="34" y="1558"/>
                    <a:pt x="1" y="2492"/>
                  </a:cubicBezTo>
                  <a:cubicBezTo>
                    <a:pt x="1" y="3103"/>
                    <a:pt x="299" y="3449"/>
                    <a:pt x="731" y="3449"/>
                  </a:cubicBezTo>
                  <a:cubicBezTo>
                    <a:pt x="913" y="3449"/>
                    <a:pt x="1118" y="3388"/>
                    <a:pt x="1335" y="3259"/>
                  </a:cubicBezTo>
                  <a:cubicBezTo>
                    <a:pt x="2136" y="2759"/>
                    <a:pt x="2603" y="1892"/>
                    <a:pt x="2669" y="958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43"/>
            <p:cNvSpPr/>
            <p:nvPr/>
          </p:nvSpPr>
          <p:spPr>
            <a:xfrm>
              <a:off x="4367450" y="2982200"/>
              <a:ext cx="76750" cy="100025"/>
            </a:xfrm>
            <a:custGeom>
              <a:rect b="b" l="l" r="r" t="t"/>
              <a:pathLst>
                <a:path extrusionOk="0" h="4001" w="3070">
                  <a:moveTo>
                    <a:pt x="2232" y="0"/>
                  </a:moveTo>
                  <a:cubicBezTo>
                    <a:pt x="2025" y="0"/>
                    <a:pt x="1788" y="70"/>
                    <a:pt x="1535" y="216"/>
                  </a:cubicBezTo>
                  <a:cubicBezTo>
                    <a:pt x="635" y="816"/>
                    <a:pt x="67" y="1817"/>
                    <a:pt x="1" y="2884"/>
                  </a:cubicBezTo>
                  <a:cubicBezTo>
                    <a:pt x="1" y="3593"/>
                    <a:pt x="352" y="4000"/>
                    <a:pt x="853" y="4000"/>
                  </a:cubicBezTo>
                  <a:cubicBezTo>
                    <a:pt x="1060" y="4000"/>
                    <a:pt x="1292" y="3931"/>
                    <a:pt x="1535" y="3785"/>
                  </a:cubicBezTo>
                  <a:cubicBezTo>
                    <a:pt x="2436" y="3185"/>
                    <a:pt x="3036" y="2184"/>
                    <a:pt x="3070" y="1116"/>
                  </a:cubicBezTo>
                  <a:cubicBezTo>
                    <a:pt x="3070" y="408"/>
                    <a:pt x="2735" y="0"/>
                    <a:pt x="223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43"/>
            <p:cNvSpPr/>
            <p:nvPr/>
          </p:nvSpPr>
          <p:spPr>
            <a:xfrm>
              <a:off x="4244875" y="3380625"/>
              <a:ext cx="59225" cy="76225"/>
            </a:xfrm>
            <a:custGeom>
              <a:rect b="b" l="l" r="r" t="t"/>
              <a:pathLst>
                <a:path extrusionOk="0" h="3049" w="2369">
                  <a:moveTo>
                    <a:pt x="1700" y="1"/>
                  </a:moveTo>
                  <a:cubicBezTo>
                    <a:pt x="1540" y="1"/>
                    <a:pt x="1359" y="51"/>
                    <a:pt x="1168" y="157"/>
                  </a:cubicBezTo>
                  <a:cubicBezTo>
                    <a:pt x="467" y="624"/>
                    <a:pt x="34" y="1391"/>
                    <a:pt x="0" y="2225"/>
                  </a:cubicBezTo>
                  <a:cubicBezTo>
                    <a:pt x="0" y="2746"/>
                    <a:pt x="270" y="3049"/>
                    <a:pt x="653" y="3049"/>
                  </a:cubicBezTo>
                  <a:cubicBezTo>
                    <a:pt x="809" y="3049"/>
                    <a:pt x="984" y="2998"/>
                    <a:pt x="1168" y="2892"/>
                  </a:cubicBezTo>
                  <a:cubicBezTo>
                    <a:pt x="1868" y="2458"/>
                    <a:pt x="2302" y="1691"/>
                    <a:pt x="2369" y="857"/>
                  </a:cubicBezTo>
                  <a:cubicBezTo>
                    <a:pt x="2369" y="311"/>
                    <a:pt x="2098" y="1"/>
                    <a:pt x="17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43"/>
            <p:cNvSpPr/>
            <p:nvPr/>
          </p:nvSpPr>
          <p:spPr>
            <a:xfrm>
              <a:off x="4063075" y="2856925"/>
              <a:ext cx="58400" cy="76200"/>
            </a:xfrm>
            <a:custGeom>
              <a:rect b="b" l="l" r="r" t="t"/>
              <a:pathLst>
                <a:path extrusionOk="0" h="3048" w="2336">
                  <a:moveTo>
                    <a:pt x="1694" y="1"/>
                  </a:moveTo>
                  <a:cubicBezTo>
                    <a:pt x="1538" y="1"/>
                    <a:pt x="1360" y="51"/>
                    <a:pt x="1168" y="156"/>
                  </a:cubicBezTo>
                  <a:cubicBezTo>
                    <a:pt x="467" y="623"/>
                    <a:pt x="34" y="1357"/>
                    <a:pt x="0" y="2191"/>
                  </a:cubicBezTo>
                  <a:cubicBezTo>
                    <a:pt x="0" y="2738"/>
                    <a:pt x="254" y="3048"/>
                    <a:pt x="642" y="3048"/>
                  </a:cubicBezTo>
                  <a:cubicBezTo>
                    <a:pt x="798" y="3048"/>
                    <a:pt x="976" y="2997"/>
                    <a:pt x="1168" y="2892"/>
                  </a:cubicBezTo>
                  <a:cubicBezTo>
                    <a:pt x="1868" y="2425"/>
                    <a:pt x="2302" y="1658"/>
                    <a:pt x="2335" y="857"/>
                  </a:cubicBezTo>
                  <a:cubicBezTo>
                    <a:pt x="2335" y="310"/>
                    <a:pt x="2081" y="1"/>
                    <a:pt x="16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43"/>
            <p:cNvSpPr/>
            <p:nvPr/>
          </p:nvSpPr>
          <p:spPr>
            <a:xfrm>
              <a:off x="5486600" y="3479350"/>
              <a:ext cx="45050" cy="57775"/>
            </a:xfrm>
            <a:custGeom>
              <a:rect b="b" l="l" r="r" t="t"/>
              <a:pathLst>
                <a:path extrusionOk="0" h="2311" w="1802">
                  <a:moveTo>
                    <a:pt x="1291" y="0"/>
                  </a:moveTo>
                  <a:cubicBezTo>
                    <a:pt x="1173" y="0"/>
                    <a:pt x="1041" y="36"/>
                    <a:pt x="901" y="111"/>
                  </a:cubicBezTo>
                  <a:cubicBezTo>
                    <a:pt x="367" y="444"/>
                    <a:pt x="33" y="1045"/>
                    <a:pt x="0" y="1678"/>
                  </a:cubicBezTo>
                  <a:cubicBezTo>
                    <a:pt x="0" y="2076"/>
                    <a:pt x="197" y="2310"/>
                    <a:pt x="488" y="2310"/>
                  </a:cubicBezTo>
                  <a:cubicBezTo>
                    <a:pt x="611" y="2310"/>
                    <a:pt x="752" y="2268"/>
                    <a:pt x="901" y="2179"/>
                  </a:cubicBezTo>
                  <a:cubicBezTo>
                    <a:pt x="1434" y="1845"/>
                    <a:pt x="1768" y="1278"/>
                    <a:pt x="1801" y="644"/>
                  </a:cubicBezTo>
                  <a:cubicBezTo>
                    <a:pt x="1801" y="236"/>
                    <a:pt x="1594" y="0"/>
                    <a:pt x="129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43"/>
            <p:cNvSpPr/>
            <p:nvPr/>
          </p:nvSpPr>
          <p:spPr>
            <a:xfrm>
              <a:off x="4784175" y="1506675"/>
              <a:ext cx="230425" cy="429350"/>
            </a:xfrm>
            <a:custGeom>
              <a:rect b="b" l="l" r="r" t="t"/>
              <a:pathLst>
                <a:path extrusionOk="0" h="17174" w="9217">
                  <a:moveTo>
                    <a:pt x="258" y="0"/>
                  </a:moveTo>
                  <a:cubicBezTo>
                    <a:pt x="123" y="0"/>
                    <a:pt x="0" y="140"/>
                    <a:pt x="110" y="295"/>
                  </a:cubicBezTo>
                  <a:lnTo>
                    <a:pt x="8817" y="17073"/>
                  </a:lnTo>
                  <a:cubicBezTo>
                    <a:pt x="8850" y="17140"/>
                    <a:pt x="8917" y="17173"/>
                    <a:pt x="8983" y="17173"/>
                  </a:cubicBezTo>
                  <a:lnTo>
                    <a:pt x="9083" y="17173"/>
                  </a:lnTo>
                  <a:cubicBezTo>
                    <a:pt x="9150" y="17107"/>
                    <a:pt x="9217" y="17006"/>
                    <a:pt x="9150" y="16906"/>
                  </a:cubicBezTo>
                  <a:lnTo>
                    <a:pt x="444" y="128"/>
                  </a:lnTo>
                  <a:cubicBezTo>
                    <a:pt x="399" y="37"/>
                    <a:pt x="327" y="0"/>
                    <a:pt x="25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43"/>
            <p:cNvSpPr/>
            <p:nvPr/>
          </p:nvSpPr>
          <p:spPr>
            <a:xfrm>
              <a:off x="5074625" y="1641000"/>
              <a:ext cx="206000" cy="265825"/>
            </a:xfrm>
            <a:custGeom>
              <a:rect b="b" l="l" r="r" t="t"/>
              <a:pathLst>
                <a:path extrusionOk="0" h="10633" w="8240">
                  <a:moveTo>
                    <a:pt x="8140" y="0"/>
                  </a:moveTo>
                  <a:cubicBezTo>
                    <a:pt x="8115" y="0"/>
                    <a:pt x="8090" y="9"/>
                    <a:pt x="8073" y="25"/>
                  </a:cubicBezTo>
                  <a:lnTo>
                    <a:pt x="34" y="10499"/>
                  </a:lnTo>
                  <a:cubicBezTo>
                    <a:pt x="1" y="10533"/>
                    <a:pt x="1" y="10599"/>
                    <a:pt x="34" y="10633"/>
                  </a:cubicBezTo>
                  <a:lnTo>
                    <a:pt x="67" y="10633"/>
                  </a:lnTo>
                  <a:cubicBezTo>
                    <a:pt x="101" y="10633"/>
                    <a:pt x="134" y="10633"/>
                    <a:pt x="167" y="10599"/>
                  </a:cubicBezTo>
                  <a:lnTo>
                    <a:pt x="8206" y="159"/>
                  </a:lnTo>
                  <a:cubicBezTo>
                    <a:pt x="8240" y="125"/>
                    <a:pt x="8240" y="59"/>
                    <a:pt x="8206" y="25"/>
                  </a:cubicBezTo>
                  <a:cubicBezTo>
                    <a:pt x="8190" y="9"/>
                    <a:pt x="8165" y="0"/>
                    <a:pt x="814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43"/>
            <p:cNvSpPr/>
            <p:nvPr/>
          </p:nvSpPr>
          <p:spPr>
            <a:xfrm>
              <a:off x="5045450" y="1679975"/>
              <a:ext cx="60900" cy="221850"/>
            </a:xfrm>
            <a:custGeom>
              <a:rect b="b" l="l" r="r" t="t"/>
              <a:pathLst>
                <a:path extrusionOk="0" h="8874" w="2436">
                  <a:moveTo>
                    <a:pt x="2368" y="1"/>
                  </a:moveTo>
                  <a:cubicBezTo>
                    <a:pt x="2302" y="1"/>
                    <a:pt x="2268" y="34"/>
                    <a:pt x="2268" y="67"/>
                  </a:cubicBezTo>
                  <a:lnTo>
                    <a:pt x="0" y="8774"/>
                  </a:lnTo>
                  <a:cubicBezTo>
                    <a:pt x="0" y="8807"/>
                    <a:pt x="33" y="8840"/>
                    <a:pt x="67" y="8874"/>
                  </a:cubicBezTo>
                  <a:lnTo>
                    <a:pt x="100" y="8874"/>
                  </a:lnTo>
                  <a:cubicBezTo>
                    <a:pt x="134" y="8874"/>
                    <a:pt x="167" y="8840"/>
                    <a:pt x="167" y="8807"/>
                  </a:cubicBezTo>
                  <a:lnTo>
                    <a:pt x="2435" y="101"/>
                  </a:lnTo>
                  <a:cubicBezTo>
                    <a:pt x="2435" y="67"/>
                    <a:pt x="2402" y="1"/>
                    <a:pt x="236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43"/>
            <p:cNvSpPr/>
            <p:nvPr/>
          </p:nvSpPr>
          <p:spPr>
            <a:xfrm>
              <a:off x="5040425" y="2006675"/>
              <a:ext cx="46725" cy="228725"/>
            </a:xfrm>
            <a:custGeom>
              <a:rect b="b" l="l" r="r" t="t"/>
              <a:pathLst>
                <a:path extrusionOk="0" h="9149" w="1869">
                  <a:moveTo>
                    <a:pt x="219" y="0"/>
                  </a:moveTo>
                  <a:cubicBezTo>
                    <a:pt x="202" y="0"/>
                    <a:pt x="185" y="3"/>
                    <a:pt x="168" y="9"/>
                  </a:cubicBezTo>
                  <a:cubicBezTo>
                    <a:pt x="68" y="9"/>
                    <a:pt x="1" y="109"/>
                    <a:pt x="1" y="209"/>
                  </a:cubicBezTo>
                  <a:lnTo>
                    <a:pt x="1469" y="8982"/>
                  </a:lnTo>
                  <a:cubicBezTo>
                    <a:pt x="1502" y="9082"/>
                    <a:pt x="1569" y="9149"/>
                    <a:pt x="1669" y="9149"/>
                  </a:cubicBezTo>
                  <a:lnTo>
                    <a:pt x="1702" y="9149"/>
                  </a:lnTo>
                  <a:cubicBezTo>
                    <a:pt x="1802" y="9115"/>
                    <a:pt x="1869" y="9015"/>
                    <a:pt x="1836" y="8915"/>
                  </a:cubicBezTo>
                  <a:lnTo>
                    <a:pt x="368" y="175"/>
                  </a:lnTo>
                  <a:cubicBezTo>
                    <a:pt x="368" y="65"/>
                    <a:pt x="299" y="0"/>
                    <a:pt x="21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43"/>
            <p:cNvSpPr/>
            <p:nvPr/>
          </p:nvSpPr>
          <p:spPr>
            <a:xfrm>
              <a:off x="5130500" y="2020225"/>
              <a:ext cx="71750" cy="196825"/>
            </a:xfrm>
            <a:custGeom>
              <a:rect b="b" l="l" r="r" t="t"/>
              <a:pathLst>
                <a:path extrusionOk="0" h="7873" w="2870">
                  <a:moveTo>
                    <a:pt x="2803" y="0"/>
                  </a:moveTo>
                  <a:cubicBezTo>
                    <a:pt x="2769" y="0"/>
                    <a:pt x="2702" y="0"/>
                    <a:pt x="2702" y="67"/>
                  </a:cubicBezTo>
                  <a:lnTo>
                    <a:pt x="1" y="7739"/>
                  </a:lnTo>
                  <a:cubicBezTo>
                    <a:pt x="1" y="7806"/>
                    <a:pt x="1" y="7839"/>
                    <a:pt x="67" y="7873"/>
                  </a:cubicBezTo>
                  <a:lnTo>
                    <a:pt x="101" y="7873"/>
                  </a:lnTo>
                  <a:cubicBezTo>
                    <a:pt x="134" y="7873"/>
                    <a:pt x="134" y="7839"/>
                    <a:pt x="167" y="7806"/>
                  </a:cubicBezTo>
                  <a:lnTo>
                    <a:pt x="2869" y="100"/>
                  </a:lnTo>
                  <a:cubicBezTo>
                    <a:pt x="2869" y="67"/>
                    <a:pt x="2836" y="34"/>
                    <a:pt x="280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43"/>
            <p:cNvSpPr/>
            <p:nvPr/>
          </p:nvSpPr>
          <p:spPr>
            <a:xfrm>
              <a:off x="4949550" y="2317925"/>
              <a:ext cx="81750" cy="30050"/>
            </a:xfrm>
            <a:custGeom>
              <a:rect b="b" l="l" r="r" t="t"/>
              <a:pathLst>
                <a:path extrusionOk="0" h="1202" w="3270">
                  <a:moveTo>
                    <a:pt x="3169" y="1"/>
                  </a:moveTo>
                  <a:lnTo>
                    <a:pt x="67" y="1035"/>
                  </a:lnTo>
                  <a:cubicBezTo>
                    <a:pt x="0" y="1068"/>
                    <a:pt x="0" y="1102"/>
                    <a:pt x="0" y="1135"/>
                  </a:cubicBezTo>
                  <a:cubicBezTo>
                    <a:pt x="0" y="1168"/>
                    <a:pt x="33" y="1202"/>
                    <a:pt x="67" y="1202"/>
                  </a:cubicBezTo>
                  <a:lnTo>
                    <a:pt x="100" y="1202"/>
                  </a:lnTo>
                  <a:lnTo>
                    <a:pt x="3202" y="168"/>
                  </a:lnTo>
                  <a:cubicBezTo>
                    <a:pt x="3269" y="134"/>
                    <a:pt x="3269" y="101"/>
                    <a:pt x="3269" y="68"/>
                  </a:cubicBezTo>
                  <a:cubicBezTo>
                    <a:pt x="3236" y="1"/>
                    <a:pt x="3202" y="1"/>
                    <a:pt x="316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43"/>
            <p:cNvSpPr/>
            <p:nvPr/>
          </p:nvSpPr>
          <p:spPr>
            <a:xfrm>
              <a:off x="5041275" y="2374000"/>
              <a:ext cx="49675" cy="319225"/>
            </a:xfrm>
            <a:custGeom>
              <a:rect b="b" l="l" r="r" t="t"/>
              <a:pathLst>
                <a:path extrusionOk="0" h="12769" w="1987">
                  <a:moveTo>
                    <a:pt x="1790" y="0"/>
                  </a:moveTo>
                  <a:cubicBezTo>
                    <a:pt x="1704" y="0"/>
                    <a:pt x="1617" y="51"/>
                    <a:pt x="1601" y="160"/>
                  </a:cubicBezTo>
                  <a:lnTo>
                    <a:pt x="0" y="12535"/>
                  </a:lnTo>
                  <a:cubicBezTo>
                    <a:pt x="0" y="12635"/>
                    <a:pt x="67" y="12735"/>
                    <a:pt x="167" y="12769"/>
                  </a:cubicBezTo>
                  <a:lnTo>
                    <a:pt x="200" y="12769"/>
                  </a:lnTo>
                  <a:cubicBezTo>
                    <a:pt x="301" y="12769"/>
                    <a:pt x="367" y="12702"/>
                    <a:pt x="401" y="12602"/>
                  </a:cubicBezTo>
                  <a:lnTo>
                    <a:pt x="1968" y="193"/>
                  </a:lnTo>
                  <a:cubicBezTo>
                    <a:pt x="1986" y="68"/>
                    <a:pt x="1889" y="0"/>
                    <a:pt x="179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43"/>
            <p:cNvSpPr/>
            <p:nvPr/>
          </p:nvSpPr>
          <p:spPr>
            <a:xfrm>
              <a:off x="5117150" y="2476800"/>
              <a:ext cx="226025" cy="232275"/>
            </a:xfrm>
            <a:custGeom>
              <a:rect b="b" l="l" r="r" t="t"/>
              <a:pathLst>
                <a:path extrusionOk="0" h="9291" w="9041">
                  <a:moveTo>
                    <a:pt x="8820" y="0"/>
                  </a:moveTo>
                  <a:cubicBezTo>
                    <a:pt x="8774" y="0"/>
                    <a:pt x="8724" y="17"/>
                    <a:pt x="8674" y="50"/>
                  </a:cubicBezTo>
                  <a:lnTo>
                    <a:pt x="68" y="8957"/>
                  </a:lnTo>
                  <a:cubicBezTo>
                    <a:pt x="1" y="9024"/>
                    <a:pt x="1" y="9157"/>
                    <a:pt x="68" y="9224"/>
                  </a:cubicBezTo>
                  <a:cubicBezTo>
                    <a:pt x="101" y="9257"/>
                    <a:pt x="134" y="9290"/>
                    <a:pt x="201" y="9290"/>
                  </a:cubicBezTo>
                  <a:cubicBezTo>
                    <a:pt x="234" y="9290"/>
                    <a:pt x="301" y="9257"/>
                    <a:pt x="334" y="9224"/>
                  </a:cubicBezTo>
                  <a:lnTo>
                    <a:pt x="8941" y="317"/>
                  </a:lnTo>
                  <a:cubicBezTo>
                    <a:pt x="9041" y="251"/>
                    <a:pt x="9041" y="117"/>
                    <a:pt x="8941" y="50"/>
                  </a:cubicBezTo>
                  <a:cubicBezTo>
                    <a:pt x="8907" y="17"/>
                    <a:pt x="8866" y="0"/>
                    <a:pt x="882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43"/>
            <p:cNvSpPr/>
            <p:nvPr/>
          </p:nvSpPr>
          <p:spPr>
            <a:xfrm>
              <a:off x="4907000" y="2715175"/>
              <a:ext cx="71750" cy="41425"/>
            </a:xfrm>
            <a:custGeom>
              <a:rect b="b" l="l" r="r" t="t"/>
              <a:pathLst>
                <a:path extrusionOk="0" h="1657" w="2870">
                  <a:moveTo>
                    <a:pt x="66" y="0"/>
                  </a:moveTo>
                  <a:cubicBezTo>
                    <a:pt x="40" y="0"/>
                    <a:pt x="20" y="17"/>
                    <a:pt x="1" y="56"/>
                  </a:cubicBezTo>
                  <a:cubicBezTo>
                    <a:pt x="1" y="89"/>
                    <a:pt x="1" y="122"/>
                    <a:pt x="34" y="156"/>
                  </a:cubicBezTo>
                  <a:lnTo>
                    <a:pt x="2703" y="1657"/>
                  </a:lnTo>
                  <a:lnTo>
                    <a:pt x="2769" y="1657"/>
                  </a:lnTo>
                  <a:cubicBezTo>
                    <a:pt x="2803" y="1657"/>
                    <a:pt x="2836" y="1623"/>
                    <a:pt x="2836" y="1590"/>
                  </a:cubicBezTo>
                  <a:cubicBezTo>
                    <a:pt x="2870" y="1557"/>
                    <a:pt x="2836" y="1490"/>
                    <a:pt x="2803" y="1490"/>
                  </a:cubicBezTo>
                  <a:lnTo>
                    <a:pt x="134" y="22"/>
                  </a:lnTo>
                  <a:cubicBezTo>
                    <a:pt x="107" y="8"/>
                    <a:pt x="85" y="0"/>
                    <a:pt x="6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43"/>
            <p:cNvSpPr/>
            <p:nvPr/>
          </p:nvSpPr>
          <p:spPr>
            <a:xfrm>
              <a:off x="4833625" y="2830175"/>
              <a:ext cx="113425" cy="90725"/>
            </a:xfrm>
            <a:custGeom>
              <a:rect b="b" l="l" r="r" t="t"/>
              <a:pathLst>
                <a:path extrusionOk="0" h="3629" w="4537">
                  <a:moveTo>
                    <a:pt x="4437" y="1"/>
                  </a:moveTo>
                  <a:cubicBezTo>
                    <a:pt x="4412" y="1"/>
                    <a:pt x="4387" y="9"/>
                    <a:pt x="4370" y="26"/>
                  </a:cubicBezTo>
                  <a:lnTo>
                    <a:pt x="34" y="3461"/>
                  </a:lnTo>
                  <a:cubicBezTo>
                    <a:pt x="0" y="3495"/>
                    <a:pt x="0" y="3561"/>
                    <a:pt x="34" y="3595"/>
                  </a:cubicBezTo>
                  <a:cubicBezTo>
                    <a:pt x="67" y="3595"/>
                    <a:pt x="67" y="3628"/>
                    <a:pt x="100" y="3628"/>
                  </a:cubicBezTo>
                  <a:cubicBezTo>
                    <a:pt x="134" y="3628"/>
                    <a:pt x="134" y="3595"/>
                    <a:pt x="167" y="3595"/>
                  </a:cubicBezTo>
                  <a:lnTo>
                    <a:pt x="4504" y="159"/>
                  </a:lnTo>
                  <a:cubicBezTo>
                    <a:pt x="4537" y="126"/>
                    <a:pt x="4537" y="59"/>
                    <a:pt x="4504" y="26"/>
                  </a:cubicBezTo>
                  <a:cubicBezTo>
                    <a:pt x="4487" y="9"/>
                    <a:pt x="4462" y="1"/>
                    <a:pt x="443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43"/>
            <p:cNvSpPr/>
            <p:nvPr/>
          </p:nvSpPr>
          <p:spPr>
            <a:xfrm>
              <a:off x="4768575" y="2702875"/>
              <a:ext cx="70075" cy="218025"/>
            </a:xfrm>
            <a:custGeom>
              <a:rect b="b" l="l" r="r" t="t"/>
              <a:pathLst>
                <a:path extrusionOk="0" h="8721" w="2803">
                  <a:moveTo>
                    <a:pt x="117" y="0"/>
                  </a:moveTo>
                  <a:cubicBezTo>
                    <a:pt x="103" y="0"/>
                    <a:pt x="87" y="4"/>
                    <a:pt x="67" y="14"/>
                  </a:cubicBezTo>
                  <a:cubicBezTo>
                    <a:pt x="34" y="14"/>
                    <a:pt x="1" y="47"/>
                    <a:pt x="34" y="114"/>
                  </a:cubicBezTo>
                  <a:lnTo>
                    <a:pt x="2636" y="8653"/>
                  </a:lnTo>
                  <a:cubicBezTo>
                    <a:pt x="2636" y="8687"/>
                    <a:pt x="2669" y="8720"/>
                    <a:pt x="2702" y="8720"/>
                  </a:cubicBezTo>
                  <a:lnTo>
                    <a:pt x="2736" y="8720"/>
                  </a:lnTo>
                  <a:cubicBezTo>
                    <a:pt x="2803" y="8687"/>
                    <a:pt x="2803" y="8653"/>
                    <a:pt x="2803" y="8587"/>
                  </a:cubicBezTo>
                  <a:lnTo>
                    <a:pt x="167" y="47"/>
                  </a:lnTo>
                  <a:cubicBezTo>
                    <a:pt x="167" y="24"/>
                    <a:pt x="151" y="0"/>
                    <a:pt x="11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43"/>
            <p:cNvSpPr/>
            <p:nvPr/>
          </p:nvSpPr>
          <p:spPr>
            <a:xfrm>
              <a:off x="4731050" y="2900525"/>
              <a:ext cx="108425" cy="20375"/>
            </a:xfrm>
            <a:custGeom>
              <a:rect b="b" l="l" r="r" t="t"/>
              <a:pathLst>
                <a:path extrusionOk="0" h="815" w="4337">
                  <a:moveTo>
                    <a:pt x="54" y="0"/>
                  </a:moveTo>
                  <a:cubicBezTo>
                    <a:pt x="18" y="0"/>
                    <a:pt x="0" y="31"/>
                    <a:pt x="0" y="80"/>
                  </a:cubicBezTo>
                  <a:cubicBezTo>
                    <a:pt x="0" y="114"/>
                    <a:pt x="34" y="180"/>
                    <a:pt x="67" y="180"/>
                  </a:cubicBezTo>
                  <a:lnTo>
                    <a:pt x="4203" y="814"/>
                  </a:lnTo>
                  <a:lnTo>
                    <a:pt x="4237" y="814"/>
                  </a:lnTo>
                  <a:cubicBezTo>
                    <a:pt x="4337" y="814"/>
                    <a:pt x="4337" y="647"/>
                    <a:pt x="4237" y="647"/>
                  </a:cubicBezTo>
                  <a:lnTo>
                    <a:pt x="101" y="14"/>
                  </a:lnTo>
                  <a:cubicBezTo>
                    <a:pt x="83" y="5"/>
                    <a:pt x="67" y="0"/>
                    <a:pt x="5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43"/>
            <p:cNvSpPr/>
            <p:nvPr/>
          </p:nvSpPr>
          <p:spPr>
            <a:xfrm>
              <a:off x="5117150" y="2799100"/>
              <a:ext cx="377800" cy="42575"/>
            </a:xfrm>
            <a:custGeom>
              <a:rect b="b" l="l" r="r" t="t"/>
              <a:pathLst>
                <a:path extrusionOk="0" h="1703" w="15112">
                  <a:moveTo>
                    <a:pt x="234" y="1"/>
                  </a:moveTo>
                  <a:cubicBezTo>
                    <a:pt x="134" y="1"/>
                    <a:pt x="34" y="101"/>
                    <a:pt x="1" y="201"/>
                  </a:cubicBezTo>
                  <a:cubicBezTo>
                    <a:pt x="1" y="301"/>
                    <a:pt x="68" y="401"/>
                    <a:pt x="201" y="401"/>
                  </a:cubicBezTo>
                  <a:lnTo>
                    <a:pt x="14911" y="1702"/>
                  </a:lnTo>
                  <a:cubicBezTo>
                    <a:pt x="15012" y="1702"/>
                    <a:pt x="15112" y="1636"/>
                    <a:pt x="15112" y="1502"/>
                  </a:cubicBezTo>
                  <a:cubicBezTo>
                    <a:pt x="15112" y="1402"/>
                    <a:pt x="15045" y="1302"/>
                    <a:pt x="14945" y="1302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43"/>
            <p:cNvSpPr/>
            <p:nvPr/>
          </p:nvSpPr>
          <p:spPr>
            <a:xfrm>
              <a:off x="4934525" y="2671075"/>
              <a:ext cx="206000" cy="262325"/>
            </a:xfrm>
            <a:custGeom>
              <a:rect b="b" l="l" r="r" t="t"/>
              <a:pathLst>
                <a:path extrusionOk="0" h="10493" w="8240">
                  <a:moveTo>
                    <a:pt x="5810" y="682"/>
                  </a:moveTo>
                  <a:cubicBezTo>
                    <a:pt x="6117" y="682"/>
                    <a:pt x="6397" y="751"/>
                    <a:pt x="6639" y="886"/>
                  </a:cubicBezTo>
                  <a:cubicBezTo>
                    <a:pt x="7239" y="1253"/>
                    <a:pt x="7573" y="2020"/>
                    <a:pt x="7573" y="3054"/>
                  </a:cubicBezTo>
                  <a:cubicBezTo>
                    <a:pt x="7573" y="5355"/>
                    <a:pt x="5938" y="8191"/>
                    <a:pt x="3937" y="9358"/>
                  </a:cubicBezTo>
                  <a:cubicBezTo>
                    <a:pt x="3388" y="9663"/>
                    <a:pt x="2864" y="9820"/>
                    <a:pt x="2402" y="9820"/>
                  </a:cubicBezTo>
                  <a:cubicBezTo>
                    <a:pt x="2106" y="9820"/>
                    <a:pt x="1836" y="9755"/>
                    <a:pt x="1602" y="9625"/>
                  </a:cubicBezTo>
                  <a:cubicBezTo>
                    <a:pt x="1001" y="9258"/>
                    <a:pt x="668" y="8491"/>
                    <a:pt x="668" y="7457"/>
                  </a:cubicBezTo>
                  <a:cubicBezTo>
                    <a:pt x="668" y="5122"/>
                    <a:pt x="2269" y="2320"/>
                    <a:pt x="4304" y="1152"/>
                  </a:cubicBezTo>
                  <a:cubicBezTo>
                    <a:pt x="4841" y="834"/>
                    <a:pt x="5355" y="682"/>
                    <a:pt x="5810" y="682"/>
                  </a:cubicBezTo>
                  <a:close/>
                  <a:moveTo>
                    <a:pt x="5790" y="1"/>
                  </a:moveTo>
                  <a:cubicBezTo>
                    <a:pt x="5215" y="1"/>
                    <a:pt x="4587" y="189"/>
                    <a:pt x="3937" y="552"/>
                  </a:cubicBezTo>
                  <a:cubicBezTo>
                    <a:pt x="1769" y="1820"/>
                    <a:pt x="1" y="4922"/>
                    <a:pt x="1" y="7457"/>
                  </a:cubicBezTo>
                  <a:cubicBezTo>
                    <a:pt x="1" y="8758"/>
                    <a:pt x="434" y="9725"/>
                    <a:pt x="1268" y="10192"/>
                  </a:cubicBezTo>
                  <a:cubicBezTo>
                    <a:pt x="1602" y="10392"/>
                    <a:pt x="2002" y="10493"/>
                    <a:pt x="2436" y="10493"/>
                  </a:cubicBezTo>
                  <a:cubicBezTo>
                    <a:pt x="3069" y="10459"/>
                    <a:pt x="3737" y="10259"/>
                    <a:pt x="4304" y="9925"/>
                  </a:cubicBezTo>
                  <a:cubicBezTo>
                    <a:pt x="6472" y="8658"/>
                    <a:pt x="8240" y="5589"/>
                    <a:pt x="8240" y="3054"/>
                  </a:cubicBezTo>
                  <a:cubicBezTo>
                    <a:pt x="8240" y="1753"/>
                    <a:pt x="7806" y="786"/>
                    <a:pt x="6972" y="319"/>
                  </a:cubicBezTo>
                  <a:cubicBezTo>
                    <a:pt x="6616" y="105"/>
                    <a:pt x="6218" y="1"/>
                    <a:pt x="579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43"/>
            <p:cNvSpPr/>
            <p:nvPr/>
          </p:nvSpPr>
          <p:spPr>
            <a:xfrm>
              <a:off x="4981225" y="2729925"/>
              <a:ext cx="112600" cy="145075"/>
            </a:xfrm>
            <a:custGeom>
              <a:rect b="b" l="l" r="r" t="t"/>
              <a:pathLst>
                <a:path extrusionOk="0" h="5803" w="4504">
                  <a:moveTo>
                    <a:pt x="3264" y="0"/>
                  </a:moveTo>
                  <a:cubicBezTo>
                    <a:pt x="2964" y="0"/>
                    <a:pt x="2626" y="97"/>
                    <a:pt x="2269" y="300"/>
                  </a:cubicBezTo>
                  <a:cubicBezTo>
                    <a:pt x="935" y="1167"/>
                    <a:pt x="101" y="2601"/>
                    <a:pt x="1" y="4202"/>
                  </a:cubicBezTo>
                  <a:cubicBezTo>
                    <a:pt x="1" y="5221"/>
                    <a:pt x="506" y="5803"/>
                    <a:pt x="1253" y="5803"/>
                  </a:cubicBezTo>
                  <a:cubicBezTo>
                    <a:pt x="1557" y="5803"/>
                    <a:pt x="1902" y="5706"/>
                    <a:pt x="2269" y="5503"/>
                  </a:cubicBezTo>
                  <a:cubicBezTo>
                    <a:pt x="3570" y="4636"/>
                    <a:pt x="4404" y="3168"/>
                    <a:pt x="4504" y="1600"/>
                  </a:cubicBezTo>
                  <a:cubicBezTo>
                    <a:pt x="4504" y="581"/>
                    <a:pt x="3999" y="0"/>
                    <a:pt x="326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43"/>
            <p:cNvSpPr/>
            <p:nvPr/>
          </p:nvSpPr>
          <p:spPr>
            <a:xfrm>
              <a:off x="5467400" y="2716175"/>
              <a:ext cx="206850" cy="262250"/>
            </a:xfrm>
            <a:custGeom>
              <a:rect b="b" l="l" r="r" t="t"/>
              <a:pathLst>
                <a:path extrusionOk="0" h="10490" w="8274">
                  <a:moveTo>
                    <a:pt x="5838" y="683"/>
                  </a:moveTo>
                  <a:cubicBezTo>
                    <a:pt x="6105" y="683"/>
                    <a:pt x="6405" y="749"/>
                    <a:pt x="6639" y="883"/>
                  </a:cubicBezTo>
                  <a:cubicBezTo>
                    <a:pt x="7273" y="1250"/>
                    <a:pt x="7606" y="2017"/>
                    <a:pt x="7606" y="3051"/>
                  </a:cubicBezTo>
                  <a:cubicBezTo>
                    <a:pt x="7606" y="5353"/>
                    <a:pt x="5972" y="8188"/>
                    <a:pt x="3970" y="9356"/>
                  </a:cubicBezTo>
                  <a:cubicBezTo>
                    <a:pt x="3421" y="9661"/>
                    <a:pt x="2885" y="9817"/>
                    <a:pt x="2414" y="9817"/>
                  </a:cubicBezTo>
                  <a:cubicBezTo>
                    <a:pt x="2112" y="9817"/>
                    <a:pt x="1836" y="9753"/>
                    <a:pt x="1602" y="9623"/>
                  </a:cubicBezTo>
                  <a:cubicBezTo>
                    <a:pt x="1002" y="9256"/>
                    <a:pt x="668" y="8488"/>
                    <a:pt x="668" y="7454"/>
                  </a:cubicBezTo>
                  <a:cubicBezTo>
                    <a:pt x="668" y="5119"/>
                    <a:pt x="2302" y="2317"/>
                    <a:pt x="4304" y="1150"/>
                  </a:cubicBezTo>
                  <a:cubicBezTo>
                    <a:pt x="4771" y="850"/>
                    <a:pt x="5271" y="716"/>
                    <a:pt x="5838" y="683"/>
                  </a:cubicBezTo>
                  <a:close/>
                  <a:moveTo>
                    <a:pt x="5833" y="1"/>
                  </a:moveTo>
                  <a:cubicBezTo>
                    <a:pt x="5260" y="1"/>
                    <a:pt x="4626" y="197"/>
                    <a:pt x="3970" y="583"/>
                  </a:cubicBezTo>
                  <a:cubicBezTo>
                    <a:pt x="1769" y="1850"/>
                    <a:pt x="1" y="4919"/>
                    <a:pt x="1" y="7454"/>
                  </a:cubicBezTo>
                  <a:cubicBezTo>
                    <a:pt x="1" y="8755"/>
                    <a:pt x="434" y="9723"/>
                    <a:pt x="1268" y="10190"/>
                  </a:cubicBezTo>
                  <a:cubicBezTo>
                    <a:pt x="1635" y="10390"/>
                    <a:pt x="2036" y="10490"/>
                    <a:pt x="2436" y="10490"/>
                  </a:cubicBezTo>
                  <a:cubicBezTo>
                    <a:pt x="3103" y="10490"/>
                    <a:pt x="3737" y="10290"/>
                    <a:pt x="4304" y="9923"/>
                  </a:cubicBezTo>
                  <a:cubicBezTo>
                    <a:pt x="6472" y="8655"/>
                    <a:pt x="8273" y="5586"/>
                    <a:pt x="8273" y="3051"/>
                  </a:cubicBezTo>
                  <a:cubicBezTo>
                    <a:pt x="8273" y="1750"/>
                    <a:pt x="7806" y="783"/>
                    <a:pt x="6972" y="316"/>
                  </a:cubicBezTo>
                  <a:cubicBezTo>
                    <a:pt x="6635" y="105"/>
                    <a:pt x="6250" y="1"/>
                    <a:pt x="583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43"/>
            <p:cNvSpPr/>
            <p:nvPr/>
          </p:nvSpPr>
          <p:spPr>
            <a:xfrm>
              <a:off x="5514950" y="2774950"/>
              <a:ext cx="111775" cy="145075"/>
            </a:xfrm>
            <a:custGeom>
              <a:rect b="b" l="l" r="r" t="t"/>
              <a:pathLst>
                <a:path extrusionOk="0" h="5803" w="4471">
                  <a:moveTo>
                    <a:pt x="3230" y="0"/>
                  </a:moveTo>
                  <a:cubicBezTo>
                    <a:pt x="2930" y="0"/>
                    <a:pt x="2593" y="97"/>
                    <a:pt x="2235" y="300"/>
                  </a:cubicBezTo>
                  <a:cubicBezTo>
                    <a:pt x="901" y="1167"/>
                    <a:pt x="67" y="2602"/>
                    <a:pt x="0" y="4203"/>
                  </a:cubicBezTo>
                  <a:cubicBezTo>
                    <a:pt x="0" y="5222"/>
                    <a:pt x="488" y="5803"/>
                    <a:pt x="1226" y="5803"/>
                  </a:cubicBezTo>
                  <a:cubicBezTo>
                    <a:pt x="1526" y="5803"/>
                    <a:pt x="1868" y="5706"/>
                    <a:pt x="2235" y="5504"/>
                  </a:cubicBezTo>
                  <a:cubicBezTo>
                    <a:pt x="3569" y="4636"/>
                    <a:pt x="4370" y="3169"/>
                    <a:pt x="4470" y="1601"/>
                  </a:cubicBezTo>
                  <a:cubicBezTo>
                    <a:pt x="4470" y="582"/>
                    <a:pt x="3965" y="0"/>
                    <a:pt x="323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43"/>
            <p:cNvSpPr/>
            <p:nvPr/>
          </p:nvSpPr>
          <p:spPr>
            <a:xfrm>
              <a:off x="5326475" y="2325225"/>
              <a:ext cx="143450" cy="182025"/>
            </a:xfrm>
            <a:custGeom>
              <a:rect b="b" l="l" r="r" t="t"/>
              <a:pathLst>
                <a:path extrusionOk="0" h="7281" w="5738">
                  <a:moveTo>
                    <a:pt x="4070" y="476"/>
                  </a:moveTo>
                  <a:cubicBezTo>
                    <a:pt x="4270" y="476"/>
                    <a:pt x="4437" y="509"/>
                    <a:pt x="4637" y="610"/>
                  </a:cubicBezTo>
                  <a:cubicBezTo>
                    <a:pt x="5037" y="876"/>
                    <a:pt x="5271" y="1410"/>
                    <a:pt x="5271" y="2111"/>
                  </a:cubicBezTo>
                  <a:cubicBezTo>
                    <a:pt x="5171" y="3879"/>
                    <a:pt x="4237" y="5513"/>
                    <a:pt x="2769" y="6480"/>
                  </a:cubicBezTo>
                  <a:cubicBezTo>
                    <a:pt x="2382" y="6705"/>
                    <a:pt x="2019" y="6817"/>
                    <a:pt x="1697" y="6817"/>
                  </a:cubicBezTo>
                  <a:cubicBezTo>
                    <a:pt x="1492" y="6817"/>
                    <a:pt x="1303" y="6771"/>
                    <a:pt x="1135" y="6681"/>
                  </a:cubicBezTo>
                  <a:cubicBezTo>
                    <a:pt x="701" y="6414"/>
                    <a:pt x="467" y="5880"/>
                    <a:pt x="467" y="5179"/>
                  </a:cubicBezTo>
                  <a:cubicBezTo>
                    <a:pt x="568" y="3378"/>
                    <a:pt x="1502" y="1777"/>
                    <a:pt x="3003" y="810"/>
                  </a:cubicBezTo>
                  <a:cubicBezTo>
                    <a:pt x="3303" y="610"/>
                    <a:pt x="3670" y="476"/>
                    <a:pt x="4070" y="476"/>
                  </a:cubicBezTo>
                  <a:close/>
                  <a:moveTo>
                    <a:pt x="4051" y="1"/>
                  </a:moveTo>
                  <a:cubicBezTo>
                    <a:pt x="3653" y="1"/>
                    <a:pt x="3217" y="137"/>
                    <a:pt x="2769" y="409"/>
                  </a:cubicBezTo>
                  <a:cubicBezTo>
                    <a:pt x="1135" y="1443"/>
                    <a:pt x="101" y="3211"/>
                    <a:pt x="0" y="5179"/>
                  </a:cubicBezTo>
                  <a:cubicBezTo>
                    <a:pt x="0" y="6080"/>
                    <a:pt x="334" y="6747"/>
                    <a:pt x="901" y="7081"/>
                  </a:cubicBezTo>
                  <a:cubicBezTo>
                    <a:pt x="1135" y="7214"/>
                    <a:pt x="1435" y="7281"/>
                    <a:pt x="1702" y="7281"/>
                  </a:cubicBezTo>
                  <a:cubicBezTo>
                    <a:pt x="2169" y="7248"/>
                    <a:pt x="2602" y="7114"/>
                    <a:pt x="2969" y="6881"/>
                  </a:cubicBezTo>
                  <a:cubicBezTo>
                    <a:pt x="4604" y="5813"/>
                    <a:pt x="5638" y="4045"/>
                    <a:pt x="5738" y="2111"/>
                  </a:cubicBezTo>
                  <a:cubicBezTo>
                    <a:pt x="5738" y="1210"/>
                    <a:pt x="5404" y="543"/>
                    <a:pt x="4837" y="209"/>
                  </a:cubicBezTo>
                  <a:cubicBezTo>
                    <a:pt x="4601" y="70"/>
                    <a:pt x="4336" y="1"/>
                    <a:pt x="405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43"/>
            <p:cNvSpPr/>
            <p:nvPr/>
          </p:nvSpPr>
          <p:spPr>
            <a:xfrm>
              <a:off x="5359825" y="2365925"/>
              <a:ext cx="77575" cy="100850"/>
            </a:xfrm>
            <a:custGeom>
              <a:rect b="b" l="l" r="r" t="t"/>
              <a:pathLst>
                <a:path extrusionOk="0" h="4034" w="3103">
                  <a:moveTo>
                    <a:pt x="2239" y="0"/>
                  </a:moveTo>
                  <a:cubicBezTo>
                    <a:pt x="2027" y="0"/>
                    <a:pt x="1788" y="70"/>
                    <a:pt x="1535" y="216"/>
                  </a:cubicBezTo>
                  <a:cubicBezTo>
                    <a:pt x="635" y="816"/>
                    <a:pt x="34" y="1817"/>
                    <a:pt x="1" y="2918"/>
                  </a:cubicBezTo>
                  <a:cubicBezTo>
                    <a:pt x="1" y="3626"/>
                    <a:pt x="352" y="4034"/>
                    <a:pt x="853" y="4034"/>
                  </a:cubicBezTo>
                  <a:cubicBezTo>
                    <a:pt x="1060" y="4034"/>
                    <a:pt x="1292" y="3964"/>
                    <a:pt x="1535" y="3818"/>
                  </a:cubicBezTo>
                  <a:cubicBezTo>
                    <a:pt x="2469" y="3218"/>
                    <a:pt x="3036" y="2217"/>
                    <a:pt x="3103" y="1116"/>
                  </a:cubicBezTo>
                  <a:cubicBezTo>
                    <a:pt x="3103" y="408"/>
                    <a:pt x="2752" y="0"/>
                    <a:pt x="223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43"/>
            <p:cNvSpPr/>
            <p:nvPr/>
          </p:nvSpPr>
          <p:spPr>
            <a:xfrm>
              <a:off x="5022100" y="2207575"/>
              <a:ext cx="143450" cy="182100"/>
            </a:xfrm>
            <a:custGeom>
              <a:rect b="b" l="l" r="r" t="t"/>
              <a:pathLst>
                <a:path extrusionOk="0" h="7284" w="5738">
                  <a:moveTo>
                    <a:pt x="4024" y="450"/>
                  </a:moveTo>
                  <a:cubicBezTo>
                    <a:pt x="4243" y="450"/>
                    <a:pt x="4440" y="503"/>
                    <a:pt x="4603" y="612"/>
                  </a:cubicBezTo>
                  <a:cubicBezTo>
                    <a:pt x="5037" y="846"/>
                    <a:pt x="5271" y="1379"/>
                    <a:pt x="5271" y="2113"/>
                  </a:cubicBezTo>
                  <a:cubicBezTo>
                    <a:pt x="5170" y="3881"/>
                    <a:pt x="4236" y="5516"/>
                    <a:pt x="2769" y="6483"/>
                  </a:cubicBezTo>
                  <a:cubicBezTo>
                    <a:pt x="2394" y="6700"/>
                    <a:pt x="2042" y="6812"/>
                    <a:pt x="1728" y="6812"/>
                  </a:cubicBezTo>
                  <a:cubicBezTo>
                    <a:pt x="1511" y="6812"/>
                    <a:pt x="1311" y="6759"/>
                    <a:pt x="1134" y="6650"/>
                  </a:cubicBezTo>
                  <a:cubicBezTo>
                    <a:pt x="701" y="6416"/>
                    <a:pt x="467" y="5883"/>
                    <a:pt x="467" y="5149"/>
                  </a:cubicBezTo>
                  <a:cubicBezTo>
                    <a:pt x="567" y="3381"/>
                    <a:pt x="1501" y="1746"/>
                    <a:pt x="2969" y="779"/>
                  </a:cubicBezTo>
                  <a:cubicBezTo>
                    <a:pt x="3344" y="562"/>
                    <a:pt x="3707" y="450"/>
                    <a:pt x="4024" y="450"/>
                  </a:cubicBezTo>
                  <a:close/>
                  <a:moveTo>
                    <a:pt x="4033" y="1"/>
                  </a:moveTo>
                  <a:cubicBezTo>
                    <a:pt x="3635" y="1"/>
                    <a:pt x="3196" y="129"/>
                    <a:pt x="2735" y="379"/>
                  </a:cubicBezTo>
                  <a:cubicBezTo>
                    <a:pt x="1134" y="1446"/>
                    <a:pt x="100" y="3214"/>
                    <a:pt x="0" y="5149"/>
                  </a:cubicBezTo>
                  <a:cubicBezTo>
                    <a:pt x="0" y="6049"/>
                    <a:pt x="300" y="6750"/>
                    <a:pt x="867" y="7050"/>
                  </a:cubicBezTo>
                  <a:cubicBezTo>
                    <a:pt x="1134" y="7217"/>
                    <a:pt x="1401" y="7284"/>
                    <a:pt x="1701" y="7284"/>
                  </a:cubicBezTo>
                  <a:cubicBezTo>
                    <a:pt x="2135" y="7250"/>
                    <a:pt x="2569" y="7117"/>
                    <a:pt x="2969" y="6883"/>
                  </a:cubicBezTo>
                  <a:cubicBezTo>
                    <a:pt x="4603" y="5816"/>
                    <a:pt x="5604" y="4048"/>
                    <a:pt x="5738" y="2113"/>
                  </a:cubicBezTo>
                  <a:cubicBezTo>
                    <a:pt x="5738" y="1213"/>
                    <a:pt x="5404" y="545"/>
                    <a:pt x="4837" y="212"/>
                  </a:cubicBezTo>
                  <a:cubicBezTo>
                    <a:pt x="4596" y="70"/>
                    <a:pt x="4326" y="1"/>
                    <a:pt x="403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43"/>
            <p:cNvSpPr/>
            <p:nvPr/>
          </p:nvSpPr>
          <p:spPr>
            <a:xfrm>
              <a:off x="5054625" y="2248325"/>
              <a:ext cx="78400" cy="100050"/>
            </a:xfrm>
            <a:custGeom>
              <a:rect b="b" l="l" r="r" t="t"/>
              <a:pathLst>
                <a:path extrusionOk="0" h="4002" w="3136">
                  <a:moveTo>
                    <a:pt x="2272" y="1"/>
                  </a:moveTo>
                  <a:cubicBezTo>
                    <a:pt x="2060" y="1"/>
                    <a:pt x="1821" y="70"/>
                    <a:pt x="1568" y="216"/>
                  </a:cubicBezTo>
                  <a:cubicBezTo>
                    <a:pt x="634" y="817"/>
                    <a:pt x="67" y="1818"/>
                    <a:pt x="0" y="2918"/>
                  </a:cubicBezTo>
                  <a:cubicBezTo>
                    <a:pt x="0" y="3602"/>
                    <a:pt x="349" y="4002"/>
                    <a:pt x="860" y="4002"/>
                  </a:cubicBezTo>
                  <a:cubicBezTo>
                    <a:pt x="1073" y="4002"/>
                    <a:pt x="1313" y="3933"/>
                    <a:pt x="1568" y="3786"/>
                  </a:cubicBezTo>
                  <a:cubicBezTo>
                    <a:pt x="2468" y="3185"/>
                    <a:pt x="3069" y="2184"/>
                    <a:pt x="3136" y="1117"/>
                  </a:cubicBezTo>
                  <a:cubicBezTo>
                    <a:pt x="3136" y="409"/>
                    <a:pt x="2784" y="1"/>
                    <a:pt x="227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43"/>
            <p:cNvSpPr/>
            <p:nvPr/>
          </p:nvSpPr>
          <p:spPr>
            <a:xfrm>
              <a:off x="4983725" y="1892250"/>
              <a:ext cx="109575" cy="133825"/>
            </a:xfrm>
            <a:custGeom>
              <a:rect b="b" l="l" r="r" t="t"/>
              <a:pathLst>
                <a:path extrusionOk="0" h="5353" w="4383">
                  <a:moveTo>
                    <a:pt x="2909" y="347"/>
                  </a:moveTo>
                  <a:cubicBezTo>
                    <a:pt x="3501" y="347"/>
                    <a:pt x="4047" y="887"/>
                    <a:pt x="3903" y="1583"/>
                  </a:cubicBezTo>
                  <a:cubicBezTo>
                    <a:pt x="3837" y="2884"/>
                    <a:pt x="3136" y="4085"/>
                    <a:pt x="2069" y="4786"/>
                  </a:cubicBezTo>
                  <a:cubicBezTo>
                    <a:pt x="1863" y="4973"/>
                    <a:pt x="1623" y="5055"/>
                    <a:pt x="1389" y="5055"/>
                  </a:cubicBezTo>
                  <a:cubicBezTo>
                    <a:pt x="790" y="5055"/>
                    <a:pt x="233" y="4514"/>
                    <a:pt x="401" y="3818"/>
                  </a:cubicBezTo>
                  <a:cubicBezTo>
                    <a:pt x="468" y="2518"/>
                    <a:pt x="1135" y="1317"/>
                    <a:pt x="2236" y="616"/>
                  </a:cubicBezTo>
                  <a:cubicBezTo>
                    <a:pt x="2441" y="429"/>
                    <a:pt x="2679" y="347"/>
                    <a:pt x="2909" y="347"/>
                  </a:cubicBezTo>
                  <a:close/>
                  <a:moveTo>
                    <a:pt x="2917" y="1"/>
                  </a:moveTo>
                  <a:cubicBezTo>
                    <a:pt x="2629" y="1"/>
                    <a:pt x="2333" y="97"/>
                    <a:pt x="2069" y="316"/>
                  </a:cubicBezTo>
                  <a:cubicBezTo>
                    <a:pt x="868" y="1116"/>
                    <a:pt x="134" y="2384"/>
                    <a:pt x="34" y="3818"/>
                  </a:cubicBezTo>
                  <a:cubicBezTo>
                    <a:pt x="1" y="4352"/>
                    <a:pt x="234" y="4919"/>
                    <a:pt x="701" y="5219"/>
                  </a:cubicBezTo>
                  <a:cubicBezTo>
                    <a:pt x="868" y="5320"/>
                    <a:pt x="1068" y="5353"/>
                    <a:pt x="1302" y="5353"/>
                  </a:cubicBezTo>
                  <a:cubicBezTo>
                    <a:pt x="1635" y="5353"/>
                    <a:pt x="1935" y="5253"/>
                    <a:pt x="2236" y="5053"/>
                  </a:cubicBezTo>
                  <a:cubicBezTo>
                    <a:pt x="3436" y="4285"/>
                    <a:pt x="4170" y="2985"/>
                    <a:pt x="4237" y="1583"/>
                  </a:cubicBezTo>
                  <a:cubicBezTo>
                    <a:pt x="4383" y="686"/>
                    <a:pt x="3682" y="1"/>
                    <a:pt x="291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43"/>
            <p:cNvSpPr/>
            <p:nvPr/>
          </p:nvSpPr>
          <p:spPr>
            <a:xfrm>
              <a:off x="5008750" y="1922900"/>
              <a:ext cx="57575" cy="73750"/>
            </a:xfrm>
            <a:custGeom>
              <a:rect b="b" l="l" r="r" t="t"/>
              <a:pathLst>
                <a:path extrusionOk="0" h="2950" w="2303">
                  <a:moveTo>
                    <a:pt x="1662" y="1"/>
                  </a:moveTo>
                  <a:cubicBezTo>
                    <a:pt x="1510" y="1"/>
                    <a:pt x="1342" y="51"/>
                    <a:pt x="1168" y="157"/>
                  </a:cubicBezTo>
                  <a:cubicBezTo>
                    <a:pt x="467" y="591"/>
                    <a:pt x="67" y="1325"/>
                    <a:pt x="0" y="2125"/>
                  </a:cubicBezTo>
                  <a:cubicBezTo>
                    <a:pt x="0" y="2647"/>
                    <a:pt x="270" y="2949"/>
                    <a:pt x="653" y="2949"/>
                  </a:cubicBezTo>
                  <a:cubicBezTo>
                    <a:pt x="809" y="2949"/>
                    <a:pt x="984" y="2899"/>
                    <a:pt x="1168" y="2793"/>
                  </a:cubicBezTo>
                  <a:cubicBezTo>
                    <a:pt x="1835" y="2359"/>
                    <a:pt x="2269" y="1625"/>
                    <a:pt x="2302" y="825"/>
                  </a:cubicBezTo>
                  <a:cubicBezTo>
                    <a:pt x="2302" y="303"/>
                    <a:pt x="2033" y="1"/>
                    <a:pt x="166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43"/>
            <p:cNvSpPr/>
            <p:nvPr/>
          </p:nvSpPr>
          <p:spPr>
            <a:xfrm>
              <a:off x="5183875" y="20010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33" y="1"/>
                  </a:moveTo>
                  <a:cubicBezTo>
                    <a:pt x="843" y="1"/>
                    <a:pt x="741" y="32"/>
                    <a:pt x="634" y="100"/>
                  </a:cubicBezTo>
                  <a:cubicBezTo>
                    <a:pt x="267" y="334"/>
                    <a:pt x="0" y="767"/>
                    <a:pt x="0" y="1234"/>
                  </a:cubicBezTo>
                  <a:cubicBezTo>
                    <a:pt x="0" y="1519"/>
                    <a:pt x="153" y="1686"/>
                    <a:pt x="361" y="1686"/>
                  </a:cubicBezTo>
                  <a:cubicBezTo>
                    <a:pt x="445" y="1686"/>
                    <a:pt x="538" y="1659"/>
                    <a:pt x="634" y="1601"/>
                  </a:cubicBezTo>
                  <a:cubicBezTo>
                    <a:pt x="1034" y="1334"/>
                    <a:pt x="1268" y="934"/>
                    <a:pt x="1301" y="467"/>
                  </a:cubicBezTo>
                  <a:cubicBezTo>
                    <a:pt x="1301" y="184"/>
                    <a:pt x="1151" y="1"/>
                    <a:pt x="93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43"/>
            <p:cNvSpPr/>
            <p:nvPr/>
          </p:nvSpPr>
          <p:spPr>
            <a:xfrm>
              <a:off x="4935350" y="2325000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0"/>
                  </a:moveTo>
                  <a:cubicBezTo>
                    <a:pt x="840" y="0"/>
                    <a:pt x="740" y="27"/>
                    <a:pt x="635" y="85"/>
                  </a:cubicBezTo>
                  <a:cubicBezTo>
                    <a:pt x="268" y="352"/>
                    <a:pt x="1" y="752"/>
                    <a:pt x="1" y="1219"/>
                  </a:cubicBezTo>
                  <a:cubicBezTo>
                    <a:pt x="1" y="1502"/>
                    <a:pt x="151" y="1685"/>
                    <a:pt x="358" y="1685"/>
                  </a:cubicBezTo>
                  <a:cubicBezTo>
                    <a:pt x="443" y="1685"/>
                    <a:pt x="537" y="1654"/>
                    <a:pt x="635" y="1586"/>
                  </a:cubicBezTo>
                  <a:cubicBezTo>
                    <a:pt x="1035" y="1352"/>
                    <a:pt x="1269" y="919"/>
                    <a:pt x="1302" y="452"/>
                  </a:cubicBezTo>
                  <a:cubicBezTo>
                    <a:pt x="1302" y="167"/>
                    <a:pt x="1150" y="0"/>
                    <a:pt x="92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43"/>
            <p:cNvSpPr/>
            <p:nvPr/>
          </p:nvSpPr>
          <p:spPr>
            <a:xfrm>
              <a:off x="4892825" y="26965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45" y="1"/>
                  </a:moveTo>
                  <a:cubicBezTo>
                    <a:pt x="860" y="1"/>
                    <a:pt x="765" y="32"/>
                    <a:pt x="668" y="100"/>
                  </a:cubicBezTo>
                  <a:cubicBezTo>
                    <a:pt x="268" y="334"/>
                    <a:pt x="34" y="767"/>
                    <a:pt x="1" y="1234"/>
                  </a:cubicBezTo>
                  <a:cubicBezTo>
                    <a:pt x="1" y="1519"/>
                    <a:pt x="153" y="1686"/>
                    <a:pt x="373" y="1686"/>
                  </a:cubicBezTo>
                  <a:cubicBezTo>
                    <a:pt x="462" y="1686"/>
                    <a:pt x="562" y="1659"/>
                    <a:pt x="668" y="1601"/>
                  </a:cubicBezTo>
                  <a:cubicBezTo>
                    <a:pt x="1035" y="1334"/>
                    <a:pt x="1268" y="934"/>
                    <a:pt x="1302" y="467"/>
                  </a:cubicBezTo>
                  <a:cubicBezTo>
                    <a:pt x="1302" y="184"/>
                    <a:pt x="1151" y="1"/>
                    <a:pt x="94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43"/>
            <p:cNvSpPr/>
            <p:nvPr/>
          </p:nvSpPr>
          <p:spPr>
            <a:xfrm>
              <a:off x="4751075" y="2679100"/>
              <a:ext cx="40050" cy="51575"/>
            </a:xfrm>
            <a:custGeom>
              <a:rect b="b" l="l" r="r" t="t"/>
              <a:pathLst>
                <a:path extrusionOk="0" h="2063" w="1602">
                  <a:moveTo>
                    <a:pt x="1144" y="1"/>
                  </a:moveTo>
                  <a:cubicBezTo>
                    <a:pt x="1039" y="1"/>
                    <a:pt x="923" y="32"/>
                    <a:pt x="801" y="98"/>
                  </a:cubicBezTo>
                  <a:cubicBezTo>
                    <a:pt x="334" y="431"/>
                    <a:pt x="33" y="932"/>
                    <a:pt x="0" y="1499"/>
                  </a:cubicBezTo>
                  <a:cubicBezTo>
                    <a:pt x="0" y="1858"/>
                    <a:pt x="190" y="2063"/>
                    <a:pt x="457" y="2063"/>
                  </a:cubicBezTo>
                  <a:cubicBezTo>
                    <a:pt x="562" y="2063"/>
                    <a:pt x="679" y="2031"/>
                    <a:pt x="801" y="1966"/>
                  </a:cubicBezTo>
                  <a:cubicBezTo>
                    <a:pt x="1268" y="1665"/>
                    <a:pt x="1568" y="1132"/>
                    <a:pt x="1601" y="565"/>
                  </a:cubicBezTo>
                  <a:cubicBezTo>
                    <a:pt x="1601" y="205"/>
                    <a:pt x="1412" y="1"/>
                    <a:pt x="114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43"/>
            <p:cNvSpPr/>
            <p:nvPr/>
          </p:nvSpPr>
          <p:spPr>
            <a:xfrm>
              <a:off x="4720200" y="2886550"/>
              <a:ext cx="25050" cy="32425"/>
            </a:xfrm>
            <a:custGeom>
              <a:rect b="b" l="l" r="r" t="t"/>
              <a:pathLst>
                <a:path extrusionOk="0" h="1297" w="1002">
                  <a:moveTo>
                    <a:pt x="721" y="0"/>
                  </a:moveTo>
                  <a:cubicBezTo>
                    <a:pt x="654" y="0"/>
                    <a:pt x="579" y="24"/>
                    <a:pt x="501" y="72"/>
                  </a:cubicBezTo>
                  <a:cubicBezTo>
                    <a:pt x="201" y="272"/>
                    <a:pt x="1" y="573"/>
                    <a:pt x="1" y="940"/>
                  </a:cubicBezTo>
                  <a:cubicBezTo>
                    <a:pt x="1" y="1178"/>
                    <a:pt x="120" y="1297"/>
                    <a:pt x="285" y="1297"/>
                  </a:cubicBezTo>
                  <a:cubicBezTo>
                    <a:pt x="351" y="1297"/>
                    <a:pt x="425" y="1278"/>
                    <a:pt x="501" y="1240"/>
                  </a:cubicBezTo>
                  <a:cubicBezTo>
                    <a:pt x="801" y="1040"/>
                    <a:pt x="968" y="706"/>
                    <a:pt x="1002" y="372"/>
                  </a:cubicBezTo>
                  <a:cubicBezTo>
                    <a:pt x="1002" y="136"/>
                    <a:pt x="885" y="0"/>
                    <a:pt x="72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43"/>
            <p:cNvSpPr/>
            <p:nvPr/>
          </p:nvSpPr>
          <p:spPr>
            <a:xfrm>
              <a:off x="4810275" y="2884750"/>
              <a:ext cx="51725" cy="67250"/>
            </a:xfrm>
            <a:custGeom>
              <a:rect b="b" l="l" r="r" t="t"/>
              <a:pathLst>
                <a:path extrusionOk="0" h="2690" w="2069">
                  <a:moveTo>
                    <a:pt x="1496" y="1"/>
                  </a:moveTo>
                  <a:cubicBezTo>
                    <a:pt x="1357" y="1"/>
                    <a:pt x="1200" y="47"/>
                    <a:pt x="1034" y="144"/>
                  </a:cubicBezTo>
                  <a:cubicBezTo>
                    <a:pt x="434" y="545"/>
                    <a:pt x="34" y="1212"/>
                    <a:pt x="0" y="1946"/>
                  </a:cubicBezTo>
                  <a:cubicBezTo>
                    <a:pt x="0" y="2418"/>
                    <a:pt x="235" y="2690"/>
                    <a:pt x="572" y="2690"/>
                  </a:cubicBezTo>
                  <a:cubicBezTo>
                    <a:pt x="712" y="2690"/>
                    <a:pt x="869" y="2643"/>
                    <a:pt x="1034" y="2546"/>
                  </a:cubicBezTo>
                  <a:cubicBezTo>
                    <a:pt x="1668" y="2146"/>
                    <a:pt x="2035" y="1479"/>
                    <a:pt x="2069" y="745"/>
                  </a:cubicBezTo>
                  <a:cubicBezTo>
                    <a:pt x="2069" y="272"/>
                    <a:pt x="1834" y="1"/>
                    <a:pt x="149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43"/>
            <p:cNvSpPr/>
            <p:nvPr/>
          </p:nvSpPr>
          <p:spPr>
            <a:xfrm>
              <a:off x="5251425" y="1607650"/>
              <a:ext cx="54225" cy="70775"/>
            </a:xfrm>
            <a:custGeom>
              <a:rect b="b" l="l" r="r" t="t"/>
              <a:pathLst>
                <a:path extrusionOk="0" h="2831" w="2169">
                  <a:moveTo>
                    <a:pt x="1585" y="1"/>
                  </a:moveTo>
                  <a:cubicBezTo>
                    <a:pt x="1440" y="1"/>
                    <a:pt x="1276" y="51"/>
                    <a:pt x="1101" y="158"/>
                  </a:cubicBezTo>
                  <a:cubicBezTo>
                    <a:pt x="434" y="559"/>
                    <a:pt x="34" y="1259"/>
                    <a:pt x="0" y="2060"/>
                  </a:cubicBezTo>
                  <a:cubicBezTo>
                    <a:pt x="0" y="2540"/>
                    <a:pt x="243" y="2830"/>
                    <a:pt x="615" y="2830"/>
                  </a:cubicBezTo>
                  <a:cubicBezTo>
                    <a:pt x="760" y="2830"/>
                    <a:pt x="924" y="2787"/>
                    <a:pt x="1101" y="2693"/>
                  </a:cubicBezTo>
                  <a:cubicBezTo>
                    <a:pt x="1735" y="2260"/>
                    <a:pt x="2135" y="1559"/>
                    <a:pt x="2169" y="792"/>
                  </a:cubicBezTo>
                  <a:cubicBezTo>
                    <a:pt x="2169" y="296"/>
                    <a:pt x="1935" y="1"/>
                    <a:pt x="158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43"/>
            <p:cNvSpPr/>
            <p:nvPr/>
          </p:nvSpPr>
          <p:spPr>
            <a:xfrm>
              <a:off x="5087975" y="1661175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1"/>
                  </a:moveTo>
                  <a:cubicBezTo>
                    <a:pt x="840" y="1"/>
                    <a:pt x="740" y="28"/>
                    <a:pt x="634" y="85"/>
                  </a:cubicBezTo>
                  <a:cubicBezTo>
                    <a:pt x="267" y="352"/>
                    <a:pt x="0" y="753"/>
                    <a:pt x="0" y="1220"/>
                  </a:cubicBezTo>
                  <a:cubicBezTo>
                    <a:pt x="0" y="1503"/>
                    <a:pt x="151" y="1686"/>
                    <a:pt x="357" y="1686"/>
                  </a:cubicBezTo>
                  <a:cubicBezTo>
                    <a:pt x="442" y="1686"/>
                    <a:pt x="537" y="1655"/>
                    <a:pt x="634" y="1587"/>
                  </a:cubicBezTo>
                  <a:cubicBezTo>
                    <a:pt x="1034" y="1353"/>
                    <a:pt x="1268" y="919"/>
                    <a:pt x="1301" y="452"/>
                  </a:cubicBezTo>
                  <a:cubicBezTo>
                    <a:pt x="1301" y="167"/>
                    <a:pt x="1149" y="1"/>
                    <a:pt x="92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43"/>
            <p:cNvSpPr/>
            <p:nvPr/>
          </p:nvSpPr>
          <p:spPr>
            <a:xfrm>
              <a:off x="4981225" y="2729925"/>
              <a:ext cx="112600" cy="145075"/>
            </a:xfrm>
            <a:custGeom>
              <a:rect b="b" l="l" r="r" t="t"/>
              <a:pathLst>
                <a:path extrusionOk="0" h="5803" w="4504">
                  <a:moveTo>
                    <a:pt x="3264" y="0"/>
                  </a:moveTo>
                  <a:cubicBezTo>
                    <a:pt x="2964" y="0"/>
                    <a:pt x="2626" y="97"/>
                    <a:pt x="2269" y="300"/>
                  </a:cubicBezTo>
                  <a:cubicBezTo>
                    <a:pt x="935" y="1167"/>
                    <a:pt x="101" y="2601"/>
                    <a:pt x="1" y="4202"/>
                  </a:cubicBezTo>
                  <a:cubicBezTo>
                    <a:pt x="1" y="5221"/>
                    <a:pt x="506" y="5803"/>
                    <a:pt x="1253" y="5803"/>
                  </a:cubicBezTo>
                  <a:cubicBezTo>
                    <a:pt x="1557" y="5803"/>
                    <a:pt x="1902" y="5706"/>
                    <a:pt x="2269" y="5503"/>
                  </a:cubicBezTo>
                  <a:cubicBezTo>
                    <a:pt x="3570" y="4636"/>
                    <a:pt x="4404" y="3168"/>
                    <a:pt x="4504" y="1600"/>
                  </a:cubicBezTo>
                  <a:cubicBezTo>
                    <a:pt x="4504" y="581"/>
                    <a:pt x="3999" y="0"/>
                    <a:pt x="326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43"/>
            <p:cNvSpPr/>
            <p:nvPr/>
          </p:nvSpPr>
          <p:spPr>
            <a:xfrm>
              <a:off x="5514950" y="2774950"/>
              <a:ext cx="111775" cy="145075"/>
            </a:xfrm>
            <a:custGeom>
              <a:rect b="b" l="l" r="r" t="t"/>
              <a:pathLst>
                <a:path extrusionOk="0" h="5803" w="4471">
                  <a:moveTo>
                    <a:pt x="3230" y="0"/>
                  </a:moveTo>
                  <a:cubicBezTo>
                    <a:pt x="2930" y="0"/>
                    <a:pt x="2593" y="97"/>
                    <a:pt x="2235" y="300"/>
                  </a:cubicBezTo>
                  <a:cubicBezTo>
                    <a:pt x="901" y="1167"/>
                    <a:pt x="67" y="2602"/>
                    <a:pt x="0" y="4203"/>
                  </a:cubicBezTo>
                  <a:cubicBezTo>
                    <a:pt x="0" y="5222"/>
                    <a:pt x="488" y="5803"/>
                    <a:pt x="1226" y="5803"/>
                  </a:cubicBezTo>
                  <a:cubicBezTo>
                    <a:pt x="1526" y="5803"/>
                    <a:pt x="1868" y="5706"/>
                    <a:pt x="2235" y="5504"/>
                  </a:cubicBezTo>
                  <a:cubicBezTo>
                    <a:pt x="3569" y="4636"/>
                    <a:pt x="4370" y="3169"/>
                    <a:pt x="4470" y="1601"/>
                  </a:cubicBezTo>
                  <a:cubicBezTo>
                    <a:pt x="4470" y="582"/>
                    <a:pt x="3965" y="0"/>
                    <a:pt x="32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43"/>
            <p:cNvSpPr/>
            <p:nvPr/>
          </p:nvSpPr>
          <p:spPr>
            <a:xfrm>
              <a:off x="5359825" y="2365925"/>
              <a:ext cx="77575" cy="100850"/>
            </a:xfrm>
            <a:custGeom>
              <a:rect b="b" l="l" r="r" t="t"/>
              <a:pathLst>
                <a:path extrusionOk="0" h="4034" w="3103">
                  <a:moveTo>
                    <a:pt x="2239" y="0"/>
                  </a:moveTo>
                  <a:cubicBezTo>
                    <a:pt x="2027" y="0"/>
                    <a:pt x="1788" y="70"/>
                    <a:pt x="1535" y="216"/>
                  </a:cubicBezTo>
                  <a:cubicBezTo>
                    <a:pt x="635" y="816"/>
                    <a:pt x="34" y="1817"/>
                    <a:pt x="1" y="2918"/>
                  </a:cubicBezTo>
                  <a:cubicBezTo>
                    <a:pt x="1" y="3626"/>
                    <a:pt x="352" y="4034"/>
                    <a:pt x="853" y="4034"/>
                  </a:cubicBezTo>
                  <a:cubicBezTo>
                    <a:pt x="1060" y="4034"/>
                    <a:pt x="1292" y="3964"/>
                    <a:pt x="1535" y="3818"/>
                  </a:cubicBezTo>
                  <a:cubicBezTo>
                    <a:pt x="2469" y="3218"/>
                    <a:pt x="3036" y="2217"/>
                    <a:pt x="3103" y="1116"/>
                  </a:cubicBezTo>
                  <a:cubicBezTo>
                    <a:pt x="3103" y="408"/>
                    <a:pt x="2752" y="0"/>
                    <a:pt x="223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43"/>
            <p:cNvSpPr/>
            <p:nvPr/>
          </p:nvSpPr>
          <p:spPr>
            <a:xfrm>
              <a:off x="5054625" y="2248325"/>
              <a:ext cx="78400" cy="100050"/>
            </a:xfrm>
            <a:custGeom>
              <a:rect b="b" l="l" r="r" t="t"/>
              <a:pathLst>
                <a:path extrusionOk="0" h="4002" w="3136">
                  <a:moveTo>
                    <a:pt x="2272" y="1"/>
                  </a:moveTo>
                  <a:cubicBezTo>
                    <a:pt x="2060" y="1"/>
                    <a:pt x="1821" y="70"/>
                    <a:pt x="1568" y="216"/>
                  </a:cubicBezTo>
                  <a:cubicBezTo>
                    <a:pt x="634" y="817"/>
                    <a:pt x="67" y="1818"/>
                    <a:pt x="0" y="2918"/>
                  </a:cubicBezTo>
                  <a:cubicBezTo>
                    <a:pt x="0" y="3602"/>
                    <a:pt x="349" y="4002"/>
                    <a:pt x="860" y="4002"/>
                  </a:cubicBezTo>
                  <a:cubicBezTo>
                    <a:pt x="1073" y="4002"/>
                    <a:pt x="1313" y="3933"/>
                    <a:pt x="1568" y="3786"/>
                  </a:cubicBezTo>
                  <a:cubicBezTo>
                    <a:pt x="2468" y="3185"/>
                    <a:pt x="3069" y="2184"/>
                    <a:pt x="3136" y="1117"/>
                  </a:cubicBezTo>
                  <a:cubicBezTo>
                    <a:pt x="3136" y="409"/>
                    <a:pt x="2784" y="1"/>
                    <a:pt x="22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43"/>
            <p:cNvSpPr/>
            <p:nvPr/>
          </p:nvSpPr>
          <p:spPr>
            <a:xfrm>
              <a:off x="5008750" y="1922900"/>
              <a:ext cx="57575" cy="73750"/>
            </a:xfrm>
            <a:custGeom>
              <a:rect b="b" l="l" r="r" t="t"/>
              <a:pathLst>
                <a:path extrusionOk="0" h="2950" w="2303">
                  <a:moveTo>
                    <a:pt x="1662" y="1"/>
                  </a:moveTo>
                  <a:cubicBezTo>
                    <a:pt x="1510" y="1"/>
                    <a:pt x="1342" y="51"/>
                    <a:pt x="1168" y="157"/>
                  </a:cubicBezTo>
                  <a:cubicBezTo>
                    <a:pt x="467" y="591"/>
                    <a:pt x="67" y="1325"/>
                    <a:pt x="0" y="2125"/>
                  </a:cubicBezTo>
                  <a:cubicBezTo>
                    <a:pt x="0" y="2647"/>
                    <a:pt x="270" y="2949"/>
                    <a:pt x="653" y="2949"/>
                  </a:cubicBezTo>
                  <a:cubicBezTo>
                    <a:pt x="809" y="2949"/>
                    <a:pt x="984" y="2899"/>
                    <a:pt x="1168" y="2793"/>
                  </a:cubicBezTo>
                  <a:cubicBezTo>
                    <a:pt x="1835" y="2359"/>
                    <a:pt x="2269" y="1625"/>
                    <a:pt x="2302" y="825"/>
                  </a:cubicBezTo>
                  <a:cubicBezTo>
                    <a:pt x="2302" y="303"/>
                    <a:pt x="2033" y="1"/>
                    <a:pt x="166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43"/>
            <p:cNvSpPr/>
            <p:nvPr/>
          </p:nvSpPr>
          <p:spPr>
            <a:xfrm>
              <a:off x="5183875" y="20010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33" y="1"/>
                  </a:moveTo>
                  <a:cubicBezTo>
                    <a:pt x="843" y="1"/>
                    <a:pt x="741" y="32"/>
                    <a:pt x="634" y="100"/>
                  </a:cubicBezTo>
                  <a:cubicBezTo>
                    <a:pt x="267" y="334"/>
                    <a:pt x="0" y="767"/>
                    <a:pt x="0" y="1234"/>
                  </a:cubicBezTo>
                  <a:cubicBezTo>
                    <a:pt x="0" y="1519"/>
                    <a:pt x="153" y="1686"/>
                    <a:pt x="361" y="1686"/>
                  </a:cubicBezTo>
                  <a:cubicBezTo>
                    <a:pt x="445" y="1686"/>
                    <a:pt x="538" y="1659"/>
                    <a:pt x="634" y="1601"/>
                  </a:cubicBezTo>
                  <a:cubicBezTo>
                    <a:pt x="1034" y="1334"/>
                    <a:pt x="1268" y="934"/>
                    <a:pt x="1301" y="467"/>
                  </a:cubicBezTo>
                  <a:cubicBezTo>
                    <a:pt x="1301" y="184"/>
                    <a:pt x="1151" y="1"/>
                    <a:pt x="93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43"/>
            <p:cNvSpPr/>
            <p:nvPr/>
          </p:nvSpPr>
          <p:spPr>
            <a:xfrm>
              <a:off x="4935350" y="2325000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0"/>
                  </a:moveTo>
                  <a:cubicBezTo>
                    <a:pt x="840" y="0"/>
                    <a:pt x="740" y="27"/>
                    <a:pt x="635" y="85"/>
                  </a:cubicBezTo>
                  <a:cubicBezTo>
                    <a:pt x="268" y="352"/>
                    <a:pt x="1" y="752"/>
                    <a:pt x="1" y="1219"/>
                  </a:cubicBezTo>
                  <a:cubicBezTo>
                    <a:pt x="1" y="1502"/>
                    <a:pt x="151" y="1685"/>
                    <a:pt x="358" y="1685"/>
                  </a:cubicBezTo>
                  <a:cubicBezTo>
                    <a:pt x="443" y="1685"/>
                    <a:pt x="537" y="1654"/>
                    <a:pt x="635" y="1586"/>
                  </a:cubicBezTo>
                  <a:cubicBezTo>
                    <a:pt x="1035" y="1352"/>
                    <a:pt x="1269" y="919"/>
                    <a:pt x="1302" y="452"/>
                  </a:cubicBezTo>
                  <a:cubicBezTo>
                    <a:pt x="1302" y="167"/>
                    <a:pt x="1150" y="0"/>
                    <a:pt x="9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43"/>
            <p:cNvSpPr/>
            <p:nvPr/>
          </p:nvSpPr>
          <p:spPr>
            <a:xfrm>
              <a:off x="4892825" y="26965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45" y="1"/>
                  </a:moveTo>
                  <a:cubicBezTo>
                    <a:pt x="860" y="1"/>
                    <a:pt x="765" y="32"/>
                    <a:pt x="668" y="100"/>
                  </a:cubicBezTo>
                  <a:cubicBezTo>
                    <a:pt x="268" y="334"/>
                    <a:pt x="34" y="767"/>
                    <a:pt x="1" y="1234"/>
                  </a:cubicBezTo>
                  <a:cubicBezTo>
                    <a:pt x="1" y="1519"/>
                    <a:pt x="153" y="1686"/>
                    <a:pt x="373" y="1686"/>
                  </a:cubicBezTo>
                  <a:cubicBezTo>
                    <a:pt x="462" y="1686"/>
                    <a:pt x="562" y="1659"/>
                    <a:pt x="668" y="1601"/>
                  </a:cubicBezTo>
                  <a:cubicBezTo>
                    <a:pt x="1035" y="1334"/>
                    <a:pt x="1268" y="934"/>
                    <a:pt x="1302" y="467"/>
                  </a:cubicBezTo>
                  <a:cubicBezTo>
                    <a:pt x="1302" y="184"/>
                    <a:pt x="1151" y="1"/>
                    <a:pt x="94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43"/>
            <p:cNvSpPr/>
            <p:nvPr/>
          </p:nvSpPr>
          <p:spPr>
            <a:xfrm>
              <a:off x="4751075" y="2679100"/>
              <a:ext cx="40050" cy="51575"/>
            </a:xfrm>
            <a:custGeom>
              <a:rect b="b" l="l" r="r" t="t"/>
              <a:pathLst>
                <a:path extrusionOk="0" h="2063" w="1602">
                  <a:moveTo>
                    <a:pt x="1144" y="1"/>
                  </a:moveTo>
                  <a:cubicBezTo>
                    <a:pt x="1039" y="1"/>
                    <a:pt x="923" y="32"/>
                    <a:pt x="801" y="98"/>
                  </a:cubicBezTo>
                  <a:cubicBezTo>
                    <a:pt x="334" y="431"/>
                    <a:pt x="33" y="932"/>
                    <a:pt x="0" y="1499"/>
                  </a:cubicBezTo>
                  <a:cubicBezTo>
                    <a:pt x="0" y="1858"/>
                    <a:pt x="190" y="2063"/>
                    <a:pt x="457" y="2063"/>
                  </a:cubicBezTo>
                  <a:cubicBezTo>
                    <a:pt x="562" y="2063"/>
                    <a:pt x="679" y="2031"/>
                    <a:pt x="801" y="1966"/>
                  </a:cubicBezTo>
                  <a:cubicBezTo>
                    <a:pt x="1268" y="1665"/>
                    <a:pt x="1568" y="1132"/>
                    <a:pt x="1601" y="565"/>
                  </a:cubicBezTo>
                  <a:cubicBezTo>
                    <a:pt x="1601" y="205"/>
                    <a:pt x="1412" y="1"/>
                    <a:pt x="11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43"/>
            <p:cNvSpPr/>
            <p:nvPr/>
          </p:nvSpPr>
          <p:spPr>
            <a:xfrm>
              <a:off x="4720200" y="2886550"/>
              <a:ext cx="25050" cy="32425"/>
            </a:xfrm>
            <a:custGeom>
              <a:rect b="b" l="l" r="r" t="t"/>
              <a:pathLst>
                <a:path extrusionOk="0" h="1297" w="1002">
                  <a:moveTo>
                    <a:pt x="721" y="0"/>
                  </a:moveTo>
                  <a:cubicBezTo>
                    <a:pt x="654" y="0"/>
                    <a:pt x="579" y="24"/>
                    <a:pt x="501" y="72"/>
                  </a:cubicBezTo>
                  <a:cubicBezTo>
                    <a:pt x="201" y="272"/>
                    <a:pt x="1" y="573"/>
                    <a:pt x="1" y="940"/>
                  </a:cubicBezTo>
                  <a:cubicBezTo>
                    <a:pt x="1" y="1178"/>
                    <a:pt x="120" y="1297"/>
                    <a:pt x="285" y="1297"/>
                  </a:cubicBezTo>
                  <a:cubicBezTo>
                    <a:pt x="351" y="1297"/>
                    <a:pt x="425" y="1278"/>
                    <a:pt x="501" y="1240"/>
                  </a:cubicBezTo>
                  <a:cubicBezTo>
                    <a:pt x="801" y="1040"/>
                    <a:pt x="968" y="706"/>
                    <a:pt x="1002" y="372"/>
                  </a:cubicBezTo>
                  <a:cubicBezTo>
                    <a:pt x="1002" y="136"/>
                    <a:pt x="885" y="0"/>
                    <a:pt x="7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43"/>
            <p:cNvSpPr/>
            <p:nvPr/>
          </p:nvSpPr>
          <p:spPr>
            <a:xfrm>
              <a:off x="4810275" y="2884750"/>
              <a:ext cx="51725" cy="67250"/>
            </a:xfrm>
            <a:custGeom>
              <a:rect b="b" l="l" r="r" t="t"/>
              <a:pathLst>
                <a:path extrusionOk="0" h="2690" w="2069">
                  <a:moveTo>
                    <a:pt x="1496" y="1"/>
                  </a:moveTo>
                  <a:cubicBezTo>
                    <a:pt x="1357" y="1"/>
                    <a:pt x="1200" y="47"/>
                    <a:pt x="1034" y="144"/>
                  </a:cubicBezTo>
                  <a:cubicBezTo>
                    <a:pt x="434" y="545"/>
                    <a:pt x="34" y="1212"/>
                    <a:pt x="0" y="1946"/>
                  </a:cubicBezTo>
                  <a:cubicBezTo>
                    <a:pt x="0" y="2418"/>
                    <a:pt x="235" y="2690"/>
                    <a:pt x="572" y="2690"/>
                  </a:cubicBezTo>
                  <a:cubicBezTo>
                    <a:pt x="712" y="2690"/>
                    <a:pt x="869" y="2643"/>
                    <a:pt x="1034" y="2546"/>
                  </a:cubicBezTo>
                  <a:cubicBezTo>
                    <a:pt x="1668" y="2146"/>
                    <a:pt x="2035" y="1479"/>
                    <a:pt x="2069" y="745"/>
                  </a:cubicBezTo>
                  <a:cubicBezTo>
                    <a:pt x="2069" y="272"/>
                    <a:pt x="1834" y="1"/>
                    <a:pt x="1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43"/>
            <p:cNvSpPr/>
            <p:nvPr/>
          </p:nvSpPr>
          <p:spPr>
            <a:xfrm>
              <a:off x="5251425" y="1607650"/>
              <a:ext cx="54225" cy="70775"/>
            </a:xfrm>
            <a:custGeom>
              <a:rect b="b" l="l" r="r" t="t"/>
              <a:pathLst>
                <a:path extrusionOk="0" h="2831" w="2169">
                  <a:moveTo>
                    <a:pt x="1585" y="1"/>
                  </a:moveTo>
                  <a:cubicBezTo>
                    <a:pt x="1440" y="1"/>
                    <a:pt x="1276" y="51"/>
                    <a:pt x="1101" y="158"/>
                  </a:cubicBezTo>
                  <a:cubicBezTo>
                    <a:pt x="434" y="559"/>
                    <a:pt x="34" y="1259"/>
                    <a:pt x="0" y="2060"/>
                  </a:cubicBezTo>
                  <a:cubicBezTo>
                    <a:pt x="0" y="2540"/>
                    <a:pt x="243" y="2830"/>
                    <a:pt x="615" y="2830"/>
                  </a:cubicBezTo>
                  <a:cubicBezTo>
                    <a:pt x="760" y="2830"/>
                    <a:pt x="924" y="2787"/>
                    <a:pt x="1101" y="2693"/>
                  </a:cubicBezTo>
                  <a:cubicBezTo>
                    <a:pt x="1735" y="2260"/>
                    <a:pt x="2135" y="1559"/>
                    <a:pt x="2169" y="792"/>
                  </a:cubicBezTo>
                  <a:cubicBezTo>
                    <a:pt x="2169" y="296"/>
                    <a:pt x="1935" y="1"/>
                    <a:pt x="158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43"/>
            <p:cNvSpPr/>
            <p:nvPr/>
          </p:nvSpPr>
          <p:spPr>
            <a:xfrm>
              <a:off x="5087975" y="1661175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1"/>
                  </a:moveTo>
                  <a:cubicBezTo>
                    <a:pt x="840" y="1"/>
                    <a:pt x="740" y="28"/>
                    <a:pt x="634" y="85"/>
                  </a:cubicBezTo>
                  <a:cubicBezTo>
                    <a:pt x="267" y="352"/>
                    <a:pt x="0" y="753"/>
                    <a:pt x="0" y="1220"/>
                  </a:cubicBezTo>
                  <a:cubicBezTo>
                    <a:pt x="0" y="1503"/>
                    <a:pt x="151" y="1686"/>
                    <a:pt x="357" y="1686"/>
                  </a:cubicBezTo>
                  <a:cubicBezTo>
                    <a:pt x="442" y="1686"/>
                    <a:pt x="537" y="1655"/>
                    <a:pt x="634" y="1587"/>
                  </a:cubicBezTo>
                  <a:cubicBezTo>
                    <a:pt x="1034" y="1353"/>
                    <a:pt x="1268" y="919"/>
                    <a:pt x="1301" y="452"/>
                  </a:cubicBezTo>
                  <a:cubicBezTo>
                    <a:pt x="1301" y="167"/>
                    <a:pt x="1149" y="1"/>
                    <a:pt x="92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43"/>
            <p:cNvSpPr/>
            <p:nvPr/>
          </p:nvSpPr>
          <p:spPr>
            <a:xfrm>
              <a:off x="4612625" y="1532650"/>
              <a:ext cx="68425" cy="107325"/>
            </a:xfrm>
            <a:custGeom>
              <a:rect b="b" l="l" r="r" t="t"/>
              <a:pathLst>
                <a:path extrusionOk="0" h="4293" w="2737">
                  <a:moveTo>
                    <a:pt x="2618" y="1"/>
                  </a:moveTo>
                  <a:cubicBezTo>
                    <a:pt x="2592" y="1"/>
                    <a:pt x="2569" y="17"/>
                    <a:pt x="2569" y="56"/>
                  </a:cubicBezTo>
                  <a:lnTo>
                    <a:pt x="34" y="4159"/>
                  </a:lnTo>
                  <a:cubicBezTo>
                    <a:pt x="1" y="4192"/>
                    <a:pt x="1" y="4259"/>
                    <a:pt x="34" y="4292"/>
                  </a:cubicBezTo>
                  <a:lnTo>
                    <a:pt x="101" y="4292"/>
                  </a:lnTo>
                  <a:cubicBezTo>
                    <a:pt x="134" y="4292"/>
                    <a:pt x="134" y="4259"/>
                    <a:pt x="168" y="4259"/>
                  </a:cubicBezTo>
                  <a:lnTo>
                    <a:pt x="2703" y="123"/>
                  </a:lnTo>
                  <a:cubicBezTo>
                    <a:pt x="2736" y="89"/>
                    <a:pt x="2703" y="56"/>
                    <a:pt x="2669" y="23"/>
                  </a:cubicBezTo>
                  <a:cubicBezTo>
                    <a:pt x="2656" y="9"/>
                    <a:pt x="2636" y="1"/>
                    <a:pt x="261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43"/>
            <p:cNvSpPr/>
            <p:nvPr/>
          </p:nvSpPr>
          <p:spPr>
            <a:xfrm>
              <a:off x="4676850" y="1548225"/>
              <a:ext cx="33375" cy="216000"/>
            </a:xfrm>
            <a:custGeom>
              <a:rect b="b" l="l" r="r" t="t"/>
              <a:pathLst>
                <a:path extrusionOk="0" h="8640" w="1335">
                  <a:moveTo>
                    <a:pt x="1268" y="0"/>
                  </a:moveTo>
                  <a:cubicBezTo>
                    <a:pt x="1234" y="0"/>
                    <a:pt x="1168" y="34"/>
                    <a:pt x="1168" y="100"/>
                  </a:cubicBezTo>
                  <a:lnTo>
                    <a:pt x="0" y="8540"/>
                  </a:lnTo>
                  <a:cubicBezTo>
                    <a:pt x="0" y="8606"/>
                    <a:pt x="0" y="8640"/>
                    <a:pt x="67" y="8640"/>
                  </a:cubicBezTo>
                  <a:cubicBezTo>
                    <a:pt x="100" y="8640"/>
                    <a:pt x="167" y="8640"/>
                    <a:pt x="167" y="8573"/>
                  </a:cubicBezTo>
                  <a:lnTo>
                    <a:pt x="1335" y="100"/>
                  </a:lnTo>
                  <a:cubicBezTo>
                    <a:pt x="1335" y="67"/>
                    <a:pt x="1335" y="0"/>
                    <a:pt x="12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43"/>
            <p:cNvSpPr/>
            <p:nvPr/>
          </p:nvSpPr>
          <p:spPr>
            <a:xfrm>
              <a:off x="4591775" y="1760525"/>
              <a:ext cx="88425" cy="176325"/>
            </a:xfrm>
            <a:custGeom>
              <a:rect b="b" l="l" r="r" t="t"/>
              <a:pathLst>
                <a:path extrusionOk="0" h="7053" w="3537">
                  <a:moveTo>
                    <a:pt x="3452" y="0"/>
                  </a:moveTo>
                  <a:cubicBezTo>
                    <a:pt x="3417" y="0"/>
                    <a:pt x="3393" y="24"/>
                    <a:pt x="3370" y="48"/>
                  </a:cubicBezTo>
                  <a:lnTo>
                    <a:pt x="34" y="6919"/>
                  </a:lnTo>
                  <a:cubicBezTo>
                    <a:pt x="1" y="6986"/>
                    <a:pt x="34" y="7019"/>
                    <a:pt x="68" y="7053"/>
                  </a:cubicBezTo>
                  <a:lnTo>
                    <a:pt x="101" y="7053"/>
                  </a:lnTo>
                  <a:cubicBezTo>
                    <a:pt x="134" y="7053"/>
                    <a:pt x="168" y="7019"/>
                    <a:pt x="201" y="7019"/>
                  </a:cubicBezTo>
                  <a:lnTo>
                    <a:pt x="3537" y="114"/>
                  </a:lnTo>
                  <a:cubicBezTo>
                    <a:pt x="3537" y="81"/>
                    <a:pt x="3537" y="14"/>
                    <a:pt x="3503" y="14"/>
                  </a:cubicBezTo>
                  <a:cubicBezTo>
                    <a:pt x="3484" y="5"/>
                    <a:pt x="3467" y="0"/>
                    <a:pt x="345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43"/>
            <p:cNvSpPr/>
            <p:nvPr/>
          </p:nvSpPr>
          <p:spPr>
            <a:xfrm>
              <a:off x="4499225" y="1760325"/>
              <a:ext cx="181825" cy="106475"/>
            </a:xfrm>
            <a:custGeom>
              <a:rect b="b" l="l" r="r" t="t"/>
              <a:pathLst>
                <a:path extrusionOk="0" h="4259" w="7273">
                  <a:moveTo>
                    <a:pt x="7193" y="0"/>
                  </a:moveTo>
                  <a:cubicBezTo>
                    <a:pt x="7172" y="0"/>
                    <a:pt x="7152" y="8"/>
                    <a:pt x="7139" y="22"/>
                  </a:cubicBezTo>
                  <a:lnTo>
                    <a:pt x="67" y="4092"/>
                  </a:lnTo>
                  <a:cubicBezTo>
                    <a:pt x="0" y="4125"/>
                    <a:pt x="0" y="4159"/>
                    <a:pt x="34" y="4225"/>
                  </a:cubicBezTo>
                  <a:cubicBezTo>
                    <a:pt x="34" y="4225"/>
                    <a:pt x="67" y="4259"/>
                    <a:pt x="100" y="4259"/>
                  </a:cubicBezTo>
                  <a:cubicBezTo>
                    <a:pt x="100" y="4259"/>
                    <a:pt x="134" y="4259"/>
                    <a:pt x="134" y="4225"/>
                  </a:cubicBezTo>
                  <a:lnTo>
                    <a:pt x="7239" y="156"/>
                  </a:lnTo>
                  <a:cubicBezTo>
                    <a:pt x="7272" y="122"/>
                    <a:pt x="7272" y="89"/>
                    <a:pt x="7272" y="56"/>
                  </a:cubicBezTo>
                  <a:cubicBezTo>
                    <a:pt x="7253" y="17"/>
                    <a:pt x="7222" y="0"/>
                    <a:pt x="719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43"/>
            <p:cNvSpPr/>
            <p:nvPr/>
          </p:nvSpPr>
          <p:spPr>
            <a:xfrm>
              <a:off x="4747725" y="890550"/>
              <a:ext cx="42550" cy="436700"/>
            </a:xfrm>
            <a:custGeom>
              <a:rect b="b" l="l" r="r" t="t"/>
              <a:pathLst>
                <a:path extrusionOk="0" h="17468" w="1702">
                  <a:moveTo>
                    <a:pt x="1505" y="1"/>
                  </a:moveTo>
                  <a:cubicBezTo>
                    <a:pt x="1412" y="1"/>
                    <a:pt x="1318" y="59"/>
                    <a:pt x="1302" y="188"/>
                  </a:cubicBezTo>
                  <a:lnTo>
                    <a:pt x="1" y="17234"/>
                  </a:lnTo>
                  <a:cubicBezTo>
                    <a:pt x="1" y="17367"/>
                    <a:pt x="67" y="17434"/>
                    <a:pt x="167" y="17468"/>
                  </a:cubicBezTo>
                  <a:cubicBezTo>
                    <a:pt x="267" y="17468"/>
                    <a:pt x="368" y="17367"/>
                    <a:pt x="368" y="17267"/>
                  </a:cubicBezTo>
                  <a:lnTo>
                    <a:pt x="1702" y="188"/>
                  </a:lnTo>
                  <a:cubicBezTo>
                    <a:pt x="1702" y="68"/>
                    <a:pt x="1604" y="1"/>
                    <a:pt x="150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43"/>
            <p:cNvSpPr/>
            <p:nvPr/>
          </p:nvSpPr>
          <p:spPr>
            <a:xfrm>
              <a:off x="4808600" y="663475"/>
              <a:ext cx="323850" cy="648775"/>
            </a:xfrm>
            <a:custGeom>
              <a:rect b="b" l="l" r="r" t="t"/>
              <a:pathLst>
                <a:path extrusionOk="0" h="25951" w="12954">
                  <a:moveTo>
                    <a:pt x="12716" y="1"/>
                  </a:moveTo>
                  <a:cubicBezTo>
                    <a:pt x="12653" y="1"/>
                    <a:pt x="12588" y="30"/>
                    <a:pt x="12543" y="98"/>
                  </a:cubicBezTo>
                  <a:lnTo>
                    <a:pt x="34" y="25683"/>
                  </a:lnTo>
                  <a:cubicBezTo>
                    <a:pt x="1" y="25783"/>
                    <a:pt x="34" y="25883"/>
                    <a:pt x="134" y="25950"/>
                  </a:cubicBezTo>
                  <a:lnTo>
                    <a:pt x="201" y="25950"/>
                  </a:lnTo>
                  <a:cubicBezTo>
                    <a:pt x="268" y="25950"/>
                    <a:pt x="334" y="25917"/>
                    <a:pt x="401" y="25850"/>
                  </a:cubicBezTo>
                  <a:lnTo>
                    <a:pt x="12910" y="265"/>
                  </a:lnTo>
                  <a:cubicBezTo>
                    <a:pt x="12954" y="111"/>
                    <a:pt x="12838" y="1"/>
                    <a:pt x="1271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43"/>
            <p:cNvSpPr/>
            <p:nvPr/>
          </p:nvSpPr>
          <p:spPr>
            <a:xfrm>
              <a:off x="4538950" y="1331975"/>
              <a:ext cx="147925" cy="81175"/>
            </a:xfrm>
            <a:custGeom>
              <a:rect b="b" l="l" r="r" t="t"/>
              <a:pathLst>
                <a:path extrusionOk="0" h="3247" w="5917">
                  <a:moveTo>
                    <a:pt x="283" y="0"/>
                  </a:moveTo>
                  <a:cubicBezTo>
                    <a:pt x="114" y="0"/>
                    <a:pt x="1" y="225"/>
                    <a:pt x="179" y="344"/>
                  </a:cubicBezTo>
                  <a:lnTo>
                    <a:pt x="5616" y="3213"/>
                  </a:lnTo>
                  <a:cubicBezTo>
                    <a:pt x="5616" y="3213"/>
                    <a:pt x="5650" y="3213"/>
                    <a:pt x="5683" y="3246"/>
                  </a:cubicBezTo>
                  <a:cubicBezTo>
                    <a:pt x="5750" y="3246"/>
                    <a:pt x="5816" y="3180"/>
                    <a:pt x="5850" y="3113"/>
                  </a:cubicBezTo>
                  <a:cubicBezTo>
                    <a:pt x="5917" y="3046"/>
                    <a:pt x="5883" y="2913"/>
                    <a:pt x="5783" y="2879"/>
                  </a:cubicBezTo>
                  <a:lnTo>
                    <a:pt x="346" y="11"/>
                  </a:lnTo>
                  <a:cubicBezTo>
                    <a:pt x="324" y="3"/>
                    <a:pt x="303" y="0"/>
                    <a:pt x="28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43"/>
            <p:cNvSpPr/>
            <p:nvPr/>
          </p:nvSpPr>
          <p:spPr>
            <a:xfrm>
              <a:off x="3657775" y="990325"/>
              <a:ext cx="582950" cy="123450"/>
            </a:xfrm>
            <a:custGeom>
              <a:rect b="b" l="l" r="r" t="t"/>
              <a:pathLst>
                <a:path extrusionOk="0" h="4938" w="23318">
                  <a:moveTo>
                    <a:pt x="23084" y="0"/>
                  </a:moveTo>
                  <a:lnTo>
                    <a:pt x="168" y="4570"/>
                  </a:lnTo>
                  <a:cubicBezTo>
                    <a:pt x="68" y="4570"/>
                    <a:pt x="1" y="4670"/>
                    <a:pt x="34" y="4804"/>
                  </a:cubicBezTo>
                  <a:cubicBezTo>
                    <a:pt x="34" y="4870"/>
                    <a:pt x="101" y="4937"/>
                    <a:pt x="201" y="4937"/>
                  </a:cubicBezTo>
                  <a:lnTo>
                    <a:pt x="234" y="4937"/>
                  </a:lnTo>
                  <a:lnTo>
                    <a:pt x="23151" y="400"/>
                  </a:lnTo>
                  <a:cubicBezTo>
                    <a:pt x="23251" y="367"/>
                    <a:pt x="23317" y="267"/>
                    <a:pt x="23284" y="167"/>
                  </a:cubicBezTo>
                  <a:cubicBezTo>
                    <a:pt x="23284" y="67"/>
                    <a:pt x="23184" y="0"/>
                    <a:pt x="2308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43"/>
            <p:cNvSpPr/>
            <p:nvPr/>
          </p:nvSpPr>
          <p:spPr>
            <a:xfrm>
              <a:off x="4287400" y="1332950"/>
              <a:ext cx="165750" cy="63525"/>
            </a:xfrm>
            <a:custGeom>
              <a:rect b="b" l="l" r="r" t="t"/>
              <a:pathLst>
                <a:path extrusionOk="0" h="2541" w="6630">
                  <a:moveTo>
                    <a:pt x="6498" y="1"/>
                  </a:moveTo>
                  <a:cubicBezTo>
                    <a:pt x="6490" y="1"/>
                    <a:pt x="6481" y="2"/>
                    <a:pt x="6472" y="5"/>
                  </a:cubicBezTo>
                  <a:lnTo>
                    <a:pt x="67" y="2373"/>
                  </a:lnTo>
                  <a:cubicBezTo>
                    <a:pt x="0" y="2407"/>
                    <a:pt x="0" y="2440"/>
                    <a:pt x="0" y="2507"/>
                  </a:cubicBezTo>
                  <a:cubicBezTo>
                    <a:pt x="34" y="2507"/>
                    <a:pt x="67" y="2540"/>
                    <a:pt x="101" y="2540"/>
                  </a:cubicBezTo>
                  <a:lnTo>
                    <a:pt x="6538" y="172"/>
                  </a:lnTo>
                  <a:cubicBezTo>
                    <a:pt x="6630" y="141"/>
                    <a:pt x="6583" y="1"/>
                    <a:pt x="649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43"/>
            <p:cNvSpPr/>
            <p:nvPr/>
          </p:nvSpPr>
          <p:spPr>
            <a:xfrm>
              <a:off x="4399975" y="1145725"/>
              <a:ext cx="89250" cy="129825"/>
            </a:xfrm>
            <a:custGeom>
              <a:rect b="b" l="l" r="r" t="t"/>
              <a:pathLst>
                <a:path extrusionOk="0" h="5193" w="3570">
                  <a:moveTo>
                    <a:pt x="119" y="0"/>
                  </a:moveTo>
                  <a:cubicBezTo>
                    <a:pt x="101" y="0"/>
                    <a:pt x="81" y="8"/>
                    <a:pt x="67" y="22"/>
                  </a:cubicBezTo>
                  <a:cubicBezTo>
                    <a:pt x="34" y="55"/>
                    <a:pt x="1" y="89"/>
                    <a:pt x="34" y="122"/>
                  </a:cubicBezTo>
                  <a:lnTo>
                    <a:pt x="3403" y="5126"/>
                  </a:lnTo>
                  <a:cubicBezTo>
                    <a:pt x="3436" y="5159"/>
                    <a:pt x="3470" y="5159"/>
                    <a:pt x="3470" y="5192"/>
                  </a:cubicBezTo>
                  <a:cubicBezTo>
                    <a:pt x="3503" y="5159"/>
                    <a:pt x="3537" y="5159"/>
                    <a:pt x="3537" y="5159"/>
                  </a:cubicBezTo>
                  <a:cubicBezTo>
                    <a:pt x="3570" y="5126"/>
                    <a:pt x="3570" y="5092"/>
                    <a:pt x="3570" y="5059"/>
                  </a:cubicBezTo>
                  <a:lnTo>
                    <a:pt x="167" y="55"/>
                  </a:lnTo>
                  <a:cubicBezTo>
                    <a:pt x="167" y="16"/>
                    <a:pt x="145" y="0"/>
                    <a:pt x="11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43"/>
            <p:cNvSpPr/>
            <p:nvPr/>
          </p:nvSpPr>
          <p:spPr>
            <a:xfrm>
              <a:off x="4415000" y="1392275"/>
              <a:ext cx="63400" cy="162975"/>
            </a:xfrm>
            <a:custGeom>
              <a:rect b="b" l="l" r="r" t="t"/>
              <a:pathLst>
                <a:path extrusionOk="0" h="6519" w="2536">
                  <a:moveTo>
                    <a:pt x="2469" y="0"/>
                  </a:moveTo>
                  <a:cubicBezTo>
                    <a:pt x="2402" y="0"/>
                    <a:pt x="2368" y="34"/>
                    <a:pt x="2368" y="67"/>
                  </a:cubicBezTo>
                  <a:lnTo>
                    <a:pt x="0" y="6405"/>
                  </a:lnTo>
                  <a:cubicBezTo>
                    <a:pt x="0" y="6438"/>
                    <a:pt x="33" y="6505"/>
                    <a:pt x="67" y="6505"/>
                  </a:cubicBezTo>
                  <a:lnTo>
                    <a:pt x="100" y="6505"/>
                  </a:lnTo>
                  <a:cubicBezTo>
                    <a:pt x="110" y="6515"/>
                    <a:pt x="120" y="6519"/>
                    <a:pt x="130" y="6519"/>
                  </a:cubicBezTo>
                  <a:cubicBezTo>
                    <a:pt x="153" y="6519"/>
                    <a:pt x="177" y="6495"/>
                    <a:pt x="200" y="6472"/>
                  </a:cubicBezTo>
                  <a:lnTo>
                    <a:pt x="2502" y="134"/>
                  </a:lnTo>
                  <a:cubicBezTo>
                    <a:pt x="2535" y="67"/>
                    <a:pt x="2502" y="34"/>
                    <a:pt x="246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43"/>
            <p:cNvSpPr/>
            <p:nvPr/>
          </p:nvSpPr>
          <p:spPr>
            <a:xfrm>
              <a:off x="4233200" y="992825"/>
              <a:ext cx="21700" cy="371950"/>
            </a:xfrm>
            <a:custGeom>
              <a:rect b="b" l="l" r="r" t="t"/>
              <a:pathLst>
                <a:path extrusionOk="0" h="14878" w="868">
                  <a:moveTo>
                    <a:pt x="100" y="0"/>
                  </a:moveTo>
                  <a:cubicBezTo>
                    <a:pt x="34" y="0"/>
                    <a:pt x="0" y="34"/>
                    <a:pt x="0" y="67"/>
                  </a:cubicBezTo>
                  <a:lnTo>
                    <a:pt x="701" y="14811"/>
                  </a:lnTo>
                  <a:cubicBezTo>
                    <a:pt x="701" y="14844"/>
                    <a:pt x="767" y="14878"/>
                    <a:pt x="801" y="14878"/>
                  </a:cubicBezTo>
                  <a:cubicBezTo>
                    <a:pt x="834" y="14878"/>
                    <a:pt x="868" y="14844"/>
                    <a:pt x="868" y="14778"/>
                  </a:cubicBezTo>
                  <a:lnTo>
                    <a:pt x="167" y="67"/>
                  </a:lnTo>
                  <a:cubicBezTo>
                    <a:pt x="167" y="34"/>
                    <a:pt x="134" y="0"/>
                    <a:pt x="10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43"/>
            <p:cNvSpPr/>
            <p:nvPr/>
          </p:nvSpPr>
          <p:spPr>
            <a:xfrm>
              <a:off x="4130175" y="1286650"/>
              <a:ext cx="98875" cy="105650"/>
            </a:xfrm>
            <a:custGeom>
              <a:rect b="b" l="l" r="r" t="t"/>
              <a:pathLst>
                <a:path extrusionOk="0" h="4226" w="3955">
                  <a:moveTo>
                    <a:pt x="117" y="0"/>
                  </a:moveTo>
                  <a:cubicBezTo>
                    <a:pt x="48" y="0"/>
                    <a:pt x="0" y="71"/>
                    <a:pt x="52" y="122"/>
                  </a:cubicBezTo>
                  <a:lnTo>
                    <a:pt x="3788" y="4192"/>
                  </a:lnTo>
                  <a:cubicBezTo>
                    <a:pt x="3821" y="4225"/>
                    <a:pt x="3854" y="4225"/>
                    <a:pt x="3854" y="4225"/>
                  </a:cubicBezTo>
                  <a:lnTo>
                    <a:pt x="3921" y="4225"/>
                  </a:lnTo>
                  <a:cubicBezTo>
                    <a:pt x="3954" y="4192"/>
                    <a:pt x="3954" y="4125"/>
                    <a:pt x="3921" y="4092"/>
                  </a:cubicBezTo>
                  <a:lnTo>
                    <a:pt x="185" y="22"/>
                  </a:lnTo>
                  <a:cubicBezTo>
                    <a:pt x="162" y="7"/>
                    <a:pt x="139" y="0"/>
                    <a:pt x="11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43"/>
            <p:cNvSpPr/>
            <p:nvPr/>
          </p:nvSpPr>
          <p:spPr>
            <a:xfrm>
              <a:off x="4846975" y="1351400"/>
              <a:ext cx="259375" cy="38400"/>
            </a:xfrm>
            <a:custGeom>
              <a:rect b="b" l="l" r="r" t="t"/>
              <a:pathLst>
                <a:path extrusionOk="0" h="1536" w="10375">
                  <a:moveTo>
                    <a:pt x="10174" y="1"/>
                  </a:moveTo>
                  <a:lnTo>
                    <a:pt x="200" y="1135"/>
                  </a:lnTo>
                  <a:cubicBezTo>
                    <a:pt x="100" y="1168"/>
                    <a:pt x="0" y="1268"/>
                    <a:pt x="33" y="1369"/>
                  </a:cubicBezTo>
                  <a:cubicBezTo>
                    <a:pt x="33" y="1469"/>
                    <a:pt x="100" y="1535"/>
                    <a:pt x="200" y="1535"/>
                  </a:cubicBezTo>
                  <a:lnTo>
                    <a:pt x="234" y="1535"/>
                  </a:lnTo>
                  <a:lnTo>
                    <a:pt x="10207" y="401"/>
                  </a:lnTo>
                  <a:cubicBezTo>
                    <a:pt x="10307" y="368"/>
                    <a:pt x="10374" y="301"/>
                    <a:pt x="10374" y="168"/>
                  </a:cubicBezTo>
                  <a:cubicBezTo>
                    <a:pt x="10374" y="68"/>
                    <a:pt x="10274" y="1"/>
                    <a:pt x="1017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43"/>
            <p:cNvSpPr/>
            <p:nvPr/>
          </p:nvSpPr>
          <p:spPr>
            <a:xfrm>
              <a:off x="5168850" y="946025"/>
              <a:ext cx="137550" cy="332025"/>
            </a:xfrm>
            <a:custGeom>
              <a:rect b="b" l="l" r="r" t="t"/>
              <a:pathLst>
                <a:path extrusionOk="0" h="13281" w="5502">
                  <a:moveTo>
                    <a:pt x="5260" y="1"/>
                  </a:moveTo>
                  <a:cubicBezTo>
                    <a:pt x="5193" y="1"/>
                    <a:pt x="5129" y="41"/>
                    <a:pt x="5105" y="138"/>
                  </a:cubicBezTo>
                  <a:lnTo>
                    <a:pt x="68" y="13014"/>
                  </a:lnTo>
                  <a:cubicBezTo>
                    <a:pt x="1" y="13147"/>
                    <a:pt x="101" y="13280"/>
                    <a:pt x="234" y="13280"/>
                  </a:cubicBezTo>
                  <a:cubicBezTo>
                    <a:pt x="301" y="13280"/>
                    <a:pt x="401" y="13214"/>
                    <a:pt x="401" y="13147"/>
                  </a:cubicBezTo>
                  <a:lnTo>
                    <a:pt x="5438" y="271"/>
                  </a:lnTo>
                  <a:cubicBezTo>
                    <a:pt x="5502" y="123"/>
                    <a:pt x="5376" y="1"/>
                    <a:pt x="526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43"/>
            <p:cNvSpPr/>
            <p:nvPr/>
          </p:nvSpPr>
          <p:spPr>
            <a:xfrm>
              <a:off x="5379850" y="876900"/>
              <a:ext cx="201000" cy="55075"/>
            </a:xfrm>
            <a:custGeom>
              <a:rect b="b" l="l" r="r" t="t"/>
              <a:pathLst>
                <a:path extrusionOk="0" h="2203" w="8040">
                  <a:moveTo>
                    <a:pt x="100" y="1"/>
                  </a:moveTo>
                  <a:cubicBezTo>
                    <a:pt x="67" y="1"/>
                    <a:pt x="0" y="34"/>
                    <a:pt x="0" y="67"/>
                  </a:cubicBezTo>
                  <a:cubicBezTo>
                    <a:pt x="0" y="134"/>
                    <a:pt x="0" y="167"/>
                    <a:pt x="67" y="167"/>
                  </a:cubicBezTo>
                  <a:lnTo>
                    <a:pt x="7906" y="2202"/>
                  </a:lnTo>
                  <a:lnTo>
                    <a:pt x="7939" y="2202"/>
                  </a:lnTo>
                  <a:cubicBezTo>
                    <a:pt x="7973" y="2202"/>
                    <a:pt x="8006" y="2169"/>
                    <a:pt x="8006" y="2135"/>
                  </a:cubicBezTo>
                  <a:cubicBezTo>
                    <a:pt x="8039" y="2069"/>
                    <a:pt x="8006" y="2035"/>
                    <a:pt x="7973" y="2035"/>
                  </a:cubicBezTo>
                  <a:lnTo>
                    <a:pt x="10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43"/>
            <p:cNvSpPr/>
            <p:nvPr/>
          </p:nvSpPr>
          <p:spPr>
            <a:xfrm>
              <a:off x="5381525" y="694575"/>
              <a:ext cx="146400" cy="139825"/>
            </a:xfrm>
            <a:custGeom>
              <a:rect b="b" l="l" r="r" t="t"/>
              <a:pathLst>
                <a:path extrusionOk="0" h="5593" w="5856">
                  <a:moveTo>
                    <a:pt x="5737" y="0"/>
                  </a:moveTo>
                  <a:cubicBezTo>
                    <a:pt x="5716" y="0"/>
                    <a:pt x="5693" y="7"/>
                    <a:pt x="5671" y="22"/>
                  </a:cubicBezTo>
                  <a:lnTo>
                    <a:pt x="33" y="5426"/>
                  </a:lnTo>
                  <a:cubicBezTo>
                    <a:pt x="0" y="5459"/>
                    <a:pt x="0" y="5526"/>
                    <a:pt x="33" y="5559"/>
                  </a:cubicBezTo>
                  <a:cubicBezTo>
                    <a:pt x="33" y="5592"/>
                    <a:pt x="67" y="5592"/>
                    <a:pt x="100" y="5592"/>
                  </a:cubicBezTo>
                  <a:cubicBezTo>
                    <a:pt x="100" y="5592"/>
                    <a:pt x="133" y="5559"/>
                    <a:pt x="133" y="5559"/>
                  </a:cubicBezTo>
                  <a:lnTo>
                    <a:pt x="5804" y="155"/>
                  </a:lnTo>
                  <a:cubicBezTo>
                    <a:pt x="5856" y="78"/>
                    <a:pt x="5807" y="0"/>
                    <a:pt x="573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43"/>
            <p:cNvSpPr/>
            <p:nvPr/>
          </p:nvSpPr>
          <p:spPr>
            <a:xfrm>
              <a:off x="4209000" y="960050"/>
              <a:ext cx="53400" cy="68900"/>
            </a:xfrm>
            <a:custGeom>
              <a:rect b="b" l="l" r="r" t="t"/>
              <a:pathLst>
                <a:path extrusionOk="0" h="2756" w="2136">
                  <a:moveTo>
                    <a:pt x="1548" y="1"/>
                  </a:moveTo>
                  <a:cubicBezTo>
                    <a:pt x="1405" y="1"/>
                    <a:pt x="1242" y="47"/>
                    <a:pt x="1068" y="144"/>
                  </a:cubicBezTo>
                  <a:cubicBezTo>
                    <a:pt x="435" y="544"/>
                    <a:pt x="34" y="1245"/>
                    <a:pt x="1" y="2012"/>
                  </a:cubicBezTo>
                  <a:cubicBezTo>
                    <a:pt x="1" y="2484"/>
                    <a:pt x="252" y="2756"/>
                    <a:pt x="599" y="2756"/>
                  </a:cubicBezTo>
                  <a:cubicBezTo>
                    <a:pt x="743" y="2756"/>
                    <a:pt x="903" y="2710"/>
                    <a:pt x="1068" y="2612"/>
                  </a:cubicBezTo>
                  <a:cubicBezTo>
                    <a:pt x="1702" y="2212"/>
                    <a:pt x="2102" y="1511"/>
                    <a:pt x="2136" y="778"/>
                  </a:cubicBezTo>
                  <a:cubicBezTo>
                    <a:pt x="2136" y="280"/>
                    <a:pt x="1900" y="1"/>
                    <a:pt x="154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43"/>
            <p:cNvSpPr/>
            <p:nvPr/>
          </p:nvSpPr>
          <p:spPr>
            <a:xfrm>
              <a:off x="4388300" y="1128950"/>
              <a:ext cx="29225" cy="37825"/>
            </a:xfrm>
            <a:custGeom>
              <a:rect b="b" l="l" r="r" t="t"/>
              <a:pathLst>
                <a:path extrusionOk="0" h="1513" w="1169">
                  <a:moveTo>
                    <a:pt x="852" y="1"/>
                  </a:moveTo>
                  <a:cubicBezTo>
                    <a:pt x="768" y="1"/>
                    <a:pt x="671" y="31"/>
                    <a:pt x="568" y="93"/>
                  </a:cubicBezTo>
                  <a:cubicBezTo>
                    <a:pt x="234" y="293"/>
                    <a:pt x="1" y="660"/>
                    <a:pt x="1" y="1093"/>
                  </a:cubicBezTo>
                  <a:cubicBezTo>
                    <a:pt x="1" y="1353"/>
                    <a:pt x="134" y="1512"/>
                    <a:pt x="319" y="1512"/>
                  </a:cubicBezTo>
                  <a:cubicBezTo>
                    <a:pt x="395" y="1512"/>
                    <a:pt x="480" y="1485"/>
                    <a:pt x="568" y="1427"/>
                  </a:cubicBezTo>
                  <a:cubicBezTo>
                    <a:pt x="935" y="1193"/>
                    <a:pt x="1135" y="826"/>
                    <a:pt x="1168" y="426"/>
                  </a:cubicBezTo>
                  <a:cubicBezTo>
                    <a:pt x="1168" y="150"/>
                    <a:pt x="1041" y="1"/>
                    <a:pt x="85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43"/>
            <p:cNvSpPr/>
            <p:nvPr/>
          </p:nvSpPr>
          <p:spPr>
            <a:xfrm>
              <a:off x="4116450" y="1268775"/>
              <a:ext cx="29200" cy="37725"/>
            </a:xfrm>
            <a:custGeom>
              <a:rect b="b" l="l" r="r" t="t"/>
              <a:pathLst>
                <a:path extrusionOk="0" h="1509" w="1168">
                  <a:moveTo>
                    <a:pt x="829" y="0"/>
                  </a:moveTo>
                  <a:cubicBezTo>
                    <a:pt x="750" y="0"/>
                    <a:pt x="661" y="23"/>
                    <a:pt x="567" y="70"/>
                  </a:cubicBezTo>
                  <a:cubicBezTo>
                    <a:pt x="234" y="304"/>
                    <a:pt x="34" y="671"/>
                    <a:pt x="0" y="1104"/>
                  </a:cubicBezTo>
                  <a:cubicBezTo>
                    <a:pt x="0" y="1366"/>
                    <a:pt x="136" y="1509"/>
                    <a:pt x="323" y="1509"/>
                  </a:cubicBezTo>
                  <a:cubicBezTo>
                    <a:pt x="398" y="1509"/>
                    <a:pt x="481" y="1486"/>
                    <a:pt x="567" y="1438"/>
                  </a:cubicBezTo>
                  <a:cubicBezTo>
                    <a:pt x="934" y="1204"/>
                    <a:pt x="1134" y="837"/>
                    <a:pt x="1168" y="437"/>
                  </a:cubicBezTo>
                  <a:cubicBezTo>
                    <a:pt x="1168" y="150"/>
                    <a:pt x="1030" y="0"/>
                    <a:pt x="82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43"/>
            <p:cNvSpPr/>
            <p:nvPr/>
          </p:nvSpPr>
          <p:spPr>
            <a:xfrm>
              <a:off x="4402475" y="1534400"/>
              <a:ext cx="29225" cy="37675"/>
            </a:xfrm>
            <a:custGeom>
              <a:rect b="b" l="l" r="r" t="t"/>
              <a:pathLst>
                <a:path extrusionOk="0" h="1507" w="1169">
                  <a:moveTo>
                    <a:pt x="850" y="1"/>
                  </a:moveTo>
                  <a:cubicBezTo>
                    <a:pt x="774" y="1"/>
                    <a:pt x="689" y="28"/>
                    <a:pt x="601" y="86"/>
                  </a:cubicBezTo>
                  <a:cubicBezTo>
                    <a:pt x="234" y="286"/>
                    <a:pt x="34" y="687"/>
                    <a:pt x="1" y="1087"/>
                  </a:cubicBezTo>
                  <a:cubicBezTo>
                    <a:pt x="1" y="1347"/>
                    <a:pt x="134" y="1506"/>
                    <a:pt x="331" y="1506"/>
                  </a:cubicBezTo>
                  <a:cubicBezTo>
                    <a:pt x="412" y="1506"/>
                    <a:pt x="504" y="1479"/>
                    <a:pt x="601" y="1420"/>
                  </a:cubicBezTo>
                  <a:cubicBezTo>
                    <a:pt x="935" y="1187"/>
                    <a:pt x="1168" y="820"/>
                    <a:pt x="1168" y="420"/>
                  </a:cubicBezTo>
                  <a:cubicBezTo>
                    <a:pt x="1168" y="160"/>
                    <a:pt x="1035" y="1"/>
                    <a:pt x="85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43"/>
            <p:cNvSpPr/>
            <p:nvPr/>
          </p:nvSpPr>
          <p:spPr>
            <a:xfrm>
              <a:off x="4600125" y="1618625"/>
              <a:ext cx="29200" cy="37675"/>
            </a:xfrm>
            <a:custGeom>
              <a:rect b="b" l="l" r="r" t="t"/>
              <a:pathLst>
                <a:path extrusionOk="0" h="1507" w="1168">
                  <a:moveTo>
                    <a:pt x="850" y="1"/>
                  </a:moveTo>
                  <a:cubicBezTo>
                    <a:pt x="773" y="1"/>
                    <a:pt x="689" y="28"/>
                    <a:pt x="601" y="86"/>
                  </a:cubicBezTo>
                  <a:cubicBezTo>
                    <a:pt x="234" y="320"/>
                    <a:pt x="34" y="687"/>
                    <a:pt x="0" y="1087"/>
                  </a:cubicBezTo>
                  <a:cubicBezTo>
                    <a:pt x="0" y="1347"/>
                    <a:pt x="134" y="1506"/>
                    <a:pt x="331" y="1506"/>
                  </a:cubicBezTo>
                  <a:cubicBezTo>
                    <a:pt x="412" y="1506"/>
                    <a:pt x="503" y="1479"/>
                    <a:pt x="601" y="1421"/>
                  </a:cubicBezTo>
                  <a:cubicBezTo>
                    <a:pt x="934" y="1187"/>
                    <a:pt x="1168" y="820"/>
                    <a:pt x="1168" y="420"/>
                  </a:cubicBezTo>
                  <a:cubicBezTo>
                    <a:pt x="1168" y="160"/>
                    <a:pt x="1034" y="1"/>
                    <a:pt x="85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43"/>
            <p:cNvSpPr/>
            <p:nvPr/>
          </p:nvSpPr>
          <p:spPr>
            <a:xfrm>
              <a:off x="4580100" y="1915500"/>
              <a:ext cx="29225" cy="37675"/>
            </a:xfrm>
            <a:custGeom>
              <a:rect b="b" l="l" r="r" t="t"/>
              <a:pathLst>
                <a:path extrusionOk="0" h="1507" w="1169">
                  <a:moveTo>
                    <a:pt x="838" y="1"/>
                  </a:moveTo>
                  <a:cubicBezTo>
                    <a:pt x="757" y="1"/>
                    <a:pt x="665" y="28"/>
                    <a:pt x="568" y="86"/>
                  </a:cubicBezTo>
                  <a:cubicBezTo>
                    <a:pt x="234" y="320"/>
                    <a:pt x="34" y="687"/>
                    <a:pt x="1" y="1087"/>
                  </a:cubicBezTo>
                  <a:cubicBezTo>
                    <a:pt x="1" y="1347"/>
                    <a:pt x="135" y="1506"/>
                    <a:pt x="319" y="1506"/>
                  </a:cubicBezTo>
                  <a:cubicBezTo>
                    <a:pt x="395" y="1506"/>
                    <a:pt x="480" y="1479"/>
                    <a:pt x="568" y="1421"/>
                  </a:cubicBezTo>
                  <a:cubicBezTo>
                    <a:pt x="935" y="1221"/>
                    <a:pt x="1135" y="820"/>
                    <a:pt x="1168" y="420"/>
                  </a:cubicBezTo>
                  <a:cubicBezTo>
                    <a:pt x="1168" y="160"/>
                    <a:pt x="1035" y="1"/>
                    <a:pt x="83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43"/>
            <p:cNvSpPr/>
            <p:nvPr/>
          </p:nvSpPr>
          <p:spPr>
            <a:xfrm>
              <a:off x="4656000" y="1733925"/>
              <a:ext cx="44225" cy="56950"/>
            </a:xfrm>
            <a:custGeom>
              <a:rect b="b" l="l" r="r" t="t"/>
              <a:pathLst>
                <a:path extrusionOk="0" h="2278" w="1769">
                  <a:moveTo>
                    <a:pt x="1288" y="0"/>
                  </a:moveTo>
                  <a:cubicBezTo>
                    <a:pt x="1173" y="0"/>
                    <a:pt x="1042" y="35"/>
                    <a:pt x="901" y="111"/>
                  </a:cubicBezTo>
                  <a:cubicBezTo>
                    <a:pt x="367" y="444"/>
                    <a:pt x="34" y="1012"/>
                    <a:pt x="0" y="1645"/>
                  </a:cubicBezTo>
                  <a:cubicBezTo>
                    <a:pt x="0" y="2043"/>
                    <a:pt x="198" y="2277"/>
                    <a:pt x="488" y="2277"/>
                  </a:cubicBezTo>
                  <a:cubicBezTo>
                    <a:pt x="612" y="2277"/>
                    <a:pt x="752" y="2235"/>
                    <a:pt x="901" y="2146"/>
                  </a:cubicBezTo>
                  <a:cubicBezTo>
                    <a:pt x="1435" y="1812"/>
                    <a:pt x="1735" y="1245"/>
                    <a:pt x="1768" y="611"/>
                  </a:cubicBezTo>
                  <a:cubicBezTo>
                    <a:pt x="1768" y="228"/>
                    <a:pt x="1579" y="0"/>
                    <a:pt x="128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43"/>
            <p:cNvSpPr/>
            <p:nvPr/>
          </p:nvSpPr>
          <p:spPr>
            <a:xfrm>
              <a:off x="4479200" y="1835975"/>
              <a:ext cx="44225" cy="56925"/>
            </a:xfrm>
            <a:custGeom>
              <a:rect b="b" l="l" r="r" t="t"/>
              <a:pathLst>
                <a:path extrusionOk="0" h="2277" w="1769">
                  <a:moveTo>
                    <a:pt x="1307" y="0"/>
                  </a:moveTo>
                  <a:cubicBezTo>
                    <a:pt x="1188" y="0"/>
                    <a:pt x="1050" y="42"/>
                    <a:pt x="901" y="132"/>
                  </a:cubicBezTo>
                  <a:cubicBezTo>
                    <a:pt x="368" y="465"/>
                    <a:pt x="34" y="1032"/>
                    <a:pt x="1" y="1633"/>
                  </a:cubicBezTo>
                  <a:cubicBezTo>
                    <a:pt x="1" y="2041"/>
                    <a:pt x="208" y="2277"/>
                    <a:pt x="511" y="2277"/>
                  </a:cubicBezTo>
                  <a:cubicBezTo>
                    <a:pt x="629" y="2277"/>
                    <a:pt x="761" y="2241"/>
                    <a:pt x="901" y="2167"/>
                  </a:cubicBezTo>
                  <a:cubicBezTo>
                    <a:pt x="1435" y="1833"/>
                    <a:pt x="1735" y="1266"/>
                    <a:pt x="1769" y="632"/>
                  </a:cubicBezTo>
                  <a:cubicBezTo>
                    <a:pt x="1769" y="234"/>
                    <a:pt x="1588" y="0"/>
                    <a:pt x="130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43"/>
            <p:cNvSpPr/>
            <p:nvPr/>
          </p:nvSpPr>
          <p:spPr>
            <a:xfrm>
              <a:off x="5503275" y="668475"/>
              <a:ext cx="44225" cy="56950"/>
            </a:xfrm>
            <a:custGeom>
              <a:rect b="b" l="l" r="r" t="t"/>
              <a:pathLst>
                <a:path extrusionOk="0" h="2278" w="1769">
                  <a:moveTo>
                    <a:pt x="1280" y="0"/>
                  </a:moveTo>
                  <a:cubicBezTo>
                    <a:pt x="1157" y="0"/>
                    <a:pt x="1017" y="42"/>
                    <a:pt x="867" y="132"/>
                  </a:cubicBezTo>
                  <a:cubicBezTo>
                    <a:pt x="334" y="465"/>
                    <a:pt x="34" y="1032"/>
                    <a:pt x="0" y="1666"/>
                  </a:cubicBezTo>
                  <a:cubicBezTo>
                    <a:pt x="0" y="2049"/>
                    <a:pt x="206" y="2277"/>
                    <a:pt x="495" y="2277"/>
                  </a:cubicBezTo>
                  <a:cubicBezTo>
                    <a:pt x="609" y="2277"/>
                    <a:pt x="736" y="2242"/>
                    <a:pt x="867" y="2167"/>
                  </a:cubicBezTo>
                  <a:cubicBezTo>
                    <a:pt x="1401" y="1833"/>
                    <a:pt x="1735" y="1266"/>
                    <a:pt x="1768" y="632"/>
                  </a:cubicBezTo>
                  <a:cubicBezTo>
                    <a:pt x="1768" y="234"/>
                    <a:pt x="1571" y="0"/>
                    <a:pt x="128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43"/>
            <p:cNvSpPr/>
            <p:nvPr/>
          </p:nvSpPr>
          <p:spPr>
            <a:xfrm>
              <a:off x="4654325" y="1297450"/>
              <a:ext cx="206850" cy="262475"/>
            </a:xfrm>
            <a:custGeom>
              <a:rect b="b" l="l" r="r" t="t"/>
              <a:pathLst>
                <a:path extrusionOk="0" h="10499" w="8274">
                  <a:moveTo>
                    <a:pt x="5827" y="673"/>
                  </a:moveTo>
                  <a:cubicBezTo>
                    <a:pt x="6135" y="673"/>
                    <a:pt x="6419" y="745"/>
                    <a:pt x="6672" y="891"/>
                  </a:cubicBezTo>
                  <a:cubicBezTo>
                    <a:pt x="7272" y="1225"/>
                    <a:pt x="7606" y="1992"/>
                    <a:pt x="7606" y="3060"/>
                  </a:cubicBezTo>
                  <a:cubicBezTo>
                    <a:pt x="7606" y="5361"/>
                    <a:pt x="5972" y="8197"/>
                    <a:pt x="3970" y="9331"/>
                  </a:cubicBezTo>
                  <a:cubicBezTo>
                    <a:pt x="3428" y="9652"/>
                    <a:pt x="2911" y="9816"/>
                    <a:pt x="2454" y="9816"/>
                  </a:cubicBezTo>
                  <a:cubicBezTo>
                    <a:pt x="2151" y="9816"/>
                    <a:pt x="1874" y="9744"/>
                    <a:pt x="1635" y="9598"/>
                  </a:cubicBezTo>
                  <a:cubicBezTo>
                    <a:pt x="1001" y="9264"/>
                    <a:pt x="668" y="8497"/>
                    <a:pt x="668" y="7429"/>
                  </a:cubicBezTo>
                  <a:cubicBezTo>
                    <a:pt x="668" y="5128"/>
                    <a:pt x="2302" y="2292"/>
                    <a:pt x="4304" y="1158"/>
                  </a:cubicBezTo>
                  <a:cubicBezTo>
                    <a:pt x="4845" y="837"/>
                    <a:pt x="5363" y="673"/>
                    <a:pt x="5827" y="673"/>
                  </a:cubicBezTo>
                  <a:close/>
                  <a:moveTo>
                    <a:pt x="5853" y="0"/>
                  </a:moveTo>
                  <a:cubicBezTo>
                    <a:pt x="5270" y="0"/>
                    <a:pt x="4631" y="188"/>
                    <a:pt x="3970" y="558"/>
                  </a:cubicBezTo>
                  <a:cubicBezTo>
                    <a:pt x="1802" y="1825"/>
                    <a:pt x="1" y="4894"/>
                    <a:pt x="1" y="7429"/>
                  </a:cubicBezTo>
                  <a:cubicBezTo>
                    <a:pt x="1" y="8730"/>
                    <a:pt x="468" y="9698"/>
                    <a:pt x="1302" y="10198"/>
                  </a:cubicBezTo>
                  <a:cubicBezTo>
                    <a:pt x="1635" y="10398"/>
                    <a:pt x="2035" y="10498"/>
                    <a:pt x="2436" y="10498"/>
                  </a:cubicBezTo>
                  <a:cubicBezTo>
                    <a:pt x="3103" y="10465"/>
                    <a:pt x="3737" y="10265"/>
                    <a:pt x="4304" y="9931"/>
                  </a:cubicBezTo>
                  <a:cubicBezTo>
                    <a:pt x="6505" y="8664"/>
                    <a:pt x="8273" y="5561"/>
                    <a:pt x="8273" y="3060"/>
                  </a:cubicBezTo>
                  <a:cubicBezTo>
                    <a:pt x="8273" y="1759"/>
                    <a:pt x="7806" y="791"/>
                    <a:pt x="7006" y="291"/>
                  </a:cubicBezTo>
                  <a:cubicBezTo>
                    <a:pt x="6658" y="96"/>
                    <a:pt x="6270" y="0"/>
                    <a:pt x="585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43"/>
            <p:cNvSpPr/>
            <p:nvPr/>
          </p:nvSpPr>
          <p:spPr>
            <a:xfrm>
              <a:off x="4701850" y="1356425"/>
              <a:ext cx="111775" cy="144650"/>
            </a:xfrm>
            <a:custGeom>
              <a:rect b="b" l="l" r="r" t="t"/>
              <a:pathLst>
                <a:path extrusionOk="0" h="5786" w="4471">
                  <a:moveTo>
                    <a:pt x="3245" y="1"/>
                  </a:moveTo>
                  <a:cubicBezTo>
                    <a:pt x="2945" y="1"/>
                    <a:pt x="2603" y="97"/>
                    <a:pt x="2236" y="300"/>
                  </a:cubicBezTo>
                  <a:cubicBezTo>
                    <a:pt x="902" y="1168"/>
                    <a:pt x="68" y="2602"/>
                    <a:pt x="1" y="4203"/>
                  </a:cubicBezTo>
                  <a:cubicBezTo>
                    <a:pt x="1" y="5195"/>
                    <a:pt x="503" y="5785"/>
                    <a:pt x="1233" y="5785"/>
                  </a:cubicBezTo>
                  <a:cubicBezTo>
                    <a:pt x="1535" y="5785"/>
                    <a:pt x="1875" y="5685"/>
                    <a:pt x="2236" y="5471"/>
                  </a:cubicBezTo>
                  <a:cubicBezTo>
                    <a:pt x="3570" y="4603"/>
                    <a:pt x="4404" y="3169"/>
                    <a:pt x="4471" y="1601"/>
                  </a:cubicBezTo>
                  <a:cubicBezTo>
                    <a:pt x="4471" y="582"/>
                    <a:pt x="3983" y="1"/>
                    <a:pt x="324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43"/>
            <p:cNvSpPr/>
            <p:nvPr/>
          </p:nvSpPr>
          <p:spPr>
            <a:xfrm>
              <a:off x="5094650" y="458825"/>
              <a:ext cx="170150" cy="217125"/>
            </a:xfrm>
            <a:custGeom>
              <a:rect b="b" l="l" r="r" t="t"/>
              <a:pathLst>
                <a:path extrusionOk="0" h="8685" w="6806">
                  <a:moveTo>
                    <a:pt x="4873" y="397"/>
                  </a:moveTo>
                  <a:cubicBezTo>
                    <a:pt x="5143" y="397"/>
                    <a:pt x="5390" y="458"/>
                    <a:pt x="5604" y="579"/>
                  </a:cubicBezTo>
                  <a:cubicBezTo>
                    <a:pt x="6138" y="912"/>
                    <a:pt x="6438" y="1579"/>
                    <a:pt x="6438" y="2513"/>
                  </a:cubicBezTo>
                  <a:cubicBezTo>
                    <a:pt x="6305" y="4682"/>
                    <a:pt x="5171" y="6683"/>
                    <a:pt x="3336" y="7884"/>
                  </a:cubicBezTo>
                  <a:cubicBezTo>
                    <a:pt x="2857" y="8163"/>
                    <a:pt x="2390" y="8299"/>
                    <a:pt x="1978" y="8299"/>
                  </a:cubicBezTo>
                  <a:cubicBezTo>
                    <a:pt x="1701" y="8299"/>
                    <a:pt x="1449" y="8238"/>
                    <a:pt x="1234" y="8117"/>
                  </a:cubicBezTo>
                  <a:cubicBezTo>
                    <a:pt x="701" y="7817"/>
                    <a:pt x="400" y="7117"/>
                    <a:pt x="400" y="6216"/>
                  </a:cubicBezTo>
                  <a:cubicBezTo>
                    <a:pt x="534" y="4015"/>
                    <a:pt x="1668" y="2013"/>
                    <a:pt x="3536" y="812"/>
                  </a:cubicBezTo>
                  <a:cubicBezTo>
                    <a:pt x="4015" y="533"/>
                    <a:pt x="4470" y="397"/>
                    <a:pt x="4873" y="397"/>
                  </a:cubicBezTo>
                  <a:close/>
                  <a:moveTo>
                    <a:pt x="4856" y="1"/>
                  </a:moveTo>
                  <a:cubicBezTo>
                    <a:pt x="4379" y="1"/>
                    <a:pt x="3852" y="164"/>
                    <a:pt x="3303" y="479"/>
                  </a:cubicBezTo>
                  <a:cubicBezTo>
                    <a:pt x="1501" y="1513"/>
                    <a:pt x="0" y="4115"/>
                    <a:pt x="0" y="6216"/>
                  </a:cubicBezTo>
                  <a:cubicBezTo>
                    <a:pt x="0" y="7250"/>
                    <a:pt x="367" y="8051"/>
                    <a:pt x="1034" y="8451"/>
                  </a:cubicBezTo>
                  <a:cubicBezTo>
                    <a:pt x="1334" y="8618"/>
                    <a:pt x="1635" y="8685"/>
                    <a:pt x="1968" y="8685"/>
                  </a:cubicBezTo>
                  <a:cubicBezTo>
                    <a:pt x="2535" y="8651"/>
                    <a:pt x="3036" y="8518"/>
                    <a:pt x="3503" y="8218"/>
                  </a:cubicBezTo>
                  <a:cubicBezTo>
                    <a:pt x="5337" y="7183"/>
                    <a:pt x="6805" y="4582"/>
                    <a:pt x="6805" y="2480"/>
                  </a:cubicBezTo>
                  <a:cubicBezTo>
                    <a:pt x="6805" y="1446"/>
                    <a:pt x="6438" y="645"/>
                    <a:pt x="5771" y="245"/>
                  </a:cubicBezTo>
                  <a:cubicBezTo>
                    <a:pt x="5497" y="81"/>
                    <a:pt x="5188" y="1"/>
                    <a:pt x="485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43"/>
            <p:cNvSpPr/>
            <p:nvPr/>
          </p:nvSpPr>
          <p:spPr>
            <a:xfrm>
              <a:off x="5133000" y="506125"/>
              <a:ext cx="94250" cy="122825"/>
            </a:xfrm>
            <a:custGeom>
              <a:rect b="b" l="l" r="r" t="t"/>
              <a:pathLst>
                <a:path extrusionOk="0" h="4913" w="3770">
                  <a:moveTo>
                    <a:pt x="2718" y="0"/>
                  </a:moveTo>
                  <a:cubicBezTo>
                    <a:pt x="2464" y="0"/>
                    <a:pt x="2176" y="82"/>
                    <a:pt x="1869" y="255"/>
                  </a:cubicBezTo>
                  <a:cubicBezTo>
                    <a:pt x="768" y="988"/>
                    <a:pt x="67" y="2223"/>
                    <a:pt x="1" y="3557"/>
                  </a:cubicBezTo>
                  <a:cubicBezTo>
                    <a:pt x="1" y="4412"/>
                    <a:pt x="424" y="4912"/>
                    <a:pt x="1041" y="4912"/>
                  </a:cubicBezTo>
                  <a:cubicBezTo>
                    <a:pt x="1290" y="4912"/>
                    <a:pt x="1571" y="4830"/>
                    <a:pt x="1869" y="4658"/>
                  </a:cubicBezTo>
                  <a:cubicBezTo>
                    <a:pt x="3003" y="3924"/>
                    <a:pt x="3703" y="2690"/>
                    <a:pt x="3770" y="1355"/>
                  </a:cubicBezTo>
                  <a:cubicBezTo>
                    <a:pt x="3770" y="500"/>
                    <a:pt x="3347" y="0"/>
                    <a:pt x="271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43"/>
            <p:cNvSpPr/>
            <p:nvPr/>
          </p:nvSpPr>
          <p:spPr>
            <a:xfrm>
              <a:off x="4732725" y="752950"/>
              <a:ext cx="124125" cy="150675"/>
            </a:xfrm>
            <a:custGeom>
              <a:rect b="b" l="l" r="r" t="t"/>
              <a:pathLst>
                <a:path extrusionOk="0" h="6027" w="4965">
                  <a:moveTo>
                    <a:pt x="3403" y="422"/>
                  </a:moveTo>
                  <a:cubicBezTo>
                    <a:pt x="3569" y="422"/>
                    <a:pt x="3736" y="455"/>
                    <a:pt x="3870" y="522"/>
                  </a:cubicBezTo>
                  <a:cubicBezTo>
                    <a:pt x="4270" y="822"/>
                    <a:pt x="4470" y="1289"/>
                    <a:pt x="4403" y="1790"/>
                  </a:cubicBezTo>
                  <a:cubicBezTo>
                    <a:pt x="4337" y="3224"/>
                    <a:pt x="3569" y="4558"/>
                    <a:pt x="2335" y="5359"/>
                  </a:cubicBezTo>
                  <a:cubicBezTo>
                    <a:pt x="2100" y="5575"/>
                    <a:pt x="1828" y="5670"/>
                    <a:pt x="1564" y="5670"/>
                  </a:cubicBezTo>
                  <a:cubicBezTo>
                    <a:pt x="892" y="5670"/>
                    <a:pt x="276" y="5058"/>
                    <a:pt x="467" y="4291"/>
                  </a:cubicBezTo>
                  <a:cubicBezTo>
                    <a:pt x="534" y="2824"/>
                    <a:pt x="1301" y="1489"/>
                    <a:pt x="2535" y="689"/>
                  </a:cubicBezTo>
                  <a:cubicBezTo>
                    <a:pt x="2802" y="522"/>
                    <a:pt x="3102" y="422"/>
                    <a:pt x="3403" y="422"/>
                  </a:cubicBezTo>
                  <a:close/>
                  <a:moveTo>
                    <a:pt x="3287" y="0"/>
                  </a:moveTo>
                  <a:cubicBezTo>
                    <a:pt x="2961" y="0"/>
                    <a:pt x="2627" y="109"/>
                    <a:pt x="2335" y="355"/>
                  </a:cubicBezTo>
                  <a:cubicBezTo>
                    <a:pt x="1001" y="1223"/>
                    <a:pt x="167" y="2690"/>
                    <a:pt x="67" y="4291"/>
                  </a:cubicBezTo>
                  <a:cubicBezTo>
                    <a:pt x="0" y="4892"/>
                    <a:pt x="300" y="5492"/>
                    <a:pt x="801" y="5859"/>
                  </a:cubicBezTo>
                  <a:cubicBezTo>
                    <a:pt x="1001" y="5959"/>
                    <a:pt x="1234" y="6026"/>
                    <a:pt x="1468" y="6026"/>
                  </a:cubicBezTo>
                  <a:cubicBezTo>
                    <a:pt x="1835" y="5993"/>
                    <a:pt x="2202" y="5893"/>
                    <a:pt x="2535" y="5692"/>
                  </a:cubicBezTo>
                  <a:cubicBezTo>
                    <a:pt x="3836" y="4792"/>
                    <a:pt x="4704" y="3357"/>
                    <a:pt x="4770" y="1790"/>
                  </a:cubicBezTo>
                  <a:cubicBezTo>
                    <a:pt x="4964" y="772"/>
                    <a:pt x="4154" y="0"/>
                    <a:pt x="328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43"/>
            <p:cNvSpPr/>
            <p:nvPr/>
          </p:nvSpPr>
          <p:spPr>
            <a:xfrm>
              <a:off x="4761900" y="787225"/>
              <a:ext cx="63400" cy="82775"/>
            </a:xfrm>
            <a:custGeom>
              <a:rect b="b" l="l" r="r" t="t"/>
              <a:pathLst>
                <a:path extrusionOk="0" h="3311" w="2536">
                  <a:moveTo>
                    <a:pt x="1834" y="1"/>
                  </a:moveTo>
                  <a:cubicBezTo>
                    <a:pt x="1664" y="1"/>
                    <a:pt x="1472" y="59"/>
                    <a:pt x="1268" y="185"/>
                  </a:cubicBezTo>
                  <a:cubicBezTo>
                    <a:pt x="501" y="686"/>
                    <a:pt x="34" y="1486"/>
                    <a:pt x="1" y="2387"/>
                  </a:cubicBezTo>
                  <a:cubicBezTo>
                    <a:pt x="1" y="2972"/>
                    <a:pt x="280" y="3311"/>
                    <a:pt x="689" y="3311"/>
                  </a:cubicBezTo>
                  <a:cubicBezTo>
                    <a:pt x="863" y="3311"/>
                    <a:pt x="1059" y="3250"/>
                    <a:pt x="1268" y="3121"/>
                  </a:cubicBezTo>
                  <a:cubicBezTo>
                    <a:pt x="2035" y="2654"/>
                    <a:pt x="2502" y="1820"/>
                    <a:pt x="2536" y="919"/>
                  </a:cubicBezTo>
                  <a:cubicBezTo>
                    <a:pt x="2536" y="351"/>
                    <a:pt x="2250" y="1"/>
                    <a:pt x="183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43"/>
            <p:cNvSpPr/>
            <p:nvPr/>
          </p:nvSpPr>
          <p:spPr>
            <a:xfrm>
              <a:off x="5092975" y="1267450"/>
              <a:ext cx="124350" cy="149875"/>
            </a:xfrm>
            <a:custGeom>
              <a:rect b="b" l="l" r="r" t="t"/>
              <a:pathLst>
                <a:path extrusionOk="0" h="5995" w="4974">
                  <a:moveTo>
                    <a:pt x="3292" y="380"/>
                  </a:moveTo>
                  <a:cubicBezTo>
                    <a:pt x="3961" y="380"/>
                    <a:pt x="4595" y="991"/>
                    <a:pt x="4404" y="1758"/>
                  </a:cubicBezTo>
                  <a:cubicBezTo>
                    <a:pt x="4337" y="3225"/>
                    <a:pt x="3536" y="4560"/>
                    <a:pt x="2335" y="5360"/>
                  </a:cubicBezTo>
                  <a:cubicBezTo>
                    <a:pt x="2101" y="5576"/>
                    <a:pt x="1830" y="5670"/>
                    <a:pt x="1567" y="5670"/>
                  </a:cubicBezTo>
                  <a:cubicBezTo>
                    <a:pt x="892" y="5670"/>
                    <a:pt x="266" y="5051"/>
                    <a:pt x="434" y="4260"/>
                  </a:cubicBezTo>
                  <a:cubicBezTo>
                    <a:pt x="534" y="2792"/>
                    <a:pt x="1301" y="1491"/>
                    <a:pt x="2536" y="690"/>
                  </a:cubicBezTo>
                  <a:cubicBezTo>
                    <a:pt x="2761" y="474"/>
                    <a:pt x="3030" y="380"/>
                    <a:pt x="3292" y="380"/>
                  </a:cubicBezTo>
                  <a:close/>
                  <a:moveTo>
                    <a:pt x="3291" y="1"/>
                  </a:moveTo>
                  <a:cubicBezTo>
                    <a:pt x="2963" y="1"/>
                    <a:pt x="2628" y="110"/>
                    <a:pt x="2335" y="357"/>
                  </a:cubicBezTo>
                  <a:cubicBezTo>
                    <a:pt x="1001" y="1224"/>
                    <a:pt x="167" y="2658"/>
                    <a:pt x="67" y="4260"/>
                  </a:cubicBezTo>
                  <a:cubicBezTo>
                    <a:pt x="0" y="4893"/>
                    <a:pt x="301" y="5494"/>
                    <a:pt x="801" y="5827"/>
                  </a:cubicBezTo>
                  <a:cubicBezTo>
                    <a:pt x="1001" y="5961"/>
                    <a:pt x="1235" y="5994"/>
                    <a:pt x="1468" y="5994"/>
                  </a:cubicBezTo>
                  <a:cubicBezTo>
                    <a:pt x="1835" y="5994"/>
                    <a:pt x="2202" y="5894"/>
                    <a:pt x="2536" y="5694"/>
                  </a:cubicBezTo>
                  <a:cubicBezTo>
                    <a:pt x="3870" y="4827"/>
                    <a:pt x="4704" y="3359"/>
                    <a:pt x="4804" y="1758"/>
                  </a:cubicBezTo>
                  <a:cubicBezTo>
                    <a:pt x="4973" y="765"/>
                    <a:pt x="4159" y="1"/>
                    <a:pt x="329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43"/>
            <p:cNvSpPr/>
            <p:nvPr/>
          </p:nvSpPr>
          <p:spPr>
            <a:xfrm>
              <a:off x="5122150" y="1301625"/>
              <a:ext cx="63425" cy="82400"/>
            </a:xfrm>
            <a:custGeom>
              <a:rect b="b" l="l" r="r" t="t"/>
              <a:pathLst>
                <a:path extrusionOk="0" h="3296" w="2537">
                  <a:moveTo>
                    <a:pt x="1848" y="0"/>
                  </a:moveTo>
                  <a:cubicBezTo>
                    <a:pt x="1674" y="0"/>
                    <a:pt x="1477" y="61"/>
                    <a:pt x="1269" y="191"/>
                  </a:cubicBezTo>
                  <a:cubicBezTo>
                    <a:pt x="501" y="658"/>
                    <a:pt x="34" y="1492"/>
                    <a:pt x="1" y="2392"/>
                  </a:cubicBezTo>
                  <a:cubicBezTo>
                    <a:pt x="1" y="2962"/>
                    <a:pt x="289" y="3296"/>
                    <a:pt x="707" y="3296"/>
                  </a:cubicBezTo>
                  <a:cubicBezTo>
                    <a:pt x="876" y="3296"/>
                    <a:pt x="1067" y="3241"/>
                    <a:pt x="1269" y="3126"/>
                  </a:cubicBezTo>
                  <a:cubicBezTo>
                    <a:pt x="2036" y="2626"/>
                    <a:pt x="2503" y="1825"/>
                    <a:pt x="2536" y="924"/>
                  </a:cubicBezTo>
                  <a:cubicBezTo>
                    <a:pt x="2536" y="339"/>
                    <a:pt x="2257" y="0"/>
                    <a:pt x="184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43"/>
            <p:cNvSpPr/>
            <p:nvPr/>
          </p:nvSpPr>
          <p:spPr>
            <a:xfrm>
              <a:off x="5272275" y="806675"/>
              <a:ext cx="122925" cy="150300"/>
            </a:xfrm>
            <a:custGeom>
              <a:rect b="b" l="l" r="r" t="t"/>
              <a:pathLst>
                <a:path extrusionOk="0" h="6012" w="4917">
                  <a:moveTo>
                    <a:pt x="3271" y="365"/>
                  </a:moveTo>
                  <a:cubicBezTo>
                    <a:pt x="3946" y="365"/>
                    <a:pt x="4571" y="984"/>
                    <a:pt x="4403" y="1776"/>
                  </a:cubicBezTo>
                  <a:cubicBezTo>
                    <a:pt x="4303" y="3210"/>
                    <a:pt x="3536" y="4544"/>
                    <a:pt x="2302" y="5345"/>
                  </a:cubicBezTo>
                  <a:cubicBezTo>
                    <a:pt x="2067" y="5561"/>
                    <a:pt x="1794" y="5655"/>
                    <a:pt x="1531" y="5655"/>
                  </a:cubicBezTo>
                  <a:cubicBezTo>
                    <a:pt x="859" y="5655"/>
                    <a:pt x="242" y="5044"/>
                    <a:pt x="434" y="4277"/>
                  </a:cubicBezTo>
                  <a:cubicBezTo>
                    <a:pt x="501" y="2810"/>
                    <a:pt x="1268" y="1475"/>
                    <a:pt x="2502" y="675"/>
                  </a:cubicBezTo>
                  <a:cubicBezTo>
                    <a:pt x="2736" y="459"/>
                    <a:pt x="3007" y="365"/>
                    <a:pt x="3271" y="365"/>
                  </a:cubicBezTo>
                  <a:close/>
                  <a:moveTo>
                    <a:pt x="3258" y="0"/>
                  </a:moveTo>
                  <a:cubicBezTo>
                    <a:pt x="2935" y="0"/>
                    <a:pt x="2601" y="105"/>
                    <a:pt x="2302" y="341"/>
                  </a:cubicBezTo>
                  <a:cubicBezTo>
                    <a:pt x="968" y="1208"/>
                    <a:pt x="134" y="2676"/>
                    <a:pt x="67" y="4277"/>
                  </a:cubicBezTo>
                  <a:cubicBezTo>
                    <a:pt x="0" y="4878"/>
                    <a:pt x="267" y="5478"/>
                    <a:pt x="801" y="5845"/>
                  </a:cubicBezTo>
                  <a:cubicBezTo>
                    <a:pt x="968" y="5945"/>
                    <a:pt x="1201" y="6012"/>
                    <a:pt x="1435" y="6012"/>
                  </a:cubicBezTo>
                  <a:cubicBezTo>
                    <a:pt x="1802" y="5979"/>
                    <a:pt x="2168" y="5878"/>
                    <a:pt x="2502" y="5678"/>
                  </a:cubicBezTo>
                  <a:cubicBezTo>
                    <a:pt x="3836" y="4811"/>
                    <a:pt x="4670" y="3343"/>
                    <a:pt x="4770" y="1776"/>
                  </a:cubicBezTo>
                  <a:cubicBezTo>
                    <a:pt x="4916" y="755"/>
                    <a:pt x="4124" y="0"/>
                    <a:pt x="325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43"/>
            <p:cNvSpPr/>
            <p:nvPr/>
          </p:nvSpPr>
          <p:spPr>
            <a:xfrm>
              <a:off x="5300625" y="840600"/>
              <a:ext cx="64225" cy="82775"/>
            </a:xfrm>
            <a:custGeom>
              <a:rect b="b" l="l" r="r" t="t"/>
              <a:pathLst>
                <a:path extrusionOk="0" h="3311" w="2569">
                  <a:moveTo>
                    <a:pt x="1840" y="1"/>
                  </a:moveTo>
                  <a:cubicBezTo>
                    <a:pt x="1666" y="1"/>
                    <a:pt x="1471" y="59"/>
                    <a:pt x="1268" y="185"/>
                  </a:cubicBezTo>
                  <a:cubicBezTo>
                    <a:pt x="534" y="685"/>
                    <a:pt x="34" y="1486"/>
                    <a:pt x="0" y="2387"/>
                  </a:cubicBezTo>
                  <a:cubicBezTo>
                    <a:pt x="0" y="2972"/>
                    <a:pt x="280" y="3311"/>
                    <a:pt x="689" y="3311"/>
                  </a:cubicBezTo>
                  <a:cubicBezTo>
                    <a:pt x="862" y="3311"/>
                    <a:pt x="1059" y="3250"/>
                    <a:pt x="1268" y="3120"/>
                  </a:cubicBezTo>
                  <a:cubicBezTo>
                    <a:pt x="2035" y="2653"/>
                    <a:pt x="2502" y="1820"/>
                    <a:pt x="2569" y="919"/>
                  </a:cubicBezTo>
                  <a:cubicBezTo>
                    <a:pt x="2569" y="351"/>
                    <a:pt x="2266" y="1"/>
                    <a:pt x="18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43"/>
            <p:cNvSpPr/>
            <p:nvPr/>
          </p:nvSpPr>
          <p:spPr>
            <a:xfrm>
              <a:off x="4440850" y="1249125"/>
              <a:ext cx="124350" cy="150675"/>
            </a:xfrm>
            <a:custGeom>
              <a:rect b="b" l="l" r="r" t="t"/>
              <a:pathLst>
                <a:path extrusionOk="0" h="6027" w="4974">
                  <a:moveTo>
                    <a:pt x="3289" y="380"/>
                  </a:moveTo>
                  <a:cubicBezTo>
                    <a:pt x="3959" y="380"/>
                    <a:pt x="4595" y="999"/>
                    <a:pt x="4403" y="1790"/>
                  </a:cubicBezTo>
                  <a:cubicBezTo>
                    <a:pt x="4337" y="3225"/>
                    <a:pt x="3536" y="4559"/>
                    <a:pt x="2335" y="5359"/>
                  </a:cubicBezTo>
                  <a:cubicBezTo>
                    <a:pt x="2100" y="5576"/>
                    <a:pt x="1828" y="5670"/>
                    <a:pt x="1563" y="5670"/>
                  </a:cubicBezTo>
                  <a:cubicBezTo>
                    <a:pt x="890" y="5670"/>
                    <a:pt x="266" y="5058"/>
                    <a:pt x="434" y="4292"/>
                  </a:cubicBezTo>
                  <a:cubicBezTo>
                    <a:pt x="534" y="2824"/>
                    <a:pt x="1301" y="1490"/>
                    <a:pt x="2535" y="689"/>
                  </a:cubicBezTo>
                  <a:cubicBezTo>
                    <a:pt x="2760" y="474"/>
                    <a:pt x="3027" y="380"/>
                    <a:pt x="3289" y="380"/>
                  </a:cubicBezTo>
                  <a:close/>
                  <a:moveTo>
                    <a:pt x="3288" y="1"/>
                  </a:moveTo>
                  <a:cubicBezTo>
                    <a:pt x="2961" y="1"/>
                    <a:pt x="2627" y="110"/>
                    <a:pt x="2335" y="356"/>
                  </a:cubicBezTo>
                  <a:cubicBezTo>
                    <a:pt x="1001" y="1223"/>
                    <a:pt x="167" y="2691"/>
                    <a:pt x="67" y="4292"/>
                  </a:cubicBezTo>
                  <a:cubicBezTo>
                    <a:pt x="0" y="4892"/>
                    <a:pt x="300" y="5493"/>
                    <a:pt x="801" y="5860"/>
                  </a:cubicBezTo>
                  <a:cubicBezTo>
                    <a:pt x="1001" y="5960"/>
                    <a:pt x="1234" y="6027"/>
                    <a:pt x="1468" y="6027"/>
                  </a:cubicBezTo>
                  <a:cubicBezTo>
                    <a:pt x="1835" y="5993"/>
                    <a:pt x="2202" y="5893"/>
                    <a:pt x="2535" y="5693"/>
                  </a:cubicBezTo>
                  <a:cubicBezTo>
                    <a:pt x="3870" y="4826"/>
                    <a:pt x="4704" y="3358"/>
                    <a:pt x="4804" y="1790"/>
                  </a:cubicBezTo>
                  <a:cubicBezTo>
                    <a:pt x="4973" y="772"/>
                    <a:pt x="4157" y="1"/>
                    <a:pt x="328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43"/>
            <p:cNvSpPr/>
            <p:nvPr/>
          </p:nvSpPr>
          <p:spPr>
            <a:xfrm>
              <a:off x="4470025" y="1283425"/>
              <a:ext cx="63400" cy="82775"/>
            </a:xfrm>
            <a:custGeom>
              <a:rect b="b" l="l" r="r" t="t"/>
              <a:pathLst>
                <a:path extrusionOk="0" h="3311" w="2536">
                  <a:moveTo>
                    <a:pt x="1834" y="0"/>
                  </a:moveTo>
                  <a:cubicBezTo>
                    <a:pt x="1663" y="0"/>
                    <a:pt x="1471" y="59"/>
                    <a:pt x="1268" y="185"/>
                  </a:cubicBezTo>
                  <a:cubicBezTo>
                    <a:pt x="501" y="685"/>
                    <a:pt x="34" y="1486"/>
                    <a:pt x="1" y="2386"/>
                  </a:cubicBezTo>
                  <a:cubicBezTo>
                    <a:pt x="1" y="2972"/>
                    <a:pt x="280" y="3311"/>
                    <a:pt x="689" y="3311"/>
                  </a:cubicBezTo>
                  <a:cubicBezTo>
                    <a:pt x="863" y="3311"/>
                    <a:pt x="1059" y="3249"/>
                    <a:pt x="1268" y="3120"/>
                  </a:cubicBezTo>
                  <a:cubicBezTo>
                    <a:pt x="2002" y="2653"/>
                    <a:pt x="2502" y="1819"/>
                    <a:pt x="2536" y="919"/>
                  </a:cubicBezTo>
                  <a:cubicBezTo>
                    <a:pt x="2536" y="350"/>
                    <a:pt x="2250" y="0"/>
                    <a:pt x="183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43"/>
            <p:cNvSpPr/>
            <p:nvPr/>
          </p:nvSpPr>
          <p:spPr>
            <a:xfrm>
              <a:off x="4211500" y="1353900"/>
              <a:ext cx="85650" cy="104275"/>
            </a:xfrm>
            <a:custGeom>
              <a:rect b="b" l="l" r="r" t="t"/>
              <a:pathLst>
                <a:path extrusionOk="0" h="4171" w="3426">
                  <a:moveTo>
                    <a:pt x="2336" y="268"/>
                  </a:moveTo>
                  <a:cubicBezTo>
                    <a:pt x="2436" y="268"/>
                    <a:pt x="2569" y="335"/>
                    <a:pt x="2670" y="401"/>
                  </a:cubicBezTo>
                  <a:cubicBezTo>
                    <a:pt x="2936" y="568"/>
                    <a:pt x="3070" y="902"/>
                    <a:pt x="3036" y="1235"/>
                  </a:cubicBezTo>
                  <a:cubicBezTo>
                    <a:pt x="2970" y="2236"/>
                    <a:pt x="2436" y="3170"/>
                    <a:pt x="1602" y="3737"/>
                  </a:cubicBezTo>
                  <a:cubicBezTo>
                    <a:pt x="1443" y="3887"/>
                    <a:pt x="1257" y="3953"/>
                    <a:pt x="1077" y="3953"/>
                  </a:cubicBezTo>
                  <a:cubicBezTo>
                    <a:pt x="613" y="3953"/>
                    <a:pt x="181" y="3522"/>
                    <a:pt x="301" y="2970"/>
                  </a:cubicBezTo>
                  <a:cubicBezTo>
                    <a:pt x="335" y="1969"/>
                    <a:pt x="868" y="1035"/>
                    <a:pt x="1736" y="468"/>
                  </a:cubicBezTo>
                  <a:cubicBezTo>
                    <a:pt x="1902" y="368"/>
                    <a:pt x="2136" y="301"/>
                    <a:pt x="2336" y="301"/>
                  </a:cubicBezTo>
                  <a:lnTo>
                    <a:pt x="2336" y="268"/>
                  </a:lnTo>
                  <a:close/>
                  <a:moveTo>
                    <a:pt x="2250" y="0"/>
                  </a:moveTo>
                  <a:cubicBezTo>
                    <a:pt x="2027" y="0"/>
                    <a:pt x="1800" y="72"/>
                    <a:pt x="1602" y="234"/>
                  </a:cubicBezTo>
                  <a:cubicBezTo>
                    <a:pt x="668" y="835"/>
                    <a:pt x="101" y="1869"/>
                    <a:pt x="34" y="2970"/>
                  </a:cubicBezTo>
                  <a:cubicBezTo>
                    <a:pt x="1" y="3370"/>
                    <a:pt x="201" y="3804"/>
                    <a:pt x="535" y="4037"/>
                  </a:cubicBezTo>
                  <a:cubicBezTo>
                    <a:pt x="668" y="4104"/>
                    <a:pt x="835" y="4171"/>
                    <a:pt x="1002" y="4171"/>
                  </a:cubicBezTo>
                  <a:cubicBezTo>
                    <a:pt x="1269" y="4137"/>
                    <a:pt x="1502" y="4071"/>
                    <a:pt x="1736" y="3937"/>
                  </a:cubicBezTo>
                  <a:cubicBezTo>
                    <a:pt x="2670" y="3337"/>
                    <a:pt x="3237" y="2336"/>
                    <a:pt x="3303" y="1235"/>
                  </a:cubicBezTo>
                  <a:cubicBezTo>
                    <a:pt x="3425" y="529"/>
                    <a:pt x="2853" y="0"/>
                    <a:pt x="225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43"/>
            <p:cNvSpPr/>
            <p:nvPr/>
          </p:nvSpPr>
          <p:spPr>
            <a:xfrm>
              <a:off x="4230700" y="1377300"/>
              <a:ext cx="44225" cy="56975"/>
            </a:xfrm>
            <a:custGeom>
              <a:rect b="b" l="l" r="r" t="t"/>
              <a:pathLst>
                <a:path extrusionOk="0" h="2279" w="1769">
                  <a:moveTo>
                    <a:pt x="1306" y="1"/>
                  </a:moveTo>
                  <a:cubicBezTo>
                    <a:pt x="1187" y="1"/>
                    <a:pt x="1050" y="43"/>
                    <a:pt x="901" y="132"/>
                  </a:cubicBezTo>
                  <a:cubicBezTo>
                    <a:pt x="367" y="466"/>
                    <a:pt x="34" y="1033"/>
                    <a:pt x="0" y="1667"/>
                  </a:cubicBezTo>
                  <a:cubicBezTo>
                    <a:pt x="0" y="2050"/>
                    <a:pt x="206" y="2278"/>
                    <a:pt x="507" y="2278"/>
                  </a:cubicBezTo>
                  <a:cubicBezTo>
                    <a:pt x="626" y="2278"/>
                    <a:pt x="759" y="2243"/>
                    <a:pt x="901" y="2167"/>
                  </a:cubicBezTo>
                  <a:cubicBezTo>
                    <a:pt x="1435" y="1834"/>
                    <a:pt x="1735" y="1267"/>
                    <a:pt x="1768" y="633"/>
                  </a:cubicBezTo>
                  <a:cubicBezTo>
                    <a:pt x="1768" y="235"/>
                    <a:pt x="1587" y="1"/>
                    <a:pt x="130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43"/>
            <p:cNvSpPr/>
            <p:nvPr/>
          </p:nvSpPr>
          <p:spPr>
            <a:xfrm>
              <a:off x="5566650" y="885225"/>
              <a:ext cx="85025" cy="104275"/>
            </a:xfrm>
            <a:custGeom>
              <a:rect b="b" l="l" r="r" t="t"/>
              <a:pathLst>
                <a:path extrusionOk="0" h="4171" w="3401">
                  <a:moveTo>
                    <a:pt x="2261" y="253"/>
                  </a:moveTo>
                  <a:cubicBezTo>
                    <a:pt x="2724" y="253"/>
                    <a:pt x="3156" y="684"/>
                    <a:pt x="3036" y="1235"/>
                  </a:cubicBezTo>
                  <a:cubicBezTo>
                    <a:pt x="2969" y="2203"/>
                    <a:pt x="2435" y="3137"/>
                    <a:pt x="1601" y="3670"/>
                  </a:cubicBezTo>
                  <a:cubicBezTo>
                    <a:pt x="1429" y="3800"/>
                    <a:pt x="1215" y="3873"/>
                    <a:pt x="1004" y="3873"/>
                  </a:cubicBezTo>
                  <a:cubicBezTo>
                    <a:pt x="889" y="3873"/>
                    <a:pt x="774" y="3851"/>
                    <a:pt x="667" y="3804"/>
                  </a:cubicBezTo>
                  <a:cubicBezTo>
                    <a:pt x="401" y="3604"/>
                    <a:pt x="267" y="3270"/>
                    <a:pt x="301" y="2970"/>
                  </a:cubicBezTo>
                  <a:cubicBezTo>
                    <a:pt x="367" y="1936"/>
                    <a:pt x="901" y="1035"/>
                    <a:pt x="1735" y="468"/>
                  </a:cubicBezTo>
                  <a:cubicBezTo>
                    <a:pt x="1894" y="318"/>
                    <a:pt x="2080" y="253"/>
                    <a:pt x="2261" y="253"/>
                  </a:cubicBezTo>
                  <a:close/>
                  <a:moveTo>
                    <a:pt x="2244" y="1"/>
                  </a:moveTo>
                  <a:cubicBezTo>
                    <a:pt x="2024" y="1"/>
                    <a:pt x="1799" y="73"/>
                    <a:pt x="1601" y="235"/>
                  </a:cubicBezTo>
                  <a:cubicBezTo>
                    <a:pt x="667" y="835"/>
                    <a:pt x="100" y="1869"/>
                    <a:pt x="34" y="2970"/>
                  </a:cubicBezTo>
                  <a:cubicBezTo>
                    <a:pt x="0" y="3370"/>
                    <a:pt x="167" y="3804"/>
                    <a:pt x="534" y="4037"/>
                  </a:cubicBezTo>
                  <a:cubicBezTo>
                    <a:pt x="667" y="4104"/>
                    <a:pt x="834" y="4171"/>
                    <a:pt x="1001" y="4171"/>
                  </a:cubicBezTo>
                  <a:cubicBezTo>
                    <a:pt x="1268" y="4137"/>
                    <a:pt x="1501" y="4071"/>
                    <a:pt x="1735" y="3937"/>
                  </a:cubicBezTo>
                  <a:cubicBezTo>
                    <a:pt x="2669" y="3337"/>
                    <a:pt x="3236" y="2303"/>
                    <a:pt x="3303" y="1235"/>
                  </a:cubicBezTo>
                  <a:cubicBezTo>
                    <a:pt x="3400" y="529"/>
                    <a:pt x="2840" y="1"/>
                    <a:pt x="224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43"/>
            <p:cNvSpPr/>
            <p:nvPr/>
          </p:nvSpPr>
          <p:spPr>
            <a:xfrm>
              <a:off x="5585825" y="909150"/>
              <a:ext cx="44225" cy="56950"/>
            </a:xfrm>
            <a:custGeom>
              <a:rect b="b" l="l" r="r" t="t"/>
              <a:pathLst>
                <a:path extrusionOk="0" h="2278" w="1769">
                  <a:moveTo>
                    <a:pt x="1274" y="1"/>
                  </a:moveTo>
                  <a:cubicBezTo>
                    <a:pt x="1160" y="1"/>
                    <a:pt x="1033" y="36"/>
                    <a:pt x="901" y="112"/>
                  </a:cubicBezTo>
                  <a:cubicBezTo>
                    <a:pt x="367" y="445"/>
                    <a:pt x="34" y="1012"/>
                    <a:pt x="1" y="1646"/>
                  </a:cubicBezTo>
                  <a:cubicBezTo>
                    <a:pt x="1" y="2044"/>
                    <a:pt x="198" y="2278"/>
                    <a:pt x="489" y="2278"/>
                  </a:cubicBezTo>
                  <a:cubicBezTo>
                    <a:pt x="612" y="2278"/>
                    <a:pt x="752" y="2236"/>
                    <a:pt x="901" y="2146"/>
                  </a:cubicBezTo>
                  <a:cubicBezTo>
                    <a:pt x="1402" y="1813"/>
                    <a:pt x="1735" y="1246"/>
                    <a:pt x="1768" y="612"/>
                  </a:cubicBezTo>
                  <a:cubicBezTo>
                    <a:pt x="1768" y="229"/>
                    <a:pt x="1563" y="1"/>
                    <a:pt x="127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43"/>
            <p:cNvSpPr/>
            <p:nvPr/>
          </p:nvSpPr>
          <p:spPr>
            <a:xfrm>
              <a:off x="5424875" y="1154925"/>
              <a:ext cx="271225" cy="339100"/>
            </a:xfrm>
            <a:custGeom>
              <a:rect b="b" l="l" r="r" t="t"/>
              <a:pathLst>
                <a:path extrusionOk="0" h="13564" w="10849">
                  <a:moveTo>
                    <a:pt x="10108" y="321"/>
                  </a:moveTo>
                  <a:cubicBezTo>
                    <a:pt x="10175" y="321"/>
                    <a:pt x="10208" y="355"/>
                    <a:pt x="10275" y="388"/>
                  </a:cubicBezTo>
                  <a:cubicBezTo>
                    <a:pt x="10408" y="488"/>
                    <a:pt x="10475" y="655"/>
                    <a:pt x="10475" y="822"/>
                  </a:cubicBezTo>
                  <a:lnTo>
                    <a:pt x="10475" y="6726"/>
                  </a:lnTo>
                  <a:cubicBezTo>
                    <a:pt x="10441" y="7326"/>
                    <a:pt x="10108" y="7860"/>
                    <a:pt x="9641" y="8193"/>
                  </a:cubicBezTo>
                  <a:lnTo>
                    <a:pt x="1068" y="13164"/>
                  </a:lnTo>
                  <a:cubicBezTo>
                    <a:pt x="980" y="13234"/>
                    <a:pt x="883" y="13265"/>
                    <a:pt x="789" y="13265"/>
                  </a:cubicBezTo>
                  <a:cubicBezTo>
                    <a:pt x="527" y="13265"/>
                    <a:pt x="294" y="13025"/>
                    <a:pt x="368" y="12730"/>
                  </a:cubicBezTo>
                  <a:lnTo>
                    <a:pt x="368" y="6859"/>
                  </a:lnTo>
                  <a:cubicBezTo>
                    <a:pt x="401" y="6259"/>
                    <a:pt x="701" y="5725"/>
                    <a:pt x="1201" y="5391"/>
                  </a:cubicBezTo>
                  <a:lnTo>
                    <a:pt x="9774" y="421"/>
                  </a:lnTo>
                  <a:cubicBezTo>
                    <a:pt x="9874" y="388"/>
                    <a:pt x="10008" y="321"/>
                    <a:pt x="10108" y="321"/>
                  </a:cubicBezTo>
                  <a:close/>
                  <a:moveTo>
                    <a:pt x="10058" y="0"/>
                  </a:moveTo>
                  <a:cubicBezTo>
                    <a:pt x="9907" y="0"/>
                    <a:pt x="9750" y="47"/>
                    <a:pt x="9607" y="154"/>
                  </a:cubicBezTo>
                  <a:lnTo>
                    <a:pt x="1035" y="5091"/>
                  </a:lnTo>
                  <a:cubicBezTo>
                    <a:pt x="434" y="5492"/>
                    <a:pt x="67" y="6125"/>
                    <a:pt x="34" y="6859"/>
                  </a:cubicBezTo>
                  <a:lnTo>
                    <a:pt x="34" y="12730"/>
                  </a:lnTo>
                  <a:cubicBezTo>
                    <a:pt x="1" y="13030"/>
                    <a:pt x="134" y="13297"/>
                    <a:pt x="401" y="13464"/>
                  </a:cubicBezTo>
                  <a:cubicBezTo>
                    <a:pt x="501" y="13531"/>
                    <a:pt x="601" y="13564"/>
                    <a:pt x="701" y="13564"/>
                  </a:cubicBezTo>
                  <a:cubicBezTo>
                    <a:pt x="901" y="13564"/>
                    <a:pt x="1068" y="13497"/>
                    <a:pt x="1201" y="13397"/>
                  </a:cubicBezTo>
                  <a:lnTo>
                    <a:pt x="9774" y="8460"/>
                  </a:lnTo>
                  <a:cubicBezTo>
                    <a:pt x="10375" y="8060"/>
                    <a:pt x="10742" y="7426"/>
                    <a:pt x="10775" y="6726"/>
                  </a:cubicBezTo>
                  <a:lnTo>
                    <a:pt x="10775" y="822"/>
                  </a:lnTo>
                  <a:cubicBezTo>
                    <a:pt x="10848" y="357"/>
                    <a:pt x="10474" y="0"/>
                    <a:pt x="1005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43"/>
            <p:cNvSpPr/>
            <p:nvPr/>
          </p:nvSpPr>
          <p:spPr>
            <a:xfrm>
              <a:off x="5468250" y="1230775"/>
              <a:ext cx="184500" cy="108150"/>
            </a:xfrm>
            <a:custGeom>
              <a:rect b="b" l="l" r="r" t="t"/>
              <a:pathLst>
                <a:path extrusionOk="0" h="4326" w="7380">
                  <a:moveTo>
                    <a:pt x="7148" y="0"/>
                  </a:moveTo>
                  <a:cubicBezTo>
                    <a:pt x="7123" y="0"/>
                    <a:pt x="7098" y="7"/>
                    <a:pt x="7072" y="22"/>
                  </a:cubicBezTo>
                  <a:lnTo>
                    <a:pt x="134" y="4025"/>
                  </a:lnTo>
                  <a:cubicBezTo>
                    <a:pt x="0" y="4125"/>
                    <a:pt x="34" y="4326"/>
                    <a:pt x="200" y="4326"/>
                  </a:cubicBezTo>
                  <a:lnTo>
                    <a:pt x="267" y="4326"/>
                  </a:lnTo>
                  <a:lnTo>
                    <a:pt x="7239" y="289"/>
                  </a:lnTo>
                  <a:cubicBezTo>
                    <a:pt x="7380" y="205"/>
                    <a:pt x="7282" y="0"/>
                    <a:pt x="714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43"/>
            <p:cNvSpPr/>
            <p:nvPr/>
          </p:nvSpPr>
          <p:spPr>
            <a:xfrm>
              <a:off x="5468250" y="1271625"/>
              <a:ext cx="184500" cy="108175"/>
            </a:xfrm>
            <a:custGeom>
              <a:rect b="b" l="l" r="r" t="t"/>
              <a:pathLst>
                <a:path extrusionOk="0" h="4327" w="7380">
                  <a:moveTo>
                    <a:pt x="7148" y="1"/>
                  </a:moveTo>
                  <a:cubicBezTo>
                    <a:pt x="7123" y="1"/>
                    <a:pt x="7098" y="8"/>
                    <a:pt x="7072" y="23"/>
                  </a:cubicBezTo>
                  <a:lnTo>
                    <a:pt x="134" y="4026"/>
                  </a:lnTo>
                  <a:cubicBezTo>
                    <a:pt x="0" y="4126"/>
                    <a:pt x="34" y="4326"/>
                    <a:pt x="200" y="4326"/>
                  </a:cubicBezTo>
                  <a:lnTo>
                    <a:pt x="267" y="4326"/>
                  </a:lnTo>
                  <a:lnTo>
                    <a:pt x="7239" y="290"/>
                  </a:lnTo>
                  <a:cubicBezTo>
                    <a:pt x="7380" y="205"/>
                    <a:pt x="7282" y="1"/>
                    <a:pt x="714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43"/>
            <p:cNvSpPr/>
            <p:nvPr/>
          </p:nvSpPr>
          <p:spPr>
            <a:xfrm>
              <a:off x="5469075" y="1312725"/>
              <a:ext cx="182650" cy="107925"/>
            </a:xfrm>
            <a:custGeom>
              <a:rect b="b" l="l" r="r" t="t"/>
              <a:pathLst>
                <a:path extrusionOk="0" h="4317" w="7306">
                  <a:moveTo>
                    <a:pt x="7098" y="0"/>
                  </a:moveTo>
                  <a:cubicBezTo>
                    <a:pt x="7077" y="0"/>
                    <a:pt x="7057" y="5"/>
                    <a:pt x="7039" y="13"/>
                  </a:cubicBezTo>
                  <a:lnTo>
                    <a:pt x="101" y="4016"/>
                  </a:lnTo>
                  <a:cubicBezTo>
                    <a:pt x="1" y="4083"/>
                    <a:pt x="1" y="4183"/>
                    <a:pt x="34" y="4250"/>
                  </a:cubicBezTo>
                  <a:cubicBezTo>
                    <a:pt x="67" y="4283"/>
                    <a:pt x="101" y="4317"/>
                    <a:pt x="167" y="4317"/>
                  </a:cubicBezTo>
                  <a:lnTo>
                    <a:pt x="234" y="4317"/>
                  </a:lnTo>
                  <a:lnTo>
                    <a:pt x="7206" y="280"/>
                  </a:lnTo>
                  <a:cubicBezTo>
                    <a:pt x="7272" y="247"/>
                    <a:pt x="7306" y="147"/>
                    <a:pt x="7272" y="80"/>
                  </a:cubicBezTo>
                  <a:cubicBezTo>
                    <a:pt x="7224" y="31"/>
                    <a:pt x="7157" y="0"/>
                    <a:pt x="709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43"/>
            <p:cNvSpPr/>
            <p:nvPr/>
          </p:nvSpPr>
          <p:spPr>
            <a:xfrm>
              <a:off x="5741775" y="2234875"/>
              <a:ext cx="271225" cy="338275"/>
            </a:xfrm>
            <a:custGeom>
              <a:rect b="b" l="l" r="r" t="t"/>
              <a:pathLst>
                <a:path extrusionOk="0" h="13531" w="10849">
                  <a:moveTo>
                    <a:pt x="10053" y="299"/>
                  </a:moveTo>
                  <a:cubicBezTo>
                    <a:pt x="10293" y="299"/>
                    <a:pt x="10513" y="534"/>
                    <a:pt x="10441" y="821"/>
                  </a:cubicBezTo>
                  <a:lnTo>
                    <a:pt x="10441" y="6725"/>
                  </a:lnTo>
                  <a:cubicBezTo>
                    <a:pt x="10408" y="7292"/>
                    <a:pt x="10108" y="7859"/>
                    <a:pt x="9607" y="8193"/>
                  </a:cubicBezTo>
                  <a:lnTo>
                    <a:pt x="1034" y="13130"/>
                  </a:lnTo>
                  <a:cubicBezTo>
                    <a:pt x="955" y="13200"/>
                    <a:pt x="862" y="13231"/>
                    <a:pt x="770" y="13231"/>
                  </a:cubicBezTo>
                  <a:cubicBezTo>
                    <a:pt x="514" y="13231"/>
                    <a:pt x="269" y="12991"/>
                    <a:pt x="367" y="12696"/>
                  </a:cubicBezTo>
                  <a:lnTo>
                    <a:pt x="367" y="6825"/>
                  </a:lnTo>
                  <a:cubicBezTo>
                    <a:pt x="401" y="6225"/>
                    <a:pt x="701" y="5691"/>
                    <a:pt x="1201" y="5358"/>
                  </a:cubicBezTo>
                  <a:lnTo>
                    <a:pt x="9774" y="421"/>
                  </a:lnTo>
                  <a:cubicBezTo>
                    <a:pt x="9859" y="336"/>
                    <a:pt x="9958" y="299"/>
                    <a:pt x="10053" y="299"/>
                  </a:cubicBezTo>
                  <a:close/>
                  <a:moveTo>
                    <a:pt x="10041" y="0"/>
                  </a:moveTo>
                  <a:cubicBezTo>
                    <a:pt x="9892" y="0"/>
                    <a:pt x="9740" y="48"/>
                    <a:pt x="9607" y="154"/>
                  </a:cubicBezTo>
                  <a:lnTo>
                    <a:pt x="1034" y="5124"/>
                  </a:lnTo>
                  <a:cubicBezTo>
                    <a:pt x="434" y="5491"/>
                    <a:pt x="67" y="6158"/>
                    <a:pt x="34" y="6859"/>
                  </a:cubicBezTo>
                  <a:lnTo>
                    <a:pt x="34" y="12696"/>
                  </a:lnTo>
                  <a:cubicBezTo>
                    <a:pt x="0" y="12996"/>
                    <a:pt x="134" y="13297"/>
                    <a:pt x="367" y="13463"/>
                  </a:cubicBezTo>
                  <a:cubicBezTo>
                    <a:pt x="467" y="13497"/>
                    <a:pt x="567" y="13530"/>
                    <a:pt x="701" y="13530"/>
                  </a:cubicBezTo>
                  <a:cubicBezTo>
                    <a:pt x="868" y="13530"/>
                    <a:pt x="1034" y="13497"/>
                    <a:pt x="1201" y="13430"/>
                  </a:cubicBezTo>
                  <a:lnTo>
                    <a:pt x="9774" y="8460"/>
                  </a:lnTo>
                  <a:cubicBezTo>
                    <a:pt x="10374" y="8093"/>
                    <a:pt x="10741" y="7426"/>
                    <a:pt x="10775" y="6725"/>
                  </a:cubicBezTo>
                  <a:lnTo>
                    <a:pt x="10775" y="854"/>
                  </a:lnTo>
                  <a:cubicBezTo>
                    <a:pt x="10848" y="364"/>
                    <a:pt x="10454" y="0"/>
                    <a:pt x="1004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43"/>
            <p:cNvSpPr/>
            <p:nvPr/>
          </p:nvSpPr>
          <p:spPr>
            <a:xfrm>
              <a:off x="5785125" y="2310400"/>
              <a:ext cx="182675" cy="108475"/>
            </a:xfrm>
            <a:custGeom>
              <a:rect b="b" l="l" r="r" t="t"/>
              <a:pathLst>
                <a:path extrusionOk="0" h="4339" w="7307">
                  <a:moveTo>
                    <a:pt x="7152" y="0"/>
                  </a:moveTo>
                  <a:cubicBezTo>
                    <a:pt x="7124" y="0"/>
                    <a:pt x="7096" y="11"/>
                    <a:pt x="7073" y="35"/>
                  </a:cubicBezTo>
                  <a:lnTo>
                    <a:pt x="101" y="4038"/>
                  </a:lnTo>
                  <a:cubicBezTo>
                    <a:pt x="34" y="4071"/>
                    <a:pt x="1" y="4171"/>
                    <a:pt x="34" y="4271"/>
                  </a:cubicBezTo>
                  <a:cubicBezTo>
                    <a:pt x="68" y="4305"/>
                    <a:pt x="134" y="4338"/>
                    <a:pt x="201" y="4338"/>
                  </a:cubicBezTo>
                  <a:cubicBezTo>
                    <a:pt x="201" y="4338"/>
                    <a:pt x="234" y="4338"/>
                    <a:pt x="268" y="4305"/>
                  </a:cubicBezTo>
                  <a:lnTo>
                    <a:pt x="7206" y="302"/>
                  </a:lnTo>
                  <a:cubicBezTo>
                    <a:pt x="7306" y="269"/>
                    <a:pt x="7306" y="168"/>
                    <a:pt x="7273" y="102"/>
                  </a:cubicBezTo>
                  <a:cubicBezTo>
                    <a:pt x="7251" y="37"/>
                    <a:pt x="7202" y="0"/>
                    <a:pt x="715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43"/>
            <p:cNvSpPr/>
            <p:nvPr/>
          </p:nvSpPr>
          <p:spPr>
            <a:xfrm>
              <a:off x="5784300" y="2351625"/>
              <a:ext cx="183500" cy="108100"/>
            </a:xfrm>
            <a:custGeom>
              <a:rect b="b" l="l" r="r" t="t"/>
              <a:pathLst>
                <a:path extrusionOk="0" h="4324" w="7340">
                  <a:moveTo>
                    <a:pt x="7187" y="1"/>
                  </a:moveTo>
                  <a:cubicBezTo>
                    <a:pt x="7159" y="1"/>
                    <a:pt x="7130" y="8"/>
                    <a:pt x="7106" y="21"/>
                  </a:cubicBezTo>
                  <a:lnTo>
                    <a:pt x="134" y="4023"/>
                  </a:lnTo>
                  <a:cubicBezTo>
                    <a:pt x="1" y="4123"/>
                    <a:pt x="67" y="4324"/>
                    <a:pt x="234" y="4324"/>
                  </a:cubicBezTo>
                  <a:cubicBezTo>
                    <a:pt x="234" y="4324"/>
                    <a:pt x="267" y="4324"/>
                    <a:pt x="301" y="4290"/>
                  </a:cubicBezTo>
                  <a:lnTo>
                    <a:pt x="7239" y="287"/>
                  </a:lnTo>
                  <a:cubicBezTo>
                    <a:pt x="7339" y="254"/>
                    <a:pt x="7339" y="154"/>
                    <a:pt x="7306" y="87"/>
                  </a:cubicBezTo>
                  <a:cubicBezTo>
                    <a:pt x="7285" y="24"/>
                    <a:pt x="7237" y="1"/>
                    <a:pt x="718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43"/>
            <p:cNvSpPr/>
            <p:nvPr/>
          </p:nvSpPr>
          <p:spPr>
            <a:xfrm>
              <a:off x="5785125" y="2391825"/>
              <a:ext cx="182675" cy="108775"/>
            </a:xfrm>
            <a:custGeom>
              <a:rect b="b" l="l" r="r" t="t"/>
              <a:pathLst>
                <a:path extrusionOk="0" h="4351" w="7307">
                  <a:moveTo>
                    <a:pt x="7132" y="1"/>
                  </a:moveTo>
                  <a:cubicBezTo>
                    <a:pt x="7111" y="1"/>
                    <a:pt x="7091" y="5"/>
                    <a:pt x="7073" y="14"/>
                  </a:cubicBezTo>
                  <a:lnTo>
                    <a:pt x="101" y="4050"/>
                  </a:lnTo>
                  <a:cubicBezTo>
                    <a:pt x="34" y="4083"/>
                    <a:pt x="1" y="4183"/>
                    <a:pt x="34" y="4250"/>
                  </a:cubicBezTo>
                  <a:cubicBezTo>
                    <a:pt x="68" y="4317"/>
                    <a:pt x="134" y="4317"/>
                    <a:pt x="201" y="4350"/>
                  </a:cubicBezTo>
                  <a:lnTo>
                    <a:pt x="268" y="4350"/>
                  </a:lnTo>
                  <a:lnTo>
                    <a:pt x="7206" y="314"/>
                  </a:lnTo>
                  <a:cubicBezTo>
                    <a:pt x="7306" y="247"/>
                    <a:pt x="7306" y="147"/>
                    <a:pt x="7273" y="80"/>
                  </a:cubicBezTo>
                  <a:cubicBezTo>
                    <a:pt x="7248" y="32"/>
                    <a:pt x="7188" y="1"/>
                    <a:pt x="713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43"/>
            <p:cNvSpPr/>
            <p:nvPr/>
          </p:nvSpPr>
          <p:spPr>
            <a:xfrm>
              <a:off x="5294775" y="3726250"/>
              <a:ext cx="271200" cy="338800"/>
            </a:xfrm>
            <a:custGeom>
              <a:rect b="b" l="l" r="r" t="t"/>
              <a:pathLst>
                <a:path extrusionOk="0" h="13552" w="10848">
                  <a:moveTo>
                    <a:pt x="10090" y="307"/>
                  </a:moveTo>
                  <a:cubicBezTo>
                    <a:pt x="10153" y="307"/>
                    <a:pt x="10216" y="318"/>
                    <a:pt x="10275" y="342"/>
                  </a:cubicBezTo>
                  <a:cubicBezTo>
                    <a:pt x="10408" y="475"/>
                    <a:pt x="10475" y="642"/>
                    <a:pt x="10475" y="809"/>
                  </a:cubicBezTo>
                  <a:lnTo>
                    <a:pt x="10475" y="6713"/>
                  </a:lnTo>
                  <a:cubicBezTo>
                    <a:pt x="10442" y="7280"/>
                    <a:pt x="10108" y="7847"/>
                    <a:pt x="9641" y="8181"/>
                  </a:cubicBezTo>
                  <a:lnTo>
                    <a:pt x="1068" y="13118"/>
                  </a:lnTo>
                  <a:cubicBezTo>
                    <a:pt x="985" y="13192"/>
                    <a:pt x="888" y="13225"/>
                    <a:pt x="793" y="13225"/>
                  </a:cubicBezTo>
                  <a:cubicBezTo>
                    <a:pt x="549" y="13225"/>
                    <a:pt x="320" y="13006"/>
                    <a:pt x="368" y="12717"/>
                  </a:cubicBezTo>
                  <a:lnTo>
                    <a:pt x="368" y="6846"/>
                  </a:lnTo>
                  <a:cubicBezTo>
                    <a:pt x="401" y="6246"/>
                    <a:pt x="735" y="5712"/>
                    <a:pt x="1202" y="5379"/>
                  </a:cubicBezTo>
                  <a:lnTo>
                    <a:pt x="9775" y="409"/>
                  </a:lnTo>
                  <a:cubicBezTo>
                    <a:pt x="9861" y="344"/>
                    <a:pt x="9975" y="307"/>
                    <a:pt x="10090" y="307"/>
                  </a:cubicBezTo>
                  <a:close/>
                  <a:moveTo>
                    <a:pt x="10078" y="1"/>
                  </a:moveTo>
                  <a:cubicBezTo>
                    <a:pt x="9920" y="1"/>
                    <a:pt x="9756" y="54"/>
                    <a:pt x="9608" y="175"/>
                  </a:cubicBezTo>
                  <a:lnTo>
                    <a:pt x="1035" y="5079"/>
                  </a:lnTo>
                  <a:cubicBezTo>
                    <a:pt x="435" y="5479"/>
                    <a:pt x="68" y="6113"/>
                    <a:pt x="34" y="6846"/>
                  </a:cubicBezTo>
                  <a:lnTo>
                    <a:pt x="34" y="12717"/>
                  </a:lnTo>
                  <a:cubicBezTo>
                    <a:pt x="1" y="13018"/>
                    <a:pt x="134" y="13284"/>
                    <a:pt x="401" y="13451"/>
                  </a:cubicBezTo>
                  <a:cubicBezTo>
                    <a:pt x="501" y="13518"/>
                    <a:pt x="601" y="13551"/>
                    <a:pt x="701" y="13551"/>
                  </a:cubicBezTo>
                  <a:cubicBezTo>
                    <a:pt x="902" y="13551"/>
                    <a:pt x="1068" y="13485"/>
                    <a:pt x="1202" y="13418"/>
                  </a:cubicBezTo>
                  <a:lnTo>
                    <a:pt x="9775" y="8448"/>
                  </a:lnTo>
                  <a:cubicBezTo>
                    <a:pt x="10375" y="8081"/>
                    <a:pt x="10742" y="7414"/>
                    <a:pt x="10775" y="6713"/>
                  </a:cubicBezTo>
                  <a:lnTo>
                    <a:pt x="10775" y="842"/>
                  </a:lnTo>
                  <a:cubicBezTo>
                    <a:pt x="10848" y="361"/>
                    <a:pt x="10485" y="1"/>
                    <a:pt x="1007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43"/>
            <p:cNvSpPr/>
            <p:nvPr/>
          </p:nvSpPr>
          <p:spPr>
            <a:xfrm>
              <a:off x="5338975" y="3802025"/>
              <a:ext cx="183825" cy="107900"/>
            </a:xfrm>
            <a:custGeom>
              <a:rect b="b" l="l" r="r" t="t"/>
              <a:pathLst>
                <a:path extrusionOk="0" h="4316" w="7353">
                  <a:moveTo>
                    <a:pt x="7100" y="1"/>
                  </a:moveTo>
                  <a:cubicBezTo>
                    <a:pt x="7080" y="1"/>
                    <a:pt x="7060" y="5"/>
                    <a:pt x="7039" y="13"/>
                  </a:cubicBezTo>
                  <a:lnTo>
                    <a:pt x="101" y="4016"/>
                  </a:lnTo>
                  <a:cubicBezTo>
                    <a:pt x="1" y="4082"/>
                    <a:pt x="1" y="4182"/>
                    <a:pt x="34" y="4249"/>
                  </a:cubicBezTo>
                  <a:cubicBezTo>
                    <a:pt x="68" y="4282"/>
                    <a:pt x="101" y="4316"/>
                    <a:pt x="168" y="4316"/>
                  </a:cubicBezTo>
                  <a:lnTo>
                    <a:pt x="268" y="4316"/>
                  </a:lnTo>
                  <a:lnTo>
                    <a:pt x="7206" y="280"/>
                  </a:lnTo>
                  <a:cubicBezTo>
                    <a:pt x="7352" y="192"/>
                    <a:pt x="7242" y="1"/>
                    <a:pt x="710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43"/>
            <p:cNvSpPr/>
            <p:nvPr/>
          </p:nvSpPr>
          <p:spPr>
            <a:xfrm>
              <a:off x="5338975" y="3842700"/>
              <a:ext cx="182675" cy="108100"/>
            </a:xfrm>
            <a:custGeom>
              <a:rect b="b" l="l" r="r" t="t"/>
              <a:pathLst>
                <a:path extrusionOk="0" h="4324" w="7307">
                  <a:moveTo>
                    <a:pt x="7123" y="0"/>
                  </a:moveTo>
                  <a:cubicBezTo>
                    <a:pt x="7093" y="0"/>
                    <a:pt x="7064" y="8"/>
                    <a:pt x="7039" y="20"/>
                  </a:cubicBezTo>
                  <a:lnTo>
                    <a:pt x="101" y="4023"/>
                  </a:lnTo>
                  <a:cubicBezTo>
                    <a:pt x="1" y="4090"/>
                    <a:pt x="1" y="4157"/>
                    <a:pt x="34" y="4257"/>
                  </a:cubicBezTo>
                  <a:cubicBezTo>
                    <a:pt x="68" y="4290"/>
                    <a:pt x="101" y="4323"/>
                    <a:pt x="168" y="4323"/>
                  </a:cubicBezTo>
                  <a:lnTo>
                    <a:pt x="268" y="4323"/>
                  </a:lnTo>
                  <a:lnTo>
                    <a:pt x="7206" y="287"/>
                  </a:lnTo>
                  <a:cubicBezTo>
                    <a:pt x="7273" y="254"/>
                    <a:pt x="7306" y="154"/>
                    <a:pt x="7273" y="87"/>
                  </a:cubicBezTo>
                  <a:cubicBezTo>
                    <a:pt x="7230" y="24"/>
                    <a:pt x="7175" y="0"/>
                    <a:pt x="712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43"/>
            <p:cNvSpPr/>
            <p:nvPr/>
          </p:nvSpPr>
          <p:spPr>
            <a:xfrm>
              <a:off x="5338975" y="3883550"/>
              <a:ext cx="182675" cy="108100"/>
            </a:xfrm>
            <a:custGeom>
              <a:rect b="b" l="l" r="r" t="t"/>
              <a:pathLst>
                <a:path extrusionOk="0" h="4324" w="7307">
                  <a:moveTo>
                    <a:pt x="7123" y="1"/>
                  </a:moveTo>
                  <a:cubicBezTo>
                    <a:pt x="7093" y="1"/>
                    <a:pt x="7064" y="9"/>
                    <a:pt x="7039" y="21"/>
                  </a:cubicBezTo>
                  <a:lnTo>
                    <a:pt x="101" y="4024"/>
                  </a:lnTo>
                  <a:cubicBezTo>
                    <a:pt x="1" y="4090"/>
                    <a:pt x="1" y="4157"/>
                    <a:pt x="34" y="4257"/>
                  </a:cubicBezTo>
                  <a:cubicBezTo>
                    <a:pt x="68" y="4290"/>
                    <a:pt x="101" y="4324"/>
                    <a:pt x="168" y="4324"/>
                  </a:cubicBezTo>
                  <a:cubicBezTo>
                    <a:pt x="201" y="4324"/>
                    <a:pt x="234" y="4324"/>
                    <a:pt x="268" y="4290"/>
                  </a:cubicBezTo>
                  <a:lnTo>
                    <a:pt x="7206" y="288"/>
                  </a:lnTo>
                  <a:cubicBezTo>
                    <a:pt x="7273" y="254"/>
                    <a:pt x="7306" y="154"/>
                    <a:pt x="7273" y="87"/>
                  </a:cubicBezTo>
                  <a:cubicBezTo>
                    <a:pt x="7230" y="24"/>
                    <a:pt x="7175" y="1"/>
                    <a:pt x="712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43"/>
            <p:cNvSpPr/>
            <p:nvPr/>
          </p:nvSpPr>
          <p:spPr>
            <a:xfrm>
              <a:off x="3495175" y="4514325"/>
              <a:ext cx="271175" cy="338775"/>
            </a:xfrm>
            <a:custGeom>
              <a:rect b="b" l="l" r="r" t="t"/>
              <a:pathLst>
                <a:path extrusionOk="0" h="13551" w="10847">
                  <a:moveTo>
                    <a:pt x="10144" y="328"/>
                  </a:moveTo>
                  <a:cubicBezTo>
                    <a:pt x="10180" y="328"/>
                    <a:pt x="10227" y="351"/>
                    <a:pt x="10274" y="375"/>
                  </a:cubicBezTo>
                  <a:cubicBezTo>
                    <a:pt x="10408" y="475"/>
                    <a:pt x="10474" y="642"/>
                    <a:pt x="10474" y="842"/>
                  </a:cubicBezTo>
                  <a:lnTo>
                    <a:pt x="10474" y="6713"/>
                  </a:lnTo>
                  <a:cubicBezTo>
                    <a:pt x="10408" y="7313"/>
                    <a:pt x="10107" y="7847"/>
                    <a:pt x="9640" y="8180"/>
                  </a:cubicBezTo>
                  <a:lnTo>
                    <a:pt x="1068" y="13151"/>
                  </a:lnTo>
                  <a:cubicBezTo>
                    <a:pt x="976" y="13206"/>
                    <a:pt x="884" y="13230"/>
                    <a:pt x="792" y="13230"/>
                  </a:cubicBezTo>
                  <a:cubicBezTo>
                    <a:pt x="717" y="13230"/>
                    <a:pt x="642" y="13214"/>
                    <a:pt x="567" y="13184"/>
                  </a:cubicBezTo>
                  <a:cubicBezTo>
                    <a:pt x="434" y="13084"/>
                    <a:pt x="334" y="12917"/>
                    <a:pt x="367" y="12750"/>
                  </a:cubicBezTo>
                  <a:lnTo>
                    <a:pt x="367" y="6846"/>
                  </a:lnTo>
                  <a:cubicBezTo>
                    <a:pt x="400" y="6246"/>
                    <a:pt x="701" y="5712"/>
                    <a:pt x="1201" y="5378"/>
                  </a:cubicBezTo>
                  <a:lnTo>
                    <a:pt x="9774" y="441"/>
                  </a:lnTo>
                  <a:cubicBezTo>
                    <a:pt x="9874" y="375"/>
                    <a:pt x="9974" y="341"/>
                    <a:pt x="10107" y="341"/>
                  </a:cubicBezTo>
                  <a:cubicBezTo>
                    <a:pt x="10117" y="332"/>
                    <a:pt x="10130" y="328"/>
                    <a:pt x="10144" y="328"/>
                  </a:cubicBezTo>
                  <a:close/>
                  <a:moveTo>
                    <a:pt x="10062" y="0"/>
                  </a:moveTo>
                  <a:cubicBezTo>
                    <a:pt x="9906" y="0"/>
                    <a:pt x="9746" y="54"/>
                    <a:pt x="9607" y="175"/>
                  </a:cubicBezTo>
                  <a:lnTo>
                    <a:pt x="1034" y="5111"/>
                  </a:lnTo>
                  <a:cubicBezTo>
                    <a:pt x="434" y="5478"/>
                    <a:pt x="67" y="6146"/>
                    <a:pt x="34" y="6846"/>
                  </a:cubicBezTo>
                  <a:lnTo>
                    <a:pt x="34" y="12750"/>
                  </a:lnTo>
                  <a:cubicBezTo>
                    <a:pt x="0" y="13017"/>
                    <a:pt x="134" y="13317"/>
                    <a:pt x="367" y="13484"/>
                  </a:cubicBezTo>
                  <a:cubicBezTo>
                    <a:pt x="467" y="13517"/>
                    <a:pt x="567" y="13551"/>
                    <a:pt x="701" y="13551"/>
                  </a:cubicBezTo>
                  <a:cubicBezTo>
                    <a:pt x="867" y="13551"/>
                    <a:pt x="1034" y="13517"/>
                    <a:pt x="1201" y="13417"/>
                  </a:cubicBezTo>
                  <a:lnTo>
                    <a:pt x="9774" y="8447"/>
                  </a:lnTo>
                  <a:cubicBezTo>
                    <a:pt x="10374" y="8080"/>
                    <a:pt x="10741" y="7413"/>
                    <a:pt x="10775" y="6713"/>
                  </a:cubicBezTo>
                  <a:lnTo>
                    <a:pt x="10775" y="842"/>
                  </a:lnTo>
                  <a:cubicBezTo>
                    <a:pt x="10847" y="360"/>
                    <a:pt x="10467" y="0"/>
                    <a:pt x="1006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43"/>
            <p:cNvSpPr/>
            <p:nvPr/>
          </p:nvSpPr>
          <p:spPr>
            <a:xfrm>
              <a:off x="3538525" y="4590900"/>
              <a:ext cx="183750" cy="107925"/>
            </a:xfrm>
            <a:custGeom>
              <a:rect b="b" l="l" r="r" t="t"/>
              <a:pathLst>
                <a:path extrusionOk="0" h="4317" w="7350">
                  <a:moveTo>
                    <a:pt x="7138" y="0"/>
                  </a:moveTo>
                  <a:cubicBezTo>
                    <a:pt x="7117" y="0"/>
                    <a:pt x="7095" y="5"/>
                    <a:pt x="7072" y="14"/>
                  </a:cubicBezTo>
                  <a:lnTo>
                    <a:pt x="101" y="4017"/>
                  </a:lnTo>
                  <a:cubicBezTo>
                    <a:pt x="34" y="4050"/>
                    <a:pt x="1" y="4150"/>
                    <a:pt x="34" y="4217"/>
                  </a:cubicBezTo>
                  <a:cubicBezTo>
                    <a:pt x="67" y="4283"/>
                    <a:pt x="134" y="4317"/>
                    <a:pt x="201" y="4317"/>
                  </a:cubicBezTo>
                  <a:cubicBezTo>
                    <a:pt x="201" y="4317"/>
                    <a:pt x="234" y="4317"/>
                    <a:pt x="268" y="4283"/>
                  </a:cubicBezTo>
                  <a:lnTo>
                    <a:pt x="7206" y="281"/>
                  </a:lnTo>
                  <a:cubicBezTo>
                    <a:pt x="7350" y="165"/>
                    <a:pt x="7270" y="0"/>
                    <a:pt x="713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43"/>
            <p:cNvSpPr/>
            <p:nvPr/>
          </p:nvSpPr>
          <p:spPr>
            <a:xfrm>
              <a:off x="3538525" y="4631750"/>
              <a:ext cx="183750" cy="107950"/>
            </a:xfrm>
            <a:custGeom>
              <a:rect b="b" l="l" r="r" t="t"/>
              <a:pathLst>
                <a:path extrusionOk="0" h="4318" w="7350">
                  <a:moveTo>
                    <a:pt x="7138" y="1"/>
                  </a:moveTo>
                  <a:cubicBezTo>
                    <a:pt x="7117" y="1"/>
                    <a:pt x="7095" y="5"/>
                    <a:pt x="7072" y="14"/>
                  </a:cubicBezTo>
                  <a:lnTo>
                    <a:pt x="101" y="4017"/>
                  </a:lnTo>
                  <a:cubicBezTo>
                    <a:pt x="34" y="4050"/>
                    <a:pt x="1" y="4150"/>
                    <a:pt x="34" y="4217"/>
                  </a:cubicBezTo>
                  <a:cubicBezTo>
                    <a:pt x="67" y="4284"/>
                    <a:pt x="134" y="4317"/>
                    <a:pt x="201" y="4317"/>
                  </a:cubicBezTo>
                  <a:cubicBezTo>
                    <a:pt x="201" y="4317"/>
                    <a:pt x="234" y="4317"/>
                    <a:pt x="268" y="4284"/>
                  </a:cubicBezTo>
                  <a:lnTo>
                    <a:pt x="7206" y="281"/>
                  </a:lnTo>
                  <a:cubicBezTo>
                    <a:pt x="7350" y="166"/>
                    <a:pt x="7270" y="1"/>
                    <a:pt x="713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43"/>
            <p:cNvSpPr/>
            <p:nvPr/>
          </p:nvSpPr>
          <p:spPr>
            <a:xfrm>
              <a:off x="3538525" y="4672050"/>
              <a:ext cx="182650" cy="108500"/>
            </a:xfrm>
            <a:custGeom>
              <a:rect b="b" l="l" r="r" t="t"/>
              <a:pathLst>
                <a:path extrusionOk="0" h="4340" w="7306">
                  <a:moveTo>
                    <a:pt x="7158" y="0"/>
                  </a:moveTo>
                  <a:cubicBezTo>
                    <a:pt x="7128" y="0"/>
                    <a:pt x="7098" y="11"/>
                    <a:pt x="7072" y="37"/>
                  </a:cubicBezTo>
                  <a:lnTo>
                    <a:pt x="101" y="4040"/>
                  </a:lnTo>
                  <a:cubicBezTo>
                    <a:pt x="34" y="4073"/>
                    <a:pt x="1" y="4173"/>
                    <a:pt x="34" y="4240"/>
                  </a:cubicBezTo>
                  <a:cubicBezTo>
                    <a:pt x="67" y="4306"/>
                    <a:pt x="134" y="4340"/>
                    <a:pt x="201" y="4340"/>
                  </a:cubicBezTo>
                  <a:cubicBezTo>
                    <a:pt x="201" y="4340"/>
                    <a:pt x="234" y="4340"/>
                    <a:pt x="268" y="4306"/>
                  </a:cubicBezTo>
                  <a:lnTo>
                    <a:pt x="7206" y="304"/>
                  </a:lnTo>
                  <a:cubicBezTo>
                    <a:pt x="7306" y="237"/>
                    <a:pt x="7306" y="170"/>
                    <a:pt x="7273" y="70"/>
                  </a:cubicBezTo>
                  <a:cubicBezTo>
                    <a:pt x="7252" y="29"/>
                    <a:pt x="7206" y="0"/>
                    <a:pt x="715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43"/>
            <p:cNvSpPr/>
            <p:nvPr/>
          </p:nvSpPr>
          <p:spPr>
            <a:xfrm>
              <a:off x="4530075" y="1997525"/>
              <a:ext cx="271175" cy="338775"/>
            </a:xfrm>
            <a:custGeom>
              <a:rect b="b" l="l" r="r" t="t"/>
              <a:pathLst>
                <a:path extrusionOk="0" h="13551" w="10847">
                  <a:moveTo>
                    <a:pt x="10022" y="334"/>
                  </a:moveTo>
                  <a:cubicBezTo>
                    <a:pt x="10274" y="334"/>
                    <a:pt x="10513" y="553"/>
                    <a:pt x="10441" y="842"/>
                  </a:cubicBezTo>
                  <a:lnTo>
                    <a:pt x="10441" y="6713"/>
                  </a:lnTo>
                  <a:cubicBezTo>
                    <a:pt x="10408" y="7313"/>
                    <a:pt x="10108" y="7847"/>
                    <a:pt x="9607" y="8180"/>
                  </a:cubicBezTo>
                  <a:lnTo>
                    <a:pt x="1034" y="13150"/>
                  </a:lnTo>
                  <a:cubicBezTo>
                    <a:pt x="954" y="13222"/>
                    <a:pt x="863" y="13252"/>
                    <a:pt x="773" y="13252"/>
                  </a:cubicBezTo>
                  <a:cubicBezTo>
                    <a:pt x="526" y="13252"/>
                    <a:pt x="294" y="13019"/>
                    <a:pt x="367" y="12750"/>
                  </a:cubicBezTo>
                  <a:lnTo>
                    <a:pt x="367" y="6846"/>
                  </a:lnTo>
                  <a:cubicBezTo>
                    <a:pt x="401" y="6279"/>
                    <a:pt x="701" y="5712"/>
                    <a:pt x="1201" y="5378"/>
                  </a:cubicBezTo>
                  <a:lnTo>
                    <a:pt x="9741" y="441"/>
                  </a:lnTo>
                  <a:cubicBezTo>
                    <a:pt x="9825" y="367"/>
                    <a:pt x="9924" y="334"/>
                    <a:pt x="10022" y="334"/>
                  </a:cubicBezTo>
                  <a:close/>
                  <a:moveTo>
                    <a:pt x="10063" y="0"/>
                  </a:moveTo>
                  <a:cubicBezTo>
                    <a:pt x="9906" y="0"/>
                    <a:pt x="9747" y="54"/>
                    <a:pt x="9607" y="175"/>
                  </a:cubicBezTo>
                  <a:lnTo>
                    <a:pt x="1034" y="5111"/>
                  </a:lnTo>
                  <a:cubicBezTo>
                    <a:pt x="434" y="5512"/>
                    <a:pt x="67" y="6145"/>
                    <a:pt x="34" y="6846"/>
                  </a:cubicBezTo>
                  <a:lnTo>
                    <a:pt x="34" y="12750"/>
                  </a:lnTo>
                  <a:cubicBezTo>
                    <a:pt x="0" y="13017"/>
                    <a:pt x="134" y="13317"/>
                    <a:pt x="367" y="13484"/>
                  </a:cubicBezTo>
                  <a:cubicBezTo>
                    <a:pt x="467" y="13551"/>
                    <a:pt x="567" y="13551"/>
                    <a:pt x="701" y="13551"/>
                  </a:cubicBezTo>
                  <a:cubicBezTo>
                    <a:pt x="868" y="13551"/>
                    <a:pt x="1034" y="13517"/>
                    <a:pt x="1201" y="13451"/>
                  </a:cubicBezTo>
                  <a:lnTo>
                    <a:pt x="9774" y="8480"/>
                  </a:lnTo>
                  <a:cubicBezTo>
                    <a:pt x="10341" y="8080"/>
                    <a:pt x="10741" y="7446"/>
                    <a:pt x="10775" y="6713"/>
                  </a:cubicBezTo>
                  <a:lnTo>
                    <a:pt x="10775" y="842"/>
                  </a:lnTo>
                  <a:cubicBezTo>
                    <a:pt x="10847" y="360"/>
                    <a:pt x="10467" y="0"/>
                    <a:pt x="1006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43"/>
            <p:cNvSpPr/>
            <p:nvPr/>
          </p:nvSpPr>
          <p:spPr>
            <a:xfrm>
              <a:off x="4573425" y="2073875"/>
              <a:ext cx="184400" cy="108150"/>
            </a:xfrm>
            <a:custGeom>
              <a:rect b="b" l="l" r="r" t="t"/>
              <a:pathLst>
                <a:path extrusionOk="0" h="4326" w="7376">
                  <a:moveTo>
                    <a:pt x="7128" y="1"/>
                  </a:moveTo>
                  <a:cubicBezTo>
                    <a:pt x="7100" y="1"/>
                    <a:pt x="7070" y="7"/>
                    <a:pt x="7039" y="23"/>
                  </a:cubicBezTo>
                  <a:lnTo>
                    <a:pt x="101" y="4025"/>
                  </a:lnTo>
                  <a:cubicBezTo>
                    <a:pt x="34" y="4059"/>
                    <a:pt x="1" y="4159"/>
                    <a:pt x="34" y="4259"/>
                  </a:cubicBezTo>
                  <a:cubicBezTo>
                    <a:pt x="68" y="4292"/>
                    <a:pt x="134" y="4326"/>
                    <a:pt x="201" y="4326"/>
                  </a:cubicBezTo>
                  <a:cubicBezTo>
                    <a:pt x="201" y="4326"/>
                    <a:pt x="234" y="4326"/>
                    <a:pt x="268" y="4292"/>
                  </a:cubicBezTo>
                  <a:lnTo>
                    <a:pt x="7206" y="289"/>
                  </a:lnTo>
                  <a:cubicBezTo>
                    <a:pt x="7376" y="205"/>
                    <a:pt x="7282" y="1"/>
                    <a:pt x="712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43"/>
            <p:cNvSpPr/>
            <p:nvPr/>
          </p:nvSpPr>
          <p:spPr>
            <a:xfrm>
              <a:off x="4573425" y="2114150"/>
              <a:ext cx="184875" cy="108750"/>
            </a:xfrm>
            <a:custGeom>
              <a:rect b="b" l="l" r="r" t="t"/>
              <a:pathLst>
                <a:path extrusionOk="0" h="4350" w="7395">
                  <a:moveTo>
                    <a:pt x="7153" y="0"/>
                  </a:moveTo>
                  <a:cubicBezTo>
                    <a:pt x="7117" y="0"/>
                    <a:pt x="7078" y="14"/>
                    <a:pt x="7039" y="46"/>
                  </a:cubicBezTo>
                  <a:lnTo>
                    <a:pt x="101" y="4049"/>
                  </a:lnTo>
                  <a:cubicBezTo>
                    <a:pt x="34" y="4082"/>
                    <a:pt x="1" y="4182"/>
                    <a:pt x="34" y="4282"/>
                  </a:cubicBezTo>
                  <a:cubicBezTo>
                    <a:pt x="68" y="4316"/>
                    <a:pt x="134" y="4349"/>
                    <a:pt x="201" y="4349"/>
                  </a:cubicBezTo>
                  <a:cubicBezTo>
                    <a:pt x="201" y="4349"/>
                    <a:pt x="234" y="4349"/>
                    <a:pt x="268" y="4316"/>
                  </a:cubicBezTo>
                  <a:lnTo>
                    <a:pt x="7206" y="313"/>
                  </a:lnTo>
                  <a:cubicBezTo>
                    <a:pt x="7394" y="232"/>
                    <a:pt x="7301" y="0"/>
                    <a:pt x="715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43"/>
            <p:cNvSpPr/>
            <p:nvPr/>
          </p:nvSpPr>
          <p:spPr>
            <a:xfrm>
              <a:off x="4573425" y="2155850"/>
              <a:ext cx="183825" cy="107900"/>
            </a:xfrm>
            <a:custGeom>
              <a:rect b="b" l="l" r="r" t="t"/>
              <a:pathLst>
                <a:path extrusionOk="0" h="4316" w="7353">
                  <a:moveTo>
                    <a:pt x="7109" y="1"/>
                  </a:moveTo>
                  <a:cubicBezTo>
                    <a:pt x="7087" y="1"/>
                    <a:pt x="7064" y="4"/>
                    <a:pt x="7039" y="13"/>
                  </a:cubicBezTo>
                  <a:lnTo>
                    <a:pt x="101" y="4015"/>
                  </a:lnTo>
                  <a:cubicBezTo>
                    <a:pt x="34" y="4049"/>
                    <a:pt x="1" y="4149"/>
                    <a:pt x="34" y="4249"/>
                  </a:cubicBezTo>
                  <a:cubicBezTo>
                    <a:pt x="68" y="4282"/>
                    <a:pt x="134" y="4316"/>
                    <a:pt x="201" y="4316"/>
                  </a:cubicBezTo>
                  <a:lnTo>
                    <a:pt x="268" y="4316"/>
                  </a:lnTo>
                  <a:lnTo>
                    <a:pt x="7206" y="279"/>
                  </a:lnTo>
                  <a:cubicBezTo>
                    <a:pt x="7353" y="192"/>
                    <a:pt x="7268" y="1"/>
                    <a:pt x="710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43"/>
            <p:cNvSpPr/>
            <p:nvPr/>
          </p:nvSpPr>
          <p:spPr>
            <a:xfrm>
              <a:off x="3527700" y="1049250"/>
              <a:ext cx="140950" cy="179600"/>
            </a:xfrm>
            <a:custGeom>
              <a:rect b="b" l="l" r="r" t="t"/>
              <a:pathLst>
                <a:path extrusionOk="0" h="7184" w="5638">
                  <a:moveTo>
                    <a:pt x="3970" y="445"/>
                  </a:moveTo>
                  <a:cubicBezTo>
                    <a:pt x="4170" y="445"/>
                    <a:pt x="4370" y="479"/>
                    <a:pt x="4537" y="579"/>
                  </a:cubicBezTo>
                  <a:cubicBezTo>
                    <a:pt x="4970" y="845"/>
                    <a:pt x="5204" y="1346"/>
                    <a:pt x="5204" y="2080"/>
                  </a:cubicBezTo>
                  <a:cubicBezTo>
                    <a:pt x="5104" y="3848"/>
                    <a:pt x="4170" y="5449"/>
                    <a:pt x="2702" y="6416"/>
                  </a:cubicBezTo>
                  <a:cubicBezTo>
                    <a:pt x="2327" y="6633"/>
                    <a:pt x="1975" y="6745"/>
                    <a:pt x="1661" y="6745"/>
                  </a:cubicBezTo>
                  <a:cubicBezTo>
                    <a:pt x="1444" y="6745"/>
                    <a:pt x="1245" y="6692"/>
                    <a:pt x="1068" y="6583"/>
                  </a:cubicBezTo>
                  <a:cubicBezTo>
                    <a:pt x="667" y="6349"/>
                    <a:pt x="434" y="5816"/>
                    <a:pt x="434" y="5082"/>
                  </a:cubicBezTo>
                  <a:cubicBezTo>
                    <a:pt x="500" y="3347"/>
                    <a:pt x="1434" y="1713"/>
                    <a:pt x="2936" y="779"/>
                  </a:cubicBezTo>
                  <a:cubicBezTo>
                    <a:pt x="3236" y="579"/>
                    <a:pt x="3603" y="445"/>
                    <a:pt x="3970" y="445"/>
                  </a:cubicBezTo>
                  <a:close/>
                  <a:moveTo>
                    <a:pt x="3969" y="1"/>
                  </a:moveTo>
                  <a:cubicBezTo>
                    <a:pt x="3575" y="1"/>
                    <a:pt x="3144" y="129"/>
                    <a:pt x="2702" y="378"/>
                  </a:cubicBezTo>
                  <a:cubicBezTo>
                    <a:pt x="1101" y="1446"/>
                    <a:pt x="100" y="3181"/>
                    <a:pt x="0" y="5082"/>
                  </a:cubicBezTo>
                  <a:cubicBezTo>
                    <a:pt x="0" y="5983"/>
                    <a:pt x="300" y="6650"/>
                    <a:pt x="867" y="6950"/>
                  </a:cubicBezTo>
                  <a:cubicBezTo>
                    <a:pt x="1101" y="7083"/>
                    <a:pt x="1368" y="7183"/>
                    <a:pt x="1635" y="7183"/>
                  </a:cubicBezTo>
                  <a:cubicBezTo>
                    <a:pt x="2102" y="7150"/>
                    <a:pt x="2535" y="7017"/>
                    <a:pt x="2936" y="6783"/>
                  </a:cubicBezTo>
                  <a:cubicBezTo>
                    <a:pt x="4537" y="5749"/>
                    <a:pt x="5537" y="3981"/>
                    <a:pt x="5637" y="2080"/>
                  </a:cubicBezTo>
                  <a:cubicBezTo>
                    <a:pt x="5637" y="1212"/>
                    <a:pt x="5337" y="545"/>
                    <a:pt x="4770" y="212"/>
                  </a:cubicBezTo>
                  <a:cubicBezTo>
                    <a:pt x="4530" y="70"/>
                    <a:pt x="4259" y="1"/>
                    <a:pt x="396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43"/>
            <p:cNvSpPr/>
            <p:nvPr/>
          </p:nvSpPr>
          <p:spPr>
            <a:xfrm>
              <a:off x="3559375" y="1089175"/>
              <a:ext cx="77575" cy="99500"/>
            </a:xfrm>
            <a:custGeom>
              <a:rect b="b" l="l" r="r" t="t"/>
              <a:pathLst>
                <a:path extrusionOk="0" h="3980" w="3103">
                  <a:moveTo>
                    <a:pt x="2251" y="0"/>
                  </a:moveTo>
                  <a:cubicBezTo>
                    <a:pt x="2044" y="0"/>
                    <a:pt x="1812" y="70"/>
                    <a:pt x="1568" y="216"/>
                  </a:cubicBezTo>
                  <a:cubicBezTo>
                    <a:pt x="634" y="816"/>
                    <a:pt x="67" y="1817"/>
                    <a:pt x="1" y="2884"/>
                  </a:cubicBezTo>
                  <a:cubicBezTo>
                    <a:pt x="1" y="3578"/>
                    <a:pt x="378" y="3980"/>
                    <a:pt x="899" y="3980"/>
                  </a:cubicBezTo>
                  <a:cubicBezTo>
                    <a:pt x="1104" y="3980"/>
                    <a:pt x="1332" y="3917"/>
                    <a:pt x="1568" y="3785"/>
                  </a:cubicBezTo>
                  <a:cubicBezTo>
                    <a:pt x="2469" y="3185"/>
                    <a:pt x="3036" y="2184"/>
                    <a:pt x="3103" y="1117"/>
                  </a:cubicBezTo>
                  <a:cubicBezTo>
                    <a:pt x="3103" y="408"/>
                    <a:pt x="2752" y="0"/>
                    <a:pt x="225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43"/>
            <p:cNvSpPr/>
            <p:nvPr/>
          </p:nvSpPr>
          <p:spPr>
            <a:xfrm>
              <a:off x="3415950" y="582075"/>
              <a:ext cx="357775" cy="431625"/>
            </a:xfrm>
            <a:custGeom>
              <a:rect b="b" l="l" r="r" t="t"/>
              <a:pathLst>
                <a:path extrusionOk="0" h="17265" w="14311">
                  <a:moveTo>
                    <a:pt x="13619" y="322"/>
                  </a:moveTo>
                  <a:cubicBezTo>
                    <a:pt x="13841" y="322"/>
                    <a:pt x="14047" y="530"/>
                    <a:pt x="13977" y="786"/>
                  </a:cubicBezTo>
                  <a:lnTo>
                    <a:pt x="13977" y="8391"/>
                  </a:lnTo>
                  <a:cubicBezTo>
                    <a:pt x="13910" y="8958"/>
                    <a:pt x="13610" y="9492"/>
                    <a:pt x="13143" y="9792"/>
                  </a:cubicBezTo>
                  <a:lnTo>
                    <a:pt x="8873" y="12261"/>
                  </a:lnTo>
                  <a:lnTo>
                    <a:pt x="7639" y="16530"/>
                  </a:lnTo>
                  <a:cubicBezTo>
                    <a:pt x="7639" y="16564"/>
                    <a:pt x="7606" y="16597"/>
                    <a:pt x="7572" y="16597"/>
                  </a:cubicBezTo>
                  <a:cubicBezTo>
                    <a:pt x="7539" y="16597"/>
                    <a:pt x="7506" y="16564"/>
                    <a:pt x="7506" y="16530"/>
                  </a:cubicBezTo>
                  <a:lnTo>
                    <a:pt x="6305" y="13762"/>
                  </a:lnTo>
                  <a:lnTo>
                    <a:pt x="1001" y="16797"/>
                  </a:lnTo>
                  <a:cubicBezTo>
                    <a:pt x="915" y="16862"/>
                    <a:pt x="815" y="16899"/>
                    <a:pt x="710" y="16899"/>
                  </a:cubicBezTo>
                  <a:cubicBezTo>
                    <a:pt x="652" y="16899"/>
                    <a:pt x="593" y="16888"/>
                    <a:pt x="534" y="16864"/>
                  </a:cubicBezTo>
                  <a:cubicBezTo>
                    <a:pt x="401" y="16764"/>
                    <a:pt x="334" y="16597"/>
                    <a:pt x="367" y="16464"/>
                  </a:cubicBezTo>
                  <a:lnTo>
                    <a:pt x="367" y="8858"/>
                  </a:lnTo>
                  <a:cubicBezTo>
                    <a:pt x="401" y="8291"/>
                    <a:pt x="701" y="7757"/>
                    <a:pt x="1168" y="7457"/>
                  </a:cubicBezTo>
                  <a:lnTo>
                    <a:pt x="13310" y="419"/>
                  </a:lnTo>
                  <a:lnTo>
                    <a:pt x="13343" y="452"/>
                  </a:lnTo>
                  <a:cubicBezTo>
                    <a:pt x="13424" y="361"/>
                    <a:pt x="13523" y="322"/>
                    <a:pt x="13619" y="322"/>
                  </a:cubicBezTo>
                  <a:close/>
                  <a:moveTo>
                    <a:pt x="13582" y="0"/>
                  </a:moveTo>
                  <a:cubicBezTo>
                    <a:pt x="13426" y="0"/>
                    <a:pt x="13274" y="44"/>
                    <a:pt x="13143" y="119"/>
                  </a:cubicBezTo>
                  <a:lnTo>
                    <a:pt x="1001" y="7157"/>
                  </a:lnTo>
                  <a:cubicBezTo>
                    <a:pt x="401" y="7524"/>
                    <a:pt x="34" y="8158"/>
                    <a:pt x="0" y="8858"/>
                  </a:cubicBezTo>
                  <a:lnTo>
                    <a:pt x="0" y="16464"/>
                  </a:lnTo>
                  <a:cubicBezTo>
                    <a:pt x="0" y="16730"/>
                    <a:pt x="134" y="16997"/>
                    <a:pt x="367" y="17164"/>
                  </a:cubicBezTo>
                  <a:cubicBezTo>
                    <a:pt x="467" y="17231"/>
                    <a:pt x="567" y="17264"/>
                    <a:pt x="667" y="17264"/>
                  </a:cubicBezTo>
                  <a:cubicBezTo>
                    <a:pt x="868" y="17231"/>
                    <a:pt x="1034" y="17197"/>
                    <a:pt x="1168" y="17097"/>
                  </a:cubicBezTo>
                  <a:lnTo>
                    <a:pt x="6138" y="14262"/>
                  </a:lnTo>
                  <a:lnTo>
                    <a:pt x="7172" y="16697"/>
                  </a:lnTo>
                  <a:cubicBezTo>
                    <a:pt x="7251" y="16856"/>
                    <a:pt x="7406" y="16931"/>
                    <a:pt x="7560" y="16931"/>
                  </a:cubicBezTo>
                  <a:cubicBezTo>
                    <a:pt x="7731" y="16931"/>
                    <a:pt x="7903" y="16839"/>
                    <a:pt x="7973" y="16664"/>
                  </a:cubicBezTo>
                  <a:lnTo>
                    <a:pt x="9173" y="12527"/>
                  </a:lnTo>
                  <a:lnTo>
                    <a:pt x="13310" y="10092"/>
                  </a:lnTo>
                  <a:cubicBezTo>
                    <a:pt x="13910" y="9725"/>
                    <a:pt x="14277" y="9092"/>
                    <a:pt x="14310" y="8391"/>
                  </a:cubicBezTo>
                  <a:lnTo>
                    <a:pt x="14310" y="786"/>
                  </a:lnTo>
                  <a:cubicBezTo>
                    <a:pt x="14310" y="519"/>
                    <a:pt x="14177" y="219"/>
                    <a:pt x="13944" y="85"/>
                  </a:cubicBezTo>
                  <a:cubicBezTo>
                    <a:pt x="13827" y="27"/>
                    <a:pt x="13703" y="0"/>
                    <a:pt x="1358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43"/>
            <p:cNvSpPr/>
            <p:nvPr/>
          </p:nvSpPr>
          <p:spPr>
            <a:xfrm>
              <a:off x="3485150" y="692600"/>
              <a:ext cx="220150" cy="129300"/>
            </a:xfrm>
            <a:custGeom>
              <a:rect b="b" l="l" r="r" t="t"/>
              <a:pathLst>
                <a:path extrusionOk="0" h="5172" w="8806">
                  <a:moveTo>
                    <a:pt x="8574" y="1"/>
                  </a:moveTo>
                  <a:cubicBezTo>
                    <a:pt x="8543" y="1"/>
                    <a:pt x="8509" y="11"/>
                    <a:pt x="8474" y="34"/>
                  </a:cubicBezTo>
                  <a:lnTo>
                    <a:pt x="134" y="4837"/>
                  </a:lnTo>
                  <a:cubicBezTo>
                    <a:pt x="34" y="4904"/>
                    <a:pt x="1" y="5004"/>
                    <a:pt x="68" y="5071"/>
                  </a:cubicBezTo>
                  <a:cubicBezTo>
                    <a:pt x="101" y="5138"/>
                    <a:pt x="134" y="5171"/>
                    <a:pt x="201" y="5171"/>
                  </a:cubicBezTo>
                  <a:cubicBezTo>
                    <a:pt x="234" y="5171"/>
                    <a:pt x="268" y="5171"/>
                    <a:pt x="301" y="5138"/>
                  </a:cubicBezTo>
                  <a:lnTo>
                    <a:pt x="8640" y="334"/>
                  </a:lnTo>
                  <a:cubicBezTo>
                    <a:pt x="8806" y="224"/>
                    <a:pt x="8721" y="1"/>
                    <a:pt x="857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43"/>
            <p:cNvSpPr/>
            <p:nvPr/>
          </p:nvSpPr>
          <p:spPr>
            <a:xfrm>
              <a:off x="3485150" y="733150"/>
              <a:ext cx="219350" cy="129600"/>
            </a:xfrm>
            <a:custGeom>
              <a:rect b="b" l="l" r="r" t="t"/>
              <a:pathLst>
                <a:path extrusionOk="0" h="5184" w="8774">
                  <a:moveTo>
                    <a:pt x="8553" y="0"/>
                  </a:moveTo>
                  <a:cubicBezTo>
                    <a:pt x="8527" y="0"/>
                    <a:pt x="8500" y="4"/>
                    <a:pt x="8474" y="13"/>
                  </a:cubicBezTo>
                  <a:lnTo>
                    <a:pt x="134" y="4850"/>
                  </a:lnTo>
                  <a:cubicBezTo>
                    <a:pt x="34" y="4883"/>
                    <a:pt x="1" y="4983"/>
                    <a:pt x="68" y="5083"/>
                  </a:cubicBezTo>
                  <a:cubicBezTo>
                    <a:pt x="101" y="5150"/>
                    <a:pt x="134" y="5184"/>
                    <a:pt x="201" y="5184"/>
                  </a:cubicBezTo>
                  <a:cubicBezTo>
                    <a:pt x="234" y="5184"/>
                    <a:pt x="268" y="5150"/>
                    <a:pt x="301" y="5150"/>
                  </a:cubicBezTo>
                  <a:lnTo>
                    <a:pt x="8640" y="313"/>
                  </a:lnTo>
                  <a:cubicBezTo>
                    <a:pt x="8740" y="280"/>
                    <a:pt x="8774" y="147"/>
                    <a:pt x="8707" y="80"/>
                  </a:cubicBezTo>
                  <a:cubicBezTo>
                    <a:pt x="8683" y="31"/>
                    <a:pt x="8623" y="0"/>
                    <a:pt x="855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43"/>
            <p:cNvSpPr/>
            <p:nvPr/>
          </p:nvSpPr>
          <p:spPr>
            <a:xfrm>
              <a:off x="3485150" y="773500"/>
              <a:ext cx="220150" cy="129275"/>
            </a:xfrm>
            <a:custGeom>
              <a:rect b="b" l="l" r="r" t="t"/>
              <a:pathLst>
                <a:path extrusionOk="0" h="5171" w="8806">
                  <a:moveTo>
                    <a:pt x="8574" y="0"/>
                  </a:moveTo>
                  <a:cubicBezTo>
                    <a:pt x="8543" y="0"/>
                    <a:pt x="8509" y="10"/>
                    <a:pt x="8474" y="34"/>
                  </a:cubicBezTo>
                  <a:lnTo>
                    <a:pt x="134" y="4837"/>
                  </a:lnTo>
                  <a:cubicBezTo>
                    <a:pt x="34" y="4904"/>
                    <a:pt x="1" y="5004"/>
                    <a:pt x="68" y="5071"/>
                  </a:cubicBezTo>
                  <a:cubicBezTo>
                    <a:pt x="101" y="5137"/>
                    <a:pt x="134" y="5171"/>
                    <a:pt x="201" y="5171"/>
                  </a:cubicBezTo>
                  <a:cubicBezTo>
                    <a:pt x="234" y="5171"/>
                    <a:pt x="268" y="5171"/>
                    <a:pt x="301" y="5137"/>
                  </a:cubicBezTo>
                  <a:lnTo>
                    <a:pt x="8640" y="334"/>
                  </a:lnTo>
                  <a:cubicBezTo>
                    <a:pt x="8806" y="224"/>
                    <a:pt x="8721" y="0"/>
                    <a:pt x="857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43"/>
            <p:cNvSpPr/>
            <p:nvPr/>
          </p:nvSpPr>
          <p:spPr>
            <a:xfrm>
              <a:off x="2327675" y="942775"/>
              <a:ext cx="73400" cy="162650"/>
            </a:xfrm>
            <a:custGeom>
              <a:rect b="b" l="l" r="r" t="t"/>
              <a:pathLst>
                <a:path extrusionOk="0" h="6506" w="2936">
                  <a:moveTo>
                    <a:pt x="2702" y="1"/>
                  </a:moveTo>
                  <a:lnTo>
                    <a:pt x="0" y="1535"/>
                  </a:lnTo>
                  <a:lnTo>
                    <a:pt x="0" y="3136"/>
                  </a:lnTo>
                  <a:lnTo>
                    <a:pt x="1168" y="5438"/>
                  </a:lnTo>
                  <a:cubicBezTo>
                    <a:pt x="1168" y="5471"/>
                    <a:pt x="1201" y="5505"/>
                    <a:pt x="1234" y="5505"/>
                  </a:cubicBezTo>
                  <a:lnTo>
                    <a:pt x="2936" y="6506"/>
                  </a:lnTo>
                  <a:lnTo>
                    <a:pt x="1835" y="4104"/>
                  </a:lnTo>
                  <a:lnTo>
                    <a:pt x="2702" y="1569"/>
                  </a:lnTo>
                  <a:lnTo>
                    <a:pt x="270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43"/>
            <p:cNvSpPr/>
            <p:nvPr/>
          </p:nvSpPr>
          <p:spPr>
            <a:xfrm>
              <a:off x="2327675" y="942775"/>
              <a:ext cx="73400" cy="162650"/>
            </a:xfrm>
            <a:custGeom>
              <a:rect b="b" l="l" r="r" t="t"/>
              <a:pathLst>
                <a:path extrusionOk="0" h="6506" w="2936">
                  <a:moveTo>
                    <a:pt x="2702" y="1"/>
                  </a:moveTo>
                  <a:lnTo>
                    <a:pt x="0" y="1535"/>
                  </a:lnTo>
                  <a:lnTo>
                    <a:pt x="0" y="3136"/>
                  </a:lnTo>
                  <a:lnTo>
                    <a:pt x="1168" y="5438"/>
                  </a:lnTo>
                  <a:cubicBezTo>
                    <a:pt x="1168" y="5471"/>
                    <a:pt x="1201" y="5505"/>
                    <a:pt x="1234" y="5505"/>
                  </a:cubicBezTo>
                  <a:lnTo>
                    <a:pt x="2936" y="6506"/>
                  </a:lnTo>
                  <a:lnTo>
                    <a:pt x="1835" y="4104"/>
                  </a:lnTo>
                  <a:lnTo>
                    <a:pt x="2702" y="1569"/>
                  </a:lnTo>
                  <a:lnTo>
                    <a:pt x="270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43"/>
            <p:cNvSpPr/>
            <p:nvPr/>
          </p:nvSpPr>
          <p:spPr>
            <a:xfrm>
              <a:off x="2210075" y="581475"/>
              <a:ext cx="352775" cy="524075"/>
            </a:xfrm>
            <a:custGeom>
              <a:rect b="b" l="l" r="r" t="t"/>
              <a:pathLst>
                <a:path extrusionOk="0" h="20963" w="14111">
                  <a:moveTo>
                    <a:pt x="11813" y="1"/>
                  </a:moveTo>
                  <a:cubicBezTo>
                    <a:pt x="11534" y="1"/>
                    <a:pt x="11259" y="59"/>
                    <a:pt x="11009" y="176"/>
                  </a:cubicBezTo>
                  <a:lnTo>
                    <a:pt x="835" y="6080"/>
                  </a:lnTo>
                  <a:cubicBezTo>
                    <a:pt x="368" y="6380"/>
                    <a:pt x="34" y="6914"/>
                    <a:pt x="1" y="7481"/>
                  </a:cubicBezTo>
                  <a:lnTo>
                    <a:pt x="1" y="18656"/>
                  </a:lnTo>
                  <a:cubicBezTo>
                    <a:pt x="34" y="19223"/>
                    <a:pt x="368" y="19757"/>
                    <a:pt x="835" y="20057"/>
                  </a:cubicBezTo>
                  <a:lnTo>
                    <a:pt x="1502" y="20457"/>
                  </a:lnTo>
                  <a:cubicBezTo>
                    <a:pt x="1752" y="20591"/>
                    <a:pt x="2036" y="20657"/>
                    <a:pt x="2319" y="20657"/>
                  </a:cubicBezTo>
                  <a:cubicBezTo>
                    <a:pt x="2603" y="20657"/>
                    <a:pt x="2886" y="20591"/>
                    <a:pt x="3136" y="20457"/>
                  </a:cubicBezTo>
                  <a:lnTo>
                    <a:pt x="6405" y="18556"/>
                  </a:lnTo>
                  <a:lnTo>
                    <a:pt x="7573" y="20891"/>
                  </a:lnTo>
                  <a:cubicBezTo>
                    <a:pt x="7604" y="20937"/>
                    <a:pt x="7664" y="20962"/>
                    <a:pt x="7725" y="20962"/>
                  </a:cubicBezTo>
                  <a:cubicBezTo>
                    <a:pt x="7797" y="20962"/>
                    <a:pt x="7871" y="20929"/>
                    <a:pt x="7906" y="20857"/>
                  </a:cubicBezTo>
                  <a:lnTo>
                    <a:pt x="9141" y="16988"/>
                  </a:lnTo>
                  <a:lnTo>
                    <a:pt x="13310" y="14553"/>
                  </a:lnTo>
                  <a:cubicBezTo>
                    <a:pt x="13777" y="14253"/>
                    <a:pt x="14078" y="13719"/>
                    <a:pt x="14111" y="13152"/>
                  </a:cubicBezTo>
                  <a:lnTo>
                    <a:pt x="14111" y="1977"/>
                  </a:lnTo>
                  <a:cubicBezTo>
                    <a:pt x="14078" y="1410"/>
                    <a:pt x="13777" y="876"/>
                    <a:pt x="13310" y="576"/>
                  </a:cubicBezTo>
                  <a:lnTo>
                    <a:pt x="12643" y="176"/>
                  </a:lnTo>
                  <a:cubicBezTo>
                    <a:pt x="12376" y="59"/>
                    <a:pt x="12093" y="1"/>
                    <a:pt x="1181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43"/>
            <p:cNvSpPr/>
            <p:nvPr/>
          </p:nvSpPr>
          <p:spPr>
            <a:xfrm>
              <a:off x="2210925" y="747650"/>
              <a:ext cx="74225" cy="349875"/>
            </a:xfrm>
            <a:custGeom>
              <a:rect b="b" l="l" r="r" t="t"/>
              <a:pathLst>
                <a:path extrusionOk="0" h="13995" w="2969">
                  <a:moveTo>
                    <a:pt x="2969" y="13877"/>
                  </a:moveTo>
                  <a:cubicBezTo>
                    <a:pt x="2964" y="13878"/>
                    <a:pt x="2960" y="13880"/>
                    <a:pt x="2955" y="13882"/>
                  </a:cubicBezTo>
                  <a:lnTo>
                    <a:pt x="2955" y="13882"/>
                  </a:lnTo>
                  <a:cubicBezTo>
                    <a:pt x="2960" y="13880"/>
                    <a:pt x="2964" y="13879"/>
                    <a:pt x="2969" y="13877"/>
                  </a:cubicBezTo>
                  <a:close/>
                  <a:moveTo>
                    <a:pt x="267" y="0"/>
                  </a:moveTo>
                  <a:cubicBezTo>
                    <a:pt x="100" y="267"/>
                    <a:pt x="34" y="534"/>
                    <a:pt x="34" y="801"/>
                  </a:cubicBezTo>
                  <a:lnTo>
                    <a:pt x="0" y="12009"/>
                  </a:lnTo>
                  <a:cubicBezTo>
                    <a:pt x="34" y="12576"/>
                    <a:pt x="334" y="13110"/>
                    <a:pt x="834" y="13410"/>
                  </a:cubicBezTo>
                  <a:lnTo>
                    <a:pt x="1501" y="13810"/>
                  </a:lnTo>
                  <a:cubicBezTo>
                    <a:pt x="1754" y="13937"/>
                    <a:pt x="2027" y="13995"/>
                    <a:pt x="2298" y="13995"/>
                  </a:cubicBezTo>
                  <a:cubicBezTo>
                    <a:pt x="2522" y="13995"/>
                    <a:pt x="2745" y="13955"/>
                    <a:pt x="2955" y="13882"/>
                  </a:cubicBezTo>
                  <a:lnTo>
                    <a:pt x="2955" y="13882"/>
                  </a:lnTo>
                  <a:cubicBezTo>
                    <a:pt x="2885" y="13906"/>
                    <a:pt x="2818" y="13917"/>
                    <a:pt x="2755" y="13917"/>
                  </a:cubicBezTo>
                  <a:cubicBezTo>
                    <a:pt x="2492" y="13917"/>
                    <a:pt x="2302" y="13715"/>
                    <a:pt x="2302" y="13343"/>
                  </a:cubicBezTo>
                  <a:lnTo>
                    <a:pt x="2302" y="2135"/>
                  </a:lnTo>
                  <a:cubicBezTo>
                    <a:pt x="2302" y="1835"/>
                    <a:pt x="2402" y="1568"/>
                    <a:pt x="2535" y="1335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43"/>
            <p:cNvSpPr/>
            <p:nvPr/>
          </p:nvSpPr>
          <p:spPr>
            <a:xfrm>
              <a:off x="2216750" y="581700"/>
              <a:ext cx="345275" cy="200150"/>
            </a:xfrm>
            <a:custGeom>
              <a:rect b="b" l="l" r="r" t="t"/>
              <a:pathLst>
                <a:path extrusionOk="0" h="8006" w="13811">
                  <a:moveTo>
                    <a:pt x="11546" y="0"/>
                  </a:moveTo>
                  <a:cubicBezTo>
                    <a:pt x="11267" y="0"/>
                    <a:pt x="10992" y="67"/>
                    <a:pt x="10742" y="200"/>
                  </a:cubicBezTo>
                  <a:lnTo>
                    <a:pt x="568" y="6071"/>
                  </a:lnTo>
                  <a:cubicBezTo>
                    <a:pt x="334" y="6238"/>
                    <a:pt x="134" y="6438"/>
                    <a:pt x="1" y="6705"/>
                  </a:cubicBezTo>
                  <a:lnTo>
                    <a:pt x="2302" y="8006"/>
                  </a:lnTo>
                  <a:cubicBezTo>
                    <a:pt x="2436" y="7739"/>
                    <a:pt x="2636" y="7539"/>
                    <a:pt x="2869" y="7372"/>
                  </a:cubicBezTo>
                  <a:lnTo>
                    <a:pt x="13043" y="1501"/>
                  </a:lnTo>
                  <a:cubicBezTo>
                    <a:pt x="13171" y="1432"/>
                    <a:pt x="13290" y="1399"/>
                    <a:pt x="13395" y="1399"/>
                  </a:cubicBezTo>
                  <a:cubicBezTo>
                    <a:pt x="13594" y="1399"/>
                    <a:pt x="13745" y="1517"/>
                    <a:pt x="13811" y="1735"/>
                  </a:cubicBezTo>
                  <a:cubicBezTo>
                    <a:pt x="13710" y="1268"/>
                    <a:pt x="13444" y="834"/>
                    <a:pt x="13043" y="601"/>
                  </a:cubicBezTo>
                  <a:lnTo>
                    <a:pt x="12376" y="200"/>
                  </a:lnTo>
                  <a:cubicBezTo>
                    <a:pt x="12109" y="67"/>
                    <a:pt x="11826" y="0"/>
                    <a:pt x="115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43"/>
            <p:cNvSpPr/>
            <p:nvPr/>
          </p:nvSpPr>
          <p:spPr>
            <a:xfrm>
              <a:off x="2312650" y="723450"/>
              <a:ext cx="206000" cy="273575"/>
            </a:xfrm>
            <a:custGeom>
              <a:rect b="b" l="l" r="r" t="t"/>
              <a:pathLst>
                <a:path extrusionOk="0" h="10943" w="8240">
                  <a:moveTo>
                    <a:pt x="4914" y="3061"/>
                  </a:moveTo>
                  <a:cubicBezTo>
                    <a:pt x="4955" y="3061"/>
                    <a:pt x="4996" y="3064"/>
                    <a:pt x="5038" y="3070"/>
                  </a:cubicBezTo>
                  <a:lnTo>
                    <a:pt x="5138" y="3070"/>
                  </a:lnTo>
                  <a:cubicBezTo>
                    <a:pt x="5438" y="3103"/>
                    <a:pt x="5705" y="3303"/>
                    <a:pt x="5838" y="3603"/>
                  </a:cubicBezTo>
                  <a:cubicBezTo>
                    <a:pt x="6239" y="4437"/>
                    <a:pt x="5772" y="5972"/>
                    <a:pt x="4871" y="6939"/>
                  </a:cubicBezTo>
                  <a:cubicBezTo>
                    <a:pt x="4537" y="7339"/>
                    <a:pt x="4104" y="7606"/>
                    <a:pt x="3637" y="7773"/>
                  </a:cubicBezTo>
                  <a:lnTo>
                    <a:pt x="3303" y="7773"/>
                  </a:lnTo>
                  <a:cubicBezTo>
                    <a:pt x="2936" y="7740"/>
                    <a:pt x="2603" y="7540"/>
                    <a:pt x="2469" y="7173"/>
                  </a:cubicBezTo>
                  <a:cubicBezTo>
                    <a:pt x="2402" y="7039"/>
                    <a:pt x="2336" y="6872"/>
                    <a:pt x="2336" y="6706"/>
                  </a:cubicBezTo>
                  <a:cubicBezTo>
                    <a:pt x="2336" y="6606"/>
                    <a:pt x="2336" y="6539"/>
                    <a:pt x="2336" y="6439"/>
                  </a:cubicBezTo>
                  <a:cubicBezTo>
                    <a:pt x="2402" y="5471"/>
                    <a:pt x="2803" y="4571"/>
                    <a:pt x="3470" y="3870"/>
                  </a:cubicBezTo>
                  <a:cubicBezTo>
                    <a:pt x="3670" y="3637"/>
                    <a:pt x="3904" y="3470"/>
                    <a:pt x="4137" y="3303"/>
                  </a:cubicBezTo>
                  <a:cubicBezTo>
                    <a:pt x="4237" y="3270"/>
                    <a:pt x="4304" y="3237"/>
                    <a:pt x="4371" y="3203"/>
                  </a:cubicBezTo>
                  <a:cubicBezTo>
                    <a:pt x="4535" y="3121"/>
                    <a:pt x="4722" y="3061"/>
                    <a:pt x="4914" y="3061"/>
                  </a:cubicBezTo>
                  <a:close/>
                  <a:moveTo>
                    <a:pt x="6172" y="1"/>
                  </a:moveTo>
                  <a:lnTo>
                    <a:pt x="5271" y="101"/>
                  </a:lnTo>
                  <a:cubicBezTo>
                    <a:pt x="5171" y="101"/>
                    <a:pt x="5104" y="168"/>
                    <a:pt x="5071" y="234"/>
                  </a:cubicBezTo>
                  <a:lnTo>
                    <a:pt x="4571" y="1535"/>
                  </a:lnTo>
                  <a:cubicBezTo>
                    <a:pt x="4537" y="1635"/>
                    <a:pt x="4471" y="1702"/>
                    <a:pt x="4371" y="1735"/>
                  </a:cubicBezTo>
                  <a:cubicBezTo>
                    <a:pt x="4170" y="1836"/>
                    <a:pt x="4004" y="1936"/>
                    <a:pt x="3803" y="2069"/>
                  </a:cubicBezTo>
                  <a:cubicBezTo>
                    <a:pt x="3770" y="2102"/>
                    <a:pt x="3737" y="2119"/>
                    <a:pt x="3708" y="2119"/>
                  </a:cubicBezTo>
                  <a:cubicBezTo>
                    <a:pt x="3678" y="2119"/>
                    <a:pt x="3653" y="2102"/>
                    <a:pt x="3637" y="2069"/>
                  </a:cubicBezTo>
                  <a:lnTo>
                    <a:pt x="3170" y="1369"/>
                  </a:lnTo>
                  <a:cubicBezTo>
                    <a:pt x="3156" y="1340"/>
                    <a:pt x="3130" y="1330"/>
                    <a:pt x="3102" y="1330"/>
                  </a:cubicBezTo>
                  <a:cubicBezTo>
                    <a:pt x="3064" y="1330"/>
                    <a:pt x="3022" y="1349"/>
                    <a:pt x="3003" y="1369"/>
                  </a:cubicBezTo>
                  <a:lnTo>
                    <a:pt x="2002" y="2436"/>
                  </a:lnTo>
                  <a:cubicBezTo>
                    <a:pt x="1935" y="2503"/>
                    <a:pt x="1902" y="2569"/>
                    <a:pt x="1902" y="2636"/>
                  </a:cubicBezTo>
                  <a:lnTo>
                    <a:pt x="2202" y="3603"/>
                  </a:lnTo>
                  <a:cubicBezTo>
                    <a:pt x="2202" y="3670"/>
                    <a:pt x="2202" y="3737"/>
                    <a:pt x="2136" y="3804"/>
                  </a:cubicBezTo>
                  <a:cubicBezTo>
                    <a:pt x="1969" y="4070"/>
                    <a:pt x="1835" y="4337"/>
                    <a:pt x="1702" y="4604"/>
                  </a:cubicBezTo>
                  <a:cubicBezTo>
                    <a:pt x="1635" y="4704"/>
                    <a:pt x="1569" y="4738"/>
                    <a:pt x="1468" y="4771"/>
                  </a:cubicBezTo>
                  <a:lnTo>
                    <a:pt x="635" y="4971"/>
                  </a:lnTo>
                  <a:cubicBezTo>
                    <a:pt x="534" y="5004"/>
                    <a:pt x="468" y="5071"/>
                    <a:pt x="434" y="5138"/>
                  </a:cubicBezTo>
                  <a:lnTo>
                    <a:pt x="34" y="6572"/>
                  </a:lnTo>
                  <a:cubicBezTo>
                    <a:pt x="1" y="6639"/>
                    <a:pt x="67" y="6706"/>
                    <a:pt x="134" y="6706"/>
                  </a:cubicBezTo>
                  <a:lnTo>
                    <a:pt x="901" y="6772"/>
                  </a:lnTo>
                  <a:cubicBezTo>
                    <a:pt x="914" y="6766"/>
                    <a:pt x="926" y="6764"/>
                    <a:pt x="938" y="6764"/>
                  </a:cubicBezTo>
                  <a:cubicBezTo>
                    <a:pt x="990" y="6764"/>
                    <a:pt x="1035" y="6818"/>
                    <a:pt x="1035" y="6872"/>
                  </a:cubicBezTo>
                  <a:cubicBezTo>
                    <a:pt x="1001" y="7139"/>
                    <a:pt x="1001" y="7373"/>
                    <a:pt x="1035" y="7640"/>
                  </a:cubicBezTo>
                  <a:cubicBezTo>
                    <a:pt x="1035" y="7706"/>
                    <a:pt x="1001" y="7806"/>
                    <a:pt x="968" y="7873"/>
                  </a:cubicBezTo>
                  <a:lnTo>
                    <a:pt x="67" y="8907"/>
                  </a:lnTo>
                  <a:cubicBezTo>
                    <a:pt x="34" y="8974"/>
                    <a:pt x="1" y="9041"/>
                    <a:pt x="34" y="9141"/>
                  </a:cubicBezTo>
                  <a:lnTo>
                    <a:pt x="434" y="10041"/>
                  </a:lnTo>
                  <a:cubicBezTo>
                    <a:pt x="468" y="10041"/>
                    <a:pt x="468" y="10075"/>
                    <a:pt x="468" y="10075"/>
                  </a:cubicBezTo>
                  <a:lnTo>
                    <a:pt x="501" y="10075"/>
                  </a:lnTo>
                  <a:cubicBezTo>
                    <a:pt x="534" y="10075"/>
                    <a:pt x="568" y="10041"/>
                    <a:pt x="601" y="10041"/>
                  </a:cubicBezTo>
                  <a:lnTo>
                    <a:pt x="1535" y="9207"/>
                  </a:lnTo>
                  <a:cubicBezTo>
                    <a:pt x="1584" y="9159"/>
                    <a:pt x="1633" y="9128"/>
                    <a:pt x="1682" y="9128"/>
                  </a:cubicBezTo>
                  <a:cubicBezTo>
                    <a:pt x="1700" y="9128"/>
                    <a:pt x="1717" y="9132"/>
                    <a:pt x="1735" y="9141"/>
                  </a:cubicBezTo>
                  <a:cubicBezTo>
                    <a:pt x="1869" y="9241"/>
                    <a:pt x="2002" y="9341"/>
                    <a:pt x="2169" y="9374"/>
                  </a:cubicBezTo>
                  <a:cubicBezTo>
                    <a:pt x="2236" y="9408"/>
                    <a:pt x="2269" y="9474"/>
                    <a:pt x="2236" y="9541"/>
                  </a:cubicBezTo>
                  <a:lnTo>
                    <a:pt x="1969" y="10842"/>
                  </a:lnTo>
                  <a:cubicBezTo>
                    <a:pt x="1935" y="10875"/>
                    <a:pt x="1969" y="10909"/>
                    <a:pt x="2002" y="10942"/>
                  </a:cubicBezTo>
                  <a:lnTo>
                    <a:pt x="2102" y="10942"/>
                  </a:lnTo>
                  <a:lnTo>
                    <a:pt x="3003" y="10842"/>
                  </a:lnTo>
                  <a:cubicBezTo>
                    <a:pt x="3070" y="10842"/>
                    <a:pt x="3136" y="10775"/>
                    <a:pt x="3203" y="10709"/>
                  </a:cubicBezTo>
                  <a:lnTo>
                    <a:pt x="3670" y="9408"/>
                  </a:lnTo>
                  <a:cubicBezTo>
                    <a:pt x="3737" y="9308"/>
                    <a:pt x="3803" y="9241"/>
                    <a:pt x="3870" y="9207"/>
                  </a:cubicBezTo>
                  <a:cubicBezTo>
                    <a:pt x="3970" y="9141"/>
                    <a:pt x="4070" y="9107"/>
                    <a:pt x="4170" y="9041"/>
                  </a:cubicBezTo>
                  <a:cubicBezTo>
                    <a:pt x="4270" y="9007"/>
                    <a:pt x="4337" y="8941"/>
                    <a:pt x="4437" y="8874"/>
                  </a:cubicBezTo>
                  <a:cubicBezTo>
                    <a:pt x="4487" y="8841"/>
                    <a:pt x="4529" y="8824"/>
                    <a:pt x="4562" y="8824"/>
                  </a:cubicBezTo>
                  <a:cubicBezTo>
                    <a:pt x="4596" y="8824"/>
                    <a:pt x="4621" y="8841"/>
                    <a:pt x="4637" y="8874"/>
                  </a:cubicBezTo>
                  <a:lnTo>
                    <a:pt x="5104" y="9574"/>
                  </a:lnTo>
                  <a:cubicBezTo>
                    <a:pt x="5114" y="9584"/>
                    <a:pt x="5127" y="9588"/>
                    <a:pt x="5141" y="9588"/>
                  </a:cubicBezTo>
                  <a:cubicBezTo>
                    <a:pt x="5174" y="9588"/>
                    <a:pt x="5214" y="9565"/>
                    <a:pt x="5238" y="9541"/>
                  </a:cubicBezTo>
                  <a:lnTo>
                    <a:pt x="6239" y="8507"/>
                  </a:lnTo>
                  <a:cubicBezTo>
                    <a:pt x="6305" y="8440"/>
                    <a:pt x="6339" y="8340"/>
                    <a:pt x="6305" y="8273"/>
                  </a:cubicBezTo>
                  <a:lnTo>
                    <a:pt x="6038" y="7339"/>
                  </a:lnTo>
                  <a:cubicBezTo>
                    <a:pt x="6038" y="7273"/>
                    <a:pt x="6038" y="7173"/>
                    <a:pt x="6105" y="7106"/>
                  </a:cubicBezTo>
                  <a:cubicBezTo>
                    <a:pt x="6272" y="6839"/>
                    <a:pt x="6405" y="6572"/>
                    <a:pt x="6539" y="6305"/>
                  </a:cubicBezTo>
                  <a:cubicBezTo>
                    <a:pt x="6605" y="6239"/>
                    <a:pt x="6672" y="6172"/>
                    <a:pt x="6772" y="6172"/>
                  </a:cubicBezTo>
                  <a:lnTo>
                    <a:pt x="7606" y="5938"/>
                  </a:lnTo>
                  <a:cubicBezTo>
                    <a:pt x="7673" y="5938"/>
                    <a:pt x="7773" y="5872"/>
                    <a:pt x="7806" y="5805"/>
                  </a:cubicBezTo>
                  <a:lnTo>
                    <a:pt x="8207" y="4337"/>
                  </a:lnTo>
                  <a:cubicBezTo>
                    <a:pt x="8240" y="4304"/>
                    <a:pt x="8207" y="4271"/>
                    <a:pt x="8173" y="4237"/>
                  </a:cubicBezTo>
                  <a:lnTo>
                    <a:pt x="8140" y="4237"/>
                  </a:lnTo>
                  <a:lnTo>
                    <a:pt x="7339" y="4204"/>
                  </a:lnTo>
                  <a:cubicBezTo>
                    <a:pt x="7273" y="4204"/>
                    <a:pt x="7206" y="4137"/>
                    <a:pt x="7239" y="4070"/>
                  </a:cubicBezTo>
                  <a:lnTo>
                    <a:pt x="7239" y="3704"/>
                  </a:lnTo>
                  <a:lnTo>
                    <a:pt x="7239" y="3303"/>
                  </a:lnTo>
                  <a:cubicBezTo>
                    <a:pt x="7239" y="3237"/>
                    <a:pt x="7239" y="3136"/>
                    <a:pt x="7306" y="3070"/>
                  </a:cubicBezTo>
                  <a:lnTo>
                    <a:pt x="8173" y="2036"/>
                  </a:lnTo>
                  <a:cubicBezTo>
                    <a:pt x="8240" y="1969"/>
                    <a:pt x="8240" y="1902"/>
                    <a:pt x="8240" y="1802"/>
                  </a:cubicBezTo>
                  <a:lnTo>
                    <a:pt x="7806" y="902"/>
                  </a:lnTo>
                  <a:cubicBezTo>
                    <a:pt x="7806" y="902"/>
                    <a:pt x="7806" y="868"/>
                    <a:pt x="7773" y="868"/>
                  </a:cubicBezTo>
                  <a:cubicBezTo>
                    <a:pt x="7740" y="868"/>
                    <a:pt x="7706" y="868"/>
                    <a:pt x="7640" y="902"/>
                  </a:cubicBezTo>
                  <a:lnTo>
                    <a:pt x="6739" y="1735"/>
                  </a:lnTo>
                  <a:cubicBezTo>
                    <a:pt x="6698" y="1777"/>
                    <a:pt x="6656" y="1805"/>
                    <a:pt x="6615" y="1805"/>
                  </a:cubicBezTo>
                  <a:cubicBezTo>
                    <a:pt x="6590" y="1805"/>
                    <a:pt x="6564" y="1794"/>
                    <a:pt x="6539" y="1769"/>
                  </a:cubicBezTo>
                  <a:cubicBezTo>
                    <a:pt x="6405" y="1669"/>
                    <a:pt x="6272" y="1602"/>
                    <a:pt x="6105" y="1569"/>
                  </a:cubicBezTo>
                  <a:cubicBezTo>
                    <a:pt x="6038" y="1535"/>
                    <a:pt x="6005" y="1469"/>
                    <a:pt x="6005" y="1402"/>
                  </a:cubicBezTo>
                  <a:lnTo>
                    <a:pt x="6305" y="101"/>
                  </a:lnTo>
                  <a:cubicBezTo>
                    <a:pt x="6305" y="68"/>
                    <a:pt x="6305" y="34"/>
                    <a:pt x="62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44"/>
          <p:cNvSpPr txBox="1"/>
          <p:nvPr>
            <p:ph idx="1" type="body"/>
          </p:nvPr>
        </p:nvSpPr>
        <p:spPr>
          <a:xfrm>
            <a:off x="422425" y="912700"/>
            <a:ext cx="3414000" cy="3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 principal:</a:t>
            </a:r>
            <a:endParaRPr b="1"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Gestionar de forma eficiente el inventario informático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Objetivos específicos:</a:t>
            </a:r>
            <a:endParaRPr b="1"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Registrar activos</a:t>
            </a:r>
            <a:b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• Gestionar incidencias</a:t>
            </a:r>
            <a:b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• Controlar ubicaciones</a:t>
            </a:r>
            <a:b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• Mantener historial de movimientos</a:t>
            </a:r>
            <a:b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• Mejorar la trazabilidad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9" name="Google Shape;1389;p44" title="Objective-PNG-Pic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0825" y="823675"/>
            <a:ext cx="5002776" cy="3276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45"/>
          <p:cNvSpPr txBox="1"/>
          <p:nvPr>
            <p:ph idx="2" type="title"/>
          </p:nvPr>
        </p:nvSpPr>
        <p:spPr>
          <a:xfrm flipH="1">
            <a:off x="616300" y="3795175"/>
            <a:ext cx="1635300" cy="988500"/>
          </a:xfrm>
          <a:prstGeom prst="rect">
            <a:avLst/>
          </a:prstGeom>
        </p:spPr>
        <p:txBody>
          <a:bodyPr anchorCtr="0" anchor="b" bIns="91425" lIns="91425" spcFirstLastPara="1" rIns="11255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  <a:endParaRPr/>
          </a:p>
        </p:txBody>
      </p:sp>
      <p:sp>
        <p:nvSpPr>
          <p:cNvPr id="1395" name="Google Shape;1395;p45"/>
          <p:cNvSpPr txBox="1"/>
          <p:nvPr>
            <p:ph type="title"/>
          </p:nvPr>
        </p:nvSpPr>
        <p:spPr>
          <a:xfrm flipH="1">
            <a:off x="72950" y="246700"/>
            <a:ext cx="6402000" cy="32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ARQUITECTURA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DEL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SISTEMA 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396" name="Google Shape;1396;p45"/>
          <p:cNvGrpSpPr/>
          <p:nvPr/>
        </p:nvGrpSpPr>
        <p:grpSpPr>
          <a:xfrm>
            <a:off x="5313079" y="871955"/>
            <a:ext cx="3093441" cy="2952953"/>
            <a:chOff x="1410350" y="458825"/>
            <a:chExt cx="4602650" cy="4394275"/>
          </a:xfrm>
        </p:grpSpPr>
        <p:sp>
          <p:nvSpPr>
            <p:cNvPr id="1397" name="Google Shape;1397;p45"/>
            <p:cNvSpPr/>
            <p:nvPr/>
          </p:nvSpPr>
          <p:spPr>
            <a:xfrm>
              <a:off x="1758925" y="3935750"/>
              <a:ext cx="1210050" cy="698875"/>
            </a:xfrm>
            <a:custGeom>
              <a:rect b="b" l="l" r="r" t="t"/>
              <a:pathLst>
                <a:path extrusionOk="0" h="27955" w="48402">
                  <a:moveTo>
                    <a:pt x="24185" y="1"/>
                  </a:moveTo>
                  <a:cubicBezTo>
                    <a:pt x="10842" y="1"/>
                    <a:pt x="1" y="6272"/>
                    <a:pt x="1" y="13978"/>
                  </a:cubicBezTo>
                  <a:cubicBezTo>
                    <a:pt x="1" y="21716"/>
                    <a:pt x="10842" y="27954"/>
                    <a:pt x="24185" y="27954"/>
                  </a:cubicBezTo>
                  <a:cubicBezTo>
                    <a:pt x="37561" y="27954"/>
                    <a:pt x="48402" y="21716"/>
                    <a:pt x="48402" y="13978"/>
                  </a:cubicBezTo>
                  <a:cubicBezTo>
                    <a:pt x="48402" y="6272"/>
                    <a:pt x="37561" y="1"/>
                    <a:pt x="24185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45"/>
            <p:cNvSpPr/>
            <p:nvPr/>
          </p:nvSpPr>
          <p:spPr>
            <a:xfrm>
              <a:off x="1522225" y="3195650"/>
              <a:ext cx="531950" cy="799350"/>
            </a:xfrm>
            <a:custGeom>
              <a:rect b="b" l="l" r="r" t="t"/>
              <a:pathLst>
                <a:path extrusionOk="0" h="31974" w="21278">
                  <a:moveTo>
                    <a:pt x="6424" y="0"/>
                  </a:moveTo>
                  <a:cubicBezTo>
                    <a:pt x="2958" y="0"/>
                    <a:pt x="1" y="2810"/>
                    <a:pt x="2797" y="6522"/>
                  </a:cubicBezTo>
                  <a:cubicBezTo>
                    <a:pt x="6366" y="11258"/>
                    <a:pt x="16374" y="17830"/>
                    <a:pt x="15973" y="29872"/>
                  </a:cubicBezTo>
                  <a:lnTo>
                    <a:pt x="20677" y="31973"/>
                  </a:lnTo>
                  <a:cubicBezTo>
                    <a:pt x="20677" y="31973"/>
                    <a:pt x="21277" y="23267"/>
                    <a:pt x="20043" y="16462"/>
                  </a:cubicBezTo>
                  <a:cubicBezTo>
                    <a:pt x="18775" y="9691"/>
                    <a:pt x="13605" y="2852"/>
                    <a:pt x="9302" y="684"/>
                  </a:cubicBezTo>
                  <a:cubicBezTo>
                    <a:pt x="8377" y="215"/>
                    <a:pt x="7381" y="0"/>
                    <a:pt x="642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45"/>
            <p:cNvSpPr/>
            <p:nvPr/>
          </p:nvSpPr>
          <p:spPr>
            <a:xfrm>
              <a:off x="1522225" y="3195650"/>
              <a:ext cx="531950" cy="799350"/>
            </a:xfrm>
            <a:custGeom>
              <a:rect b="b" l="l" r="r" t="t"/>
              <a:pathLst>
                <a:path extrusionOk="0" h="31974" w="21278">
                  <a:moveTo>
                    <a:pt x="6424" y="0"/>
                  </a:moveTo>
                  <a:cubicBezTo>
                    <a:pt x="2958" y="0"/>
                    <a:pt x="1" y="2810"/>
                    <a:pt x="2797" y="6522"/>
                  </a:cubicBezTo>
                  <a:cubicBezTo>
                    <a:pt x="6366" y="11258"/>
                    <a:pt x="16374" y="17830"/>
                    <a:pt x="15973" y="29872"/>
                  </a:cubicBezTo>
                  <a:lnTo>
                    <a:pt x="20677" y="31973"/>
                  </a:lnTo>
                  <a:cubicBezTo>
                    <a:pt x="20677" y="31973"/>
                    <a:pt x="21277" y="23267"/>
                    <a:pt x="20043" y="16462"/>
                  </a:cubicBezTo>
                  <a:cubicBezTo>
                    <a:pt x="18775" y="9691"/>
                    <a:pt x="13605" y="2852"/>
                    <a:pt x="9302" y="684"/>
                  </a:cubicBezTo>
                  <a:cubicBezTo>
                    <a:pt x="8377" y="215"/>
                    <a:pt x="7381" y="0"/>
                    <a:pt x="642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45"/>
            <p:cNvSpPr/>
            <p:nvPr/>
          </p:nvSpPr>
          <p:spPr>
            <a:xfrm>
              <a:off x="1704725" y="3274425"/>
              <a:ext cx="308575" cy="560450"/>
            </a:xfrm>
            <a:custGeom>
              <a:rect b="b" l="l" r="r" t="t"/>
              <a:pathLst>
                <a:path extrusionOk="0" h="22418" w="12343">
                  <a:moveTo>
                    <a:pt x="253" y="0"/>
                  </a:moveTo>
                  <a:cubicBezTo>
                    <a:pt x="181" y="0"/>
                    <a:pt x="110" y="37"/>
                    <a:pt x="67" y="102"/>
                  </a:cubicBezTo>
                  <a:cubicBezTo>
                    <a:pt x="0" y="202"/>
                    <a:pt x="34" y="335"/>
                    <a:pt x="134" y="402"/>
                  </a:cubicBezTo>
                  <a:cubicBezTo>
                    <a:pt x="7172" y="5506"/>
                    <a:pt x="11509" y="13545"/>
                    <a:pt x="11876" y="22218"/>
                  </a:cubicBezTo>
                  <a:cubicBezTo>
                    <a:pt x="11876" y="22351"/>
                    <a:pt x="11976" y="22418"/>
                    <a:pt x="12109" y="22418"/>
                  </a:cubicBezTo>
                  <a:cubicBezTo>
                    <a:pt x="12242" y="22418"/>
                    <a:pt x="12343" y="22318"/>
                    <a:pt x="12309" y="22184"/>
                  </a:cubicBezTo>
                  <a:cubicBezTo>
                    <a:pt x="11942" y="13378"/>
                    <a:pt x="7539" y="5205"/>
                    <a:pt x="367" y="35"/>
                  </a:cubicBezTo>
                  <a:cubicBezTo>
                    <a:pt x="332" y="11"/>
                    <a:pt x="292" y="0"/>
                    <a:pt x="2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45"/>
            <p:cNvSpPr/>
            <p:nvPr/>
          </p:nvSpPr>
          <p:spPr>
            <a:xfrm>
              <a:off x="1410350" y="3567025"/>
              <a:ext cx="682175" cy="701325"/>
            </a:xfrm>
            <a:custGeom>
              <a:rect b="b" l="l" r="r" t="t"/>
              <a:pathLst>
                <a:path extrusionOk="0" h="28053" w="27287">
                  <a:moveTo>
                    <a:pt x="4462" y="1"/>
                  </a:moveTo>
                  <a:cubicBezTo>
                    <a:pt x="3571" y="1"/>
                    <a:pt x="2727" y="247"/>
                    <a:pt x="2035" y="873"/>
                  </a:cubicBezTo>
                  <a:cubicBezTo>
                    <a:pt x="0" y="2641"/>
                    <a:pt x="2736" y="6244"/>
                    <a:pt x="4870" y="7878"/>
                  </a:cubicBezTo>
                  <a:cubicBezTo>
                    <a:pt x="5971" y="8712"/>
                    <a:pt x="6271" y="9379"/>
                    <a:pt x="5471" y="10480"/>
                  </a:cubicBezTo>
                  <a:cubicBezTo>
                    <a:pt x="5004" y="11114"/>
                    <a:pt x="4770" y="11514"/>
                    <a:pt x="4303" y="12148"/>
                  </a:cubicBezTo>
                  <a:cubicBezTo>
                    <a:pt x="3870" y="12748"/>
                    <a:pt x="3670" y="13516"/>
                    <a:pt x="3736" y="14250"/>
                  </a:cubicBezTo>
                  <a:cubicBezTo>
                    <a:pt x="3903" y="15384"/>
                    <a:pt x="4837" y="16184"/>
                    <a:pt x="5871" y="16651"/>
                  </a:cubicBezTo>
                  <a:cubicBezTo>
                    <a:pt x="6905" y="17085"/>
                    <a:pt x="8006" y="17285"/>
                    <a:pt x="9007" y="17785"/>
                  </a:cubicBezTo>
                  <a:cubicBezTo>
                    <a:pt x="9841" y="18186"/>
                    <a:pt x="10474" y="18886"/>
                    <a:pt x="10741" y="19787"/>
                  </a:cubicBezTo>
                  <a:cubicBezTo>
                    <a:pt x="10975" y="20721"/>
                    <a:pt x="10808" y="21688"/>
                    <a:pt x="10741" y="22656"/>
                  </a:cubicBezTo>
                  <a:cubicBezTo>
                    <a:pt x="10608" y="24890"/>
                    <a:pt x="11709" y="26258"/>
                    <a:pt x="13243" y="27192"/>
                  </a:cubicBezTo>
                  <a:cubicBezTo>
                    <a:pt x="14207" y="27802"/>
                    <a:pt x="15264" y="28052"/>
                    <a:pt x="16345" y="28052"/>
                  </a:cubicBezTo>
                  <a:cubicBezTo>
                    <a:pt x="17097" y="28052"/>
                    <a:pt x="17861" y="27931"/>
                    <a:pt x="18614" y="27726"/>
                  </a:cubicBezTo>
                  <a:cubicBezTo>
                    <a:pt x="20815" y="27059"/>
                    <a:pt x="22817" y="25891"/>
                    <a:pt x="24451" y="24290"/>
                  </a:cubicBezTo>
                  <a:cubicBezTo>
                    <a:pt x="26152" y="22656"/>
                    <a:pt x="27286" y="20254"/>
                    <a:pt x="26819" y="17919"/>
                  </a:cubicBezTo>
                  <a:cubicBezTo>
                    <a:pt x="26453" y="16151"/>
                    <a:pt x="25185" y="14650"/>
                    <a:pt x="23717" y="13582"/>
                  </a:cubicBezTo>
                  <a:cubicBezTo>
                    <a:pt x="22850" y="12949"/>
                    <a:pt x="21849" y="12382"/>
                    <a:pt x="21349" y="11414"/>
                  </a:cubicBezTo>
                  <a:cubicBezTo>
                    <a:pt x="20715" y="10213"/>
                    <a:pt x="21082" y="8746"/>
                    <a:pt x="20882" y="7411"/>
                  </a:cubicBezTo>
                  <a:cubicBezTo>
                    <a:pt x="20648" y="5977"/>
                    <a:pt x="19748" y="4743"/>
                    <a:pt x="18480" y="4076"/>
                  </a:cubicBezTo>
                  <a:cubicBezTo>
                    <a:pt x="17012" y="3308"/>
                    <a:pt x="15311" y="3375"/>
                    <a:pt x="13710" y="3275"/>
                  </a:cubicBezTo>
                  <a:cubicBezTo>
                    <a:pt x="12242" y="3242"/>
                    <a:pt x="10808" y="2741"/>
                    <a:pt x="9607" y="1941"/>
                  </a:cubicBezTo>
                  <a:cubicBezTo>
                    <a:pt x="8287" y="1023"/>
                    <a:pt x="6277" y="1"/>
                    <a:pt x="446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45"/>
            <p:cNvSpPr/>
            <p:nvPr/>
          </p:nvSpPr>
          <p:spPr>
            <a:xfrm>
              <a:off x="1524875" y="3615475"/>
              <a:ext cx="405875" cy="535475"/>
            </a:xfrm>
            <a:custGeom>
              <a:rect b="b" l="l" r="r" t="t"/>
              <a:pathLst>
                <a:path extrusionOk="0" h="21419" w="16235">
                  <a:moveTo>
                    <a:pt x="394" y="1"/>
                  </a:moveTo>
                  <a:cubicBezTo>
                    <a:pt x="156" y="1"/>
                    <a:pt x="0" y="361"/>
                    <a:pt x="256" y="503"/>
                  </a:cubicBezTo>
                  <a:cubicBezTo>
                    <a:pt x="356" y="536"/>
                    <a:pt x="8095" y="4940"/>
                    <a:pt x="12698" y="12845"/>
                  </a:cubicBezTo>
                  <a:cubicBezTo>
                    <a:pt x="10497" y="11719"/>
                    <a:pt x="8070" y="11157"/>
                    <a:pt x="5615" y="11157"/>
                  </a:cubicBezTo>
                  <a:cubicBezTo>
                    <a:pt x="4797" y="11157"/>
                    <a:pt x="3975" y="11219"/>
                    <a:pt x="3158" y="11344"/>
                  </a:cubicBezTo>
                  <a:cubicBezTo>
                    <a:pt x="2821" y="11375"/>
                    <a:pt x="2906" y="11856"/>
                    <a:pt x="3181" y="11856"/>
                  </a:cubicBezTo>
                  <a:cubicBezTo>
                    <a:pt x="3206" y="11856"/>
                    <a:pt x="3231" y="11853"/>
                    <a:pt x="3258" y="11845"/>
                  </a:cubicBezTo>
                  <a:cubicBezTo>
                    <a:pt x="4029" y="11724"/>
                    <a:pt x="4803" y="11664"/>
                    <a:pt x="5574" y="11664"/>
                  </a:cubicBezTo>
                  <a:cubicBezTo>
                    <a:pt x="8208" y="11664"/>
                    <a:pt x="10810" y="12356"/>
                    <a:pt x="13132" y="13646"/>
                  </a:cubicBezTo>
                  <a:cubicBezTo>
                    <a:pt x="14433" y="16014"/>
                    <a:pt x="15300" y="18583"/>
                    <a:pt x="15734" y="21218"/>
                  </a:cubicBezTo>
                  <a:cubicBezTo>
                    <a:pt x="15734" y="21318"/>
                    <a:pt x="15834" y="21418"/>
                    <a:pt x="15934" y="21418"/>
                  </a:cubicBezTo>
                  <a:lnTo>
                    <a:pt x="16034" y="21418"/>
                  </a:lnTo>
                  <a:cubicBezTo>
                    <a:pt x="16167" y="21418"/>
                    <a:pt x="16234" y="21285"/>
                    <a:pt x="16234" y="21151"/>
                  </a:cubicBezTo>
                  <a:cubicBezTo>
                    <a:pt x="15767" y="18449"/>
                    <a:pt x="14900" y="15847"/>
                    <a:pt x="13599" y="13446"/>
                  </a:cubicBezTo>
                  <a:cubicBezTo>
                    <a:pt x="13566" y="13379"/>
                    <a:pt x="13566" y="13346"/>
                    <a:pt x="13532" y="13312"/>
                  </a:cubicBezTo>
                  <a:cubicBezTo>
                    <a:pt x="13032" y="12412"/>
                    <a:pt x="12465" y="11511"/>
                    <a:pt x="11898" y="10644"/>
                  </a:cubicBezTo>
                  <a:cubicBezTo>
                    <a:pt x="11931" y="10243"/>
                    <a:pt x="12131" y="7308"/>
                    <a:pt x="13032" y="5040"/>
                  </a:cubicBezTo>
                  <a:cubicBezTo>
                    <a:pt x="13095" y="4851"/>
                    <a:pt x="12946" y="4715"/>
                    <a:pt x="12794" y="4715"/>
                  </a:cubicBezTo>
                  <a:cubicBezTo>
                    <a:pt x="12705" y="4715"/>
                    <a:pt x="12614" y="4762"/>
                    <a:pt x="12565" y="4873"/>
                  </a:cubicBezTo>
                  <a:cubicBezTo>
                    <a:pt x="11964" y="6541"/>
                    <a:pt x="11598" y="8242"/>
                    <a:pt x="11431" y="10010"/>
                  </a:cubicBezTo>
                  <a:cubicBezTo>
                    <a:pt x="8462" y="6007"/>
                    <a:pt x="4759" y="2638"/>
                    <a:pt x="523" y="36"/>
                  </a:cubicBezTo>
                  <a:cubicBezTo>
                    <a:pt x="479" y="11"/>
                    <a:pt x="435" y="1"/>
                    <a:pt x="3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45"/>
            <p:cNvSpPr/>
            <p:nvPr/>
          </p:nvSpPr>
          <p:spPr>
            <a:xfrm>
              <a:off x="1974075" y="2335450"/>
              <a:ext cx="836375" cy="2011275"/>
            </a:xfrm>
            <a:custGeom>
              <a:rect b="b" l="l" r="r" t="t"/>
              <a:pathLst>
                <a:path extrusionOk="0" h="80451" w="33455">
                  <a:moveTo>
                    <a:pt x="7473" y="0"/>
                  </a:moveTo>
                  <a:cubicBezTo>
                    <a:pt x="4671" y="5905"/>
                    <a:pt x="4170" y="9440"/>
                    <a:pt x="4037" y="14444"/>
                  </a:cubicBezTo>
                  <a:cubicBezTo>
                    <a:pt x="3837" y="24818"/>
                    <a:pt x="2869" y="37060"/>
                    <a:pt x="2869" y="37060"/>
                  </a:cubicBezTo>
                  <a:cubicBezTo>
                    <a:pt x="2736" y="38228"/>
                    <a:pt x="1702" y="40596"/>
                    <a:pt x="935" y="45766"/>
                  </a:cubicBezTo>
                  <a:cubicBezTo>
                    <a:pt x="34" y="51804"/>
                    <a:pt x="601" y="67716"/>
                    <a:pt x="601" y="67716"/>
                  </a:cubicBezTo>
                  <a:lnTo>
                    <a:pt x="568" y="68449"/>
                  </a:lnTo>
                  <a:cubicBezTo>
                    <a:pt x="534" y="69283"/>
                    <a:pt x="1" y="76122"/>
                    <a:pt x="334" y="78356"/>
                  </a:cubicBezTo>
                  <a:cubicBezTo>
                    <a:pt x="556" y="79687"/>
                    <a:pt x="1415" y="80451"/>
                    <a:pt x="2281" y="80451"/>
                  </a:cubicBezTo>
                  <a:cubicBezTo>
                    <a:pt x="3109" y="80451"/>
                    <a:pt x="3944" y="79754"/>
                    <a:pt x="4237" y="78190"/>
                  </a:cubicBezTo>
                  <a:cubicBezTo>
                    <a:pt x="4537" y="76655"/>
                    <a:pt x="4904" y="69350"/>
                    <a:pt x="4938" y="68650"/>
                  </a:cubicBezTo>
                  <a:lnTo>
                    <a:pt x="5004" y="68116"/>
                  </a:lnTo>
                  <a:cubicBezTo>
                    <a:pt x="5204" y="66615"/>
                    <a:pt x="5538" y="65581"/>
                    <a:pt x="6172" y="63312"/>
                  </a:cubicBezTo>
                  <a:cubicBezTo>
                    <a:pt x="7906" y="57208"/>
                    <a:pt x="10675" y="43765"/>
                    <a:pt x="11509" y="39162"/>
                  </a:cubicBezTo>
                  <a:cubicBezTo>
                    <a:pt x="12176" y="35392"/>
                    <a:pt x="14211" y="27987"/>
                    <a:pt x="15312" y="24051"/>
                  </a:cubicBezTo>
                  <a:lnTo>
                    <a:pt x="17914" y="39962"/>
                  </a:lnTo>
                  <a:cubicBezTo>
                    <a:pt x="17914" y="39962"/>
                    <a:pt x="17713" y="43131"/>
                    <a:pt x="17713" y="45433"/>
                  </a:cubicBezTo>
                  <a:cubicBezTo>
                    <a:pt x="17713" y="50236"/>
                    <a:pt x="21149" y="63879"/>
                    <a:pt x="21283" y="65547"/>
                  </a:cubicBezTo>
                  <a:cubicBezTo>
                    <a:pt x="21082" y="66348"/>
                    <a:pt x="20615" y="66882"/>
                    <a:pt x="20615" y="68283"/>
                  </a:cubicBezTo>
                  <a:cubicBezTo>
                    <a:pt x="20615" y="69083"/>
                    <a:pt x="21316" y="70117"/>
                    <a:pt x="23084" y="72586"/>
                  </a:cubicBezTo>
                  <a:cubicBezTo>
                    <a:pt x="23618" y="73286"/>
                    <a:pt x="23951" y="75788"/>
                    <a:pt x="24452" y="76488"/>
                  </a:cubicBezTo>
                  <a:cubicBezTo>
                    <a:pt x="25219" y="77589"/>
                    <a:pt x="27921" y="78290"/>
                    <a:pt x="29689" y="78523"/>
                  </a:cubicBezTo>
                  <a:cubicBezTo>
                    <a:pt x="29903" y="78553"/>
                    <a:pt x="30127" y="78568"/>
                    <a:pt x="30352" y="78568"/>
                  </a:cubicBezTo>
                  <a:cubicBezTo>
                    <a:pt x="31876" y="78568"/>
                    <a:pt x="33454" y="77898"/>
                    <a:pt x="32524" y="76822"/>
                  </a:cubicBezTo>
                  <a:cubicBezTo>
                    <a:pt x="32190" y="76355"/>
                    <a:pt x="29722" y="74153"/>
                    <a:pt x="29355" y="73720"/>
                  </a:cubicBezTo>
                  <a:cubicBezTo>
                    <a:pt x="28221" y="72352"/>
                    <a:pt x="27320" y="70818"/>
                    <a:pt x="26686" y="69183"/>
                  </a:cubicBezTo>
                  <a:cubicBezTo>
                    <a:pt x="26186" y="67882"/>
                    <a:pt x="26019" y="67315"/>
                    <a:pt x="26019" y="66548"/>
                  </a:cubicBezTo>
                  <a:lnTo>
                    <a:pt x="26053" y="65814"/>
                  </a:lnTo>
                  <a:cubicBezTo>
                    <a:pt x="26053" y="65814"/>
                    <a:pt x="26553" y="53872"/>
                    <a:pt x="26453" y="40196"/>
                  </a:cubicBezTo>
                  <a:cubicBezTo>
                    <a:pt x="26353" y="24585"/>
                    <a:pt x="24952" y="6739"/>
                    <a:pt x="24618" y="4103"/>
                  </a:cubicBezTo>
                  <a:lnTo>
                    <a:pt x="7473" y="0"/>
                  </a:ln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45"/>
            <p:cNvSpPr/>
            <p:nvPr/>
          </p:nvSpPr>
          <p:spPr>
            <a:xfrm>
              <a:off x="1978250" y="2292075"/>
              <a:ext cx="671350" cy="1469500"/>
            </a:xfrm>
            <a:custGeom>
              <a:rect b="b" l="l" r="r" t="t"/>
              <a:pathLst>
                <a:path extrusionOk="0" h="58780" w="26854">
                  <a:moveTo>
                    <a:pt x="6372" y="1"/>
                  </a:moveTo>
                  <a:lnTo>
                    <a:pt x="6272" y="1102"/>
                  </a:lnTo>
                  <a:cubicBezTo>
                    <a:pt x="5404" y="3136"/>
                    <a:pt x="3370" y="5805"/>
                    <a:pt x="2369" y="11042"/>
                  </a:cubicBezTo>
                  <a:cubicBezTo>
                    <a:pt x="1869" y="13644"/>
                    <a:pt x="2069" y="16179"/>
                    <a:pt x="2035" y="19748"/>
                  </a:cubicBezTo>
                  <a:cubicBezTo>
                    <a:pt x="2002" y="24952"/>
                    <a:pt x="2669" y="35560"/>
                    <a:pt x="2469" y="37961"/>
                  </a:cubicBezTo>
                  <a:cubicBezTo>
                    <a:pt x="2269" y="40363"/>
                    <a:pt x="1035" y="43198"/>
                    <a:pt x="534" y="46834"/>
                  </a:cubicBezTo>
                  <a:cubicBezTo>
                    <a:pt x="1" y="50504"/>
                    <a:pt x="67" y="57175"/>
                    <a:pt x="67" y="57175"/>
                  </a:cubicBezTo>
                  <a:cubicBezTo>
                    <a:pt x="67" y="57175"/>
                    <a:pt x="1068" y="58376"/>
                    <a:pt x="3570" y="58743"/>
                  </a:cubicBezTo>
                  <a:cubicBezTo>
                    <a:pt x="3808" y="58768"/>
                    <a:pt x="4047" y="58780"/>
                    <a:pt x="4285" y="58780"/>
                  </a:cubicBezTo>
                  <a:cubicBezTo>
                    <a:pt x="5643" y="58780"/>
                    <a:pt x="6976" y="58380"/>
                    <a:pt x="8140" y="57642"/>
                  </a:cubicBezTo>
                  <a:cubicBezTo>
                    <a:pt x="8140" y="57642"/>
                    <a:pt x="11442" y="44633"/>
                    <a:pt x="11809" y="42831"/>
                  </a:cubicBezTo>
                  <a:cubicBezTo>
                    <a:pt x="12209" y="40997"/>
                    <a:pt x="15111" y="26553"/>
                    <a:pt x="15111" y="26553"/>
                  </a:cubicBezTo>
                  <a:lnTo>
                    <a:pt x="17280" y="41831"/>
                  </a:lnTo>
                  <a:cubicBezTo>
                    <a:pt x="17079" y="43832"/>
                    <a:pt x="17046" y="45800"/>
                    <a:pt x="17179" y="47768"/>
                  </a:cubicBezTo>
                  <a:cubicBezTo>
                    <a:pt x="17380" y="51438"/>
                    <a:pt x="18914" y="56641"/>
                    <a:pt x="18914" y="56641"/>
                  </a:cubicBezTo>
                  <a:cubicBezTo>
                    <a:pt x="18914" y="56641"/>
                    <a:pt x="19719" y="57417"/>
                    <a:pt x="22006" y="57417"/>
                  </a:cubicBezTo>
                  <a:cubicBezTo>
                    <a:pt x="22138" y="57417"/>
                    <a:pt x="22275" y="57414"/>
                    <a:pt x="22417" y="57409"/>
                  </a:cubicBezTo>
                  <a:cubicBezTo>
                    <a:pt x="25018" y="57342"/>
                    <a:pt x="26186" y="56508"/>
                    <a:pt x="26186" y="56508"/>
                  </a:cubicBezTo>
                  <a:cubicBezTo>
                    <a:pt x="26186" y="56508"/>
                    <a:pt x="26620" y="42998"/>
                    <a:pt x="26753" y="30323"/>
                  </a:cubicBezTo>
                  <a:cubicBezTo>
                    <a:pt x="26853" y="20983"/>
                    <a:pt x="26019" y="7840"/>
                    <a:pt x="23984" y="1635"/>
                  </a:cubicBezTo>
                  <a:lnTo>
                    <a:pt x="24018" y="334"/>
                  </a:lnTo>
                  <a:lnTo>
                    <a:pt x="24018" y="334"/>
                  </a:lnTo>
                  <a:cubicBezTo>
                    <a:pt x="21847" y="1734"/>
                    <a:pt x="18833" y="2290"/>
                    <a:pt x="15867" y="2290"/>
                  </a:cubicBezTo>
                  <a:cubicBezTo>
                    <a:pt x="11906" y="2290"/>
                    <a:pt x="8031" y="1298"/>
                    <a:pt x="637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45"/>
            <p:cNvSpPr/>
            <p:nvPr/>
          </p:nvSpPr>
          <p:spPr>
            <a:xfrm>
              <a:off x="1939900" y="4028325"/>
              <a:ext cx="185150" cy="429850"/>
            </a:xfrm>
            <a:custGeom>
              <a:rect b="b" l="l" r="r" t="t"/>
              <a:pathLst>
                <a:path extrusionOk="0" h="17194" w="7406">
                  <a:moveTo>
                    <a:pt x="1968" y="1"/>
                  </a:moveTo>
                  <a:cubicBezTo>
                    <a:pt x="1168" y="1"/>
                    <a:pt x="1668" y="3136"/>
                    <a:pt x="1434" y="5138"/>
                  </a:cubicBezTo>
                  <a:cubicBezTo>
                    <a:pt x="1201" y="7272"/>
                    <a:pt x="467" y="8840"/>
                    <a:pt x="234" y="10608"/>
                  </a:cubicBezTo>
                  <a:cubicBezTo>
                    <a:pt x="0" y="12643"/>
                    <a:pt x="167" y="13477"/>
                    <a:pt x="867" y="15145"/>
                  </a:cubicBezTo>
                  <a:cubicBezTo>
                    <a:pt x="1238" y="16048"/>
                    <a:pt x="2720" y="17194"/>
                    <a:pt x="3948" y="17194"/>
                  </a:cubicBezTo>
                  <a:cubicBezTo>
                    <a:pt x="4487" y="17194"/>
                    <a:pt x="4978" y="16972"/>
                    <a:pt x="5304" y="16412"/>
                  </a:cubicBezTo>
                  <a:cubicBezTo>
                    <a:pt x="6405" y="14544"/>
                    <a:pt x="6672" y="12443"/>
                    <a:pt x="6571" y="10441"/>
                  </a:cubicBezTo>
                  <a:cubicBezTo>
                    <a:pt x="6471" y="8373"/>
                    <a:pt x="6338" y="6839"/>
                    <a:pt x="6338" y="5271"/>
                  </a:cubicBezTo>
                  <a:cubicBezTo>
                    <a:pt x="6338" y="3870"/>
                    <a:pt x="7405" y="601"/>
                    <a:pt x="6371" y="401"/>
                  </a:cubicBezTo>
                  <a:lnTo>
                    <a:pt x="6371" y="401"/>
                  </a:lnTo>
                  <a:lnTo>
                    <a:pt x="6305" y="935"/>
                  </a:lnTo>
                  <a:cubicBezTo>
                    <a:pt x="6110" y="1341"/>
                    <a:pt x="5008" y="1663"/>
                    <a:pt x="3955" y="1663"/>
                  </a:cubicBezTo>
                  <a:cubicBezTo>
                    <a:pt x="3020" y="1663"/>
                    <a:pt x="2123" y="1409"/>
                    <a:pt x="1935" y="734"/>
                  </a:cubicBezTo>
                  <a:lnTo>
                    <a:pt x="1968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45"/>
            <p:cNvSpPr/>
            <p:nvPr/>
          </p:nvSpPr>
          <p:spPr>
            <a:xfrm>
              <a:off x="2477775" y="4085025"/>
              <a:ext cx="73400" cy="134300"/>
            </a:xfrm>
            <a:custGeom>
              <a:rect b="b" l="l" r="r" t="t"/>
              <a:pathLst>
                <a:path extrusionOk="0" h="5372" w="2936">
                  <a:moveTo>
                    <a:pt x="267" y="1"/>
                  </a:moveTo>
                  <a:cubicBezTo>
                    <a:pt x="0" y="1035"/>
                    <a:pt x="234" y="3770"/>
                    <a:pt x="234" y="3770"/>
                  </a:cubicBezTo>
                  <a:cubicBezTo>
                    <a:pt x="234" y="3770"/>
                    <a:pt x="668" y="4738"/>
                    <a:pt x="2202" y="5371"/>
                  </a:cubicBezTo>
                  <a:lnTo>
                    <a:pt x="2936" y="1535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45"/>
            <p:cNvSpPr/>
            <p:nvPr/>
          </p:nvSpPr>
          <p:spPr>
            <a:xfrm>
              <a:off x="2532825" y="4116725"/>
              <a:ext cx="107600" cy="103425"/>
            </a:xfrm>
            <a:custGeom>
              <a:rect b="b" l="l" r="r" t="t"/>
              <a:pathLst>
                <a:path extrusionOk="0" h="4137" w="4304">
                  <a:moveTo>
                    <a:pt x="4303" y="0"/>
                  </a:moveTo>
                  <a:lnTo>
                    <a:pt x="434" y="1902"/>
                  </a:lnTo>
                  <a:lnTo>
                    <a:pt x="0" y="4137"/>
                  </a:lnTo>
                  <a:lnTo>
                    <a:pt x="3436" y="3036"/>
                  </a:lnTo>
                  <a:lnTo>
                    <a:pt x="43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45"/>
            <p:cNvSpPr/>
            <p:nvPr/>
          </p:nvSpPr>
          <p:spPr>
            <a:xfrm>
              <a:off x="2479450" y="3973950"/>
              <a:ext cx="350900" cy="353150"/>
            </a:xfrm>
            <a:custGeom>
              <a:rect b="b" l="l" r="r" t="t"/>
              <a:pathLst>
                <a:path extrusionOk="0" h="14126" w="14036">
                  <a:moveTo>
                    <a:pt x="1028" y="1"/>
                  </a:moveTo>
                  <a:cubicBezTo>
                    <a:pt x="744" y="1"/>
                    <a:pt x="489" y="1013"/>
                    <a:pt x="234" y="1842"/>
                  </a:cubicBezTo>
                  <a:cubicBezTo>
                    <a:pt x="0" y="2676"/>
                    <a:pt x="0" y="3610"/>
                    <a:pt x="200" y="4444"/>
                  </a:cubicBezTo>
                  <a:cubicBezTo>
                    <a:pt x="467" y="5411"/>
                    <a:pt x="1801" y="6379"/>
                    <a:pt x="2369" y="7246"/>
                  </a:cubicBezTo>
                  <a:cubicBezTo>
                    <a:pt x="2936" y="8080"/>
                    <a:pt x="3136" y="10148"/>
                    <a:pt x="3803" y="11315"/>
                  </a:cubicBezTo>
                  <a:cubicBezTo>
                    <a:pt x="4503" y="12450"/>
                    <a:pt x="7039" y="13550"/>
                    <a:pt x="8706" y="13951"/>
                  </a:cubicBezTo>
                  <a:cubicBezTo>
                    <a:pt x="9265" y="14071"/>
                    <a:pt x="9788" y="14125"/>
                    <a:pt x="10268" y="14125"/>
                  </a:cubicBezTo>
                  <a:cubicBezTo>
                    <a:pt x="12713" y="14125"/>
                    <a:pt x="14035" y="12725"/>
                    <a:pt x="13143" y="11582"/>
                  </a:cubicBezTo>
                  <a:cubicBezTo>
                    <a:pt x="12342" y="10548"/>
                    <a:pt x="9874" y="9214"/>
                    <a:pt x="8640" y="6879"/>
                  </a:cubicBezTo>
                  <a:cubicBezTo>
                    <a:pt x="7272" y="4277"/>
                    <a:pt x="6305" y="508"/>
                    <a:pt x="5838" y="274"/>
                  </a:cubicBezTo>
                  <a:lnTo>
                    <a:pt x="5804" y="1008"/>
                  </a:lnTo>
                  <a:cubicBezTo>
                    <a:pt x="5462" y="1635"/>
                    <a:pt x="4852" y="1824"/>
                    <a:pt x="4162" y="1824"/>
                  </a:cubicBezTo>
                  <a:cubicBezTo>
                    <a:pt x="4044" y="1824"/>
                    <a:pt x="3924" y="1818"/>
                    <a:pt x="3803" y="1809"/>
                  </a:cubicBezTo>
                  <a:cubicBezTo>
                    <a:pt x="2102" y="1709"/>
                    <a:pt x="1301" y="1141"/>
                    <a:pt x="1068" y="674"/>
                  </a:cubicBezTo>
                  <a:lnTo>
                    <a:pt x="1068" y="7"/>
                  </a:lnTo>
                  <a:cubicBezTo>
                    <a:pt x="1054" y="3"/>
                    <a:pt x="1041" y="1"/>
                    <a:pt x="102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45"/>
            <p:cNvSpPr/>
            <p:nvPr/>
          </p:nvSpPr>
          <p:spPr>
            <a:xfrm>
              <a:off x="1985750" y="2318775"/>
              <a:ext cx="212675" cy="1192550"/>
            </a:xfrm>
            <a:custGeom>
              <a:rect b="b" l="l" r="r" t="t"/>
              <a:pathLst>
                <a:path extrusionOk="0" h="47702" w="8507">
                  <a:moveTo>
                    <a:pt x="8107" y="0"/>
                  </a:moveTo>
                  <a:cubicBezTo>
                    <a:pt x="5605" y="5337"/>
                    <a:pt x="3670" y="10107"/>
                    <a:pt x="3503" y="18614"/>
                  </a:cubicBezTo>
                  <a:cubicBezTo>
                    <a:pt x="3470" y="20448"/>
                    <a:pt x="3437" y="22250"/>
                    <a:pt x="3437" y="23984"/>
                  </a:cubicBezTo>
                  <a:cubicBezTo>
                    <a:pt x="3370" y="30088"/>
                    <a:pt x="3303" y="35359"/>
                    <a:pt x="2436" y="37927"/>
                  </a:cubicBezTo>
                  <a:cubicBezTo>
                    <a:pt x="2269" y="38461"/>
                    <a:pt x="2069" y="39028"/>
                    <a:pt x="1835" y="39595"/>
                  </a:cubicBezTo>
                  <a:cubicBezTo>
                    <a:pt x="1569" y="40329"/>
                    <a:pt x="1302" y="41096"/>
                    <a:pt x="1001" y="41964"/>
                  </a:cubicBezTo>
                  <a:cubicBezTo>
                    <a:pt x="668" y="43198"/>
                    <a:pt x="401" y="44465"/>
                    <a:pt x="201" y="45766"/>
                  </a:cubicBezTo>
                  <a:cubicBezTo>
                    <a:pt x="134" y="46367"/>
                    <a:pt x="67" y="47001"/>
                    <a:pt x="1" y="47701"/>
                  </a:cubicBezTo>
                  <a:cubicBezTo>
                    <a:pt x="501" y="44999"/>
                    <a:pt x="1235" y="42331"/>
                    <a:pt x="2236" y="39729"/>
                  </a:cubicBezTo>
                  <a:cubicBezTo>
                    <a:pt x="2469" y="39128"/>
                    <a:pt x="2669" y="38595"/>
                    <a:pt x="2869" y="38027"/>
                  </a:cubicBezTo>
                  <a:cubicBezTo>
                    <a:pt x="3737" y="35426"/>
                    <a:pt x="3803" y="30122"/>
                    <a:pt x="3870" y="23984"/>
                  </a:cubicBezTo>
                  <a:cubicBezTo>
                    <a:pt x="3870" y="22216"/>
                    <a:pt x="3904" y="20415"/>
                    <a:pt x="3937" y="18614"/>
                  </a:cubicBezTo>
                  <a:cubicBezTo>
                    <a:pt x="4104" y="10174"/>
                    <a:pt x="6005" y="5437"/>
                    <a:pt x="8507" y="134"/>
                  </a:cubicBezTo>
                  <a:lnTo>
                    <a:pt x="8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45"/>
            <p:cNvSpPr/>
            <p:nvPr/>
          </p:nvSpPr>
          <p:spPr>
            <a:xfrm>
              <a:off x="2356025" y="2645675"/>
              <a:ext cx="175150" cy="576275"/>
            </a:xfrm>
            <a:custGeom>
              <a:rect b="b" l="l" r="r" t="t"/>
              <a:pathLst>
                <a:path extrusionOk="0" h="23051" w="7006">
                  <a:moveTo>
                    <a:pt x="7005" y="0"/>
                  </a:moveTo>
                  <a:lnTo>
                    <a:pt x="7005" y="0"/>
                  </a:lnTo>
                  <a:cubicBezTo>
                    <a:pt x="5404" y="2035"/>
                    <a:pt x="2035" y="2869"/>
                    <a:pt x="2035" y="2869"/>
                  </a:cubicBezTo>
                  <a:lnTo>
                    <a:pt x="0" y="12409"/>
                  </a:lnTo>
                  <a:lnTo>
                    <a:pt x="1501" y="23050"/>
                  </a:lnTo>
                  <a:lnTo>
                    <a:pt x="1168" y="12910"/>
                  </a:lnTo>
                  <a:lnTo>
                    <a:pt x="3236" y="3903"/>
                  </a:lnTo>
                  <a:cubicBezTo>
                    <a:pt x="6738" y="2502"/>
                    <a:pt x="7005" y="0"/>
                    <a:pt x="70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45"/>
            <p:cNvSpPr/>
            <p:nvPr/>
          </p:nvSpPr>
          <p:spPr>
            <a:xfrm>
              <a:off x="1969075" y="3628050"/>
              <a:ext cx="240200" cy="156850"/>
            </a:xfrm>
            <a:custGeom>
              <a:rect b="b" l="l" r="r" t="t"/>
              <a:pathLst>
                <a:path extrusionOk="0" h="6274" w="9608">
                  <a:moveTo>
                    <a:pt x="434" y="0"/>
                  </a:moveTo>
                  <a:cubicBezTo>
                    <a:pt x="34" y="234"/>
                    <a:pt x="67" y="834"/>
                    <a:pt x="34" y="2102"/>
                  </a:cubicBezTo>
                  <a:cubicBezTo>
                    <a:pt x="1" y="2936"/>
                    <a:pt x="67" y="3769"/>
                    <a:pt x="201" y="4603"/>
                  </a:cubicBezTo>
                  <a:cubicBezTo>
                    <a:pt x="301" y="4904"/>
                    <a:pt x="1068" y="5904"/>
                    <a:pt x="4037" y="6205"/>
                  </a:cubicBezTo>
                  <a:cubicBezTo>
                    <a:pt x="4459" y="6252"/>
                    <a:pt x="4845" y="6273"/>
                    <a:pt x="5198" y="6273"/>
                  </a:cubicBezTo>
                  <a:cubicBezTo>
                    <a:pt x="7328" y="6273"/>
                    <a:pt x="8240" y="5504"/>
                    <a:pt x="8440" y="5104"/>
                  </a:cubicBezTo>
                  <a:cubicBezTo>
                    <a:pt x="8840" y="4003"/>
                    <a:pt x="9174" y="2902"/>
                    <a:pt x="9441" y="1768"/>
                  </a:cubicBezTo>
                  <a:cubicBezTo>
                    <a:pt x="9607" y="1101"/>
                    <a:pt x="9307" y="1001"/>
                    <a:pt x="9307" y="1001"/>
                  </a:cubicBezTo>
                  <a:lnTo>
                    <a:pt x="9107" y="1768"/>
                  </a:lnTo>
                  <a:cubicBezTo>
                    <a:pt x="9107" y="1768"/>
                    <a:pt x="8055" y="2621"/>
                    <a:pt x="5454" y="2621"/>
                  </a:cubicBezTo>
                  <a:cubicBezTo>
                    <a:pt x="5237" y="2621"/>
                    <a:pt x="5009" y="2615"/>
                    <a:pt x="4771" y="2602"/>
                  </a:cubicBezTo>
                  <a:cubicBezTo>
                    <a:pt x="1668" y="2435"/>
                    <a:pt x="468" y="901"/>
                    <a:pt x="468" y="901"/>
                  </a:cubicBezTo>
                  <a:lnTo>
                    <a:pt x="434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45"/>
            <p:cNvSpPr/>
            <p:nvPr/>
          </p:nvSpPr>
          <p:spPr>
            <a:xfrm>
              <a:off x="1969075" y="3628050"/>
              <a:ext cx="240200" cy="156850"/>
            </a:xfrm>
            <a:custGeom>
              <a:rect b="b" l="l" r="r" t="t"/>
              <a:pathLst>
                <a:path extrusionOk="0" h="6274" w="9608">
                  <a:moveTo>
                    <a:pt x="434" y="0"/>
                  </a:moveTo>
                  <a:cubicBezTo>
                    <a:pt x="34" y="234"/>
                    <a:pt x="67" y="834"/>
                    <a:pt x="34" y="2102"/>
                  </a:cubicBezTo>
                  <a:cubicBezTo>
                    <a:pt x="1" y="2936"/>
                    <a:pt x="67" y="3769"/>
                    <a:pt x="201" y="4603"/>
                  </a:cubicBezTo>
                  <a:cubicBezTo>
                    <a:pt x="301" y="4904"/>
                    <a:pt x="1068" y="5904"/>
                    <a:pt x="4037" y="6205"/>
                  </a:cubicBezTo>
                  <a:cubicBezTo>
                    <a:pt x="4459" y="6252"/>
                    <a:pt x="4845" y="6273"/>
                    <a:pt x="5198" y="6273"/>
                  </a:cubicBezTo>
                  <a:cubicBezTo>
                    <a:pt x="7328" y="6273"/>
                    <a:pt x="8240" y="5504"/>
                    <a:pt x="8440" y="5104"/>
                  </a:cubicBezTo>
                  <a:cubicBezTo>
                    <a:pt x="8840" y="4003"/>
                    <a:pt x="9174" y="2902"/>
                    <a:pt x="9441" y="1768"/>
                  </a:cubicBezTo>
                  <a:cubicBezTo>
                    <a:pt x="9607" y="1101"/>
                    <a:pt x="9307" y="1001"/>
                    <a:pt x="9307" y="1001"/>
                  </a:cubicBezTo>
                  <a:lnTo>
                    <a:pt x="9107" y="1768"/>
                  </a:lnTo>
                  <a:cubicBezTo>
                    <a:pt x="9107" y="1768"/>
                    <a:pt x="8055" y="2621"/>
                    <a:pt x="5454" y="2621"/>
                  </a:cubicBezTo>
                  <a:cubicBezTo>
                    <a:pt x="5237" y="2621"/>
                    <a:pt x="5009" y="2615"/>
                    <a:pt x="4771" y="2602"/>
                  </a:cubicBezTo>
                  <a:cubicBezTo>
                    <a:pt x="1668" y="2435"/>
                    <a:pt x="468" y="901"/>
                    <a:pt x="468" y="901"/>
                  </a:cubicBezTo>
                  <a:lnTo>
                    <a:pt x="4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45"/>
            <p:cNvSpPr/>
            <p:nvPr/>
          </p:nvSpPr>
          <p:spPr>
            <a:xfrm>
              <a:off x="2430250" y="3649725"/>
              <a:ext cx="213500" cy="131525"/>
            </a:xfrm>
            <a:custGeom>
              <a:rect b="b" l="l" r="r" t="t"/>
              <a:pathLst>
                <a:path extrusionOk="0" h="5261" w="8540">
                  <a:moveTo>
                    <a:pt x="8173" y="0"/>
                  </a:moveTo>
                  <a:lnTo>
                    <a:pt x="8139" y="734"/>
                  </a:lnTo>
                  <a:cubicBezTo>
                    <a:pt x="8139" y="734"/>
                    <a:pt x="7606" y="1702"/>
                    <a:pt x="4703" y="1802"/>
                  </a:cubicBezTo>
                  <a:cubicBezTo>
                    <a:pt x="4574" y="1806"/>
                    <a:pt x="4447" y="1808"/>
                    <a:pt x="4323" y="1808"/>
                  </a:cubicBezTo>
                  <a:cubicBezTo>
                    <a:pt x="1682" y="1808"/>
                    <a:pt x="434" y="834"/>
                    <a:pt x="434" y="834"/>
                  </a:cubicBezTo>
                  <a:lnTo>
                    <a:pt x="267" y="234"/>
                  </a:lnTo>
                  <a:cubicBezTo>
                    <a:pt x="0" y="334"/>
                    <a:pt x="0" y="668"/>
                    <a:pt x="134" y="1368"/>
                  </a:cubicBezTo>
                  <a:cubicBezTo>
                    <a:pt x="234" y="2035"/>
                    <a:pt x="634" y="3570"/>
                    <a:pt x="734" y="4070"/>
                  </a:cubicBezTo>
                  <a:cubicBezTo>
                    <a:pt x="821" y="4476"/>
                    <a:pt x="2170" y="5261"/>
                    <a:pt x="4231" y="5261"/>
                  </a:cubicBezTo>
                  <a:cubicBezTo>
                    <a:pt x="4540" y="5261"/>
                    <a:pt x="4865" y="5243"/>
                    <a:pt x="5204" y="5204"/>
                  </a:cubicBezTo>
                  <a:cubicBezTo>
                    <a:pt x="7772" y="4904"/>
                    <a:pt x="8273" y="4237"/>
                    <a:pt x="8373" y="3570"/>
                  </a:cubicBezTo>
                  <a:cubicBezTo>
                    <a:pt x="8439" y="2869"/>
                    <a:pt x="8540" y="1101"/>
                    <a:pt x="8540" y="634"/>
                  </a:cubicBezTo>
                  <a:cubicBezTo>
                    <a:pt x="8540" y="167"/>
                    <a:pt x="8506" y="100"/>
                    <a:pt x="817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45"/>
            <p:cNvSpPr/>
            <p:nvPr/>
          </p:nvSpPr>
          <p:spPr>
            <a:xfrm>
              <a:off x="2430250" y="3649725"/>
              <a:ext cx="213500" cy="131525"/>
            </a:xfrm>
            <a:custGeom>
              <a:rect b="b" l="l" r="r" t="t"/>
              <a:pathLst>
                <a:path extrusionOk="0" h="5261" w="8540">
                  <a:moveTo>
                    <a:pt x="8173" y="0"/>
                  </a:moveTo>
                  <a:lnTo>
                    <a:pt x="8139" y="734"/>
                  </a:lnTo>
                  <a:cubicBezTo>
                    <a:pt x="8139" y="734"/>
                    <a:pt x="7606" y="1702"/>
                    <a:pt x="4703" y="1802"/>
                  </a:cubicBezTo>
                  <a:cubicBezTo>
                    <a:pt x="4574" y="1806"/>
                    <a:pt x="4447" y="1808"/>
                    <a:pt x="4323" y="1808"/>
                  </a:cubicBezTo>
                  <a:cubicBezTo>
                    <a:pt x="1682" y="1808"/>
                    <a:pt x="434" y="834"/>
                    <a:pt x="434" y="834"/>
                  </a:cubicBezTo>
                  <a:lnTo>
                    <a:pt x="267" y="234"/>
                  </a:lnTo>
                  <a:cubicBezTo>
                    <a:pt x="0" y="334"/>
                    <a:pt x="0" y="668"/>
                    <a:pt x="134" y="1368"/>
                  </a:cubicBezTo>
                  <a:cubicBezTo>
                    <a:pt x="234" y="2035"/>
                    <a:pt x="634" y="3570"/>
                    <a:pt x="734" y="4070"/>
                  </a:cubicBezTo>
                  <a:cubicBezTo>
                    <a:pt x="821" y="4476"/>
                    <a:pt x="2170" y="5261"/>
                    <a:pt x="4231" y="5261"/>
                  </a:cubicBezTo>
                  <a:cubicBezTo>
                    <a:pt x="4540" y="5261"/>
                    <a:pt x="4865" y="5243"/>
                    <a:pt x="5204" y="5204"/>
                  </a:cubicBezTo>
                  <a:cubicBezTo>
                    <a:pt x="7772" y="4904"/>
                    <a:pt x="8273" y="4237"/>
                    <a:pt x="8373" y="3570"/>
                  </a:cubicBezTo>
                  <a:cubicBezTo>
                    <a:pt x="8439" y="2869"/>
                    <a:pt x="8540" y="1101"/>
                    <a:pt x="8540" y="634"/>
                  </a:cubicBezTo>
                  <a:cubicBezTo>
                    <a:pt x="8540" y="167"/>
                    <a:pt x="8506" y="100"/>
                    <a:pt x="81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45"/>
            <p:cNvSpPr/>
            <p:nvPr/>
          </p:nvSpPr>
          <p:spPr>
            <a:xfrm>
              <a:off x="2003275" y="1376525"/>
              <a:ext cx="679675" cy="480475"/>
            </a:xfrm>
            <a:custGeom>
              <a:rect b="b" l="l" r="r" t="t"/>
              <a:pathLst>
                <a:path extrusionOk="0" h="19219" w="27187">
                  <a:moveTo>
                    <a:pt x="8267" y="0"/>
                  </a:moveTo>
                  <a:cubicBezTo>
                    <a:pt x="7705" y="0"/>
                    <a:pt x="7164" y="104"/>
                    <a:pt x="6672" y="364"/>
                  </a:cubicBezTo>
                  <a:cubicBezTo>
                    <a:pt x="5704" y="897"/>
                    <a:pt x="5004" y="1765"/>
                    <a:pt x="4637" y="2799"/>
                  </a:cubicBezTo>
                  <a:cubicBezTo>
                    <a:pt x="4070" y="4366"/>
                    <a:pt x="4203" y="6068"/>
                    <a:pt x="4237" y="7735"/>
                  </a:cubicBezTo>
                  <a:cubicBezTo>
                    <a:pt x="4270" y="8303"/>
                    <a:pt x="4170" y="8870"/>
                    <a:pt x="3970" y="9403"/>
                  </a:cubicBezTo>
                  <a:cubicBezTo>
                    <a:pt x="3764" y="9873"/>
                    <a:pt x="3300" y="10188"/>
                    <a:pt x="2804" y="10188"/>
                  </a:cubicBezTo>
                  <a:cubicBezTo>
                    <a:pt x="2737" y="10188"/>
                    <a:pt x="2670" y="10182"/>
                    <a:pt x="2602" y="10171"/>
                  </a:cubicBezTo>
                  <a:cubicBezTo>
                    <a:pt x="2035" y="10037"/>
                    <a:pt x="1768" y="9203"/>
                    <a:pt x="2202" y="8870"/>
                  </a:cubicBezTo>
                  <a:cubicBezTo>
                    <a:pt x="2155" y="8865"/>
                    <a:pt x="2110" y="8863"/>
                    <a:pt x="2065" y="8863"/>
                  </a:cubicBezTo>
                  <a:cubicBezTo>
                    <a:pt x="835" y="8863"/>
                    <a:pt x="409" y="10592"/>
                    <a:pt x="1568" y="11171"/>
                  </a:cubicBezTo>
                  <a:cubicBezTo>
                    <a:pt x="534" y="11338"/>
                    <a:pt x="0" y="12706"/>
                    <a:pt x="501" y="13606"/>
                  </a:cubicBezTo>
                  <a:cubicBezTo>
                    <a:pt x="913" y="14248"/>
                    <a:pt x="1593" y="14591"/>
                    <a:pt x="2303" y="14591"/>
                  </a:cubicBezTo>
                  <a:cubicBezTo>
                    <a:pt x="2627" y="14591"/>
                    <a:pt x="2956" y="14520"/>
                    <a:pt x="3269" y="14374"/>
                  </a:cubicBezTo>
                  <a:lnTo>
                    <a:pt x="3269" y="14374"/>
                  </a:lnTo>
                  <a:cubicBezTo>
                    <a:pt x="2869" y="15241"/>
                    <a:pt x="2635" y="16408"/>
                    <a:pt x="3770" y="17442"/>
                  </a:cubicBezTo>
                  <a:cubicBezTo>
                    <a:pt x="4365" y="17978"/>
                    <a:pt x="5160" y="18242"/>
                    <a:pt x="5869" y="18242"/>
                  </a:cubicBezTo>
                  <a:cubicBezTo>
                    <a:pt x="6352" y="18242"/>
                    <a:pt x="6794" y="18119"/>
                    <a:pt x="7105" y="17876"/>
                  </a:cubicBezTo>
                  <a:cubicBezTo>
                    <a:pt x="7601" y="18816"/>
                    <a:pt x="8179" y="18918"/>
                    <a:pt x="9062" y="18918"/>
                  </a:cubicBezTo>
                  <a:cubicBezTo>
                    <a:pt x="9308" y="18918"/>
                    <a:pt x="9577" y="18910"/>
                    <a:pt x="9874" y="18910"/>
                  </a:cubicBezTo>
                  <a:cubicBezTo>
                    <a:pt x="11242" y="18910"/>
                    <a:pt x="12509" y="18210"/>
                    <a:pt x="13243" y="17009"/>
                  </a:cubicBezTo>
                  <a:cubicBezTo>
                    <a:pt x="13243" y="18426"/>
                    <a:pt x="14819" y="19219"/>
                    <a:pt x="16090" y="19219"/>
                  </a:cubicBezTo>
                  <a:cubicBezTo>
                    <a:pt x="16165" y="19219"/>
                    <a:pt x="16239" y="19216"/>
                    <a:pt x="16312" y="19210"/>
                  </a:cubicBezTo>
                  <a:cubicBezTo>
                    <a:pt x="17146" y="19144"/>
                    <a:pt x="17946" y="18743"/>
                    <a:pt x="18547" y="18110"/>
                  </a:cubicBezTo>
                  <a:cubicBezTo>
                    <a:pt x="19177" y="18674"/>
                    <a:pt x="19907" y="18922"/>
                    <a:pt x="20619" y="18922"/>
                  </a:cubicBezTo>
                  <a:cubicBezTo>
                    <a:pt x="22433" y="18922"/>
                    <a:pt x="24124" y="17306"/>
                    <a:pt x="23717" y="15174"/>
                  </a:cubicBezTo>
                  <a:cubicBezTo>
                    <a:pt x="26186" y="15007"/>
                    <a:pt x="27186" y="11905"/>
                    <a:pt x="25285" y="10337"/>
                  </a:cubicBezTo>
                  <a:cubicBezTo>
                    <a:pt x="26219" y="9937"/>
                    <a:pt x="26819" y="9003"/>
                    <a:pt x="26352" y="7969"/>
                  </a:cubicBezTo>
                  <a:lnTo>
                    <a:pt x="26352" y="7969"/>
                  </a:lnTo>
                  <a:cubicBezTo>
                    <a:pt x="26167" y="8525"/>
                    <a:pt x="25792" y="8745"/>
                    <a:pt x="25295" y="8745"/>
                  </a:cubicBezTo>
                  <a:cubicBezTo>
                    <a:pt x="25166" y="8745"/>
                    <a:pt x="25029" y="8730"/>
                    <a:pt x="24885" y="8703"/>
                  </a:cubicBezTo>
                  <a:cubicBezTo>
                    <a:pt x="23484" y="8469"/>
                    <a:pt x="23183" y="7135"/>
                    <a:pt x="23083" y="6334"/>
                  </a:cubicBezTo>
                  <a:cubicBezTo>
                    <a:pt x="22983" y="5601"/>
                    <a:pt x="22283" y="5834"/>
                    <a:pt x="21749" y="5300"/>
                  </a:cubicBezTo>
                  <a:cubicBezTo>
                    <a:pt x="21182" y="4733"/>
                    <a:pt x="20515" y="4300"/>
                    <a:pt x="19781" y="3966"/>
                  </a:cubicBezTo>
                  <a:cubicBezTo>
                    <a:pt x="19414" y="3799"/>
                    <a:pt x="19014" y="3666"/>
                    <a:pt x="18647" y="3566"/>
                  </a:cubicBezTo>
                  <a:cubicBezTo>
                    <a:pt x="18247" y="3499"/>
                    <a:pt x="17880" y="3399"/>
                    <a:pt x="17546" y="3266"/>
                  </a:cubicBezTo>
                  <a:cubicBezTo>
                    <a:pt x="16779" y="2932"/>
                    <a:pt x="16045" y="2532"/>
                    <a:pt x="15278" y="2198"/>
                  </a:cubicBezTo>
                  <a:cubicBezTo>
                    <a:pt x="14511" y="1865"/>
                    <a:pt x="13610" y="1498"/>
                    <a:pt x="12776" y="1231"/>
                  </a:cubicBezTo>
                  <a:cubicBezTo>
                    <a:pt x="11483" y="767"/>
                    <a:pt x="9797" y="0"/>
                    <a:pt x="82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45"/>
            <p:cNvSpPr/>
            <p:nvPr/>
          </p:nvSpPr>
          <p:spPr>
            <a:xfrm>
              <a:off x="2502800" y="1427100"/>
              <a:ext cx="970700" cy="564800"/>
            </a:xfrm>
            <a:custGeom>
              <a:rect b="b" l="l" r="r" t="t"/>
              <a:pathLst>
                <a:path extrusionOk="0" h="22592" w="38828">
                  <a:moveTo>
                    <a:pt x="38053" y="0"/>
                  </a:moveTo>
                  <a:cubicBezTo>
                    <a:pt x="37359" y="0"/>
                    <a:pt x="36247" y="1251"/>
                    <a:pt x="35225" y="2410"/>
                  </a:cubicBezTo>
                  <a:cubicBezTo>
                    <a:pt x="34081" y="3620"/>
                    <a:pt x="32775" y="5247"/>
                    <a:pt x="32348" y="5247"/>
                  </a:cubicBezTo>
                  <a:cubicBezTo>
                    <a:pt x="32339" y="5247"/>
                    <a:pt x="32331" y="5247"/>
                    <a:pt x="32323" y="5245"/>
                  </a:cubicBezTo>
                  <a:cubicBezTo>
                    <a:pt x="31823" y="5179"/>
                    <a:pt x="32223" y="3511"/>
                    <a:pt x="31656" y="2610"/>
                  </a:cubicBezTo>
                  <a:cubicBezTo>
                    <a:pt x="31409" y="2193"/>
                    <a:pt x="31119" y="1998"/>
                    <a:pt x="30875" y="1998"/>
                  </a:cubicBezTo>
                  <a:cubicBezTo>
                    <a:pt x="30593" y="1998"/>
                    <a:pt x="30373" y="2260"/>
                    <a:pt x="30355" y="2744"/>
                  </a:cubicBezTo>
                  <a:cubicBezTo>
                    <a:pt x="30355" y="3511"/>
                    <a:pt x="29855" y="4645"/>
                    <a:pt x="29855" y="5946"/>
                  </a:cubicBezTo>
                  <a:cubicBezTo>
                    <a:pt x="29855" y="6580"/>
                    <a:pt x="30055" y="7947"/>
                    <a:pt x="29388" y="8581"/>
                  </a:cubicBezTo>
                  <a:cubicBezTo>
                    <a:pt x="28854" y="9115"/>
                    <a:pt x="18447" y="15419"/>
                    <a:pt x="18447" y="15419"/>
                  </a:cubicBezTo>
                  <a:cubicBezTo>
                    <a:pt x="18447" y="15419"/>
                    <a:pt x="12565" y="15578"/>
                    <a:pt x="9166" y="15578"/>
                  </a:cubicBezTo>
                  <a:cubicBezTo>
                    <a:pt x="8438" y="15578"/>
                    <a:pt x="7823" y="15571"/>
                    <a:pt x="7405" y="15553"/>
                  </a:cubicBezTo>
                  <a:cubicBezTo>
                    <a:pt x="5115" y="15469"/>
                    <a:pt x="4018" y="15222"/>
                    <a:pt x="1881" y="15222"/>
                  </a:cubicBezTo>
                  <a:cubicBezTo>
                    <a:pt x="1465" y="15222"/>
                    <a:pt x="1011" y="15231"/>
                    <a:pt x="501" y="15253"/>
                  </a:cubicBezTo>
                  <a:cubicBezTo>
                    <a:pt x="0" y="15920"/>
                    <a:pt x="1234" y="22191"/>
                    <a:pt x="4870" y="22591"/>
                  </a:cubicBezTo>
                  <a:cubicBezTo>
                    <a:pt x="4870" y="22591"/>
                    <a:pt x="13476" y="22424"/>
                    <a:pt x="16745" y="22291"/>
                  </a:cubicBezTo>
                  <a:cubicBezTo>
                    <a:pt x="19948" y="22158"/>
                    <a:pt x="20782" y="22158"/>
                    <a:pt x="21983" y="21324"/>
                  </a:cubicBezTo>
                  <a:cubicBezTo>
                    <a:pt x="24184" y="19823"/>
                    <a:pt x="26286" y="18188"/>
                    <a:pt x="28287" y="16453"/>
                  </a:cubicBezTo>
                  <a:cubicBezTo>
                    <a:pt x="31089" y="14118"/>
                    <a:pt x="32357" y="13118"/>
                    <a:pt x="32724" y="12918"/>
                  </a:cubicBezTo>
                  <a:cubicBezTo>
                    <a:pt x="33758" y="12250"/>
                    <a:pt x="34725" y="12117"/>
                    <a:pt x="35559" y="11583"/>
                  </a:cubicBezTo>
                  <a:cubicBezTo>
                    <a:pt x="36493" y="11050"/>
                    <a:pt x="37360" y="10349"/>
                    <a:pt x="38027" y="9482"/>
                  </a:cubicBezTo>
                  <a:cubicBezTo>
                    <a:pt x="38261" y="9215"/>
                    <a:pt x="38361" y="8848"/>
                    <a:pt x="38328" y="8514"/>
                  </a:cubicBezTo>
                  <a:cubicBezTo>
                    <a:pt x="38294" y="8348"/>
                    <a:pt x="38194" y="8181"/>
                    <a:pt x="38161" y="8014"/>
                  </a:cubicBezTo>
                  <a:cubicBezTo>
                    <a:pt x="38127" y="7714"/>
                    <a:pt x="38094" y="7414"/>
                    <a:pt x="38027" y="7147"/>
                  </a:cubicBezTo>
                  <a:cubicBezTo>
                    <a:pt x="37894" y="6780"/>
                    <a:pt x="37360" y="6613"/>
                    <a:pt x="37227" y="6246"/>
                  </a:cubicBezTo>
                  <a:cubicBezTo>
                    <a:pt x="37160" y="6079"/>
                    <a:pt x="37227" y="5579"/>
                    <a:pt x="37127" y="5446"/>
                  </a:cubicBezTo>
                  <a:cubicBezTo>
                    <a:pt x="36893" y="5179"/>
                    <a:pt x="36693" y="5145"/>
                    <a:pt x="36493" y="4979"/>
                  </a:cubicBezTo>
                  <a:cubicBezTo>
                    <a:pt x="36359" y="4879"/>
                    <a:pt x="36059" y="4712"/>
                    <a:pt x="36159" y="4512"/>
                  </a:cubicBezTo>
                  <a:cubicBezTo>
                    <a:pt x="36226" y="4311"/>
                    <a:pt x="36660" y="3878"/>
                    <a:pt x="37394" y="2744"/>
                  </a:cubicBezTo>
                  <a:cubicBezTo>
                    <a:pt x="38127" y="1610"/>
                    <a:pt x="38828" y="642"/>
                    <a:pt x="38428" y="175"/>
                  </a:cubicBezTo>
                  <a:cubicBezTo>
                    <a:pt x="38324" y="54"/>
                    <a:pt x="38198" y="0"/>
                    <a:pt x="38053" y="0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45"/>
            <p:cNvSpPr/>
            <p:nvPr/>
          </p:nvSpPr>
          <p:spPr>
            <a:xfrm>
              <a:off x="3326725" y="1561550"/>
              <a:ext cx="83400" cy="127625"/>
            </a:xfrm>
            <a:custGeom>
              <a:rect b="b" l="l" r="r" t="t"/>
              <a:pathLst>
                <a:path extrusionOk="0" h="5105" w="3336">
                  <a:moveTo>
                    <a:pt x="1835" y="1"/>
                  </a:moveTo>
                  <a:lnTo>
                    <a:pt x="1835" y="1"/>
                  </a:lnTo>
                  <a:cubicBezTo>
                    <a:pt x="1834" y="1"/>
                    <a:pt x="0" y="1469"/>
                    <a:pt x="67" y="2236"/>
                  </a:cubicBezTo>
                  <a:cubicBezTo>
                    <a:pt x="133" y="2703"/>
                    <a:pt x="467" y="3070"/>
                    <a:pt x="901" y="3237"/>
                  </a:cubicBezTo>
                  <a:cubicBezTo>
                    <a:pt x="867" y="3937"/>
                    <a:pt x="600" y="4604"/>
                    <a:pt x="133" y="5105"/>
                  </a:cubicBezTo>
                  <a:cubicBezTo>
                    <a:pt x="1245" y="4425"/>
                    <a:pt x="1328" y="3575"/>
                    <a:pt x="1334" y="3452"/>
                  </a:cubicBezTo>
                  <a:lnTo>
                    <a:pt x="1334" y="3452"/>
                  </a:lnTo>
                  <a:cubicBezTo>
                    <a:pt x="1313" y="4272"/>
                    <a:pt x="2268" y="4404"/>
                    <a:pt x="2268" y="4404"/>
                  </a:cubicBezTo>
                  <a:cubicBezTo>
                    <a:pt x="2290" y="4858"/>
                    <a:pt x="2592" y="4990"/>
                    <a:pt x="2893" y="4990"/>
                  </a:cubicBezTo>
                  <a:cubicBezTo>
                    <a:pt x="3056" y="4990"/>
                    <a:pt x="3219" y="4951"/>
                    <a:pt x="3336" y="4904"/>
                  </a:cubicBezTo>
                  <a:cubicBezTo>
                    <a:pt x="2869" y="4871"/>
                    <a:pt x="2502" y="4437"/>
                    <a:pt x="2535" y="3970"/>
                  </a:cubicBezTo>
                  <a:lnTo>
                    <a:pt x="2535" y="3970"/>
                  </a:lnTo>
                  <a:cubicBezTo>
                    <a:pt x="2483" y="3982"/>
                    <a:pt x="2431" y="3988"/>
                    <a:pt x="2379" y="3988"/>
                  </a:cubicBezTo>
                  <a:cubicBezTo>
                    <a:pt x="2134" y="3988"/>
                    <a:pt x="1906" y="3863"/>
                    <a:pt x="1768" y="3670"/>
                  </a:cubicBezTo>
                  <a:cubicBezTo>
                    <a:pt x="1601" y="3403"/>
                    <a:pt x="1568" y="3070"/>
                    <a:pt x="1701" y="2803"/>
                  </a:cubicBezTo>
                  <a:lnTo>
                    <a:pt x="1701" y="2803"/>
                  </a:lnTo>
                  <a:cubicBezTo>
                    <a:pt x="1568" y="2879"/>
                    <a:pt x="1424" y="2915"/>
                    <a:pt x="1282" y="2915"/>
                  </a:cubicBezTo>
                  <a:cubicBezTo>
                    <a:pt x="927" y="2915"/>
                    <a:pt x="586" y="2693"/>
                    <a:pt x="467" y="2336"/>
                  </a:cubicBezTo>
                  <a:cubicBezTo>
                    <a:pt x="267" y="1735"/>
                    <a:pt x="1201" y="902"/>
                    <a:pt x="1835" y="1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45"/>
            <p:cNvSpPr/>
            <p:nvPr/>
          </p:nvSpPr>
          <p:spPr>
            <a:xfrm>
              <a:off x="2101675" y="1807575"/>
              <a:ext cx="589600" cy="564400"/>
            </a:xfrm>
            <a:custGeom>
              <a:rect b="b" l="l" r="r" t="t"/>
              <a:pathLst>
                <a:path extrusionOk="0" h="22576" w="23584">
                  <a:moveTo>
                    <a:pt x="7272" y="0"/>
                  </a:moveTo>
                  <a:lnTo>
                    <a:pt x="2269" y="501"/>
                  </a:lnTo>
                  <a:cubicBezTo>
                    <a:pt x="3103" y="5838"/>
                    <a:pt x="467" y="11142"/>
                    <a:pt x="467" y="11142"/>
                  </a:cubicBezTo>
                  <a:cubicBezTo>
                    <a:pt x="334" y="14544"/>
                    <a:pt x="0" y="18480"/>
                    <a:pt x="1468" y="19247"/>
                  </a:cubicBezTo>
                  <a:cubicBezTo>
                    <a:pt x="1468" y="19714"/>
                    <a:pt x="1535" y="20148"/>
                    <a:pt x="1635" y="20582"/>
                  </a:cubicBezTo>
                  <a:cubicBezTo>
                    <a:pt x="3811" y="21709"/>
                    <a:pt x="7537" y="22575"/>
                    <a:pt x="11265" y="22575"/>
                  </a:cubicBezTo>
                  <a:cubicBezTo>
                    <a:pt x="13937" y="22575"/>
                    <a:pt x="16610" y="22130"/>
                    <a:pt x="18714" y="21015"/>
                  </a:cubicBezTo>
                  <a:lnTo>
                    <a:pt x="19081" y="19548"/>
                  </a:lnTo>
                  <a:cubicBezTo>
                    <a:pt x="20315" y="18714"/>
                    <a:pt x="20048" y="15178"/>
                    <a:pt x="20282" y="12643"/>
                  </a:cubicBezTo>
                  <a:cubicBezTo>
                    <a:pt x="23584" y="8139"/>
                    <a:pt x="19081" y="2369"/>
                    <a:pt x="16512" y="34"/>
                  </a:cubicBezTo>
                  <a:lnTo>
                    <a:pt x="13343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45"/>
            <p:cNvSpPr/>
            <p:nvPr/>
          </p:nvSpPr>
          <p:spPr>
            <a:xfrm>
              <a:off x="2135875" y="2288750"/>
              <a:ext cx="442825" cy="96450"/>
            </a:xfrm>
            <a:custGeom>
              <a:rect b="b" l="l" r="r" t="t"/>
              <a:pathLst>
                <a:path extrusionOk="0" h="3858" w="17713">
                  <a:moveTo>
                    <a:pt x="100" y="0"/>
                  </a:moveTo>
                  <a:lnTo>
                    <a:pt x="0" y="1235"/>
                  </a:lnTo>
                  <a:cubicBezTo>
                    <a:pt x="0" y="1235"/>
                    <a:pt x="1301" y="3570"/>
                    <a:pt x="8573" y="3836"/>
                  </a:cubicBezTo>
                  <a:cubicBezTo>
                    <a:pt x="8966" y="3851"/>
                    <a:pt x="9343" y="3858"/>
                    <a:pt x="9705" y="3858"/>
                  </a:cubicBezTo>
                  <a:cubicBezTo>
                    <a:pt x="16038" y="3858"/>
                    <a:pt x="17679" y="1768"/>
                    <a:pt x="17679" y="1768"/>
                  </a:cubicBezTo>
                  <a:lnTo>
                    <a:pt x="17713" y="301"/>
                  </a:lnTo>
                  <a:lnTo>
                    <a:pt x="17713" y="301"/>
                  </a:lnTo>
                  <a:cubicBezTo>
                    <a:pt x="15528" y="1709"/>
                    <a:pt x="12489" y="2269"/>
                    <a:pt x="9508" y="2269"/>
                  </a:cubicBezTo>
                  <a:cubicBezTo>
                    <a:pt x="5570" y="2269"/>
                    <a:pt x="1733" y="1291"/>
                    <a:pt x="100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45"/>
            <p:cNvSpPr/>
            <p:nvPr/>
          </p:nvSpPr>
          <p:spPr>
            <a:xfrm>
              <a:off x="2100000" y="1215475"/>
              <a:ext cx="543750" cy="548750"/>
            </a:xfrm>
            <a:custGeom>
              <a:rect b="b" l="l" r="r" t="t"/>
              <a:pathLst>
                <a:path extrusionOk="0" h="21950" w="21750">
                  <a:moveTo>
                    <a:pt x="8440" y="1"/>
                  </a:moveTo>
                  <a:lnTo>
                    <a:pt x="8440" y="1"/>
                  </a:lnTo>
                  <a:cubicBezTo>
                    <a:pt x="8640" y="668"/>
                    <a:pt x="8140" y="1368"/>
                    <a:pt x="7539" y="1735"/>
                  </a:cubicBezTo>
                  <a:cubicBezTo>
                    <a:pt x="6939" y="2102"/>
                    <a:pt x="6238" y="2269"/>
                    <a:pt x="5638" y="2636"/>
                  </a:cubicBezTo>
                  <a:cubicBezTo>
                    <a:pt x="5138" y="2936"/>
                    <a:pt x="4771" y="3370"/>
                    <a:pt x="4504" y="3870"/>
                  </a:cubicBezTo>
                  <a:cubicBezTo>
                    <a:pt x="4170" y="4471"/>
                    <a:pt x="3803" y="5771"/>
                    <a:pt x="4270" y="6439"/>
                  </a:cubicBezTo>
                  <a:cubicBezTo>
                    <a:pt x="1" y="8807"/>
                    <a:pt x="1535" y="14211"/>
                    <a:pt x="2903" y="16312"/>
                  </a:cubicBezTo>
                  <a:cubicBezTo>
                    <a:pt x="4337" y="18581"/>
                    <a:pt x="7306" y="21082"/>
                    <a:pt x="7306" y="21950"/>
                  </a:cubicBezTo>
                  <a:lnTo>
                    <a:pt x="18147" y="10808"/>
                  </a:lnTo>
                  <a:cubicBezTo>
                    <a:pt x="18147" y="10808"/>
                    <a:pt x="19081" y="12243"/>
                    <a:pt x="20115" y="12309"/>
                  </a:cubicBezTo>
                  <a:cubicBezTo>
                    <a:pt x="20156" y="12312"/>
                    <a:pt x="20196" y="12313"/>
                    <a:pt x="20234" y="12313"/>
                  </a:cubicBezTo>
                  <a:cubicBezTo>
                    <a:pt x="21190" y="12313"/>
                    <a:pt x="21283" y="11542"/>
                    <a:pt x="21283" y="11542"/>
                  </a:cubicBezTo>
                  <a:lnTo>
                    <a:pt x="21283" y="11542"/>
                  </a:lnTo>
                  <a:cubicBezTo>
                    <a:pt x="21189" y="11667"/>
                    <a:pt x="21062" y="11721"/>
                    <a:pt x="20936" y="11721"/>
                  </a:cubicBezTo>
                  <a:cubicBezTo>
                    <a:pt x="20658" y="11721"/>
                    <a:pt x="20380" y="11463"/>
                    <a:pt x="20449" y="11142"/>
                  </a:cubicBezTo>
                  <a:cubicBezTo>
                    <a:pt x="20615" y="10608"/>
                    <a:pt x="21549" y="10408"/>
                    <a:pt x="21683" y="9407"/>
                  </a:cubicBezTo>
                  <a:cubicBezTo>
                    <a:pt x="21750" y="8974"/>
                    <a:pt x="21616" y="8507"/>
                    <a:pt x="21349" y="8140"/>
                  </a:cubicBezTo>
                  <a:cubicBezTo>
                    <a:pt x="21016" y="7673"/>
                    <a:pt x="20849" y="7606"/>
                    <a:pt x="21049" y="7006"/>
                  </a:cubicBezTo>
                  <a:cubicBezTo>
                    <a:pt x="21483" y="5538"/>
                    <a:pt x="21016" y="3470"/>
                    <a:pt x="19448" y="2803"/>
                  </a:cubicBezTo>
                  <a:cubicBezTo>
                    <a:pt x="19137" y="2684"/>
                    <a:pt x="18812" y="2625"/>
                    <a:pt x="18489" y="2625"/>
                  </a:cubicBezTo>
                  <a:cubicBezTo>
                    <a:pt x="18085" y="2625"/>
                    <a:pt x="17684" y="2717"/>
                    <a:pt x="17313" y="2903"/>
                  </a:cubicBezTo>
                  <a:cubicBezTo>
                    <a:pt x="17246" y="2836"/>
                    <a:pt x="17180" y="2769"/>
                    <a:pt x="17113" y="2703"/>
                  </a:cubicBezTo>
                  <a:cubicBezTo>
                    <a:pt x="16919" y="2561"/>
                    <a:pt x="16701" y="2494"/>
                    <a:pt x="16487" y="2494"/>
                  </a:cubicBezTo>
                  <a:cubicBezTo>
                    <a:pt x="16147" y="2494"/>
                    <a:pt x="15816" y="2663"/>
                    <a:pt x="15612" y="2969"/>
                  </a:cubicBezTo>
                  <a:cubicBezTo>
                    <a:pt x="15779" y="2302"/>
                    <a:pt x="15545" y="1635"/>
                    <a:pt x="15011" y="1235"/>
                  </a:cubicBezTo>
                  <a:cubicBezTo>
                    <a:pt x="14681" y="987"/>
                    <a:pt x="14287" y="867"/>
                    <a:pt x="13884" y="867"/>
                  </a:cubicBezTo>
                  <a:cubicBezTo>
                    <a:pt x="13636" y="867"/>
                    <a:pt x="13385" y="912"/>
                    <a:pt x="13143" y="1001"/>
                  </a:cubicBezTo>
                  <a:cubicBezTo>
                    <a:pt x="12543" y="1235"/>
                    <a:pt x="12043" y="1702"/>
                    <a:pt x="11742" y="2302"/>
                  </a:cubicBezTo>
                  <a:cubicBezTo>
                    <a:pt x="11876" y="1869"/>
                    <a:pt x="11676" y="1402"/>
                    <a:pt x="11309" y="1202"/>
                  </a:cubicBezTo>
                  <a:cubicBezTo>
                    <a:pt x="11109" y="1118"/>
                    <a:pt x="10892" y="1076"/>
                    <a:pt x="10675" y="1076"/>
                  </a:cubicBezTo>
                  <a:cubicBezTo>
                    <a:pt x="10458" y="1076"/>
                    <a:pt x="10241" y="1118"/>
                    <a:pt x="10041" y="1202"/>
                  </a:cubicBezTo>
                  <a:cubicBezTo>
                    <a:pt x="9641" y="1402"/>
                    <a:pt x="9307" y="1635"/>
                    <a:pt x="9007" y="1935"/>
                  </a:cubicBezTo>
                  <a:cubicBezTo>
                    <a:pt x="9407" y="1268"/>
                    <a:pt x="9141" y="368"/>
                    <a:pt x="84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45"/>
            <p:cNvSpPr/>
            <p:nvPr/>
          </p:nvSpPr>
          <p:spPr>
            <a:xfrm>
              <a:off x="2184225" y="1371425"/>
              <a:ext cx="407825" cy="543275"/>
            </a:xfrm>
            <a:custGeom>
              <a:rect b="b" l="l" r="r" t="t"/>
              <a:pathLst>
                <a:path extrusionOk="0" h="21731" w="16313">
                  <a:moveTo>
                    <a:pt x="13711" y="0"/>
                  </a:moveTo>
                  <a:cubicBezTo>
                    <a:pt x="13410" y="1902"/>
                    <a:pt x="12977" y="3870"/>
                    <a:pt x="9975" y="5671"/>
                  </a:cubicBezTo>
                  <a:cubicBezTo>
                    <a:pt x="8401" y="6604"/>
                    <a:pt x="6623" y="7104"/>
                    <a:pt x="4819" y="7104"/>
                  </a:cubicBezTo>
                  <a:cubicBezTo>
                    <a:pt x="4559" y="7104"/>
                    <a:pt x="4298" y="7093"/>
                    <a:pt x="4037" y="7072"/>
                  </a:cubicBezTo>
                  <a:cubicBezTo>
                    <a:pt x="3520" y="6505"/>
                    <a:pt x="2970" y="6238"/>
                    <a:pt x="2436" y="6238"/>
                  </a:cubicBezTo>
                  <a:cubicBezTo>
                    <a:pt x="1902" y="6238"/>
                    <a:pt x="1385" y="6505"/>
                    <a:pt x="935" y="7005"/>
                  </a:cubicBezTo>
                  <a:cubicBezTo>
                    <a:pt x="1" y="7973"/>
                    <a:pt x="368" y="9874"/>
                    <a:pt x="1602" y="10842"/>
                  </a:cubicBezTo>
                  <a:cubicBezTo>
                    <a:pt x="1971" y="11137"/>
                    <a:pt x="2412" y="11279"/>
                    <a:pt x="2857" y="11279"/>
                  </a:cubicBezTo>
                  <a:cubicBezTo>
                    <a:pt x="3215" y="11279"/>
                    <a:pt x="3576" y="11187"/>
                    <a:pt x="3904" y="11008"/>
                  </a:cubicBezTo>
                  <a:lnTo>
                    <a:pt x="3937" y="17413"/>
                  </a:lnTo>
                  <a:lnTo>
                    <a:pt x="1969" y="17613"/>
                  </a:lnTo>
                  <a:cubicBezTo>
                    <a:pt x="1969" y="17613"/>
                    <a:pt x="4694" y="21731"/>
                    <a:pt x="9866" y="21731"/>
                  </a:cubicBezTo>
                  <a:cubicBezTo>
                    <a:pt x="10182" y="21731"/>
                    <a:pt x="10507" y="21715"/>
                    <a:pt x="10842" y="21683"/>
                  </a:cubicBezTo>
                  <a:cubicBezTo>
                    <a:pt x="14811" y="21316"/>
                    <a:pt x="11676" y="17446"/>
                    <a:pt x="11676" y="17446"/>
                  </a:cubicBezTo>
                  <a:lnTo>
                    <a:pt x="10175" y="17446"/>
                  </a:lnTo>
                  <a:lnTo>
                    <a:pt x="10175" y="14844"/>
                  </a:lnTo>
                  <a:cubicBezTo>
                    <a:pt x="11064" y="14989"/>
                    <a:pt x="11978" y="15121"/>
                    <a:pt x="12720" y="15121"/>
                  </a:cubicBezTo>
                  <a:cubicBezTo>
                    <a:pt x="13175" y="15121"/>
                    <a:pt x="13565" y="15071"/>
                    <a:pt x="13844" y="14944"/>
                  </a:cubicBezTo>
                  <a:cubicBezTo>
                    <a:pt x="14611" y="14578"/>
                    <a:pt x="16146" y="13377"/>
                    <a:pt x="16212" y="8473"/>
                  </a:cubicBezTo>
                  <a:cubicBezTo>
                    <a:pt x="16312" y="2702"/>
                    <a:pt x="15045" y="601"/>
                    <a:pt x="13711" y="0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45"/>
            <p:cNvSpPr/>
            <p:nvPr/>
          </p:nvSpPr>
          <p:spPr>
            <a:xfrm>
              <a:off x="2286800" y="1506525"/>
              <a:ext cx="40050" cy="81775"/>
            </a:xfrm>
            <a:custGeom>
              <a:rect b="b" l="l" r="r" t="t"/>
              <a:pathLst>
                <a:path extrusionOk="0" h="3271" w="1602">
                  <a:moveTo>
                    <a:pt x="1" y="0"/>
                  </a:moveTo>
                  <a:lnTo>
                    <a:pt x="1" y="3269"/>
                  </a:lnTo>
                  <a:cubicBezTo>
                    <a:pt x="20" y="3270"/>
                    <a:pt x="39" y="3270"/>
                    <a:pt x="58" y="3270"/>
                  </a:cubicBezTo>
                  <a:cubicBezTo>
                    <a:pt x="900" y="3270"/>
                    <a:pt x="1601" y="2550"/>
                    <a:pt x="1568" y="1702"/>
                  </a:cubicBezTo>
                  <a:cubicBezTo>
                    <a:pt x="1602" y="801"/>
                    <a:pt x="901" y="34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45"/>
            <p:cNvSpPr/>
            <p:nvPr/>
          </p:nvSpPr>
          <p:spPr>
            <a:xfrm>
              <a:off x="2533650" y="1521525"/>
              <a:ext cx="37550" cy="32125"/>
            </a:xfrm>
            <a:custGeom>
              <a:rect b="b" l="l" r="r" t="t"/>
              <a:pathLst>
                <a:path extrusionOk="0" h="1285" w="1502">
                  <a:moveTo>
                    <a:pt x="668" y="1"/>
                  </a:moveTo>
                  <a:cubicBezTo>
                    <a:pt x="301" y="1"/>
                    <a:pt x="0" y="268"/>
                    <a:pt x="0" y="635"/>
                  </a:cubicBezTo>
                  <a:cubicBezTo>
                    <a:pt x="0" y="1022"/>
                    <a:pt x="312" y="1285"/>
                    <a:pt x="647" y="1285"/>
                  </a:cubicBezTo>
                  <a:cubicBezTo>
                    <a:pt x="803" y="1285"/>
                    <a:pt x="964" y="1228"/>
                    <a:pt x="1101" y="1102"/>
                  </a:cubicBezTo>
                  <a:cubicBezTo>
                    <a:pt x="1501" y="735"/>
                    <a:pt x="1235" y="34"/>
                    <a:pt x="6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45"/>
            <p:cNvSpPr/>
            <p:nvPr/>
          </p:nvSpPr>
          <p:spPr>
            <a:xfrm>
              <a:off x="2416900" y="1533200"/>
              <a:ext cx="40875" cy="35425"/>
            </a:xfrm>
            <a:custGeom>
              <a:rect b="b" l="l" r="r" t="t"/>
              <a:pathLst>
                <a:path extrusionOk="0" h="1417" w="1635">
                  <a:moveTo>
                    <a:pt x="734" y="1"/>
                  </a:moveTo>
                  <a:cubicBezTo>
                    <a:pt x="334" y="1"/>
                    <a:pt x="0" y="301"/>
                    <a:pt x="0" y="701"/>
                  </a:cubicBezTo>
                  <a:cubicBezTo>
                    <a:pt x="0" y="1138"/>
                    <a:pt x="349" y="1416"/>
                    <a:pt x="707" y="1416"/>
                  </a:cubicBezTo>
                  <a:cubicBezTo>
                    <a:pt x="869" y="1416"/>
                    <a:pt x="1033" y="1359"/>
                    <a:pt x="1168" y="1235"/>
                  </a:cubicBezTo>
                  <a:cubicBezTo>
                    <a:pt x="1635" y="801"/>
                    <a:pt x="1335" y="34"/>
                    <a:pt x="7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45"/>
            <p:cNvSpPr/>
            <p:nvPr/>
          </p:nvSpPr>
          <p:spPr>
            <a:xfrm>
              <a:off x="2430250" y="1642450"/>
              <a:ext cx="63400" cy="42175"/>
            </a:xfrm>
            <a:custGeom>
              <a:rect b="b" l="l" r="r" t="t"/>
              <a:pathLst>
                <a:path extrusionOk="0" h="1687" w="2536">
                  <a:moveTo>
                    <a:pt x="200" y="1"/>
                  </a:moveTo>
                  <a:cubicBezTo>
                    <a:pt x="0" y="668"/>
                    <a:pt x="367" y="1402"/>
                    <a:pt x="1034" y="1635"/>
                  </a:cubicBezTo>
                  <a:cubicBezTo>
                    <a:pt x="1151" y="1670"/>
                    <a:pt x="1269" y="1687"/>
                    <a:pt x="1385" y="1687"/>
                  </a:cubicBezTo>
                  <a:cubicBezTo>
                    <a:pt x="1929" y="1687"/>
                    <a:pt x="2425" y="1318"/>
                    <a:pt x="2535" y="768"/>
                  </a:cubicBezTo>
                  <a:lnTo>
                    <a:pt x="200" y="1"/>
                  </a:ln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45"/>
            <p:cNvSpPr/>
            <p:nvPr/>
          </p:nvSpPr>
          <p:spPr>
            <a:xfrm>
              <a:off x="2434400" y="1655800"/>
              <a:ext cx="33400" cy="29200"/>
            </a:xfrm>
            <a:custGeom>
              <a:rect b="b" l="l" r="r" t="t"/>
              <a:pathLst>
                <a:path extrusionOk="0" h="1168" w="1336">
                  <a:moveTo>
                    <a:pt x="1" y="0"/>
                  </a:moveTo>
                  <a:cubicBezTo>
                    <a:pt x="68" y="501"/>
                    <a:pt x="401" y="934"/>
                    <a:pt x="868" y="1101"/>
                  </a:cubicBezTo>
                  <a:cubicBezTo>
                    <a:pt x="1035" y="1134"/>
                    <a:pt x="1202" y="1168"/>
                    <a:pt x="1335" y="1168"/>
                  </a:cubicBezTo>
                  <a:cubicBezTo>
                    <a:pt x="1335" y="501"/>
                    <a:pt x="835" y="0"/>
                    <a:pt x="201" y="0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45"/>
            <p:cNvSpPr/>
            <p:nvPr/>
          </p:nvSpPr>
          <p:spPr>
            <a:xfrm>
              <a:off x="2533650" y="1470550"/>
              <a:ext cx="45050" cy="33500"/>
            </a:xfrm>
            <a:custGeom>
              <a:rect b="b" l="l" r="r" t="t"/>
              <a:pathLst>
                <a:path extrusionOk="0" h="1340" w="1802">
                  <a:moveTo>
                    <a:pt x="784" y="0"/>
                  </a:moveTo>
                  <a:cubicBezTo>
                    <a:pt x="457" y="0"/>
                    <a:pt x="140" y="180"/>
                    <a:pt x="0" y="505"/>
                  </a:cubicBezTo>
                  <a:lnTo>
                    <a:pt x="1602" y="1339"/>
                  </a:lnTo>
                  <a:cubicBezTo>
                    <a:pt x="1802" y="906"/>
                    <a:pt x="1635" y="372"/>
                    <a:pt x="1201" y="105"/>
                  </a:cubicBezTo>
                  <a:cubicBezTo>
                    <a:pt x="1070" y="34"/>
                    <a:pt x="926" y="0"/>
                    <a:pt x="7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45"/>
            <p:cNvSpPr/>
            <p:nvPr/>
          </p:nvSpPr>
          <p:spPr>
            <a:xfrm>
              <a:off x="2489450" y="1533200"/>
              <a:ext cx="65075" cy="100100"/>
            </a:xfrm>
            <a:custGeom>
              <a:rect b="b" l="l" r="r" t="t"/>
              <a:pathLst>
                <a:path extrusionOk="0" h="4004" w="2603">
                  <a:moveTo>
                    <a:pt x="0" y="1"/>
                  </a:moveTo>
                  <a:lnTo>
                    <a:pt x="501" y="4004"/>
                  </a:lnTo>
                  <a:lnTo>
                    <a:pt x="2602" y="31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45"/>
            <p:cNvSpPr/>
            <p:nvPr/>
          </p:nvSpPr>
          <p:spPr>
            <a:xfrm>
              <a:off x="2311000" y="1683325"/>
              <a:ext cx="128450" cy="83400"/>
            </a:xfrm>
            <a:custGeom>
              <a:rect b="b" l="l" r="r" t="t"/>
              <a:pathLst>
                <a:path extrusionOk="0" h="3336" w="5138">
                  <a:moveTo>
                    <a:pt x="0" y="0"/>
                  </a:moveTo>
                  <a:cubicBezTo>
                    <a:pt x="200" y="634"/>
                    <a:pt x="567" y="1201"/>
                    <a:pt x="1101" y="1635"/>
                  </a:cubicBezTo>
                  <a:cubicBezTo>
                    <a:pt x="2035" y="2468"/>
                    <a:pt x="5137" y="3336"/>
                    <a:pt x="5137" y="3336"/>
                  </a:cubicBezTo>
                  <a:lnTo>
                    <a:pt x="5137" y="2368"/>
                  </a:lnTo>
                  <a:cubicBezTo>
                    <a:pt x="3603" y="2202"/>
                    <a:pt x="500" y="1268"/>
                    <a:pt x="0" y="0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45"/>
            <p:cNvSpPr/>
            <p:nvPr/>
          </p:nvSpPr>
          <p:spPr>
            <a:xfrm>
              <a:off x="2292650" y="2383275"/>
              <a:ext cx="161800" cy="57275"/>
            </a:xfrm>
            <a:custGeom>
              <a:rect b="b" l="l" r="r" t="t"/>
              <a:pathLst>
                <a:path extrusionOk="0" h="2291" w="6472">
                  <a:moveTo>
                    <a:pt x="6078" y="1"/>
                  </a:moveTo>
                  <a:cubicBezTo>
                    <a:pt x="5854" y="1"/>
                    <a:pt x="5426" y="294"/>
                    <a:pt x="4670" y="456"/>
                  </a:cubicBezTo>
                  <a:cubicBezTo>
                    <a:pt x="3469" y="723"/>
                    <a:pt x="3002" y="689"/>
                    <a:pt x="1768" y="1023"/>
                  </a:cubicBezTo>
                  <a:cubicBezTo>
                    <a:pt x="1201" y="1190"/>
                    <a:pt x="601" y="1323"/>
                    <a:pt x="0" y="1323"/>
                  </a:cubicBezTo>
                  <a:lnTo>
                    <a:pt x="4570" y="2290"/>
                  </a:lnTo>
                  <a:cubicBezTo>
                    <a:pt x="5037" y="2090"/>
                    <a:pt x="5471" y="1823"/>
                    <a:pt x="5871" y="1490"/>
                  </a:cubicBezTo>
                  <a:cubicBezTo>
                    <a:pt x="6338" y="1156"/>
                    <a:pt x="6471" y="522"/>
                    <a:pt x="6205" y="55"/>
                  </a:cubicBezTo>
                  <a:cubicBezTo>
                    <a:pt x="6173" y="17"/>
                    <a:pt x="6131" y="1"/>
                    <a:pt x="6078" y="1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45"/>
            <p:cNvSpPr/>
            <p:nvPr/>
          </p:nvSpPr>
          <p:spPr>
            <a:xfrm>
              <a:off x="2351850" y="2123625"/>
              <a:ext cx="488700" cy="570425"/>
            </a:xfrm>
            <a:custGeom>
              <a:rect b="b" l="l" r="r" t="t"/>
              <a:pathLst>
                <a:path extrusionOk="0" h="22817" w="19548">
                  <a:moveTo>
                    <a:pt x="19281" y="1"/>
                  </a:moveTo>
                  <a:lnTo>
                    <a:pt x="4337" y="3403"/>
                  </a:lnTo>
                  <a:lnTo>
                    <a:pt x="1" y="22450"/>
                  </a:lnTo>
                  <a:lnTo>
                    <a:pt x="301" y="22817"/>
                  </a:lnTo>
                  <a:lnTo>
                    <a:pt x="14544" y="19281"/>
                  </a:lnTo>
                  <a:lnTo>
                    <a:pt x="19548" y="368"/>
                  </a:lnTo>
                  <a:lnTo>
                    <a:pt x="1928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45"/>
            <p:cNvSpPr/>
            <p:nvPr/>
          </p:nvSpPr>
          <p:spPr>
            <a:xfrm>
              <a:off x="2359350" y="2132800"/>
              <a:ext cx="481200" cy="561250"/>
            </a:xfrm>
            <a:custGeom>
              <a:rect b="b" l="l" r="r" t="t"/>
              <a:pathLst>
                <a:path extrusionOk="0" h="22450" w="19248">
                  <a:moveTo>
                    <a:pt x="19248" y="1"/>
                  </a:moveTo>
                  <a:lnTo>
                    <a:pt x="4304" y="3436"/>
                  </a:lnTo>
                  <a:lnTo>
                    <a:pt x="1" y="22450"/>
                  </a:lnTo>
                  <a:lnTo>
                    <a:pt x="14244" y="18914"/>
                  </a:lnTo>
                  <a:lnTo>
                    <a:pt x="1924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45"/>
            <p:cNvSpPr/>
            <p:nvPr/>
          </p:nvSpPr>
          <p:spPr>
            <a:xfrm>
              <a:off x="2351850" y="2208700"/>
              <a:ext cx="115100" cy="485350"/>
            </a:xfrm>
            <a:custGeom>
              <a:rect b="b" l="l" r="r" t="t"/>
              <a:pathLst>
                <a:path extrusionOk="0" h="19414" w="4604">
                  <a:moveTo>
                    <a:pt x="4337" y="0"/>
                  </a:moveTo>
                  <a:lnTo>
                    <a:pt x="1" y="19047"/>
                  </a:lnTo>
                  <a:lnTo>
                    <a:pt x="301" y="19414"/>
                  </a:lnTo>
                  <a:lnTo>
                    <a:pt x="4604" y="400"/>
                  </a:lnTo>
                  <a:lnTo>
                    <a:pt x="43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45"/>
            <p:cNvSpPr/>
            <p:nvPr/>
          </p:nvSpPr>
          <p:spPr>
            <a:xfrm>
              <a:off x="2359350" y="2132800"/>
              <a:ext cx="481200" cy="561250"/>
            </a:xfrm>
            <a:custGeom>
              <a:rect b="b" l="l" r="r" t="t"/>
              <a:pathLst>
                <a:path extrusionOk="0" h="22450" w="19248">
                  <a:moveTo>
                    <a:pt x="19248" y="1"/>
                  </a:moveTo>
                  <a:lnTo>
                    <a:pt x="4304" y="3436"/>
                  </a:lnTo>
                  <a:lnTo>
                    <a:pt x="1" y="22450"/>
                  </a:lnTo>
                  <a:lnTo>
                    <a:pt x="14244" y="18914"/>
                  </a:lnTo>
                  <a:lnTo>
                    <a:pt x="1924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45"/>
            <p:cNvSpPr/>
            <p:nvPr/>
          </p:nvSpPr>
          <p:spPr>
            <a:xfrm>
              <a:off x="2548650" y="2189425"/>
              <a:ext cx="179550" cy="59325"/>
            </a:xfrm>
            <a:custGeom>
              <a:rect b="b" l="l" r="r" t="t"/>
              <a:pathLst>
                <a:path extrusionOk="0" h="2373" w="7182">
                  <a:moveTo>
                    <a:pt x="6806" y="1"/>
                  </a:moveTo>
                  <a:cubicBezTo>
                    <a:pt x="6461" y="1"/>
                    <a:pt x="5884" y="124"/>
                    <a:pt x="5205" y="337"/>
                  </a:cubicBezTo>
                  <a:lnTo>
                    <a:pt x="2536" y="838"/>
                  </a:lnTo>
                  <a:cubicBezTo>
                    <a:pt x="1368" y="1271"/>
                    <a:pt x="268" y="1505"/>
                    <a:pt x="168" y="1805"/>
                  </a:cubicBezTo>
                  <a:lnTo>
                    <a:pt x="1" y="2372"/>
                  </a:lnTo>
                  <a:lnTo>
                    <a:pt x="6972" y="771"/>
                  </a:lnTo>
                  <a:cubicBezTo>
                    <a:pt x="6972" y="771"/>
                    <a:pt x="7039" y="504"/>
                    <a:pt x="7139" y="204"/>
                  </a:cubicBezTo>
                  <a:cubicBezTo>
                    <a:pt x="7181" y="65"/>
                    <a:pt x="7054" y="1"/>
                    <a:pt x="68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45"/>
            <p:cNvSpPr/>
            <p:nvPr/>
          </p:nvSpPr>
          <p:spPr>
            <a:xfrm>
              <a:off x="2557825" y="2133625"/>
              <a:ext cx="194550" cy="64250"/>
            </a:xfrm>
            <a:custGeom>
              <a:rect b="b" l="l" r="r" t="t"/>
              <a:pathLst>
                <a:path extrusionOk="0" h="2570" w="7782">
                  <a:moveTo>
                    <a:pt x="5317" y="0"/>
                  </a:moveTo>
                  <a:cubicBezTo>
                    <a:pt x="5109" y="0"/>
                    <a:pt x="4853" y="20"/>
                    <a:pt x="4537" y="68"/>
                  </a:cubicBezTo>
                  <a:cubicBezTo>
                    <a:pt x="2336" y="401"/>
                    <a:pt x="2169" y="1469"/>
                    <a:pt x="2169" y="1469"/>
                  </a:cubicBezTo>
                  <a:cubicBezTo>
                    <a:pt x="1802" y="1569"/>
                    <a:pt x="1435" y="1669"/>
                    <a:pt x="1068" y="1736"/>
                  </a:cubicBezTo>
                  <a:cubicBezTo>
                    <a:pt x="334" y="1902"/>
                    <a:pt x="234" y="2002"/>
                    <a:pt x="168" y="2203"/>
                  </a:cubicBezTo>
                  <a:lnTo>
                    <a:pt x="1" y="2569"/>
                  </a:lnTo>
                  <a:lnTo>
                    <a:pt x="7640" y="835"/>
                  </a:lnTo>
                  <a:cubicBezTo>
                    <a:pt x="7640" y="835"/>
                    <a:pt x="7673" y="668"/>
                    <a:pt x="7740" y="501"/>
                  </a:cubicBezTo>
                  <a:cubicBezTo>
                    <a:pt x="7782" y="374"/>
                    <a:pt x="7663" y="328"/>
                    <a:pt x="7452" y="328"/>
                  </a:cubicBezTo>
                  <a:cubicBezTo>
                    <a:pt x="7330" y="328"/>
                    <a:pt x="7177" y="343"/>
                    <a:pt x="7006" y="368"/>
                  </a:cubicBezTo>
                  <a:lnTo>
                    <a:pt x="6138" y="568"/>
                  </a:lnTo>
                  <a:cubicBezTo>
                    <a:pt x="6138" y="568"/>
                    <a:pt x="6422" y="0"/>
                    <a:pt x="5317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45"/>
            <p:cNvSpPr/>
            <p:nvPr/>
          </p:nvSpPr>
          <p:spPr>
            <a:xfrm>
              <a:off x="2553650" y="2156975"/>
              <a:ext cx="181000" cy="92600"/>
            </a:xfrm>
            <a:custGeom>
              <a:rect b="b" l="l" r="r" t="t"/>
              <a:pathLst>
                <a:path extrusionOk="0" h="3704" w="7240">
                  <a:moveTo>
                    <a:pt x="7239" y="1"/>
                  </a:moveTo>
                  <a:lnTo>
                    <a:pt x="1135" y="1402"/>
                  </a:lnTo>
                  <a:lnTo>
                    <a:pt x="902" y="2069"/>
                  </a:lnTo>
                  <a:cubicBezTo>
                    <a:pt x="1180" y="1971"/>
                    <a:pt x="1436" y="1926"/>
                    <a:pt x="1632" y="1926"/>
                  </a:cubicBezTo>
                  <a:cubicBezTo>
                    <a:pt x="1904" y="1926"/>
                    <a:pt x="2061" y="2014"/>
                    <a:pt x="2002" y="2169"/>
                  </a:cubicBezTo>
                  <a:cubicBezTo>
                    <a:pt x="2002" y="2203"/>
                    <a:pt x="1969" y="2269"/>
                    <a:pt x="1936" y="2336"/>
                  </a:cubicBezTo>
                  <a:cubicBezTo>
                    <a:pt x="1035" y="2636"/>
                    <a:pt x="268" y="2870"/>
                    <a:pt x="168" y="3137"/>
                  </a:cubicBezTo>
                  <a:lnTo>
                    <a:pt x="1" y="3704"/>
                  </a:lnTo>
                  <a:lnTo>
                    <a:pt x="6939" y="2069"/>
                  </a:lnTo>
                  <a:lnTo>
                    <a:pt x="7139" y="1502"/>
                  </a:lnTo>
                  <a:cubicBezTo>
                    <a:pt x="7173" y="1385"/>
                    <a:pt x="7048" y="1327"/>
                    <a:pt x="6810" y="1327"/>
                  </a:cubicBezTo>
                  <a:cubicBezTo>
                    <a:pt x="6572" y="1327"/>
                    <a:pt x="6222" y="1385"/>
                    <a:pt x="5805" y="1502"/>
                  </a:cubicBezTo>
                  <a:lnTo>
                    <a:pt x="5838" y="1369"/>
                  </a:lnTo>
                  <a:cubicBezTo>
                    <a:pt x="6005" y="902"/>
                    <a:pt x="6239" y="902"/>
                    <a:pt x="6939" y="668"/>
                  </a:cubicBezTo>
                  <a:lnTo>
                    <a:pt x="723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45"/>
            <p:cNvSpPr/>
            <p:nvPr/>
          </p:nvSpPr>
          <p:spPr>
            <a:xfrm>
              <a:off x="1863175" y="1819000"/>
              <a:ext cx="693850" cy="753475"/>
            </a:xfrm>
            <a:custGeom>
              <a:rect b="b" l="l" r="r" t="t"/>
              <a:pathLst>
                <a:path extrusionOk="0" h="30139" w="27754">
                  <a:moveTo>
                    <a:pt x="11669" y="0"/>
                  </a:moveTo>
                  <a:cubicBezTo>
                    <a:pt x="8168" y="0"/>
                    <a:pt x="6880" y="1958"/>
                    <a:pt x="5437" y="5548"/>
                  </a:cubicBezTo>
                  <a:cubicBezTo>
                    <a:pt x="4403" y="8116"/>
                    <a:pt x="1435" y="17256"/>
                    <a:pt x="634" y="20392"/>
                  </a:cubicBezTo>
                  <a:cubicBezTo>
                    <a:pt x="167" y="22193"/>
                    <a:pt x="0" y="23794"/>
                    <a:pt x="1968" y="24895"/>
                  </a:cubicBezTo>
                  <a:cubicBezTo>
                    <a:pt x="3736" y="25895"/>
                    <a:pt x="9207" y="27663"/>
                    <a:pt x="13076" y="28764"/>
                  </a:cubicBezTo>
                  <a:cubicBezTo>
                    <a:pt x="15011" y="29331"/>
                    <a:pt x="16979" y="29732"/>
                    <a:pt x="18980" y="29965"/>
                  </a:cubicBezTo>
                  <a:cubicBezTo>
                    <a:pt x="20180" y="30078"/>
                    <a:pt x="21157" y="30139"/>
                    <a:pt x="21968" y="30139"/>
                  </a:cubicBezTo>
                  <a:cubicBezTo>
                    <a:pt x="24270" y="30139"/>
                    <a:pt x="25231" y="29648"/>
                    <a:pt x="26119" y="28464"/>
                  </a:cubicBezTo>
                  <a:cubicBezTo>
                    <a:pt x="26619" y="27763"/>
                    <a:pt x="26753" y="26729"/>
                    <a:pt x="27186" y="26162"/>
                  </a:cubicBezTo>
                  <a:cubicBezTo>
                    <a:pt x="27620" y="25595"/>
                    <a:pt x="27753" y="25362"/>
                    <a:pt x="27620" y="25062"/>
                  </a:cubicBezTo>
                  <a:cubicBezTo>
                    <a:pt x="27467" y="24772"/>
                    <a:pt x="27224" y="24684"/>
                    <a:pt x="26864" y="24684"/>
                  </a:cubicBezTo>
                  <a:cubicBezTo>
                    <a:pt x="26438" y="24684"/>
                    <a:pt x="25848" y="24807"/>
                    <a:pt x="25051" y="24861"/>
                  </a:cubicBezTo>
                  <a:cubicBezTo>
                    <a:pt x="24501" y="24911"/>
                    <a:pt x="23951" y="24936"/>
                    <a:pt x="23404" y="24936"/>
                  </a:cubicBezTo>
                  <a:cubicBezTo>
                    <a:pt x="22858" y="24936"/>
                    <a:pt x="22316" y="24911"/>
                    <a:pt x="21782" y="24861"/>
                  </a:cubicBezTo>
                  <a:lnTo>
                    <a:pt x="17179" y="23894"/>
                  </a:lnTo>
                  <a:cubicBezTo>
                    <a:pt x="16312" y="23894"/>
                    <a:pt x="14277" y="23327"/>
                    <a:pt x="12042" y="22426"/>
                  </a:cubicBezTo>
                  <a:cubicBezTo>
                    <a:pt x="10608" y="21893"/>
                    <a:pt x="9173" y="21225"/>
                    <a:pt x="7806" y="20492"/>
                  </a:cubicBezTo>
                  <a:cubicBezTo>
                    <a:pt x="8807" y="17156"/>
                    <a:pt x="10007" y="13854"/>
                    <a:pt x="11375" y="10651"/>
                  </a:cubicBezTo>
                  <a:cubicBezTo>
                    <a:pt x="13276" y="7949"/>
                    <a:pt x="14244" y="2479"/>
                    <a:pt x="12109" y="10"/>
                  </a:cubicBezTo>
                  <a:cubicBezTo>
                    <a:pt x="11959" y="4"/>
                    <a:pt x="11812" y="0"/>
                    <a:pt x="11669" y="0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45"/>
            <p:cNvSpPr/>
            <p:nvPr/>
          </p:nvSpPr>
          <p:spPr>
            <a:xfrm>
              <a:off x="1962400" y="2306325"/>
              <a:ext cx="100100" cy="24975"/>
            </a:xfrm>
            <a:custGeom>
              <a:rect b="b" l="l" r="r" t="t"/>
              <a:pathLst>
                <a:path extrusionOk="0" h="999" w="4004">
                  <a:moveTo>
                    <a:pt x="1982" y="1"/>
                  </a:moveTo>
                  <a:cubicBezTo>
                    <a:pt x="560" y="1"/>
                    <a:pt x="1" y="665"/>
                    <a:pt x="1" y="665"/>
                  </a:cubicBezTo>
                  <a:cubicBezTo>
                    <a:pt x="390" y="519"/>
                    <a:pt x="817" y="464"/>
                    <a:pt x="1240" y="464"/>
                  </a:cubicBezTo>
                  <a:cubicBezTo>
                    <a:pt x="2557" y="464"/>
                    <a:pt x="3837" y="999"/>
                    <a:pt x="3837" y="999"/>
                  </a:cubicBezTo>
                  <a:lnTo>
                    <a:pt x="4004" y="365"/>
                  </a:lnTo>
                  <a:cubicBezTo>
                    <a:pt x="3193" y="98"/>
                    <a:pt x="2525" y="1"/>
                    <a:pt x="1982" y="1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45"/>
            <p:cNvSpPr/>
            <p:nvPr/>
          </p:nvSpPr>
          <p:spPr>
            <a:xfrm>
              <a:off x="5432375" y="1740850"/>
              <a:ext cx="127625" cy="306925"/>
            </a:xfrm>
            <a:custGeom>
              <a:rect b="b" l="l" r="r" t="t"/>
              <a:pathLst>
                <a:path extrusionOk="0" h="12277" w="5105">
                  <a:moveTo>
                    <a:pt x="5104" y="1"/>
                  </a:moveTo>
                  <a:cubicBezTo>
                    <a:pt x="4070" y="668"/>
                    <a:pt x="3303" y="1535"/>
                    <a:pt x="2469" y="2903"/>
                  </a:cubicBezTo>
                  <a:cubicBezTo>
                    <a:pt x="368" y="6272"/>
                    <a:pt x="1" y="10542"/>
                    <a:pt x="1335" y="12276"/>
                  </a:cubicBezTo>
                  <a:lnTo>
                    <a:pt x="5104" y="6238"/>
                  </a:lnTo>
                  <a:lnTo>
                    <a:pt x="510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45"/>
            <p:cNvSpPr/>
            <p:nvPr/>
          </p:nvSpPr>
          <p:spPr>
            <a:xfrm>
              <a:off x="5476575" y="1878450"/>
              <a:ext cx="211850" cy="200900"/>
            </a:xfrm>
            <a:custGeom>
              <a:rect b="b" l="l" r="r" t="t"/>
              <a:pathLst>
                <a:path extrusionOk="0" h="8036" w="8474">
                  <a:moveTo>
                    <a:pt x="8473" y="1"/>
                  </a:moveTo>
                  <a:lnTo>
                    <a:pt x="3803" y="1135"/>
                  </a:lnTo>
                  <a:lnTo>
                    <a:pt x="1" y="7306"/>
                  </a:lnTo>
                  <a:cubicBezTo>
                    <a:pt x="475" y="7780"/>
                    <a:pt x="1101" y="8035"/>
                    <a:pt x="1747" y="8035"/>
                  </a:cubicBezTo>
                  <a:cubicBezTo>
                    <a:pt x="2010" y="8035"/>
                    <a:pt x="2276" y="7993"/>
                    <a:pt x="2536" y="7906"/>
                  </a:cubicBezTo>
                  <a:cubicBezTo>
                    <a:pt x="5104" y="7273"/>
                    <a:pt x="7706" y="3770"/>
                    <a:pt x="847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45"/>
            <p:cNvSpPr/>
            <p:nvPr/>
          </p:nvSpPr>
          <p:spPr>
            <a:xfrm>
              <a:off x="5579150" y="1724175"/>
              <a:ext cx="121775" cy="165150"/>
            </a:xfrm>
            <a:custGeom>
              <a:rect b="b" l="l" r="r" t="t"/>
              <a:pathLst>
                <a:path extrusionOk="0" h="6606" w="4871">
                  <a:moveTo>
                    <a:pt x="2502" y="1"/>
                  </a:moveTo>
                  <a:lnTo>
                    <a:pt x="1" y="6605"/>
                  </a:lnTo>
                  <a:lnTo>
                    <a:pt x="1" y="6605"/>
                  </a:lnTo>
                  <a:lnTo>
                    <a:pt x="4471" y="5504"/>
                  </a:lnTo>
                  <a:cubicBezTo>
                    <a:pt x="4871" y="2702"/>
                    <a:pt x="4104" y="601"/>
                    <a:pt x="250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45"/>
            <p:cNvSpPr/>
            <p:nvPr/>
          </p:nvSpPr>
          <p:spPr>
            <a:xfrm>
              <a:off x="5573325" y="1721600"/>
              <a:ext cx="56725" cy="150200"/>
            </a:xfrm>
            <a:custGeom>
              <a:rect b="b" l="l" r="r" t="t"/>
              <a:pathLst>
                <a:path extrusionOk="0" h="6008" w="2269">
                  <a:moveTo>
                    <a:pt x="1604" y="1"/>
                  </a:moveTo>
                  <a:cubicBezTo>
                    <a:pt x="1033" y="1"/>
                    <a:pt x="482" y="157"/>
                    <a:pt x="0" y="470"/>
                  </a:cubicBezTo>
                  <a:lnTo>
                    <a:pt x="0" y="6008"/>
                  </a:lnTo>
                  <a:lnTo>
                    <a:pt x="2268" y="70"/>
                  </a:lnTo>
                  <a:cubicBezTo>
                    <a:pt x="2046" y="24"/>
                    <a:pt x="1824" y="1"/>
                    <a:pt x="160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45"/>
            <p:cNvSpPr/>
            <p:nvPr/>
          </p:nvSpPr>
          <p:spPr>
            <a:xfrm>
              <a:off x="4668500" y="4397750"/>
              <a:ext cx="32550" cy="71550"/>
            </a:xfrm>
            <a:custGeom>
              <a:rect b="b" l="l" r="r" t="t"/>
              <a:pathLst>
                <a:path extrusionOk="0" h="2862" w="1302">
                  <a:moveTo>
                    <a:pt x="1235" y="1"/>
                  </a:moveTo>
                  <a:lnTo>
                    <a:pt x="67" y="701"/>
                  </a:lnTo>
                  <a:cubicBezTo>
                    <a:pt x="34" y="735"/>
                    <a:pt x="1" y="768"/>
                    <a:pt x="1" y="835"/>
                  </a:cubicBezTo>
                  <a:lnTo>
                    <a:pt x="1" y="1135"/>
                  </a:lnTo>
                  <a:lnTo>
                    <a:pt x="1" y="1202"/>
                  </a:lnTo>
                  <a:lnTo>
                    <a:pt x="67" y="1202"/>
                  </a:lnTo>
                  <a:lnTo>
                    <a:pt x="801" y="768"/>
                  </a:lnTo>
                  <a:lnTo>
                    <a:pt x="268" y="2736"/>
                  </a:lnTo>
                  <a:cubicBezTo>
                    <a:pt x="268" y="2769"/>
                    <a:pt x="268" y="2769"/>
                    <a:pt x="268" y="2803"/>
                  </a:cubicBezTo>
                  <a:cubicBezTo>
                    <a:pt x="234" y="2803"/>
                    <a:pt x="268" y="2836"/>
                    <a:pt x="268" y="2836"/>
                  </a:cubicBezTo>
                  <a:cubicBezTo>
                    <a:pt x="284" y="2853"/>
                    <a:pt x="293" y="2861"/>
                    <a:pt x="301" y="2861"/>
                  </a:cubicBezTo>
                  <a:cubicBezTo>
                    <a:pt x="309" y="2861"/>
                    <a:pt x="318" y="2853"/>
                    <a:pt x="334" y="2836"/>
                  </a:cubicBezTo>
                  <a:lnTo>
                    <a:pt x="668" y="2636"/>
                  </a:lnTo>
                  <a:cubicBezTo>
                    <a:pt x="701" y="2636"/>
                    <a:pt x="701" y="2603"/>
                    <a:pt x="701" y="2603"/>
                  </a:cubicBezTo>
                  <a:cubicBezTo>
                    <a:pt x="735" y="2569"/>
                    <a:pt x="735" y="2536"/>
                    <a:pt x="735" y="2536"/>
                  </a:cubicBezTo>
                  <a:lnTo>
                    <a:pt x="1268" y="568"/>
                  </a:lnTo>
                  <a:cubicBezTo>
                    <a:pt x="1302" y="501"/>
                    <a:pt x="1302" y="434"/>
                    <a:pt x="1302" y="368"/>
                  </a:cubicBezTo>
                  <a:lnTo>
                    <a:pt x="1302" y="67"/>
                  </a:lnTo>
                  <a:cubicBezTo>
                    <a:pt x="1302" y="34"/>
                    <a:pt x="1302" y="34"/>
                    <a:pt x="130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45"/>
            <p:cNvSpPr/>
            <p:nvPr/>
          </p:nvSpPr>
          <p:spPr>
            <a:xfrm>
              <a:off x="4706025" y="4380250"/>
              <a:ext cx="35900" cy="64225"/>
            </a:xfrm>
            <a:custGeom>
              <a:rect b="b" l="l" r="r" t="t"/>
              <a:pathLst>
                <a:path extrusionOk="0" h="2569" w="1436">
                  <a:moveTo>
                    <a:pt x="897" y="587"/>
                  </a:moveTo>
                  <a:cubicBezTo>
                    <a:pt x="918" y="587"/>
                    <a:pt x="935" y="610"/>
                    <a:pt x="935" y="634"/>
                  </a:cubicBezTo>
                  <a:cubicBezTo>
                    <a:pt x="968" y="634"/>
                    <a:pt x="968" y="667"/>
                    <a:pt x="968" y="701"/>
                  </a:cubicBezTo>
                  <a:cubicBezTo>
                    <a:pt x="1001" y="767"/>
                    <a:pt x="1001" y="801"/>
                    <a:pt x="968" y="868"/>
                  </a:cubicBezTo>
                  <a:lnTo>
                    <a:pt x="968" y="1401"/>
                  </a:lnTo>
                  <a:cubicBezTo>
                    <a:pt x="1001" y="1468"/>
                    <a:pt x="1001" y="1501"/>
                    <a:pt x="1001" y="1568"/>
                  </a:cubicBezTo>
                  <a:cubicBezTo>
                    <a:pt x="968" y="1601"/>
                    <a:pt x="968" y="1668"/>
                    <a:pt x="935" y="1701"/>
                  </a:cubicBezTo>
                  <a:cubicBezTo>
                    <a:pt x="901" y="1802"/>
                    <a:pt x="835" y="1902"/>
                    <a:pt x="735" y="1935"/>
                  </a:cubicBezTo>
                  <a:cubicBezTo>
                    <a:pt x="701" y="1968"/>
                    <a:pt x="668" y="1968"/>
                    <a:pt x="601" y="1968"/>
                  </a:cubicBezTo>
                  <a:cubicBezTo>
                    <a:pt x="568" y="1968"/>
                    <a:pt x="568" y="1968"/>
                    <a:pt x="534" y="1935"/>
                  </a:cubicBezTo>
                  <a:cubicBezTo>
                    <a:pt x="501" y="1935"/>
                    <a:pt x="501" y="1902"/>
                    <a:pt x="501" y="1868"/>
                  </a:cubicBezTo>
                  <a:cubicBezTo>
                    <a:pt x="468" y="1802"/>
                    <a:pt x="468" y="1768"/>
                    <a:pt x="501" y="1701"/>
                  </a:cubicBezTo>
                  <a:lnTo>
                    <a:pt x="501" y="1168"/>
                  </a:lnTo>
                  <a:cubicBezTo>
                    <a:pt x="501" y="1101"/>
                    <a:pt x="501" y="1034"/>
                    <a:pt x="501" y="1001"/>
                  </a:cubicBezTo>
                  <a:cubicBezTo>
                    <a:pt x="501" y="934"/>
                    <a:pt x="501" y="901"/>
                    <a:pt x="534" y="868"/>
                  </a:cubicBezTo>
                  <a:cubicBezTo>
                    <a:pt x="568" y="801"/>
                    <a:pt x="568" y="767"/>
                    <a:pt x="601" y="734"/>
                  </a:cubicBezTo>
                  <a:cubicBezTo>
                    <a:pt x="635" y="701"/>
                    <a:pt x="701" y="667"/>
                    <a:pt x="735" y="634"/>
                  </a:cubicBezTo>
                  <a:cubicBezTo>
                    <a:pt x="768" y="601"/>
                    <a:pt x="801" y="601"/>
                    <a:pt x="868" y="601"/>
                  </a:cubicBezTo>
                  <a:cubicBezTo>
                    <a:pt x="878" y="591"/>
                    <a:pt x="888" y="587"/>
                    <a:pt x="897" y="587"/>
                  </a:cubicBezTo>
                  <a:close/>
                  <a:moveTo>
                    <a:pt x="1035" y="0"/>
                  </a:moveTo>
                  <a:cubicBezTo>
                    <a:pt x="935" y="0"/>
                    <a:pt x="801" y="34"/>
                    <a:pt x="735" y="100"/>
                  </a:cubicBezTo>
                  <a:cubicBezTo>
                    <a:pt x="601" y="167"/>
                    <a:pt x="501" y="267"/>
                    <a:pt x="401" y="367"/>
                  </a:cubicBezTo>
                  <a:cubicBezTo>
                    <a:pt x="301" y="467"/>
                    <a:pt x="234" y="567"/>
                    <a:pt x="168" y="667"/>
                  </a:cubicBezTo>
                  <a:cubicBezTo>
                    <a:pt x="134" y="801"/>
                    <a:pt x="67" y="901"/>
                    <a:pt x="67" y="1034"/>
                  </a:cubicBezTo>
                  <a:cubicBezTo>
                    <a:pt x="34" y="1168"/>
                    <a:pt x="1" y="1268"/>
                    <a:pt x="1" y="1401"/>
                  </a:cubicBezTo>
                  <a:lnTo>
                    <a:pt x="1" y="1701"/>
                  </a:lnTo>
                  <a:lnTo>
                    <a:pt x="1" y="2002"/>
                  </a:lnTo>
                  <a:cubicBezTo>
                    <a:pt x="1" y="2102"/>
                    <a:pt x="34" y="2202"/>
                    <a:pt x="67" y="2302"/>
                  </a:cubicBezTo>
                  <a:cubicBezTo>
                    <a:pt x="67" y="2369"/>
                    <a:pt x="101" y="2469"/>
                    <a:pt x="168" y="2502"/>
                  </a:cubicBezTo>
                  <a:cubicBezTo>
                    <a:pt x="234" y="2569"/>
                    <a:pt x="334" y="2569"/>
                    <a:pt x="401" y="2569"/>
                  </a:cubicBezTo>
                  <a:cubicBezTo>
                    <a:pt x="501" y="2569"/>
                    <a:pt x="635" y="2535"/>
                    <a:pt x="735" y="2469"/>
                  </a:cubicBezTo>
                  <a:cubicBezTo>
                    <a:pt x="835" y="2402"/>
                    <a:pt x="935" y="2302"/>
                    <a:pt x="1035" y="2202"/>
                  </a:cubicBezTo>
                  <a:cubicBezTo>
                    <a:pt x="1135" y="2102"/>
                    <a:pt x="1202" y="2002"/>
                    <a:pt x="1268" y="1902"/>
                  </a:cubicBezTo>
                  <a:cubicBezTo>
                    <a:pt x="1302" y="1768"/>
                    <a:pt x="1368" y="1668"/>
                    <a:pt x="1402" y="1535"/>
                  </a:cubicBezTo>
                  <a:cubicBezTo>
                    <a:pt x="1402" y="1401"/>
                    <a:pt x="1435" y="1268"/>
                    <a:pt x="1435" y="1168"/>
                  </a:cubicBezTo>
                  <a:lnTo>
                    <a:pt x="1435" y="868"/>
                  </a:lnTo>
                  <a:lnTo>
                    <a:pt x="1435" y="567"/>
                  </a:lnTo>
                  <a:cubicBezTo>
                    <a:pt x="1435" y="467"/>
                    <a:pt x="1402" y="367"/>
                    <a:pt x="1402" y="267"/>
                  </a:cubicBezTo>
                  <a:cubicBezTo>
                    <a:pt x="1368" y="200"/>
                    <a:pt x="1335" y="100"/>
                    <a:pt x="1268" y="67"/>
                  </a:cubicBezTo>
                  <a:cubicBezTo>
                    <a:pt x="1202" y="0"/>
                    <a:pt x="1102" y="0"/>
                    <a:pt x="103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45"/>
            <p:cNvSpPr/>
            <p:nvPr/>
          </p:nvSpPr>
          <p:spPr>
            <a:xfrm>
              <a:off x="4746900" y="4346050"/>
              <a:ext cx="48375" cy="78425"/>
            </a:xfrm>
            <a:custGeom>
              <a:rect b="b" l="l" r="r" t="t"/>
              <a:pathLst>
                <a:path extrusionOk="0" h="3137" w="1935">
                  <a:moveTo>
                    <a:pt x="467" y="1035"/>
                  </a:moveTo>
                  <a:cubicBezTo>
                    <a:pt x="501" y="1068"/>
                    <a:pt x="501" y="1101"/>
                    <a:pt x="501" y="1168"/>
                  </a:cubicBezTo>
                  <a:cubicBezTo>
                    <a:pt x="501" y="1235"/>
                    <a:pt x="501" y="1302"/>
                    <a:pt x="501" y="1368"/>
                  </a:cubicBezTo>
                  <a:cubicBezTo>
                    <a:pt x="501" y="1402"/>
                    <a:pt x="501" y="1468"/>
                    <a:pt x="467" y="1502"/>
                  </a:cubicBezTo>
                  <a:cubicBezTo>
                    <a:pt x="467" y="1535"/>
                    <a:pt x="434" y="1568"/>
                    <a:pt x="401" y="1602"/>
                  </a:cubicBezTo>
                  <a:lnTo>
                    <a:pt x="334" y="1602"/>
                  </a:lnTo>
                  <a:cubicBezTo>
                    <a:pt x="300" y="1568"/>
                    <a:pt x="300" y="1502"/>
                    <a:pt x="300" y="1468"/>
                  </a:cubicBezTo>
                  <a:cubicBezTo>
                    <a:pt x="300" y="1402"/>
                    <a:pt x="300" y="1335"/>
                    <a:pt x="300" y="1268"/>
                  </a:cubicBezTo>
                  <a:cubicBezTo>
                    <a:pt x="300" y="1201"/>
                    <a:pt x="300" y="1168"/>
                    <a:pt x="334" y="1135"/>
                  </a:cubicBezTo>
                  <a:cubicBezTo>
                    <a:pt x="334" y="1101"/>
                    <a:pt x="367" y="1068"/>
                    <a:pt x="401" y="1035"/>
                  </a:cubicBezTo>
                  <a:close/>
                  <a:moveTo>
                    <a:pt x="567" y="668"/>
                  </a:moveTo>
                  <a:cubicBezTo>
                    <a:pt x="501" y="668"/>
                    <a:pt x="467" y="701"/>
                    <a:pt x="401" y="734"/>
                  </a:cubicBezTo>
                  <a:cubicBezTo>
                    <a:pt x="334" y="768"/>
                    <a:pt x="267" y="801"/>
                    <a:pt x="234" y="868"/>
                  </a:cubicBezTo>
                  <a:cubicBezTo>
                    <a:pt x="200" y="901"/>
                    <a:pt x="134" y="968"/>
                    <a:pt x="134" y="1035"/>
                  </a:cubicBezTo>
                  <a:cubicBezTo>
                    <a:pt x="100" y="1101"/>
                    <a:pt x="67" y="1135"/>
                    <a:pt x="34" y="1201"/>
                  </a:cubicBezTo>
                  <a:cubicBezTo>
                    <a:pt x="34" y="1268"/>
                    <a:pt x="34" y="1335"/>
                    <a:pt x="0" y="1402"/>
                  </a:cubicBezTo>
                  <a:lnTo>
                    <a:pt x="0" y="1535"/>
                  </a:lnTo>
                  <a:lnTo>
                    <a:pt x="0" y="1668"/>
                  </a:lnTo>
                  <a:cubicBezTo>
                    <a:pt x="34" y="1735"/>
                    <a:pt x="34" y="1769"/>
                    <a:pt x="34" y="1835"/>
                  </a:cubicBezTo>
                  <a:cubicBezTo>
                    <a:pt x="67" y="1869"/>
                    <a:pt x="67" y="1902"/>
                    <a:pt x="134" y="1935"/>
                  </a:cubicBezTo>
                  <a:cubicBezTo>
                    <a:pt x="134" y="1969"/>
                    <a:pt x="200" y="1969"/>
                    <a:pt x="234" y="1969"/>
                  </a:cubicBezTo>
                  <a:cubicBezTo>
                    <a:pt x="300" y="1969"/>
                    <a:pt x="334" y="1935"/>
                    <a:pt x="401" y="1902"/>
                  </a:cubicBezTo>
                  <a:cubicBezTo>
                    <a:pt x="467" y="1869"/>
                    <a:pt x="534" y="1835"/>
                    <a:pt x="567" y="1769"/>
                  </a:cubicBezTo>
                  <a:cubicBezTo>
                    <a:pt x="601" y="1735"/>
                    <a:pt x="667" y="1668"/>
                    <a:pt x="701" y="1602"/>
                  </a:cubicBezTo>
                  <a:cubicBezTo>
                    <a:pt x="701" y="1535"/>
                    <a:pt x="734" y="1468"/>
                    <a:pt x="767" y="1435"/>
                  </a:cubicBezTo>
                  <a:cubicBezTo>
                    <a:pt x="767" y="1368"/>
                    <a:pt x="801" y="1302"/>
                    <a:pt x="801" y="1235"/>
                  </a:cubicBezTo>
                  <a:lnTo>
                    <a:pt x="801" y="968"/>
                  </a:lnTo>
                  <a:cubicBezTo>
                    <a:pt x="801" y="901"/>
                    <a:pt x="767" y="868"/>
                    <a:pt x="767" y="801"/>
                  </a:cubicBezTo>
                  <a:cubicBezTo>
                    <a:pt x="734" y="768"/>
                    <a:pt x="734" y="734"/>
                    <a:pt x="701" y="701"/>
                  </a:cubicBezTo>
                  <a:cubicBezTo>
                    <a:pt x="667" y="668"/>
                    <a:pt x="601" y="668"/>
                    <a:pt x="567" y="668"/>
                  </a:cubicBezTo>
                  <a:close/>
                  <a:moveTo>
                    <a:pt x="1610" y="1510"/>
                  </a:moveTo>
                  <a:cubicBezTo>
                    <a:pt x="1626" y="1510"/>
                    <a:pt x="1635" y="1518"/>
                    <a:pt x="1635" y="1535"/>
                  </a:cubicBezTo>
                  <a:cubicBezTo>
                    <a:pt x="1635" y="1568"/>
                    <a:pt x="1635" y="1602"/>
                    <a:pt x="1635" y="1635"/>
                  </a:cubicBezTo>
                  <a:cubicBezTo>
                    <a:pt x="1635" y="1702"/>
                    <a:pt x="1635" y="1769"/>
                    <a:pt x="1635" y="1869"/>
                  </a:cubicBezTo>
                  <a:cubicBezTo>
                    <a:pt x="1635" y="1902"/>
                    <a:pt x="1635" y="1935"/>
                    <a:pt x="1635" y="2002"/>
                  </a:cubicBezTo>
                  <a:cubicBezTo>
                    <a:pt x="1601" y="2035"/>
                    <a:pt x="1568" y="2069"/>
                    <a:pt x="1535" y="2069"/>
                  </a:cubicBezTo>
                  <a:cubicBezTo>
                    <a:pt x="1518" y="2085"/>
                    <a:pt x="1501" y="2094"/>
                    <a:pt x="1489" y="2094"/>
                  </a:cubicBezTo>
                  <a:cubicBezTo>
                    <a:pt x="1476" y="2094"/>
                    <a:pt x="1468" y="2085"/>
                    <a:pt x="1468" y="2069"/>
                  </a:cubicBezTo>
                  <a:cubicBezTo>
                    <a:pt x="1435" y="2035"/>
                    <a:pt x="1435" y="2002"/>
                    <a:pt x="1435" y="1969"/>
                  </a:cubicBezTo>
                  <a:cubicBezTo>
                    <a:pt x="1435" y="1902"/>
                    <a:pt x="1435" y="1835"/>
                    <a:pt x="1435" y="1769"/>
                  </a:cubicBezTo>
                  <a:cubicBezTo>
                    <a:pt x="1435" y="1702"/>
                    <a:pt x="1468" y="1668"/>
                    <a:pt x="1468" y="1602"/>
                  </a:cubicBezTo>
                  <a:cubicBezTo>
                    <a:pt x="1468" y="1568"/>
                    <a:pt x="1501" y="1535"/>
                    <a:pt x="1535" y="1535"/>
                  </a:cubicBezTo>
                  <a:cubicBezTo>
                    <a:pt x="1568" y="1518"/>
                    <a:pt x="1593" y="1510"/>
                    <a:pt x="1610" y="1510"/>
                  </a:cubicBezTo>
                  <a:close/>
                  <a:moveTo>
                    <a:pt x="1743" y="1153"/>
                  </a:moveTo>
                  <a:cubicBezTo>
                    <a:pt x="1727" y="1153"/>
                    <a:pt x="1713" y="1157"/>
                    <a:pt x="1701" y="1168"/>
                  </a:cubicBezTo>
                  <a:cubicBezTo>
                    <a:pt x="1635" y="1168"/>
                    <a:pt x="1601" y="1168"/>
                    <a:pt x="1535" y="1201"/>
                  </a:cubicBezTo>
                  <a:cubicBezTo>
                    <a:pt x="1468" y="1235"/>
                    <a:pt x="1435" y="1302"/>
                    <a:pt x="1368" y="1335"/>
                  </a:cubicBezTo>
                  <a:cubicBezTo>
                    <a:pt x="1335" y="1402"/>
                    <a:pt x="1301" y="1435"/>
                    <a:pt x="1268" y="1502"/>
                  </a:cubicBezTo>
                  <a:cubicBezTo>
                    <a:pt x="1234" y="1568"/>
                    <a:pt x="1201" y="1635"/>
                    <a:pt x="1201" y="1702"/>
                  </a:cubicBezTo>
                  <a:cubicBezTo>
                    <a:pt x="1168" y="1769"/>
                    <a:pt x="1168" y="1835"/>
                    <a:pt x="1168" y="1902"/>
                  </a:cubicBezTo>
                  <a:lnTo>
                    <a:pt x="1168" y="2035"/>
                  </a:lnTo>
                  <a:cubicBezTo>
                    <a:pt x="1168" y="2069"/>
                    <a:pt x="1168" y="2102"/>
                    <a:pt x="1168" y="2135"/>
                  </a:cubicBezTo>
                  <a:cubicBezTo>
                    <a:pt x="1168" y="2202"/>
                    <a:pt x="1168" y="2269"/>
                    <a:pt x="1201" y="2302"/>
                  </a:cubicBezTo>
                  <a:cubicBezTo>
                    <a:pt x="1201" y="2369"/>
                    <a:pt x="1234" y="2402"/>
                    <a:pt x="1268" y="2436"/>
                  </a:cubicBezTo>
                  <a:cubicBezTo>
                    <a:pt x="1301" y="2436"/>
                    <a:pt x="1335" y="2469"/>
                    <a:pt x="1368" y="2469"/>
                  </a:cubicBezTo>
                  <a:cubicBezTo>
                    <a:pt x="1435" y="2436"/>
                    <a:pt x="1501" y="2436"/>
                    <a:pt x="1535" y="2402"/>
                  </a:cubicBezTo>
                  <a:cubicBezTo>
                    <a:pt x="1601" y="2369"/>
                    <a:pt x="1668" y="2302"/>
                    <a:pt x="1701" y="2269"/>
                  </a:cubicBezTo>
                  <a:cubicBezTo>
                    <a:pt x="1768" y="2202"/>
                    <a:pt x="1802" y="2135"/>
                    <a:pt x="1835" y="2102"/>
                  </a:cubicBezTo>
                  <a:cubicBezTo>
                    <a:pt x="1868" y="2035"/>
                    <a:pt x="1868" y="1969"/>
                    <a:pt x="1902" y="1902"/>
                  </a:cubicBezTo>
                  <a:cubicBezTo>
                    <a:pt x="1902" y="1835"/>
                    <a:pt x="1935" y="1769"/>
                    <a:pt x="1935" y="1702"/>
                  </a:cubicBezTo>
                  <a:lnTo>
                    <a:pt x="1935" y="1468"/>
                  </a:lnTo>
                  <a:cubicBezTo>
                    <a:pt x="1935" y="1402"/>
                    <a:pt x="1902" y="1335"/>
                    <a:pt x="1902" y="1302"/>
                  </a:cubicBezTo>
                  <a:cubicBezTo>
                    <a:pt x="1902" y="1235"/>
                    <a:pt x="1868" y="1201"/>
                    <a:pt x="1835" y="1168"/>
                  </a:cubicBezTo>
                  <a:cubicBezTo>
                    <a:pt x="1813" y="1168"/>
                    <a:pt x="1776" y="1153"/>
                    <a:pt x="1743" y="1153"/>
                  </a:cubicBezTo>
                  <a:close/>
                  <a:moveTo>
                    <a:pt x="1701" y="1"/>
                  </a:moveTo>
                  <a:lnTo>
                    <a:pt x="1501" y="101"/>
                  </a:lnTo>
                  <a:cubicBezTo>
                    <a:pt x="1468" y="134"/>
                    <a:pt x="1468" y="134"/>
                    <a:pt x="1435" y="167"/>
                  </a:cubicBezTo>
                  <a:cubicBezTo>
                    <a:pt x="1435" y="167"/>
                    <a:pt x="1401" y="201"/>
                    <a:pt x="1401" y="234"/>
                  </a:cubicBezTo>
                  <a:lnTo>
                    <a:pt x="200" y="3069"/>
                  </a:lnTo>
                  <a:cubicBezTo>
                    <a:pt x="167" y="3103"/>
                    <a:pt x="167" y="3103"/>
                    <a:pt x="200" y="3103"/>
                  </a:cubicBezTo>
                  <a:cubicBezTo>
                    <a:pt x="167" y="3103"/>
                    <a:pt x="167" y="3136"/>
                    <a:pt x="200" y="3136"/>
                  </a:cubicBezTo>
                  <a:lnTo>
                    <a:pt x="234" y="3136"/>
                  </a:lnTo>
                  <a:lnTo>
                    <a:pt x="434" y="3036"/>
                  </a:lnTo>
                  <a:cubicBezTo>
                    <a:pt x="467" y="3003"/>
                    <a:pt x="467" y="3003"/>
                    <a:pt x="501" y="2969"/>
                  </a:cubicBezTo>
                  <a:cubicBezTo>
                    <a:pt x="501" y="2969"/>
                    <a:pt x="534" y="2936"/>
                    <a:pt x="534" y="2903"/>
                  </a:cubicBezTo>
                  <a:lnTo>
                    <a:pt x="1735" y="67"/>
                  </a:lnTo>
                  <a:lnTo>
                    <a:pt x="1735" y="34"/>
                  </a:lnTo>
                  <a:cubicBezTo>
                    <a:pt x="1735" y="34"/>
                    <a:pt x="1735" y="1"/>
                    <a:pt x="173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45"/>
            <p:cNvSpPr/>
            <p:nvPr/>
          </p:nvSpPr>
          <p:spPr>
            <a:xfrm>
              <a:off x="4605950" y="4269325"/>
              <a:ext cx="79250" cy="101775"/>
            </a:xfrm>
            <a:custGeom>
              <a:rect b="b" l="l" r="r" t="t"/>
              <a:pathLst>
                <a:path extrusionOk="0" h="4071" w="3170">
                  <a:moveTo>
                    <a:pt x="2636" y="1"/>
                  </a:moveTo>
                  <a:cubicBezTo>
                    <a:pt x="1569" y="1068"/>
                    <a:pt x="668" y="2336"/>
                    <a:pt x="1" y="3703"/>
                  </a:cubicBezTo>
                  <a:lnTo>
                    <a:pt x="1335" y="4070"/>
                  </a:lnTo>
                  <a:cubicBezTo>
                    <a:pt x="1802" y="3136"/>
                    <a:pt x="2403" y="2269"/>
                    <a:pt x="3170" y="1502"/>
                  </a:cubicBezTo>
                  <a:lnTo>
                    <a:pt x="2636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45"/>
            <p:cNvSpPr/>
            <p:nvPr/>
          </p:nvSpPr>
          <p:spPr>
            <a:xfrm>
              <a:off x="4686850" y="4196775"/>
              <a:ext cx="90100" cy="93425"/>
            </a:xfrm>
            <a:custGeom>
              <a:rect b="b" l="l" r="r" t="t"/>
              <a:pathLst>
                <a:path extrusionOk="0" h="3737" w="3604">
                  <a:moveTo>
                    <a:pt x="3603" y="1"/>
                  </a:moveTo>
                  <a:lnTo>
                    <a:pt x="3603" y="1"/>
                  </a:lnTo>
                  <a:cubicBezTo>
                    <a:pt x="2969" y="134"/>
                    <a:pt x="2369" y="401"/>
                    <a:pt x="1802" y="735"/>
                  </a:cubicBezTo>
                  <a:cubicBezTo>
                    <a:pt x="1168" y="1101"/>
                    <a:pt x="534" y="1568"/>
                    <a:pt x="1" y="2069"/>
                  </a:cubicBezTo>
                  <a:lnTo>
                    <a:pt x="534" y="3737"/>
                  </a:lnTo>
                  <a:cubicBezTo>
                    <a:pt x="935" y="3370"/>
                    <a:pt x="1335" y="3070"/>
                    <a:pt x="1802" y="2836"/>
                  </a:cubicBezTo>
                  <a:cubicBezTo>
                    <a:pt x="2169" y="2603"/>
                    <a:pt x="2602" y="2436"/>
                    <a:pt x="3036" y="2302"/>
                  </a:cubicBezTo>
                  <a:lnTo>
                    <a:pt x="3603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45"/>
            <p:cNvSpPr/>
            <p:nvPr/>
          </p:nvSpPr>
          <p:spPr>
            <a:xfrm>
              <a:off x="4772750" y="4192650"/>
              <a:ext cx="86750" cy="72525"/>
            </a:xfrm>
            <a:custGeom>
              <a:rect b="b" l="l" r="r" t="t"/>
              <a:pathLst>
                <a:path extrusionOk="0" h="2901" w="3470">
                  <a:moveTo>
                    <a:pt x="1239" y="1"/>
                  </a:moveTo>
                  <a:cubicBezTo>
                    <a:pt x="1016" y="1"/>
                    <a:pt x="791" y="22"/>
                    <a:pt x="567" y="66"/>
                  </a:cubicBezTo>
                  <a:lnTo>
                    <a:pt x="0" y="2367"/>
                  </a:lnTo>
                  <a:cubicBezTo>
                    <a:pt x="130" y="2349"/>
                    <a:pt x="261" y="2339"/>
                    <a:pt x="392" y="2339"/>
                  </a:cubicBezTo>
                  <a:cubicBezTo>
                    <a:pt x="967" y="2339"/>
                    <a:pt x="1540" y="2521"/>
                    <a:pt x="2002" y="2901"/>
                  </a:cubicBezTo>
                  <a:lnTo>
                    <a:pt x="3469" y="833"/>
                  </a:lnTo>
                  <a:cubicBezTo>
                    <a:pt x="2842" y="284"/>
                    <a:pt x="2050" y="1"/>
                    <a:pt x="123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45"/>
            <p:cNvSpPr/>
            <p:nvPr/>
          </p:nvSpPr>
          <p:spPr>
            <a:xfrm>
              <a:off x="4575100" y="4375250"/>
              <a:ext cx="58400" cy="103425"/>
            </a:xfrm>
            <a:custGeom>
              <a:rect b="b" l="l" r="r" t="t"/>
              <a:pathLst>
                <a:path extrusionOk="0" h="4137" w="2336">
                  <a:moveTo>
                    <a:pt x="1001" y="0"/>
                  </a:moveTo>
                  <a:cubicBezTo>
                    <a:pt x="401" y="1301"/>
                    <a:pt x="67" y="2702"/>
                    <a:pt x="1" y="4136"/>
                  </a:cubicBezTo>
                  <a:lnTo>
                    <a:pt x="1635" y="3202"/>
                  </a:lnTo>
                  <a:cubicBezTo>
                    <a:pt x="1702" y="2202"/>
                    <a:pt x="1935" y="1234"/>
                    <a:pt x="2336" y="334"/>
                  </a:cubicBezTo>
                  <a:lnTo>
                    <a:pt x="100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45"/>
            <p:cNvSpPr/>
            <p:nvPr/>
          </p:nvSpPr>
          <p:spPr>
            <a:xfrm>
              <a:off x="4574275" y="4466975"/>
              <a:ext cx="58400" cy="98425"/>
            </a:xfrm>
            <a:custGeom>
              <a:rect b="b" l="l" r="r" t="t"/>
              <a:pathLst>
                <a:path extrusionOk="0" h="3937" w="2336">
                  <a:moveTo>
                    <a:pt x="1668" y="0"/>
                  </a:moveTo>
                  <a:lnTo>
                    <a:pt x="0" y="968"/>
                  </a:lnTo>
                  <a:cubicBezTo>
                    <a:pt x="0" y="2035"/>
                    <a:pt x="334" y="3103"/>
                    <a:pt x="1001" y="3937"/>
                  </a:cubicBezTo>
                  <a:lnTo>
                    <a:pt x="2335" y="2069"/>
                  </a:lnTo>
                  <a:cubicBezTo>
                    <a:pt x="1902" y="1468"/>
                    <a:pt x="1668" y="734"/>
                    <a:pt x="16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45"/>
            <p:cNvSpPr/>
            <p:nvPr/>
          </p:nvSpPr>
          <p:spPr>
            <a:xfrm>
              <a:off x="4603450" y="4540350"/>
              <a:ext cx="85925" cy="73375"/>
            </a:xfrm>
            <a:custGeom>
              <a:rect b="b" l="l" r="r" t="t"/>
              <a:pathLst>
                <a:path extrusionOk="0" h="2935" w="3437">
                  <a:moveTo>
                    <a:pt x="1469" y="1"/>
                  </a:moveTo>
                  <a:lnTo>
                    <a:pt x="1" y="2102"/>
                  </a:lnTo>
                  <a:cubicBezTo>
                    <a:pt x="602" y="2652"/>
                    <a:pt x="1409" y="2934"/>
                    <a:pt x="2228" y="2934"/>
                  </a:cubicBezTo>
                  <a:cubicBezTo>
                    <a:pt x="2453" y="2934"/>
                    <a:pt x="2680" y="2913"/>
                    <a:pt x="2903" y="2870"/>
                  </a:cubicBezTo>
                  <a:lnTo>
                    <a:pt x="3437" y="535"/>
                  </a:lnTo>
                  <a:lnTo>
                    <a:pt x="3437" y="535"/>
                  </a:lnTo>
                  <a:cubicBezTo>
                    <a:pt x="3294" y="562"/>
                    <a:pt x="3149" y="575"/>
                    <a:pt x="3005" y="575"/>
                  </a:cubicBezTo>
                  <a:cubicBezTo>
                    <a:pt x="2445" y="575"/>
                    <a:pt x="1893" y="373"/>
                    <a:pt x="146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45"/>
            <p:cNvSpPr/>
            <p:nvPr/>
          </p:nvSpPr>
          <p:spPr>
            <a:xfrm>
              <a:off x="4686025" y="4516175"/>
              <a:ext cx="90075" cy="93425"/>
            </a:xfrm>
            <a:custGeom>
              <a:rect b="b" l="l" r="r" t="t"/>
              <a:pathLst>
                <a:path extrusionOk="0" h="3737" w="3603">
                  <a:moveTo>
                    <a:pt x="3036" y="1"/>
                  </a:moveTo>
                  <a:cubicBezTo>
                    <a:pt x="2669" y="334"/>
                    <a:pt x="2235" y="634"/>
                    <a:pt x="1801" y="901"/>
                  </a:cubicBezTo>
                  <a:cubicBezTo>
                    <a:pt x="1401" y="1135"/>
                    <a:pt x="1001" y="1301"/>
                    <a:pt x="567" y="1402"/>
                  </a:cubicBezTo>
                  <a:lnTo>
                    <a:pt x="0" y="3737"/>
                  </a:lnTo>
                  <a:cubicBezTo>
                    <a:pt x="634" y="3570"/>
                    <a:pt x="1234" y="3336"/>
                    <a:pt x="1801" y="3003"/>
                  </a:cubicBezTo>
                  <a:cubicBezTo>
                    <a:pt x="2435" y="2602"/>
                    <a:pt x="3036" y="2169"/>
                    <a:pt x="3603" y="1668"/>
                  </a:cubicBezTo>
                  <a:lnTo>
                    <a:pt x="3036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45"/>
            <p:cNvSpPr/>
            <p:nvPr/>
          </p:nvSpPr>
          <p:spPr>
            <a:xfrm>
              <a:off x="4772750" y="4435275"/>
              <a:ext cx="86750" cy="111775"/>
            </a:xfrm>
            <a:custGeom>
              <a:rect b="b" l="l" r="r" t="t"/>
              <a:pathLst>
                <a:path extrusionOk="0" h="4471" w="3470">
                  <a:moveTo>
                    <a:pt x="2002" y="1"/>
                  </a:moveTo>
                  <a:cubicBezTo>
                    <a:pt x="1501" y="1035"/>
                    <a:pt x="801" y="1969"/>
                    <a:pt x="0" y="2803"/>
                  </a:cubicBezTo>
                  <a:lnTo>
                    <a:pt x="567" y="4471"/>
                  </a:lnTo>
                  <a:cubicBezTo>
                    <a:pt x="1768" y="3270"/>
                    <a:pt x="2736" y="1902"/>
                    <a:pt x="3469" y="368"/>
                  </a:cubicBezTo>
                  <a:lnTo>
                    <a:pt x="200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45"/>
            <p:cNvSpPr/>
            <p:nvPr/>
          </p:nvSpPr>
          <p:spPr>
            <a:xfrm>
              <a:off x="4829450" y="4220125"/>
              <a:ext cx="64250" cy="108450"/>
            </a:xfrm>
            <a:custGeom>
              <a:rect b="b" l="l" r="r" t="t"/>
              <a:pathLst>
                <a:path extrusionOk="0" h="4338" w="2570">
                  <a:moveTo>
                    <a:pt x="1468" y="1"/>
                  </a:moveTo>
                  <a:lnTo>
                    <a:pt x="1" y="2102"/>
                  </a:lnTo>
                  <a:cubicBezTo>
                    <a:pt x="501" y="2736"/>
                    <a:pt x="768" y="3537"/>
                    <a:pt x="768" y="4337"/>
                  </a:cubicBezTo>
                  <a:lnTo>
                    <a:pt x="2569" y="3303"/>
                  </a:lnTo>
                  <a:cubicBezTo>
                    <a:pt x="2536" y="1869"/>
                    <a:pt x="2135" y="735"/>
                    <a:pt x="146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45"/>
            <p:cNvSpPr/>
            <p:nvPr/>
          </p:nvSpPr>
          <p:spPr>
            <a:xfrm>
              <a:off x="4829450" y="4315200"/>
              <a:ext cx="64250" cy="115100"/>
            </a:xfrm>
            <a:custGeom>
              <a:rect b="b" l="l" r="r" t="t"/>
              <a:pathLst>
                <a:path extrusionOk="0" h="4604" w="2570">
                  <a:moveTo>
                    <a:pt x="2569" y="0"/>
                  </a:moveTo>
                  <a:lnTo>
                    <a:pt x="768" y="1068"/>
                  </a:lnTo>
                  <a:cubicBezTo>
                    <a:pt x="701" y="2135"/>
                    <a:pt x="434" y="3203"/>
                    <a:pt x="1" y="4203"/>
                  </a:cubicBezTo>
                  <a:lnTo>
                    <a:pt x="1468" y="4604"/>
                  </a:lnTo>
                  <a:cubicBezTo>
                    <a:pt x="2135" y="3169"/>
                    <a:pt x="2502" y="1602"/>
                    <a:pt x="256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45"/>
            <p:cNvSpPr/>
            <p:nvPr/>
          </p:nvSpPr>
          <p:spPr>
            <a:xfrm>
              <a:off x="3259175" y="2889175"/>
              <a:ext cx="346700" cy="311925"/>
            </a:xfrm>
            <a:custGeom>
              <a:rect b="b" l="l" r="r" t="t"/>
              <a:pathLst>
                <a:path extrusionOk="0" h="12477" w="13868">
                  <a:moveTo>
                    <a:pt x="10908" y="1"/>
                  </a:moveTo>
                  <a:cubicBezTo>
                    <a:pt x="10741" y="1"/>
                    <a:pt x="10574" y="134"/>
                    <a:pt x="10541" y="301"/>
                  </a:cubicBezTo>
                  <a:lnTo>
                    <a:pt x="8273" y="5071"/>
                  </a:lnTo>
                  <a:cubicBezTo>
                    <a:pt x="8273" y="5071"/>
                    <a:pt x="8239" y="5104"/>
                    <a:pt x="8239" y="5104"/>
                  </a:cubicBezTo>
                  <a:cubicBezTo>
                    <a:pt x="8206" y="5104"/>
                    <a:pt x="8173" y="5071"/>
                    <a:pt x="8139" y="5004"/>
                  </a:cubicBezTo>
                  <a:lnTo>
                    <a:pt x="6004" y="1335"/>
                  </a:lnTo>
                  <a:cubicBezTo>
                    <a:pt x="5871" y="1035"/>
                    <a:pt x="5671" y="1035"/>
                    <a:pt x="5571" y="1035"/>
                  </a:cubicBezTo>
                  <a:cubicBezTo>
                    <a:pt x="5404" y="1068"/>
                    <a:pt x="5271" y="1201"/>
                    <a:pt x="5237" y="1368"/>
                  </a:cubicBezTo>
                  <a:lnTo>
                    <a:pt x="2869" y="8140"/>
                  </a:lnTo>
                  <a:cubicBezTo>
                    <a:pt x="2835" y="8206"/>
                    <a:pt x="2802" y="8240"/>
                    <a:pt x="2802" y="8240"/>
                  </a:cubicBezTo>
                  <a:cubicBezTo>
                    <a:pt x="2769" y="8240"/>
                    <a:pt x="2702" y="8240"/>
                    <a:pt x="2669" y="8173"/>
                  </a:cubicBezTo>
                  <a:lnTo>
                    <a:pt x="2068" y="7573"/>
                  </a:lnTo>
                  <a:cubicBezTo>
                    <a:pt x="1966" y="7471"/>
                    <a:pt x="1825" y="7427"/>
                    <a:pt x="1690" y="7427"/>
                  </a:cubicBezTo>
                  <a:cubicBezTo>
                    <a:pt x="1648" y="7427"/>
                    <a:pt x="1607" y="7431"/>
                    <a:pt x="1568" y="7439"/>
                  </a:cubicBezTo>
                  <a:cubicBezTo>
                    <a:pt x="1401" y="7506"/>
                    <a:pt x="1268" y="7639"/>
                    <a:pt x="1234" y="7840"/>
                  </a:cubicBezTo>
                  <a:lnTo>
                    <a:pt x="33" y="12209"/>
                  </a:lnTo>
                  <a:cubicBezTo>
                    <a:pt x="0" y="12343"/>
                    <a:pt x="67" y="12443"/>
                    <a:pt x="167" y="12476"/>
                  </a:cubicBezTo>
                  <a:lnTo>
                    <a:pt x="234" y="12476"/>
                  </a:lnTo>
                  <a:cubicBezTo>
                    <a:pt x="300" y="12476"/>
                    <a:pt x="400" y="12443"/>
                    <a:pt x="434" y="12343"/>
                  </a:cubicBezTo>
                  <a:lnTo>
                    <a:pt x="1635" y="7940"/>
                  </a:lnTo>
                  <a:cubicBezTo>
                    <a:pt x="1668" y="7873"/>
                    <a:pt x="1701" y="7840"/>
                    <a:pt x="1701" y="7840"/>
                  </a:cubicBezTo>
                  <a:cubicBezTo>
                    <a:pt x="1735" y="7840"/>
                    <a:pt x="1768" y="7840"/>
                    <a:pt x="1801" y="7873"/>
                  </a:cubicBezTo>
                  <a:lnTo>
                    <a:pt x="2435" y="8473"/>
                  </a:lnTo>
                  <a:cubicBezTo>
                    <a:pt x="2518" y="8584"/>
                    <a:pt x="2670" y="8649"/>
                    <a:pt x="2814" y="8649"/>
                  </a:cubicBezTo>
                  <a:cubicBezTo>
                    <a:pt x="2844" y="8649"/>
                    <a:pt x="2874" y="8646"/>
                    <a:pt x="2902" y="8640"/>
                  </a:cubicBezTo>
                  <a:cubicBezTo>
                    <a:pt x="3069" y="8573"/>
                    <a:pt x="3236" y="8440"/>
                    <a:pt x="3269" y="8273"/>
                  </a:cubicBezTo>
                  <a:lnTo>
                    <a:pt x="5604" y="1502"/>
                  </a:lnTo>
                  <a:cubicBezTo>
                    <a:pt x="5604" y="1502"/>
                    <a:pt x="5604" y="1468"/>
                    <a:pt x="5604" y="1468"/>
                  </a:cubicBezTo>
                  <a:cubicBezTo>
                    <a:pt x="5637" y="1502"/>
                    <a:pt x="5637" y="1502"/>
                    <a:pt x="5671" y="1535"/>
                  </a:cubicBezTo>
                  <a:lnTo>
                    <a:pt x="7806" y="5238"/>
                  </a:lnTo>
                  <a:cubicBezTo>
                    <a:pt x="7872" y="5404"/>
                    <a:pt x="8073" y="5538"/>
                    <a:pt x="8239" y="5538"/>
                  </a:cubicBezTo>
                  <a:cubicBezTo>
                    <a:pt x="8406" y="5505"/>
                    <a:pt x="8573" y="5404"/>
                    <a:pt x="8640" y="5238"/>
                  </a:cubicBezTo>
                  <a:lnTo>
                    <a:pt x="10875" y="468"/>
                  </a:lnTo>
                  <a:cubicBezTo>
                    <a:pt x="10908" y="434"/>
                    <a:pt x="10908" y="401"/>
                    <a:pt x="10908" y="401"/>
                  </a:cubicBezTo>
                  <a:cubicBezTo>
                    <a:pt x="10975" y="434"/>
                    <a:pt x="10975" y="468"/>
                    <a:pt x="11008" y="501"/>
                  </a:cubicBezTo>
                  <a:lnTo>
                    <a:pt x="13410" y="4671"/>
                  </a:lnTo>
                  <a:cubicBezTo>
                    <a:pt x="13452" y="4744"/>
                    <a:pt x="13517" y="4775"/>
                    <a:pt x="13582" y="4775"/>
                  </a:cubicBezTo>
                  <a:cubicBezTo>
                    <a:pt x="13725" y="4775"/>
                    <a:pt x="13868" y="4630"/>
                    <a:pt x="13777" y="4470"/>
                  </a:cubicBezTo>
                  <a:lnTo>
                    <a:pt x="11375" y="301"/>
                  </a:lnTo>
                  <a:cubicBezTo>
                    <a:pt x="11275" y="134"/>
                    <a:pt x="11108" y="1"/>
                    <a:pt x="1090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45"/>
            <p:cNvSpPr/>
            <p:nvPr/>
          </p:nvSpPr>
          <p:spPr>
            <a:xfrm>
              <a:off x="3265000" y="2973300"/>
              <a:ext cx="333600" cy="368725"/>
            </a:xfrm>
            <a:custGeom>
              <a:rect b="b" l="l" r="r" t="t"/>
              <a:pathLst>
                <a:path extrusionOk="0" h="14749" w="13344">
                  <a:moveTo>
                    <a:pt x="10724" y="0"/>
                  </a:moveTo>
                  <a:cubicBezTo>
                    <a:pt x="10646" y="0"/>
                    <a:pt x="10576" y="67"/>
                    <a:pt x="10541" y="205"/>
                  </a:cubicBezTo>
                  <a:lnTo>
                    <a:pt x="8140" y="7910"/>
                  </a:lnTo>
                  <a:cubicBezTo>
                    <a:pt x="8106" y="8044"/>
                    <a:pt x="8040" y="8110"/>
                    <a:pt x="7960" y="8110"/>
                  </a:cubicBezTo>
                  <a:cubicBezTo>
                    <a:pt x="7881" y="8110"/>
                    <a:pt x="7790" y="8044"/>
                    <a:pt x="7706" y="7910"/>
                  </a:cubicBezTo>
                  <a:lnTo>
                    <a:pt x="5571" y="4241"/>
                  </a:lnTo>
                  <a:cubicBezTo>
                    <a:pt x="5505" y="4108"/>
                    <a:pt x="5421" y="4041"/>
                    <a:pt x="5346" y="4041"/>
                  </a:cubicBezTo>
                  <a:cubicBezTo>
                    <a:pt x="5271" y="4041"/>
                    <a:pt x="5204" y="4108"/>
                    <a:pt x="5171" y="4241"/>
                  </a:cubicBezTo>
                  <a:lnTo>
                    <a:pt x="2803" y="11013"/>
                  </a:lnTo>
                  <a:cubicBezTo>
                    <a:pt x="2771" y="11122"/>
                    <a:pt x="2718" y="11180"/>
                    <a:pt x="2657" y="11180"/>
                  </a:cubicBezTo>
                  <a:cubicBezTo>
                    <a:pt x="2587" y="11180"/>
                    <a:pt x="2507" y="11105"/>
                    <a:pt x="2436" y="10946"/>
                  </a:cubicBezTo>
                  <a:lnTo>
                    <a:pt x="1535" y="8644"/>
                  </a:lnTo>
                  <a:cubicBezTo>
                    <a:pt x="1466" y="8490"/>
                    <a:pt x="1398" y="8415"/>
                    <a:pt x="1334" y="8415"/>
                  </a:cubicBezTo>
                  <a:cubicBezTo>
                    <a:pt x="1273" y="8415"/>
                    <a:pt x="1217" y="8481"/>
                    <a:pt x="1168" y="8611"/>
                  </a:cubicBezTo>
                  <a:lnTo>
                    <a:pt x="1" y="13014"/>
                  </a:lnTo>
                  <a:lnTo>
                    <a:pt x="1" y="14749"/>
                  </a:lnTo>
                  <a:lnTo>
                    <a:pt x="13343" y="7043"/>
                  </a:lnTo>
                  <a:lnTo>
                    <a:pt x="13343" y="3240"/>
                  </a:lnTo>
                  <a:lnTo>
                    <a:pt x="10942" y="171"/>
                  </a:lnTo>
                  <a:cubicBezTo>
                    <a:pt x="10877" y="59"/>
                    <a:pt x="10797" y="0"/>
                    <a:pt x="1072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45"/>
            <p:cNvSpPr/>
            <p:nvPr/>
          </p:nvSpPr>
          <p:spPr>
            <a:xfrm>
              <a:off x="3378425" y="2897600"/>
              <a:ext cx="40050" cy="51250"/>
            </a:xfrm>
            <a:custGeom>
              <a:rect b="b" l="l" r="r" t="t"/>
              <a:pathLst>
                <a:path extrusionOk="0" h="2050" w="1602">
                  <a:moveTo>
                    <a:pt x="1144" y="0"/>
                  </a:moveTo>
                  <a:cubicBezTo>
                    <a:pt x="1040" y="0"/>
                    <a:pt x="923" y="32"/>
                    <a:pt x="801" y="97"/>
                  </a:cubicBezTo>
                  <a:cubicBezTo>
                    <a:pt x="334" y="397"/>
                    <a:pt x="34" y="931"/>
                    <a:pt x="0" y="1465"/>
                  </a:cubicBezTo>
                  <a:cubicBezTo>
                    <a:pt x="0" y="1839"/>
                    <a:pt x="181" y="2050"/>
                    <a:pt x="438" y="2050"/>
                  </a:cubicBezTo>
                  <a:cubicBezTo>
                    <a:pt x="548" y="2050"/>
                    <a:pt x="671" y="2012"/>
                    <a:pt x="801" y="1932"/>
                  </a:cubicBezTo>
                  <a:cubicBezTo>
                    <a:pt x="1268" y="1632"/>
                    <a:pt x="1568" y="1131"/>
                    <a:pt x="1601" y="564"/>
                  </a:cubicBezTo>
                  <a:cubicBezTo>
                    <a:pt x="1601" y="205"/>
                    <a:pt x="1412" y="0"/>
                    <a:pt x="114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45"/>
            <p:cNvSpPr/>
            <p:nvPr/>
          </p:nvSpPr>
          <p:spPr>
            <a:xfrm>
              <a:off x="3246650" y="3171375"/>
              <a:ext cx="401975" cy="235700"/>
            </a:xfrm>
            <a:custGeom>
              <a:rect b="b" l="l" r="r" t="t"/>
              <a:pathLst>
                <a:path extrusionOk="0" h="9428" w="16079">
                  <a:moveTo>
                    <a:pt x="15872" y="1"/>
                  </a:moveTo>
                  <a:cubicBezTo>
                    <a:pt x="15836" y="1"/>
                    <a:pt x="15803" y="8"/>
                    <a:pt x="15779" y="21"/>
                  </a:cubicBezTo>
                  <a:lnTo>
                    <a:pt x="134" y="9060"/>
                  </a:lnTo>
                  <a:cubicBezTo>
                    <a:pt x="34" y="9127"/>
                    <a:pt x="1" y="9227"/>
                    <a:pt x="67" y="9327"/>
                  </a:cubicBezTo>
                  <a:cubicBezTo>
                    <a:pt x="101" y="9394"/>
                    <a:pt x="168" y="9427"/>
                    <a:pt x="234" y="9427"/>
                  </a:cubicBezTo>
                  <a:cubicBezTo>
                    <a:pt x="268" y="9427"/>
                    <a:pt x="301" y="9427"/>
                    <a:pt x="334" y="9394"/>
                  </a:cubicBezTo>
                  <a:lnTo>
                    <a:pt x="15979" y="388"/>
                  </a:lnTo>
                  <a:cubicBezTo>
                    <a:pt x="16079" y="321"/>
                    <a:pt x="16079" y="187"/>
                    <a:pt x="16046" y="87"/>
                  </a:cubicBezTo>
                  <a:cubicBezTo>
                    <a:pt x="16003" y="24"/>
                    <a:pt x="15934" y="1"/>
                    <a:pt x="1587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45"/>
            <p:cNvSpPr/>
            <p:nvPr/>
          </p:nvSpPr>
          <p:spPr>
            <a:xfrm>
              <a:off x="3440950" y="3284675"/>
              <a:ext cx="10875" cy="205800"/>
            </a:xfrm>
            <a:custGeom>
              <a:rect b="b" l="l" r="r" t="t"/>
              <a:pathLst>
                <a:path extrusionOk="0" h="8232" w="435">
                  <a:moveTo>
                    <a:pt x="201" y="0"/>
                  </a:moveTo>
                  <a:cubicBezTo>
                    <a:pt x="101" y="0"/>
                    <a:pt x="1" y="75"/>
                    <a:pt x="1" y="225"/>
                  </a:cubicBezTo>
                  <a:lnTo>
                    <a:pt x="1" y="8031"/>
                  </a:lnTo>
                  <a:cubicBezTo>
                    <a:pt x="1" y="8131"/>
                    <a:pt x="68" y="8231"/>
                    <a:pt x="201" y="8231"/>
                  </a:cubicBezTo>
                  <a:cubicBezTo>
                    <a:pt x="301" y="8231"/>
                    <a:pt x="435" y="8131"/>
                    <a:pt x="401" y="8031"/>
                  </a:cubicBezTo>
                  <a:lnTo>
                    <a:pt x="401" y="225"/>
                  </a:lnTo>
                  <a:cubicBezTo>
                    <a:pt x="401" y="75"/>
                    <a:pt x="301" y="0"/>
                    <a:pt x="20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45"/>
            <p:cNvSpPr/>
            <p:nvPr/>
          </p:nvSpPr>
          <p:spPr>
            <a:xfrm>
              <a:off x="3843750" y="1640775"/>
              <a:ext cx="301900" cy="466775"/>
            </a:xfrm>
            <a:custGeom>
              <a:rect b="b" l="l" r="r" t="t"/>
              <a:pathLst>
                <a:path extrusionOk="0" h="18671" w="12076">
                  <a:moveTo>
                    <a:pt x="7639" y="1"/>
                  </a:moveTo>
                  <a:lnTo>
                    <a:pt x="7638" y="7"/>
                  </a:lnTo>
                  <a:lnTo>
                    <a:pt x="7638" y="7"/>
                  </a:lnTo>
                  <a:cubicBezTo>
                    <a:pt x="7650" y="5"/>
                    <a:pt x="7661" y="3"/>
                    <a:pt x="7673" y="1"/>
                  </a:cubicBezTo>
                  <a:close/>
                  <a:moveTo>
                    <a:pt x="7638" y="7"/>
                  </a:moveTo>
                  <a:lnTo>
                    <a:pt x="7638" y="7"/>
                  </a:lnTo>
                  <a:cubicBezTo>
                    <a:pt x="7116" y="111"/>
                    <a:pt x="6595" y="340"/>
                    <a:pt x="6138" y="601"/>
                  </a:cubicBezTo>
                  <a:cubicBezTo>
                    <a:pt x="2736" y="2569"/>
                    <a:pt x="0" y="8040"/>
                    <a:pt x="0" y="12843"/>
                  </a:cubicBezTo>
                  <a:cubicBezTo>
                    <a:pt x="0" y="16486"/>
                    <a:pt x="1573" y="18670"/>
                    <a:pt x="3817" y="18670"/>
                  </a:cubicBezTo>
                  <a:cubicBezTo>
                    <a:pt x="4532" y="18670"/>
                    <a:pt x="5316" y="18448"/>
                    <a:pt x="6138" y="17980"/>
                  </a:cubicBezTo>
                  <a:cubicBezTo>
                    <a:pt x="9007" y="16313"/>
                    <a:pt x="11409" y="12143"/>
                    <a:pt x="12076" y="8007"/>
                  </a:cubicBezTo>
                  <a:lnTo>
                    <a:pt x="12076" y="8007"/>
                  </a:lnTo>
                  <a:lnTo>
                    <a:pt x="10408" y="8373"/>
                  </a:lnTo>
                  <a:cubicBezTo>
                    <a:pt x="9908" y="11342"/>
                    <a:pt x="8173" y="14311"/>
                    <a:pt x="6138" y="15512"/>
                  </a:cubicBezTo>
                  <a:cubicBezTo>
                    <a:pt x="5552" y="15849"/>
                    <a:pt x="4994" y="16008"/>
                    <a:pt x="4483" y="16008"/>
                  </a:cubicBezTo>
                  <a:cubicBezTo>
                    <a:pt x="2870" y="16008"/>
                    <a:pt x="1735" y="14419"/>
                    <a:pt x="1735" y="11809"/>
                  </a:cubicBezTo>
                  <a:cubicBezTo>
                    <a:pt x="1768" y="8407"/>
                    <a:pt x="3703" y="4471"/>
                    <a:pt x="6138" y="3070"/>
                  </a:cubicBezTo>
                  <a:cubicBezTo>
                    <a:pt x="6472" y="2870"/>
                    <a:pt x="6839" y="2736"/>
                    <a:pt x="7239" y="2636"/>
                  </a:cubicBezTo>
                  <a:lnTo>
                    <a:pt x="7638" y="7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45"/>
            <p:cNvSpPr/>
            <p:nvPr/>
          </p:nvSpPr>
          <p:spPr>
            <a:xfrm>
              <a:off x="3931300" y="1772575"/>
              <a:ext cx="131800" cy="200950"/>
            </a:xfrm>
            <a:custGeom>
              <a:rect b="b" l="l" r="r" t="t"/>
              <a:pathLst>
                <a:path extrusionOk="0" h="8038" w="5272">
                  <a:moveTo>
                    <a:pt x="3640" y="1"/>
                  </a:moveTo>
                  <a:cubicBezTo>
                    <a:pt x="3332" y="1"/>
                    <a:pt x="2993" y="97"/>
                    <a:pt x="2636" y="299"/>
                  </a:cubicBezTo>
                  <a:cubicBezTo>
                    <a:pt x="1168" y="1133"/>
                    <a:pt x="1" y="3502"/>
                    <a:pt x="1" y="5537"/>
                  </a:cubicBezTo>
                  <a:cubicBezTo>
                    <a:pt x="1" y="7102"/>
                    <a:pt x="670" y="8037"/>
                    <a:pt x="1632" y="8037"/>
                  </a:cubicBezTo>
                  <a:cubicBezTo>
                    <a:pt x="1941" y="8037"/>
                    <a:pt x="2280" y="7941"/>
                    <a:pt x="2636" y="7738"/>
                  </a:cubicBezTo>
                  <a:cubicBezTo>
                    <a:pt x="4104" y="6904"/>
                    <a:pt x="5271" y="4536"/>
                    <a:pt x="5271" y="2501"/>
                  </a:cubicBezTo>
                  <a:cubicBezTo>
                    <a:pt x="5271" y="935"/>
                    <a:pt x="4602" y="1"/>
                    <a:pt x="364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45"/>
            <p:cNvSpPr/>
            <p:nvPr/>
          </p:nvSpPr>
          <p:spPr>
            <a:xfrm>
              <a:off x="4046400" y="1614450"/>
              <a:ext cx="125950" cy="211500"/>
            </a:xfrm>
            <a:custGeom>
              <a:rect b="b" l="l" r="r" t="t"/>
              <a:pathLst>
                <a:path extrusionOk="0" h="8460" w="5038">
                  <a:moveTo>
                    <a:pt x="1194" y="0"/>
                  </a:moveTo>
                  <a:cubicBezTo>
                    <a:pt x="937" y="0"/>
                    <a:pt x="673" y="29"/>
                    <a:pt x="401" y="86"/>
                  </a:cubicBezTo>
                  <a:lnTo>
                    <a:pt x="0" y="2755"/>
                  </a:lnTo>
                  <a:cubicBezTo>
                    <a:pt x="204" y="2709"/>
                    <a:pt x="402" y="2686"/>
                    <a:pt x="593" y="2686"/>
                  </a:cubicBezTo>
                  <a:cubicBezTo>
                    <a:pt x="2186" y="2686"/>
                    <a:pt x="3303" y="4267"/>
                    <a:pt x="3303" y="6858"/>
                  </a:cubicBezTo>
                  <a:cubicBezTo>
                    <a:pt x="3269" y="7392"/>
                    <a:pt x="3236" y="7925"/>
                    <a:pt x="3136" y="8459"/>
                  </a:cubicBezTo>
                  <a:lnTo>
                    <a:pt x="4837" y="8092"/>
                  </a:lnTo>
                  <a:cubicBezTo>
                    <a:pt x="4970" y="7325"/>
                    <a:pt x="5037" y="6591"/>
                    <a:pt x="5037" y="5824"/>
                  </a:cubicBezTo>
                  <a:cubicBezTo>
                    <a:pt x="5037" y="2199"/>
                    <a:pt x="3450" y="0"/>
                    <a:pt x="119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45"/>
            <p:cNvSpPr/>
            <p:nvPr/>
          </p:nvSpPr>
          <p:spPr>
            <a:xfrm>
              <a:off x="3926300" y="2398000"/>
              <a:ext cx="45075" cy="356950"/>
            </a:xfrm>
            <a:custGeom>
              <a:rect b="b" l="l" r="r" t="t"/>
              <a:pathLst>
                <a:path extrusionOk="0" h="14278" w="1803">
                  <a:moveTo>
                    <a:pt x="1802" y="0"/>
                  </a:moveTo>
                  <a:lnTo>
                    <a:pt x="1" y="1034"/>
                  </a:lnTo>
                  <a:lnTo>
                    <a:pt x="1" y="14277"/>
                  </a:lnTo>
                  <a:lnTo>
                    <a:pt x="1802" y="13243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45"/>
            <p:cNvSpPr/>
            <p:nvPr/>
          </p:nvSpPr>
          <p:spPr>
            <a:xfrm>
              <a:off x="4179000" y="2428025"/>
              <a:ext cx="45050" cy="180975"/>
            </a:xfrm>
            <a:custGeom>
              <a:rect b="b" l="l" r="r" t="t"/>
              <a:pathLst>
                <a:path extrusionOk="0" h="7239" w="1802">
                  <a:moveTo>
                    <a:pt x="1801" y="0"/>
                  </a:moveTo>
                  <a:lnTo>
                    <a:pt x="0" y="1034"/>
                  </a:lnTo>
                  <a:lnTo>
                    <a:pt x="0" y="7239"/>
                  </a:lnTo>
                  <a:lnTo>
                    <a:pt x="1801" y="6204"/>
                  </a:lnTo>
                  <a:lnTo>
                    <a:pt x="1801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45"/>
            <p:cNvSpPr/>
            <p:nvPr/>
          </p:nvSpPr>
          <p:spPr>
            <a:xfrm>
              <a:off x="4116450" y="2378800"/>
              <a:ext cx="44225" cy="266900"/>
            </a:xfrm>
            <a:custGeom>
              <a:rect b="b" l="l" r="r" t="t"/>
              <a:pathLst>
                <a:path extrusionOk="0" h="10676" w="1769">
                  <a:moveTo>
                    <a:pt x="1768" y="1"/>
                  </a:moveTo>
                  <a:lnTo>
                    <a:pt x="0" y="1035"/>
                  </a:lnTo>
                  <a:lnTo>
                    <a:pt x="0" y="10675"/>
                  </a:lnTo>
                  <a:lnTo>
                    <a:pt x="1768" y="9641"/>
                  </a:lnTo>
                  <a:lnTo>
                    <a:pt x="176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45"/>
            <p:cNvSpPr/>
            <p:nvPr/>
          </p:nvSpPr>
          <p:spPr>
            <a:xfrm>
              <a:off x="4053075" y="2529750"/>
              <a:ext cx="45050" cy="152625"/>
            </a:xfrm>
            <a:custGeom>
              <a:rect b="b" l="l" r="r" t="t"/>
              <a:pathLst>
                <a:path extrusionOk="0" h="6105" w="1802">
                  <a:moveTo>
                    <a:pt x="1801" y="1"/>
                  </a:moveTo>
                  <a:lnTo>
                    <a:pt x="0" y="1035"/>
                  </a:lnTo>
                  <a:lnTo>
                    <a:pt x="0" y="6105"/>
                  </a:lnTo>
                  <a:lnTo>
                    <a:pt x="1801" y="5071"/>
                  </a:lnTo>
                  <a:lnTo>
                    <a:pt x="180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45"/>
            <p:cNvSpPr/>
            <p:nvPr/>
          </p:nvSpPr>
          <p:spPr>
            <a:xfrm>
              <a:off x="3989675" y="2526425"/>
              <a:ext cx="45075" cy="192650"/>
            </a:xfrm>
            <a:custGeom>
              <a:rect b="b" l="l" r="r" t="t"/>
              <a:pathLst>
                <a:path extrusionOk="0" h="7706" w="1803">
                  <a:moveTo>
                    <a:pt x="1802" y="0"/>
                  </a:moveTo>
                  <a:lnTo>
                    <a:pt x="1" y="1034"/>
                  </a:lnTo>
                  <a:lnTo>
                    <a:pt x="1" y="7706"/>
                  </a:lnTo>
                  <a:lnTo>
                    <a:pt x="1802" y="6638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45"/>
            <p:cNvSpPr/>
            <p:nvPr/>
          </p:nvSpPr>
          <p:spPr>
            <a:xfrm>
              <a:off x="3892950" y="2572400"/>
              <a:ext cx="404450" cy="235900"/>
            </a:xfrm>
            <a:custGeom>
              <a:rect b="b" l="l" r="r" t="t"/>
              <a:pathLst>
                <a:path extrusionOk="0" h="9436" w="16178">
                  <a:moveTo>
                    <a:pt x="15880" y="0"/>
                  </a:moveTo>
                  <a:cubicBezTo>
                    <a:pt x="15848" y="0"/>
                    <a:pt x="15813" y="9"/>
                    <a:pt x="15778" y="29"/>
                  </a:cubicBezTo>
                  <a:lnTo>
                    <a:pt x="134" y="9069"/>
                  </a:lnTo>
                  <a:cubicBezTo>
                    <a:pt x="34" y="9102"/>
                    <a:pt x="1" y="9236"/>
                    <a:pt x="67" y="9336"/>
                  </a:cubicBezTo>
                  <a:cubicBezTo>
                    <a:pt x="101" y="9403"/>
                    <a:pt x="167" y="9436"/>
                    <a:pt x="234" y="9436"/>
                  </a:cubicBezTo>
                  <a:cubicBezTo>
                    <a:pt x="267" y="9436"/>
                    <a:pt x="301" y="9436"/>
                    <a:pt x="334" y="9403"/>
                  </a:cubicBezTo>
                  <a:lnTo>
                    <a:pt x="15979" y="396"/>
                  </a:lnTo>
                  <a:cubicBezTo>
                    <a:pt x="16177" y="283"/>
                    <a:pt x="16062" y="0"/>
                    <a:pt x="1588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45"/>
            <p:cNvSpPr/>
            <p:nvPr/>
          </p:nvSpPr>
          <p:spPr>
            <a:xfrm>
              <a:off x="4087250" y="2685900"/>
              <a:ext cx="10875" cy="205800"/>
            </a:xfrm>
            <a:custGeom>
              <a:rect b="b" l="l" r="r" t="t"/>
              <a:pathLst>
                <a:path extrusionOk="0" h="8232" w="435">
                  <a:moveTo>
                    <a:pt x="201" y="1"/>
                  </a:moveTo>
                  <a:cubicBezTo>
                    <a:pt x="101" y="1"/>
                    <a:pt x="1" y="76"/>
                    <a:pt x="1" y="226"/>
                  </a:cubicBezTo>
                  <a:lnTo>
                    <a:pt x="1" y="8032"/>
                  </a:lnTo>
                  <a:cubicBezTo>
                    <a:pt x="1" y="8132"/>
                    <a:pt x="101" y="8232"/>
                    <a:pt x="201" y="8232"/>
                  </a:cubicBezTo>
                  <a:cubicBezTo>
                    <a:pt x="334" y="8232"/>
                    <a:pt x="434" y="8132"/>
                    <a:pt x="401" y="8032"/>
                  </a:cubicBezTo>
                  <a:lnTo>
                    <a:pt x="401" y="226"/>
                  </a:lnTo>
                  <a:cubicBezTo>
                    <a:pt x="401" y="76"/>
                    <a:pt x="301" y="1"/>
                    <a:pt x="20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45"/>
            <p:cNvSpPr/>
            <p:nvPr/>
          </p:nvSpPr>
          <p:spPr>
            <a:xfrm>
              <a:off x="5191375" y="1351250"/>
              <a:ext cx="205175" cy="37700"/>
            </a:xfrm>
            <a:custGeom>
              <a:rect b="b" l="l" r="r" t="t"/>
              <a:pathLst>
                <a:path extrusionOk="0" h="1508" w="8207">
                  <a:moveTo>
                    <a:pt x="194" y="0"/>
                  </a:moveTo>
                  <a:cubicBezTo>
                    <a:pt x="109" y="0"/>
                    <a:pt x="34" y="87"/>
                    <a:pt x="34" y="174"/>
                  </a:cubicBezTo>
                  <a:cubicBezTo>
                    <a:pt x="1" y="274"/>
                    <a:pt x="67" y="374"/>
                    <a:pt x="201" y="374"/>
                  </a:cubicBezTo>
                  <a:lnTo>
                    <a:pt x="8006" y="1508"/>
                  </a:lnTo>
                  <a:lnTo>
                    <a:pt x="8040" y="1508"/>
                  </a:lnTo>
                  <a:cubicBezTo>
                    <a:pt x="8106" y="1508"/>
                    <a:pt x="8206" y="1441"/>
                    <a:pt x="8206" y="1341"/>
                  </a:cubicBezTo>
                  <a:cubicBezTo>
                    <a:pt x="8206" y="1241"/>
                    <a:pt x="8140" y="1141"/>
                    <a:pt x="8040" y="1141"/>
                  </a:cubicBezTo>
                  <a:lnTo>
                    <a:pt x="234" y="7"/>
                  </a:lnTo>
                  <a:cubicBezTo>
                    <a:pt x="221" y="2"/>
                    <a:pt x="207" y="0"/>
                    <a:pt x="19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45"/>
            <p:cNvSpPr/>
            <p:nvPr/>
          </p:nvSpPr>
          <p:spPr>
            <a:xfrm>
              <a:off x="5449050" y="2423625"/>
              <a:ext cx="252725" cy="47100"/>
            </a:xfrm>
            <a:custGeom>
              <a:rect b="b" l="l" r="r" t="t"/>
              <a:pathLst>
                <a:path extrusionOk="0" h="1884" w="10109">
                  <a:moveTo>
                    <a:pt x="183" y="1"/>
                  </a:moveTo>
                  <a:cubicBezTo>
                    <a:pt x="103" y="1"/>
                    <a:pt x="34" y="66"/>
                    <a:pt x="34" y="176"/>
                  </a:cubicBezTo>
                  <a:cubicBezTo>
                    <a:pt x="1" y="276"/>
                    <a:pt x="68" y="343"/>
                    <a:pt x="201" y="376"/>
                  </a:cubicBezTo>
                  <a:lnTo>
                    <a:pt x="9841" y="1877"/>
                  </a:lnTo>
                  <a:lnTo>
                    <a:pt x="9875" y="1877"/>
                  </a:lnTo>
                  <a:cubicBezTo>
                    <a:pt x="9888" y="1882"/>
                    <a:pt x="9902" y="1884"/>
                    <a:pt x="9915" y="1884"/>
                  </a:cubicBezTo>
                  <a:cubicBezTo>
                    <a:pt x="10000" y="1884"/>
                    <a:pt x="10075" y="1797"/>
                    <a:pt x="10075" y="1710"/>
                  </a:cubicBezTo>
                  <a:cubicBezTo>
                    <a:pt x="10108" y="1610"/>
                    <a:pt x="10041" y="1510"/>
                    <a:pt x="9908" y="1510"/>
                  </a:cubicBezTo>
                  <a:lnTo>
                    <a:pt x="234" y="9"/>
                  </a:lnTo>
                  <a:cubicBezTo>
                    <a:pt x="217" y="4"/>
                    <a:pt x="200" y="1"/>
                    <a:pt x="18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45"/>
            <p:cNvSpPr/>
            <p:nvPr/>
          </p:nvSpPr>
          <p:spPr>
            <a:xfrm>
              <a:off x="4833625" y="1974475"/>
              <a:ext cx="163550" cy="88300"/>
            </a:xfrm>
            <a:custGeom>
              <a:rect b="b" l="l" r="r" t="t"/>
              <a:pathLst>
                <a:path extrusionOk="0" h="3532" w="6542">
                  <a:moveTo>
                    <a:pt x="6272" y="0"/>
                  </a:moveTo>
                  <a:cubicBezTo>
                    <a:pt x="6240" y="0"/>
                    <a:pt x="6207" y="9"/>
                    <a:pt x="6171" y="29"/>
                  </a:cubicBezTo>
                  <a:lnTo>
                    <a:pt x="100" y="3165"/>
                  </a:lnTo>
                  <a:cubicBezTo>
                    <a:pt x="34" y="3231"/>
                    <a:pt x="0" y="3331"/>
                    <a:pt x="34" y="3432"/>
                  </a:cubicBezTo>
                  <a:cubicBezTo>
                    <a:pt x="67" y="3498"/>
                    <a:pt x="134" y="3532"/>
                    <a:pt x="201" y="3532"/>
                  </a:cubicBezTo>
                  <a:lnTo>
                    <a:pt x="301" y="3532"/>
                  </a:lnTo>
                  <a:lnTo>
                    <a:pt x="6372" y="363"/>
                  </a:lnTo>
                  <a:cubicBezTo>
                    <a:pt x="6542" y="278"/>
                    <a:pt x="6447" y="0"/>
                    <a:pt x="627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45"/>
            <p:cNvSpPr/>
            <p:nvPr/>
          </p:nvSpPr>
          <p:spPr>
            <a:xfrm>
              <a:off x="4648900" y="2318550"/>
              <a:ext cx="10875" cy="148675"/>
            </a:xfrm>
            <a:custGeom>
              <a:rect b="b" l="l" r="r" t="t"/>
              <a:pathLst>
                <a:path extrusionOk="0" h="5947" w="435">
                  <a:moveTo>
                    <a:pt x="218" y="1"/>
                  </a:moveTo>
                  <a:cubicBezTo>
                    <a:pt x="109" y="1"/>
                    <a:pt x="1" y="59"/>
                    <a:pt x="17" y="176"/>
                  </a:cubicBezTo>
                  <a:lnTo>
                    <a:pt x="17" y="5747"/>
                  </a:lnTo>
                  <a:cubicBezTo>
                    <a:pt x="17" y="5847"/>
                    <a:pt x="118" y="5947"/>
                    <a:pt x="218" y="5947"/>
                  </a:cubicBezTo>
                  <a:cubicBezTo>
                    <a:pt x="318" y="5947"/>
                    <a:pt x="418" y="5847"/>
                    <a:pt x="418" y="5747"/>
                  </a:cubicBezTo>
                  <a:lnTo>
                    <a:pt x="418" y="176"/>
                  </a:lnTo>
                  <a:cubicBezTo>
                    <a:pt x="434" y="59"/>
                    <a:pt x="326" y="1"/>
                    <a:pt x="21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45"/>
            <p:cNvSpPr/>
            <p:nvPr/>
          </p:nvSpPr>
          <p:spPr>
            <a:xfrm>
              <a:off x="4799925" y="3728700"/>
              <a:ext cx="454025" cy="229600"/>
            </a:xfrm>
            <a:custGeom>
              <a:rect b="b" l="l" r="r" t="t"/>
              <a:pathLst>
                <a:path extrusionOk="0" h="9184" w="18161">
                  <a:moveTo>
                    <a:pt x="282" y="1"/>
                  </a:moveTo>
                  <a:cubicBezTo>
                    <a:pt x="91" y="1"/>
                    <a:pt x="0" y="254"/>
                    <a:pt x="181" y="344"/>
                  </a:cubicBezTo>
                  <a:lnTo>
                    <a:pt x="17793" y="9184"/>
                  </a:lnTo>
                  <a:lnTo>
                    <a:pt x="17860" y="9184"/>
                  </a:lnTo>
                  <a:cubicBezTo>
                    <a:pt x="18060" y="9184"/>
                    <a:pt x="18160" y="8917"/>
                    <a:pt x="17960" y="8817"/>
                  </a:cubicBezTo>
                  <a:lnTo>
                    <a:pt x="348" y="10"/>
                  </a:lnTo>
                  <a:cubicBezTo>
                    <a:pt x="325" y="4"/>
                    <a:pt x="303" y="1"/>
                    <a:pt x="28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45"/>
            <p:cNvSpPr/>
            <p:nvPr/>
          </p:nvSpPr>
          <p:spPr>
            <a:xfrm>
              <a:off x="3429200" y="4345800"/>
              <a:ext cx="178575" cy="208750"/>
            </a:xfrm>
            <a:custGeom>
              <a:rect b="b" l="l" r="r" t="t"/>
              <a:pathLst>
                <a:path extrusionOk="0" h="8350" w="7143">
                  <a:moveTo>
                    <a:pt x="253" y="1"/>
                  </a:moveTo>
                  <a:cubicBezTo>
                    <a:pt x="117" y="1"/>
                    <a:pt x="1" y="156"/>
                    <a:pt x="104" y="311"/>
                  </a:cubicBezTo>
                  <a:lnTo>
                    <a:pt x="6775" y="8283"/>
                  </a:lnTo>
                  <a:cubicBezTo>
                    <a:pt x="6809" y="8350"/>
                    <a:pt x="6876" y="8350"/>
                    <a:pt x="6942" y="8350"/>
                  </a:cubicBezTo>
                  <a:cubicBezTo>
                    <a:pt x="6976" y="8350"/>
                    <a:pt x="7009" y="8350"/>
                    <a:pt x="7042" y="8317"/>
                  </a:cubicBezTo>
                  <a:cubicBezTo>
                    <a:pt x="7142" y="8250"/>
                    <a:pt x="7142" y="8116"/>
                    <a:pt x="7076" y="8050"/>
                  </a:cubicBezTo>
                  <a:lnTo>
                    <a:pt x="371" y="44"/>
                  </a:lnTo>
                  <a:cubicBezTo>
                    <a:pt x="333" y="14"/>
                    <a:pt x="292" y="1"/>
                    <a:pt x="25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45"/>
            <p:cNvSpPr/>
            <p:nvPr/>
          </p:nvSpPr>
          <p:spPr>
            <a:xfrm>
              <a:off x="3802050" y="4453300"/>
              <a:ext cx="191000" cy="148800"/>
            </a:xfrm>
            <a:custGeom>
              <a:rect b="b" l="l" r="r" t="t"/>
              <a:pathLst>
                <a:path extrusionOk="0" h="5952" w="7640">
                  <a:moveTo>
                    <a:pt x="7438" y="1"/>
                  </a:moveTo>
                  <a:cubicBezTo>
                    <a:pt x="7396" y="1"/>
                    <a:pt x="7351" y="17"/>
                    <a:pt x="7306" y="47"/>
                  </a:cubicBezTo>
                  <a:lnTo>
                    <a:pt x="101" y="5584"/>
                  </a:lnTo>
                  <a:cubicBezTo>
                    <a:pt x="34" y="5651"/>
                    <a:pt x="1" y="5785"/>
                    <a:pt x="67" y="5851"/>
                  </a:cubicBezTo>
                  <a:cubicBezTo>
                    <a:pt x="101" y="5918"/>
                    <a:pt x="167" y="5951"/>
                    <a:pt x="234" y="5951"/>
                  </a:cubicBezTo>
                  <a:cubicBezTo>
                    <a:pt x="267" y="5951"/>
                    <a:pt x="301" y="5918"/>
                    <a:pt x="334" y="5885"/>
                  </a:cubicBezTo>
                  <a:lnTo>
                    <a:pt x="7539" y="347"/>
                  </a:lnTo>
                  <a:cubicBezTo>
                    <a:pt x="7639" y="281"/>
                    <a:pt x="7639" y="147"/>
                    <a:pt x="7573" y="80"/>
                  </a:cubicBezTo>
                  <a:cubicBezTo>
                    <a:pt x="7536" y="25"/>
                    <a:pt x="7489" y="1"/>
                    <a:pt x="743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45"/>
            <p:cNvSpPr/>
            <p:nvPr/>
          </p:nvSpPr>
          <p:spPr>
            <a:xfrm>
              <a:off x="4185650" y="1864275"/>
              <a:ext cx="321100" cy="8375"/>
            </a:xfrm>
            <a:custGeom>
              <a:rect b="b" l="l" r="r" t="t"/>
              <a:pathLst>
                <a:path extrusionOk="0" h="335" w="12844">
                  <a:moveTo>
                    <a:pt x="12643" y="1"/>
                  </a:moveTo>
                  <a:lnTo>
                    <a:pt x="201" y="101"/>
                  </a:lnTo>
                  <a:cubicBezTo>
                    <a:pt x="101" y="101"/>
                    <a:pt x="1" y="134"/>
                    <a:pt x="34" y="201"/>
                  </a:cubicBezTo>
                  <a:cubicBezTo>
                    <a:pt x="34" y="267"/>
                    <a:pt x="101" y="334"/>
                    <a:pt x="201" y="334"/>
                  </a:cubicBezTo>
                  <a:lnTo>
                    <a:pt x="12643" y="234"/>
                  </a:lnTo>
                  <a:cubicBezTo>
                    <a:pt x="12743" y="234"/>
                    <a:pt x="12843" y="201"/>
                    <a:pt x="12843" y="134"/>
                  </a:cubicBezTo>
                  <a:cubicBezTo>
                    <a:pt x="12843" y="67"/>
                    <a:pt x="12743" y="1"/>
                    <a:pt x="1264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45"/>
            <p:cNvSpPr/>
            <p:nvPr/>
          </p:nvSpPr>
          <p:spPr>
            <a:xfrm>
              <a:off x="4715200" y="3815500"/>
              <a:ext cx="13375" cy="352950"/>
            </a:xfrm>
            <a:custGeom>
              <a:rect b="b" l="l" r="r" t="t"/>
              <a:pathLst>
                <a:path extrusionOk="0" h="14118" w="535">
                  <a:moveTo>
                    <a:pt x="239" y="1"/>
                  </a:moveTo>
                  <a:cubicBezTo>
                    <a:pt x="227" y="1"/>
                    <a:pt x="214" y="3"/>
                    <a:pt x="201" y="7"/>
                  </a:cubicBezTo>
                  <a:cubicBezTo>
                    <a:pt x="67" y="7"/>
                    <a:pt x="1" y="74"/>
                    <a:pt x="1" y="174"/>
                  </a:cubicBezTo>
                  <a:lnTo>
                    <a:pt x="167" y="13917"/>
                  </a:lnTo>
                  <a:cubicBezTo>
                    <a:pt x="167" y="14017"/>
                    <a:pt x="234" y="14118"/>
                    <a:pt x="368" y="14118"/>
                  </a:cubicBezTo>
                  <a:cubicBezTo>
                    <a:pt x="468" y="14118"/>
                    <a:pt x="534" y="14017"/>
                    <a:pt x="534" y="13917"/>
                  </a:cubicBezTo>
                  <a:lnTo>
                    <a:pt x="368" y="174"/>
                  </a:lnTo>
                  <a:cubicBezTo>
                    <a:pt x="368" y="88"/>
                    <a:pt x="318" y="1"/>
                    <a:pt x="23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45"/>
            <p:cNvSpPr/>
            <p:nvPr/>
          </p:nvSpPr>
          <p:spPr>
            <a:xfrm>
              <a:off x="5424875" y="2105050"/>
              <a:ext cx="79450" cy="231250"/>
            </a:xfrm>
            <a:custGeom>
              <a:rect b="b" l="l" r="r" t="t"/>
              <a:pathLst>
                <a:path extrusionOk="0" h="9250" w="3178">
                  <a:moveTo>
                    <a:pt x="2922" y="1"/>
                  </a:moveTo>
                  <a:cubicBezTo>
                    <a:pt x="2848" y="1"/>
                    <a:pt x="2782" y="33"/>
                    <a:pt x="2769" y="110"/>
                  </a:cubicBezTo>
                  <a:lnTo>
                    <a:pt x="34" y="9016"/>
                  </a:lnTo>
                  <a:cubicBezTo>
                    <a:pt x="1" y="9116"/>
                    <a:pt x="67" y="9216"/>
                    <a:pt x="167" y="9250"/>
                  </a:cubicBezTo>
                  <a:lnTo>
                    <a:pt x="201" y="9250"/>
                  </a:lnTo>
                  <a:cubicBezTo>
                    <a:pt x="301" y="9250"/>
                    <a:pt x="368" y="9183"/>
                    <a:pt x="401" y="9116"/>
                  </a:cubicBezTo>
                  <a:lnTo>
                    <a:pt x="3136" y="210"/>
                  </a:lnTo>
                  <a:cubicBezTo>
                    <a:pt x="3177" y="86"/>
                    <a:pt x="3040" y="1"/>
                    <a:pt x="292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45"/>
            <p:cNvSpPr/>
            <p:nvPr/>
          </p:nvSpPr>
          <p:spPr>
            <a:xfrm>
              <a:off x="4573425" y="3479950"/>
              <a:ext cx="292750" cy="370775"/>
            </a:xfrm>
            <a:custGeom>
              <a:rect b="b" l="l" r="r" t="t"/>
              <a:pathLst>
                <a:path extrusionOk="0" h="14831" w="11710">
                  <a:moveTo>
                    <a:pt x="8274" y="920"/>
                  </a:moveTo>
                  <a:cubicBezTo>
                    <a:pt x="8674" y="920"/>
                    <a:pt x="9074" y="1021"/>
                    <a:pt x="9441" y="1221"/>
                  </a:cubicBezTo>
                  <a:cubicBezTo>
                    <a:pt x="10308" y="1721"/>
                    <a:pt x="10775" y="2822"/>
                    <a:pt x="10775" y="4290"/>
                  </a:cubicBezTo>
                  <a:cubicBezTo>
                    <a:pt x="10775" y="7559"/>
                    <a:pt x="8474" y="11561"/>
                    <a:pt x="5638" y="13196"/>
                  </a:cubicBezTo>
                  <a:cubicBezTo>
                    <a:pt x="4856" y="13637"/>
                    <a:pt x="4123" y="13861"/>
                    <a:pt x="3473" y="13861"/>
                  </a:cubicBezTo>
                  <a:cubicBezTo>
                    <a:pt x="3042" y="13861"/>
                    <a:pt x="2649" y="13762"/>
                    <a:pt x="2303" y="13563"/>
                  </a:cubicBezTo>
                  <a:cubicBezTo>
                    <a:pt x="1435" y="13063"/>
                    <a:pt x="968" y="11995"/>
                    <a:pt x="968" y="10494"/>
                  </a:cubicBezTo>
                  <a:cubicBezTo>
                    <a:pt x="968" y="7225"/>
                    <a:pt x="3270" y="3222"/>
                    <a:pt x="6105" y="1588"/>
                  </a:cubicBezTo>
                  <a:cubicBezTo>
                    <a:pt x="6739" y="1187"/>
                    <a:pt x="7506" y="954"/>
                    <a:pt x="8274" y="920"/>
                  </a:cubicBezTo>
                  <a:close/>
                  <a:moveTo>
                    <a:pt x="8266" y="1"/>
                  </a:moveTo>
                  <a:cubicBezTo>
                    <a:pt x="7445" y="1"/>
                    <a:pt x="6547" y="265"/>
                    <a:pt x="5638" y="787"/>
                  </a:cubicBezTo>
                  <a:cubicBezTo>
                    <a:pt x="2536" y="2588"/>
                    <a:pt x="1" y="6925"/>
                    <a:pt x="1" y="10527"/>
                  </a:cubicBezTo>
                  <a:cubicBezTo>
                    <a:pt x="1" y="12362"/>
                    <a:pt x="668" y="13730"/>
                    <a:pt x="1836" y="14397"/>
                  </a:cubicBezTo>
                  <a:cubicBezTo>
                    <a:pt x="2336" y="14697"/>
                    <a:pt x="2903" y="14830"/>
                    <a:pt x="3470" y="14830"/>
                  </a:cubicBezTo>
                  <a:cubicBezTo>
                    <a:pt x="4404" y="14797"/>
                    <a:pt x="5305" y="14530"/>
                    <a:pt x="6105" y="14030"/>
                  </a:cubicBezTo>
                  <a:cubicBezTo>
                    <a:pt x="9208" y="12229"/>
                    <a:pt x="11709" y="7859"/>
                    <a:pt x="11709" y="4290"/>
                  </a:cubicBezTo>
                  <a:cubicBezTo>
                    <a:pt x="11709" y="2455"/>
                    <a:pt x="11076" y="1087"/>
                    <a:pt x="9908" y="420"/>
                  </a:cubicBezTo>
                  <a:cubicBezTo>
                    <a:pt x="9417" y="140"/>
                    <a:pt x="8862" y="1"/>
                    <a:pt x="826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45"/>
            <p:cNvSpPr/>
            <p:nvPr/>
          </p:nvSpPr>
          <p:spPr>
            <a:xfrm>
              <a:off x="4640975" y="3562400"/>
              <a:ext cx="158475" cy="204850"/>
            </a:xfrm>
            <a:custGeom>
              <a:rect b="b" l="l" r="r" t="t"/>
              <a:pathLst>
                <a:path extrusionOk="0" h="8194" w="6339">
                  <a:moveTo>
                    <a:pt x="4580" y="0"/>
                  </a:moveTo>
                  <a:cubicBezTo>
                    <a:pt x="4157" y="0"/>
                    <a:pt x="3679" y="137"/>
                    <a:pt x="3170" y="424"/>
                  </a:cubicBezTo>
                  <a:cubicBezTo>
                    <a:pt x="1302" y="1659"/>
                    <a:pt x="101" y="3694"/>
                    <a:pt x="1" y="5928"/>
                  </a:cubicBezTo>
                  <a:cubicBezTo>
                    <a:pt x="1" y="7371"/>
                    <a:pt x="705" y="8193"/>
                    <a:pt x="1745" y="8193"/>
                  </a:cubicBezTo>
                  <a:cubicBezTo>
                    <a:pt x="2172" y="8193"/>
                    <a:pt x="2655" y="8054"/>
                    <a:pt x="3170" y="7763"/>
                  </a:cubicBezTo>
                  <a:cubicBezTo>
                    <a:pt x="5038" y="6529"/>
                    <a:pt x="6205" y="4494"/>
                    <a:pt x="6339" y="2259"/>
                  </a:cubicBezTo>
                  <a:cubicBezTo>
                    <a:pt x="6339" y="834"/>
                    <a:pt x="5628" y="0"/>
                    <a:pt x="458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45"/>
            <p:cNvSpPr/>
            <p:nvPr/>
          </p:nvSpPr>
          <p:spPr>
            <a:xfrm>
              <a:off x="3957175" y="4127075"/>
              <a:ext cx="292725" cy="370775"/>
            </a:xfrm>
            <a:custGeom>
              <a:rect b="b" l="l" r="r" t="t"/>
              <a:pathLst>
                <a:path extrusionOk="0" h="14831" w="11709">
                  <a:moveTo>
                    <a:pt x="8274" y="925"/>
                  </a:moveTo>
                  <a:cubicBezTo>
                    <a:pt x="8703" y="925"/>
                    <a:pt x="9098" y="1023"/>
                    <a:pt x="9440" y="1221"/>
                  </a:cubicBezTo>
                  <a:cubicBezTo>
                    <a:pt x="10307" y="1721"/>
                    <a:pt x="10774" y="2822"/>
                    <a:pt x="10774" y="4290"/>
                  </a:cubicBezTo>
                  <a:cubicBezTo>
                    <a:pt x="10774" y="7559"/>
                    <a:pt x="8473" y="11562"/>
                    <a:pt x="5637" y="13196"/>
                  </a:cubicBezTo>
                  <a:cubicBezTo>
                    <a:pt x="4855" y="13637"/>
                    <a:pt x="4122" y="13861"/>
                    <a:pt x="3472" y="13861"/>
                  </a:cubicBezTo>
                  <a:cubicBezTo>
                    <a:pt x="3041" y="13861"/>
                    <a:pt x="2648" y="13763"/>
                    <a:pt x="2302" y="13563"/>
                  </a:cubicBezTo>
                  <a:cubicBezTo>
                    <a:pt x="1434" y="13096"/>
                    <a:pt x="967" y="11995"/>
                    <a:pt x="967" y="10494"/>
                  </a:cubicBezTo>
                  <a:cubicBezTo>
                    <a:pt x="967" y="7225"/>
                    <a:pt x="3269" y="3256"/>
                    <a:pt x="6104" y="1621"/>
                  </a:cubicBezTo>
                  <a:cubicBezTo>
                    <a:pt x="6872" y="1157"/>
                    <a:pt x="7614" y="925"/>
                    <a:pt x="8274" y="925"/>
                  </a:cubicBezTo>
                  <a:close/>
                  <a:moveTo>
                    <a:pt x="8263" y="1"/>
                  </a:moveTo>
                  <a:cubicBezTo>
                    <a:pt x="7438" y="1"/>
                    <a:pt x="6532" y="265"/>
                    <a:pt x="5604" y="787"/>
                  </a:cubicBezTo>
                  <a:cubicBezTo>
                    <a:pt x="2502" y="2589"/>
                    <a:pt x="0" y="6958"/>
                    <a:pt x="0" y="10528"/>
                  </a:cubicBezTo>
                  <a:cubicBezTo>
                    <a:pt x="0" y="12362"/>
                    <a:pt x="634" y="13730"/>
                    <a:pt x="1835" y="14397"/>
                  </a:cubicBezTo>
                  <a:cubicBezTo>
                    <a:pt x="2302" y="14697"/>
                    <a:pt x="2869" y="14831"/>
                    <a:pt x="3469" y="14831"/>
                  </a:cubicBezTo>
                  <a:cubicBezTo>
                    <a:pt x="4403" y="14797"/>
                    <a:pt x="5304" y="14530"/>
                    <a:pt x="6104" y="14030"/>
                  </a:cubicBezTo>
                  <a:cubicBezTo>
                    <a:pt x="9207" y="12229"/>
                    <a:pt x="11708" y="7892"/>
                    <a:pt x="11708" y="4323"/>
                  </a:cubicBezTo>
                  <a:cubicBezTo>
                    <a:pt x="11708" y="2488"/>
                    <a:pt x="11075" y="1087"/>
                    <a:pt x="9907" y="420"/>
                  </a:cubicBezTo>
                  <a:cubicBezTo>
                    <a:pt x="9416" y="140"/>
                    <a:pt x="8861" y="1"/>
                    <a:pt x="826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45"/>
            <p:cNvSpPr/>
            <p:nvPr/>
          </p:nvSpPr>
          <p:spPr>
            <a:xfrm>
              <a:off x="4023875" y="4209375"/>
              <a:ext cx="159300" cy="205000"/>
            </a:xfrm>
            <a:custGeom>
              <a:rect b="b" l="l" r="r" t="t"/>
              <a:pathLst>
                <a:path extrusionOk="0" h="8200" w="6372">
                  <a:moveTo>
                    <a:pt x="4613" y="1"/>
                  </a:moveTo>
                  <a:cubicBezTo>
                    <a:pt x="4187" y="1"/>
                    <a:pt x="3708" y="139"/>
                    <a:pt x="3203" y="431"/>
                  </a:cubicBezTo>
                  <a:cubicBezTo>
                    <a:pt x="1302" y="1665"/>
                    <a:pt x="134" y="3700"/>
                    <a:pt x="1" y="5935"/>
                  </a:cubicBezTo>
                  <a:cubicBezTo>
                    <a:pt x="1" y="7377"/>
                    <a:pt x="721" y="8199"/>
                    <a:pt x="1771" y="8199"/>
                  </a:cubicBezTo>
                  <a:cubicBezTo>
                    <a:pt x="2202" y="8199"/>
                    <a:pt x="2688" y="8061"/>
                    <a:pt x="3203" y="7769"/>
                  </a:cubicBezTo>
                  <a:cubicBezTo>
                    <a:pt x="5071" y="6535"/>
                    <a:pt x="6238" y="4500"/>
                    <a:pt x="6372" y="2265"/>
                  </a:cubicBezTo>
                  <a:cubicBezTo>
                    <a:pt x="6372" y="823"/>
                    <a:pt x="5651" y="1"/>
                    <a:pt x="461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45"/>
            <p:cNvSpPr/>
            <p:nvPr/>
          </p:nvSpPr>
          <p:spPr>
            <a:xfrm>
              <a:off x="3278350" y="4134700"/>
              <a:ext cx="220175" cy="278100"/>
            </a:xfrm>
            <a:custGeom>
              <a:rect b="b" l="l" r="r" t="t"/>
              <a:pathLst>
                <a:path extrusionOk="0" h="11124" w="8807">
                  <a:moveTo>
                    <a:pt x="6238" y="682"/>
                  </a:moveTo>
                  <a:lnTo>
                    <a:pt x="6238" y="716"/>
                  </a:lnTo>
                  <a:cubicBezTo>
                    <a:pt x="6288" y="710"/>
                    <a:pt x="6338" y="707"/>
                    <a:pt x="6388" y="707"/>
                  </a:cubicBezTo>
                  <a:cubicBezTo>
                    <a:pt x="6637" y="707"/>
                    <a:pt x="6883" y="777"/>
                    <a:pt x="7105" y="916"/>
                  </a:cubicBezTo>
                  <a:cubicBezTo>
                    <a:pt x="7739" y="1283"/>
                    <a:pt x="8106" y="2117"/>
                    <a:pt x="8106" y="3218"/>
                  </a:cubicBezTo>
                  <a:cubicBezTo>
                    <a:pt x="8106" y="5653"/>
                    <a:pt x="6372" y="8655"/>
                    <a:pt x="4237" y="9889"/>
                  </a:cubicBezTo>
                  <a:cubicBezTo>
                    <a:pt x="3662" y="10226"/>
                    <a:pt x="3122" y="10398"/>
                    <a:pt x="2638" y="10398"/>
                  </a:cubicBezTo>
                  <a:cubicBezTo>
                    <a:pt x="2309" y="10398"/>
                    <a:pt x="2005" y="10318"/>
                    <a:pt x="1735" y="10156"/>
                  </a:cubicBezTo>
                  <a:cubicBezTo>
                    <a:pt x="1101" y="9789"/>
                    <a:pt x="734" y="8988"/>
                    <a:pt x="734" y="7854"/>
                  </a:cubicBezTo>
                  <a:cubicBezTo>
                    <a:pt x="734" y="5419"/>
                    <a:pt x="2469" y="2417"/>
                    <a:pt x="4604" y="1183"/>
                  </a:cubicBezTo>
                  <a:cubicBezTo>
                    <a:pt x="5071" y="883"/>
                    <a:pt x="5638" y="716"/>
                    <a:pt x="6238" y="682"/>
                  </a:cubicBezTo>
                  <a:close/>
                  <a:moveTo>
                    <a:pt x="6204" y="0"/>
                  </a:moveTo>
                  <a:cubicBezTo>
                    <a:pt x="5587" y="0"/>
                    <a:pt x="4912" y="196"/>
                    <a:pt x="4237" y="582"/>
                  </a:cubicBezTo>
                  <a:cubicBezTo>
                    <a:pt x="1902" y="1917"/>
                    <a:pt x="0" y="5186"/>
                    <a:pt x="0" y="7888"/>
                  </a:cubicBezTo>
                  <a:cubicBezTo>
                    <a:pt x="0" y="9255"/>
                    <a:pt x="501" y="10289"/>
                    <a:pt x="1368" y="10790"/>
                  </a:cubicBezTo>
                  <a:cubicBezTo>
                    <a:pt x="1768" y="11023"/>
                    <a:pt x="2169" y="11123"/>
                    <a:pt x="2636" y="11123"/>
                  </a:cubicBezTo>
                  <a:cubicBezTo>
                    <a:pt x="3303" y="11090"/>
                    <a:pt x="4003" y="10890"/>
                    <a:pt x="4570" y="10523"/>
                  </a:cubicBezTo>
                  <a:cubicBezTo>
                    <a:pt x="6905" y="9188"/>
                    <a:pt x="8807" y="5919"/>
                    <a:pt x="8807" y="3218"/>
                  </a:cubicBezTo>
                  <a:cubicBezTo>
                    <a:pt x="8807" y="1850"/>
                    <a:pt x="8306" y="816"/>
                    <a:pt x="7439" y="315"/>
                  </a:cubicBezTo>
                  <a:cubicBezTo>
                    <a:pt x="7073" y="105"/>
                    <a:pt x="6654" y="0"/>
                    <a:pt x="620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45"/>
            <p:cNvSpPr/>
            <p:nvPr/>
          </p:nvSpPr>
          <p:spPr>
            <a:xfrm>
              <a:off x="3329225" y="4196800"/>
              <a:ext cx="119275" cy="153425"/>
            </a:xfrm>
            <a:custGeom>
              <a:rect b="b" l="l" r="r" t="t"/>
              <a:pathLst>
                <a:path extrusionOk="0" h="6137" w="4771">
                  <a:moveTo>
                    <a:pt x="3468" y="0"/>
                  </a:moveTo>
                  <a:cubicBezTo>
                    <a:pt x="3147" y="0"/>
                    <a:pt x="2785" y="108"/>
                    <a:pt x="2402" y="333"/>
                  </a:cubicBezTo>
                  <a:cubicBezTo>
                    <a:pt x="967" y="1234"/>
                    <a:pt x="100" y="2768"/>
                    <a:pt x="0" y="4436"/>
                  </a:cubicBezTo>
                  <a:cubicBezTo>
                    <a:pt x="0" y="5519"/>
                    <a:pt x="532" y="6137"/>
                    <a:pt x="1314" y="6137"/>
                  </a:cubicBezTo>
                  <a:cubicBezTo>
                    <a:pt x="1640" y="6137"/>
                    <a:pt x="2009" y="6030"/>
                    <a:pt x="2402" y="5804"/>
                  </a:cubicBezTo>
                  <a:cubicBezTo>
                    <a:pt x="3803" y="4903"/>
                    <a:pt x="4670" y="3369"/>
                    <a:pt x="4770" y="1701"/>
                  </a:cubicBezTo>
                  <a:cubicBezTo>
                    <a:pt x="4770" y="618"/>
                    <a:pt x="4238" y="0"/>
                    <a:pt x="346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45"/>
            <p:cNvSpPr/>
            <p:nvPr/>
          </p:nvSpPr>
          <p:spPr>
            <a:xfrm>
              <a:off x="3658625" y="3716950"/>
              <a:ext cx="225175" cy="285550"/>
            </a:xfrm>
            <a:custGeom>
              <a:rect b="b" l="l" r="r" t="t"/>
              <a:pathLst>
                <a:path extrusionOk="0" h="11422" w="9007">
                  <a:moveTo>
                    <a:pt x="6352" y="731"/>
                  </a:moveTo>
                  <a:cubicBezTo>
                    <a:pt x="6678" y="731"/>
                    <a:pt x="6977" y="803"/>
                    <a:pt x="7239" y="947"/>
                  </a:cubicBezTo>
                  <a:cubicBezTo>
                    <a:pt x="7906" y="1348"/>
                    <a:pt x="8273" y="2182"/>
                    <a:pt x="8273" y="3316"/>
                  </a:cubicBezTo>
                  <a:cubicBezTo>
                    <a:pt x="8273" y="5851"/>
                    <a:pt x="6471" y="8920"/>
                    <a:pt x="4303" y="10154"/>
                  </a:cubicBezTo>
                  <a:cubicBezTo>
                    <a:pt x="3716" y="10498"/>
                    <a:pt x="3141" y="10670"/>
                    <a:pt x="2638" y="10670"/>
                  </a:cubicBezTo>
                  <a:cubicBezTo>
                    <a:pt x="2312" y="10670"/>
                    <a:pt x="2017" y="10598"/>
                    <a:pt x="1768" y="10454"/>
                  </a:cubicBezTo>
                  <a:cubicBezTo>
                    <a:pt x="1101" y="10054"/>
                    <a:pt x="734" y="9220"/>
                    <a:pt x="734" y="8086"/>
                  </a:cubicBezTo>
                  <a:cubicBezTo>
                    <a:pt x="734" y="5584"/>
                    <a:pt x="2502" y="2515"/>
                    <a:pt x="4670" y="1248"/>
                  </a:cubicBezTo>
                  <a:cubicBezTo>
                    <a:pt x="5278" y="903"/>
                    <a:pt x="5848" y="731"/>
                    <a:pt x="6352" y="731"/>
                  </a:cubicBezTo>
                  <a:close/>
                  <a:moveTo>
                    <a:pt x="6358" y="1"/>
                  </a:moveTo>
                  <a:cubicBezTo>
                    <a:pt x="5726" y="1"/>
                    <a:pt x="5037" y="205"/>
                    <a:pt x="4337" y="614"/>
                  </a:cubicBezTo>
                  <a:cubicBezTo>
                    <a:pt x="1935" y="1981"/>
                    <a:pt x="0" y="5350"/>
                    <a:pt x="0" y="8086"/>
                  </a:cubicBezTo>
                  <a:cubicBezTo>
                    <a:pt x="0" y="9487"/>
                    <a:pt x="501" y="10554"/>
                    <a:pt x="1401" y="11088"/>
                  </a:cubicBezTo>
                  <a:cubicBezTo>
                    <a:pt x="1768" y="11288"/>
                    <a:pt x="2202" y="11421"/>
                    <a:pt x="2635" y="11421"/>
                  </a:cubicBezTo>
                  <a:cubicBezTo>
                    <a:pt x="3369" y="11388"/>
                    <a:pt x="4070" y="11188"/>
                    <a:pt x="4670" y="10788"/>
                  </a:cubicBezTo>
                  <a:cubicBezTo>
                    <a:pt x="7072" y="9420"/>
                    <a:pt x="9007" y="6051"/>
                    <a:pt x="9007" y="3316"/>
                  </a:cubicBezTo>
                  <a:cubicBezTo>
                    <a:pt x="9007" y="1915"/>
                    <a:pt x="8506" y="847"/>
                    <a:pt x="7606" y="314"/>
                  </a:cubicBezTo>
                  <a:cubicBezTo>
                    <a:pt x="7230" y="105"/>
                    <a:pt x="6809" y="1"/>
                    <a:pt x="635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45"/>
            <p:cNvSpPr/>
            <p:nvPr/>
          </p:nvSpPr>
          <p:spPr>
            <a:xfrm>
              <a:off x="3710325" y="3780825"/>
              <a:ext cx="121775" cy="157275"/>
            </a:xfrm>
            <a:custGeom>
              <a:rect b="b" l="l" r="r" t="t"/>
              <a:pathLst>
                <a:path extrusionOk="0" h="6291" w="4871">
                  <a:moveTo>
                    <a:pt x="3512" y="1"/>
                  </a:moveTo>
                  <a:cubicBezTo>
                    <a:pt x="3186" y="1"/>
                    <a:pt x="2821" y="106"/>
                    <a:pt x="2435" y="327"/>
                  </a:cubicBezTo>
                  <a:cubicBezTo>
                    <a:pt x="1001" y="1261"/>
                    <a:pt x="67" y="2829"/>
                    <a:pt x="0" y="4563"/>
                  </a:cubicBezTo>
                  <a:cubicBezTo>
                    <a:pt x="0" y="5655"/>
                    <a:pt x="540" y="6291"/>
                    <a:pt x="1344" y="6291"/>
                  </a:cubicBezTo>
                  <a:cubicBezTo>
                    <a:pt x="1671" y="6291"/>
                    <a:pt x="2041" y="6186"/>
                    <a:pt x="2435" y="5964"/>
                  </a:cubicBezTo>
                  <a:cubicBezTo>
                    <a:pt x="3870" y="5030"/>
                    <a:pt x="4770" y="3463"/>
                    <a:pt x="4870" y="1728"/>
                  </a:cubicBezTo>
                  <a:cubicBezTo>
                    <a:pt x="4870" y="637"/>
                    <a:pt x="4314" y="1"/>
                    <a:pt x="351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45"/>
            <p:cNvSpPr/>
            <p:nvPr/>
          </p:nvSpPr>
          <p:spPr>
            <a:xfrm>
              <a:off x="4069750" y="3587475"/>
              <a:ext cx="179325" cy="228225"/>
            </a:xfrm>
            <a:custGeom>
              <a:rect b="b" l="l" r="r" t="t"/>
              <a:pathLst>
                <a:path extrusionOk="0" h="9129" w="7173">
                  <a:moveTo>
                    <a:pt x="5051" y="607"/>
                  </a:moveTo>
                  <a:cubicBezTo>
                    <a:pt x="5315" y="607"/>
                    <a:pt x="5557" y="669"/>
                    <a:pt x="5771" y="789"/>
                  </a:cubicBezTo>
                  <a:cubicBezTo>
                    <a:pt x="6338" y="1089"/>
                    <a:pt x="6605" y="1756"/>
                    <a:pt x="6605" y="2657"/>
                  </a:cubicBezTo>
                  <a:cubicBezTo>
                    <a:pt x="6505" y="4892"/>
                    <a:pt x="5337" y="6894"/>
                    <a:pt x="3469" y="8128"/>
                  </a:cubicBezTo>
                  <a:cubicBezTo>
                    <a:pt x="2990" y="8407"/>
                    <a:pt x="2547" y="8543"/>
                    <a:pt x="2154" y="8543"/>
                  </a:cubicBezTo>
                  <a:cubicBezTo>
                    <a:pt x="1890" y="8543"/>
                    <a:pt x="1649" y="8482"/>
                    <a:pt x="1435" y="8361"/>
                  </a:cubicBezTo>
                  <a:cubicBezTo>
                    <a:pt x="868" y="8061"/>
                    <a:pt x="601" y="7394"/>
                    <a:pt x="601" y="6460"/>
                  </a:cubicBezTo>
                  <a:cubicBezTo>
                    <a:pt x="701" y="4258"/>
                    <a:pt x="1868" y="2224"/>
                    <a:pt x="3736" y="1023"/>
                  </a:cubicBezTo>
                  <a:cubicBezTo>
                    <a:pt x="4215" y="743"/>
                    <a:pt x="4658" y="607"/>
                    <a:pt x="5051" y="607"/>
                  </a:cubicBezTo>
                  <a:close/>
                  <a:moveTo>
                    <a:pt x="5074" y="1"/>
                  </a:moveTo>
                  <a:cubicBezTo>
                    <a:pt x="4576" y="1"/>
                    <a:pt x="4028" y="161"/>
                    <a:pt x="3469" y="489"/>
                  </a:cubicBezTo>
                  <a:cubicBezTo>
                    <a:pt x="1568" y="1590"/>
                    <a:pt x="0" y="4292"/>
                    <a:pt x="0" y="6460"/>
                  </a:cubicBezTo>
                  <a:cubicBezTo>
                    <a:pt x="0" y="7594"/>
                    <a:pt x="401" y="8428"/>
                    <a:pt x="1134" y="8862"/>
                  </a:cubicBezTo>
                  <a:cubicBezTo>
                    <a:pt x="1435" y="9028"/>
                    <a:pt x="1768" y="9128"/>
                    <a:pt x="2135" y="9128"/>
                  </a:cubicBezTo>
                  <a:cubicBezTo>
                    <a:pt x="2702" y="9095"/>
                    <a:pt x="3269" y="8928"/>
                    <a:pt x="3736" y="8628"/>
                  </a:cubicBezTo>
                  <a:cubicBezTo>
                    <a:pt x="5638" y="7527"/>
                    <a:pt x="7172" y="4859"/>
                    <a:pt x="7172" y="2657"/>
                  </a:cubicBezTo>
                  <a:cubicBezTo>
                    <a:pt x="7172" y="1523"/>
                    <a:pt x="6805" y="689"/>
                    <a:pt x="6071" y="255"/>
                  </a:cubicBezTo>
                  <a:cubicBezTo>
                    <a:pt x="5776" y="86"/>
                    <a:pt x="5438" y="1"/>
                    <a:pt x="507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45"/>
            <p:cNvSpPr/>
            <p:nvPr/>
          </p:nvSpPr>
          <p:spPr>
            <a:xfrm>
              <a:off x="4111450" y="363870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806" y="0"/>
                  </a:moveTo>
                  <a:cubicBezTo>
                    <a:pt x="2544" y="0"/>
                    <a:pt x="2248" y="89"/>
                    <a:pt x="1935" y="275"/>
                  </a:cubicBezTo>
                  <a:cubicBezTo>
                    <a:pt x="801" y="1008"/>
                    <a:pt x="67" y="2276"/>
                    <a:pt x="0" y="3644"/>
                  </a:cubicBezTo>
                  <a:cubicBezTo>
                    <a:pt x="0" y="4524"/>
                    <a:pt x="442" y="5031"/>
                    <a:pt x="1083" y="5031"/>
                  </a:cubicBezTo>
                  <a:cubicBezTo>
                    <a:pt x="1340" y="5031"/>
                    <a:pt x="1629" y="4950"/>
                    <a:pt x="1935" y="4778"/>
                  </a:cubicBezTo>
                  <a:cubicBezTo>
                    <a:pt x="3069" y="4011"/>
                    <a:pt x="3803" y="2776"/>
                    <a:pt x="3870" y="1409"/>
                  </a:cubicBezTo>
                  <a:cubicBezTo>
                    <a:pt x="3870" y="513"/>
                    <a:pt x="3436" y="0"/>
                    <a:pt x="280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45"/>
            <p:cNvSpPr/>
            <p:nvPr/>
          </p:nvSpPr>
          <p:spPr>
            <a:xfrm>
              <a:off x="3350900" y="3468700"/>
              <a:ext cx="180150" cy="227750"/>
            </a:xfrm>
            <a:custGeom>
              <a:rect b="b" l="l" r="r" t="t"/>
              <a:pathLst>
                <a:path extrusionOk="0" h="9110" w="7206">
                  <a:moveTo>
                    <a:pt x="5051" y="588"/>
                  </a:moveTo>
                  <a:cubicBezTo>
                    <a:pt x="5315" y="588"/>
                    <a:pt x="5557" y="649"/>
                    <a:pt x="5771" y="770"/>
                  </a:cubicBezTo>
                  <a:cubicBezTo>
                    <a:pt x="6338" y="1070"/>
                    <a:pt x="6605" y="1737"/>
                    <a:pt x="6605" y="2638"/>
                  </a:cubicBezTo>
                  <a:cubicBezTo>
                    <a:pt x="6505" y="4873"/>
                    <a:pt x="5338" y="6908"/>
                    <a:pt x="3470" y="8109"/>
                  </a:cubicBezTo>
                  <a:cubicBezTo>
                    <a:pt x="2987" y="8390"/>
                    <a:pt x="2540" y="8539"/>
                    <a:pt x="2145" y="8539"/>
                  </a:cubicBezTo>
                  <a:cubicBezTo>
                    <a:pt x="1884" y="8539"/>
                    <a:pt x="1646" y="8474"/>
                    <a:pt x="1435" y="8342"/>
                  </a:cubicBezTo>
                  <a:cubicBezTo>
                    <a:pt x="868" y="8042"/>
                    <a:pt x="601" y="7375"/>
                    <a:pt x="601" y="6474"/>
                  </a:cubicBezTo>
                  <a:cubicBezTo>
                    <a:pt x="701" y="4239"/>
                    <a:pt x="1868" y="2204"/>
                    <a:pt x="3736" y="1004"/>
                  </a:cubicBezTo>
                  <a:cubicBezTo>
                    <a:pt x="4215" y="724"/>
                    <a:pt x="4658" y="588"/>
                    <a:pt x="5051" y="588"/>
                  </a:cubicBezTo>
                  <a:close/>
                  <a:moveTo>
                    <a:pt x="5087" y="1"/>
                  </a:moveTo>
                  <a:cubicBezTo>
                    <a:pt x="4586" y="1"/>
                    <a:pt x="4033" y="173"/>
                    <a:pt x="3470" y="503"/>
                  </a:cubicBezTo>
                  <a:cubicBezTo>
                    <a:pt x="1568" y="1604"/>
                    <a:pt x="0" y="4273"/>
                    <a:pt x="0" y="6474"/>
                  </a:cubicBezTo>
                  <a:cubicBezTo>
                    <a:pt x="0" y="7608"/>
                    <a:pt x="401" y="8442"/>
                    <a:pt x="1135" y="8843"/>
                  </a:cubicBezTo>
                  <a:cubicBezTo>
                    <a:pt x="1435" y="9043"/>
                    <a:pt x="1768" y="9109"/>
                    <a:pt x="2135" y="9109"/>
                  </a:cubicBezTo>
                  <a:cubicBezTo>
                    <a:pt x="2702" y="9076"/>
                    <a:pt x="3269" y="8909"/>
                    <a:pt x="3736" y="8609"/>
                  </a:cubicBezTo>
                  <a:cubicBezTo>
                    <a:pt x="5638" y="7542"/>
                    <a:pt x="7206" y="4840"/>
                    <a:pt x="7206" y="2638"/>
                  </a:cubicBezTo>
                  <a:cubicBezTo>
                    <a:pt x="7206" y="1504"/>
                    <a:pt x="6805" y="670"/>
                    <a:pt x="6071" y="270"/>
                  </a:cubicBezTo>
                  <a:cubicBezTo>
                    <a:pt x="5779" y="89"/>
                    <a:pt x="5446" y="1"/>
                    <a:pt x="508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45"/>
            <p:cNvSpPr/>
            <p:nvPr/>
          </p:nvSpPr>
          <p:spPr>
            <a:xfrm>
              <a:off x="3392600" y="351995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787" y="1"/>
                  </a:moveTo>
                  <a:cubicBezTo>
                    <a:pt x="2530" y="1"/>
                    <a:pt x="2241" y="83"/>
                    <a:pt x="1935" y="254"/>
                  </a:cubicBezTo>
                  <a:cubicBezTo>
                    <a:pt x="767" y="1022"/>
                    <a:pt x="67" y="2256"/>
                    <a:pt x="0" y="3624"/>
                  </a:cubicBezTo>
                  <a:cubicBezTo>
                    <a:pt x="0" y="4519"/>
                    <a:pt x="433" y="5032"/>
                    <a:pt x="1064" y="5032"/>
                  </a:cubicBezTo>
                  <a:cubicBezTo>
                    <a:pt x="1326" y="5032"/>
                    <a:pt x="1622" y="4944"/>
                    <a:pt x="1935" y="4758"/>
                  </a:cubicBezTo>
                  <a:cubicBezTo>
                    <a:pt x="3069" y="4024"/>
                    <a:pt x="3803" y="2756"/>
                    <a:pt x="3870" y="1389"/>
                  </a:cubicBezTo>
                  <a:cubicBezTo>
                    <a:pt x="3870" y="508"/>
                    <a:pt x="3428" y="1"/>
                    <a:pt x="278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45"/>
            <p:cNvSpPr/>
            <p:nvPr/>
          </p:nvSpPr>
          <p:spPr>
            <a:xfrm>
              <a:off x="5040425" y="3303925"/>
              <a:ext cx="129925" cy="157350"/>
            </a:xfrm>
            <a:custGeom>
              <a:rect b="b" l="l" r="r" t="t"/>
              <a:pathLst>
                <a:path extrusionOk="0" h="6294" w="5197">
                  <a:moveTo>
                    <a:pt x="3439" y="399"/>
                  </a:moveTo>
                  <a:cubicBezTo>
                    <a:pt x="4144" y="399"/>
                    <a:pt x="4796" y="1042"/>
                    <a:pt x="4604" y="1857"/>
                  </a:cubicBezTo>
                  <a:cubicBezTo>
                    <a:pt x="4504" y="3392"/>
                    <a:pt x="3704" y="4793"/>
                    <a:pt x="2436" y="5626"/>
                  </a:cubicBezTo>
                  <a:cubicBezTo>
                    <a:pt x="2192" y="5852"/>
                    <a:pt x="1908" y="5950"/>
                    <a:pt x="1633" y="5950"/>
                  </a:cubicBezTo>
                  <a:cubicBezTo>
                    <a:pt x="929" y="5950"/>
                    <a:pt x="276" y="5307"/>
                    <a:pt x="468" y="4492"/>
                  </a:cubicBezTo>
                  <a:cubicBezTo>
                    <a:pt x="535" y="2958"/>
                    <a:pt x="1369" y="1557"/>
                    <a:pt x="2636" y="723"/>
                  </a:cubicBezTo>
                  <a:cubicBezTo>
                    <a:pt x="2880" y="498"/>
                    <a:pt x="3164" y="399"/>
                    <a:pt x="3439" y="399"/>
                  </a:cubicBezTo>
                  <a:close/>
                  <a:moveTo>
                    <a:pt x="3462" y="0"/>
                  </a:moveTo>
                  <a:cubicBezTo>
                    <a:pt x="3113" y="0"/>
                    <a:pt x="2752" y="120"/>
                    <a:pt x="2436" y="389"/>
                  </a:cubicBezTo>
                  <a:cubicBezTo>
                    <a:pt x="1035" y="1290"/>
                    <a:pt x="168" y="2824"/>
                    <a:pt x="68" y="4492"/>
                  </a:cubicBezTo>
                  <a:cubicBezTo>
                    <a:pt x="1" y="5126"/>
                    <a:pt x="301" y="5760"/>
                    <a:pt x="835" y="6127"/>
                  </a:cubicBezTo>
                  <a:cubicBezTo>
                    <a:pt x="1035" y="6260"/>
                    <a:pt x="1269" y="6294"/>
                    <a:pt x="1535" y="6294"/>
                  </a:cubicBezTo>
                  <a:cubicBezTo>
                    <a:pt x="1902" y="6294"/>
                    <a:pt x="2303" y="6160"/>
                    <a:pt x="2636" y="5960"/>
                  </a:cubicBezTo>
                  <a:cubicBezTo>
                    <a:pt x="4037" y="5059"/>
                    <a:pt x="4904" y="3525"/>
                    <a:pt x="5005" y="1857"/>
                  </a:cubicBezTo>
                  <a:cubicBezTo>
                    <a:pt x="5197" y="799"/>
                    <a:pt x="4366" y="0"/>
                    <a:pt x="346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45"/>
            <p:cNvSpPr/>
            <p:nvPr/>
          </p:nvSpPr>
          <p:spPr>
            <a:xfrm>
              <a:off x="5070450" y="3340275"/>
              <a:ext cx="67575" cy="86025"/>
            </a:xfrm>
            <a:custGeom>
              <a:rect b="b" l="l" r="r" t="t"/>
              <a:pathLst>
                <a:path extrusionOk="0" h="3441" w="2703">
                  <a:moveTo>
                    <a:pt x="1927" y="1"/>
                  </a:moveTo>
                  <a:cubicBezTo>
                    <a:pt x="1746" y="1"/>
                    <a:pt x="1545" y="55"/>
                    <a:pt x="1335" y="170"/>
                  </a:cubicBezTo>
                  <a:cubicBezTo>
                    <a:pt x="568" y="670"/>
                    <a:pt x="68" y="1537"/>
                    <a:pt x="1" y="2505"/>
                  </a:cubicBezTo>
                  <a:cubicBezTo>
                    <a:pt x="1" y="3100"/>
                    <a:pt x="307" y="3441"/>
                    <a:pt x="750" y="3441"/>
                  </a:cubicBezTo>
                  <a:cubicBezTo>
                    <a:pt x="927" y="3441"/>
                    <a:pt x="1125" y="3386"/>
                    <a:pt x="1335" y="3272"/>
                  </a:cubicBezTo>
                  <a:cubicBezTo>
                    <a:pt x="2136" y="2738"/>
                    <a:pt x="2636" y="1904"/>
                    <a:pt x="2703" y="937"/>
                  </a:cubicBezTo>
                  <a:cubicBezTo>
                    <a:pt x="2703" y="341"/>
                    <a:pt x="2379" y="1"/>
                    <a:pt x="192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45"/>
            <p:cNvSpPr/>
            <p:nvPr/>
          </p:nvSpPr>
          <p:spPr>
            <a:xfrm>
              <a:off x="5323150" y="3266225"/>
              <a:ext cx="130600" cy="157525"/>
            </a:xfrm>
            <a:custGeom>
              <a:rect b="b" l="l" r="r" t="t"/>
              <a:pathLst>
                <a:path extrusionOk="0" h="6301" w="5224">
                  <a:moveTo>
                    <a:pt x="3569" y="430"/>
                  </a:moveTo>
                  <a:cubicBezTo>
                    <a:pt x="3736" y="430"/>
                    <a:pt x="3903" y="496"/>
                    <a:pt x="4036" y="563"/>
                  </a:cubicBezTo>
                  <a:cubicBezTo>
                    <a:pt x="4437" y="863"/>
                    <a:pt x="4670" y="1364"/>
                    <a:pt x="4603" y="1864"/>
                  </a:cubicBezTo>
                  <a:cubicBezTo>
                    <a:pt x="4537" y="3398"/>
                    <a:pt x="3736" y="4799"/>
                    <a:pt x="2435" y="5633"/>
                  </a:cubicBezTo>
                  <a:cubicBezTo>
                    <a:pt x="2193" y="5847"/>
                    <a:pt x="1913" y="5942"/>
                    <a:pt x="1640" y="5942"/>
                  </a:cubicBezTo>
                  <a:cubicBezTo>
                    <a:pt x="932" y="5942"/>
                    <a:pt x="275" y="5308"/>
                    <a:pt x="467" y="4466"/>
                  </a:cubicBezTo>
                  <a:cubicBezTo>
                    <a:pt x="567" y="2965"/>
                    <a:pt x="1368" y="1564"/>
                    <a:pt x="2635" y="730"/>
                  </a:cubicBezTo>
                  <a:cubicBezTo>
                    <a:pt x="2902" y="563"/>
                    <a:pt x="3236" y="463"/>
                    <a:pt x="3569" y="430"/>
                  </a:cubicBezTo>
                  <a:close/>
                  <a:moveTo>
                    <a:pt x="3429" y="1"/>
                  </a:moveTo>
                  <a:cubicBezTo>
                    <a:pt x="3088" y="1"/>
                    <a:pt x="2740" y="112"/>
                    <a:pt x="2435" y="363"/>
                  </a:cubicBezTo>
                  <a:cubicBezTo>
                    <a:pt x="1034" y="1297"/>
                    <a:pt x="167" y="2831"/>
                    <a:pt x="67" y="4499"/>
                  </a:cubicBezTo>
                  <a:cubicBezTo>
                    <a:pt x="0" y="5133"/>
                    <a:pt x="300" y="5767"/>
                    <a:pt x="834" y="6134"/>
                  </a:cubicBezTo>
                  <a:cubicBezTo>
                    <a:pt x="1034" y="6267"/>
                    <a:pt x="1268" y="6301"/>
                    <a:pt x="1534" y="6301"/>
                  </a:cubicBezTo>
                  <a:cubicBezTo>
                    <a:pt x="1901" y="6301"/>
                    <a:pt x="2302" y="6200"/>
                    <a:pt x="2635" y="6000"/>
                  </a:cubicBezTo>
                  <a:cubicBezTo>
                    <a:pt x="4036" y="5066"/>
                    <a:pt x="4937" y="3565"/>
                    <a:pt x="5004" y="1897"/>
                  </a:cubicBezTo>
                  <a:cubicBezTo>
                    <a:pt x="5223" y="824"/>
                    <a:pt x="4355" y="1"/>
                    <a:pt x="342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45"/>
            <p:cNvSpPr/>
            <p:nvPr/>
          </p:nvSpPr>
          <p:spPr>
            <a:xfrm>
              <a:off x="5353150" y="3302400"/>
              <a:ext cx="66750" cy="86350"/>
            </a:xfrm>
            <a:custGeom>
              <a:rect b="b" l="l" r="r" t="t"/>
              <a:pathLst>
                <a:path extrusionOk="0" h="3454" w="2670">
                  <a:moveTo>
                    <a:pt x="1925" y="0"/>
                  </a:moveTo>
                  <a:cubicBezTo>
                    <a:pt x="1747" y="0"/>
                    <a:pt x="1547" y="59"/>
                    <a:pt x="1335" y="184"/>
                  </a:cubicBezTo>
                  <a:cubicBezTo>
                    <a:pt x="535" y="684"/>
                    <a:pt x="34" y="1551"/>
                    <a:pt x="1" y="2485"/>
                  </a:cubicBezTo>
                  <a:cubicBezTo>
                    <a:pt x="1" y="3106"/>
                    <a:pt x="309" y="3454"/>
                    <a:pt x="753" y="3454"/>
                  </a:cubicBezTo>
                  <a:cubicBezTo>
                    <a:pt x="930" y="3454"/>
                    <a:pt x="1127" y="3399"/>
                    <a:pt x="1335" y="3286"/>
                  </a:cubicBezTo>
                  <a:cubicBezTo>
                    <a:pt x="2136" y="2752"/>
                    <a:pt x="2636" y="1885"/>
                    <a:pt x="2669" y="951"/>
                  </a:cubicBezTo>
                  <a:cubicBezTo>
                    <a:pt x="2669" y="357"/>
                    <a:pt x="2365" y="0"/>
                    <a:pt x="192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45"/>
            <p:cNvSpPr/>
            <p:nvPr/>
          </p:nvSpPr>
          <p:spPr>
            <a:xfrm>
              <a:off x="3098225" y="3913675"/>
              <a:ext cx="129950" cy="158050"/>
            </a:xfrm>
            <a:custGeom>
              <a:rect b="b" l="l" r="r" t="t"/>
              <a:pathLst>
                <a:path extrusionOk="0" h="6322" w="5198">
                  <a:moveTo>
                    <a:pt x="3439" y="393"/>
                  </a:moveTo>
                  <a:cubicBezTo>
                    <a:pt x="4143" y="393"/>
                    <a:pt x="4795" y="1036"/>
                    <a:pt x="4603" y="1851"/>
                  </a:cubicBezTo>
                  <a:cubicBezTo>
                    <a:pt x="4537" y="3386"/>
                    <a:pt x="3736" y="4787"/>
                    <a:pt x="2435" y="5621"/>
                  </a:cubicBezTo>
                  <a:cubicBezTo>
                    <a:pt x="2191" y="5846"/>
                    <a:pt x="1908" y="5944"/>
                    <a:pt x="1632" y="5944"/>
                  </a:cubicBezTo>
                  <a:cubicBezTo>
                    <a:pt x="928" y="5944"/>
                    <a:pt x="275" y="5302"/>
                    <a:pt x="467" y="4486"/>
                  </a:cubicBezTo>
                  <a:cubicBezTo>
                    <a:pt x="567" y="2952"/>
                    <a:pt x="1368" y="1551"/>
                    <a:pt x="2635" y="717"/>
                  </a:cubicBezTo>
                  <a:cubicBezTo>
                    <a:pt x="2879" y="492"/>
                    <a:pt x="3163" y="393"/>
                    <a:pt x="3439" y="393"/>
                  </a:cubicBezTo>
                  <a:close/>
                  <a:moveTo>
                    <a:pt x="3448" y="0"/>
                  </a:moveTo>
                  <a:cubicBezTo>
                    <a:pt x="3103" y="0"/>
                    <a:pt x="2747" y="117"/>
                    <a:pt x="2435" y="384"/>
                  </a:cubicBezTo>
                  <a:cubicBezTo>
                    <a:pt x="1034" y="1284"/>
                    <a:pt x="167" y="2819"/>
                    <a:pt x="67" y="4486"/>
                  </a:cubicBezTo>
                  <a:cubicBezTo>
                    <a:pt x="0" y="5120"/>
                    <a:pt x="300" y="5754"/>
                    <a:pt x="834" y="6121"/>
                  </a:cubicBezTo>
                  <a:cubicBezTo>
                    <a:pt x="1034" y="6254"/>
                    <a:pt x="1301" y="6321"/>
                    <a:pt x="1535" y="6321"/>
                  </a:cubicBezTo>
                  <a:cubicBezTo>
                    <a:pt x="1935" y="6288"/>
                    <a:pt x="2302" y="6188"/>
                    <a:pt x="2635" y="5954"/>
                  </a:cubicBezTo>
                  <a:cubicBezTo>
                    <a:pt x="4036" y="5054"/>
                    <a:pt x="4937" y="3519"/>
                    <a:pt x="5004" y="1851"/>
                  </a:cubicBezTo>
                  <a:cubicBezTo>
                    <a:pt x="5197" y="812"/>
                    <a:pt x="4357" y="0"/>
                    <a:pt x="344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45"/>
            <p:cNvSpPr/>
            <p:nvPr/>
          </p:nvSpPr>
          <p:spPr>
            <a:xfrm>
              <a:off x="3128250" y="3949875"/>
              <a:ext cx="67550" cy="86400"/>
            </a:xfrm>
            <a:custGeom>
              <a:rect b="b" l="l" r="r" t="t"/>
              <a:pathLst>
                <a:path extrusionOk="0" h="3456" w="2702">
                  <a:moveTo>
                    <a:pt x="1941" y="1"/>
                  </a:moveTo>
                  <a:cubicBezTo>
                    <a:pt x="1759" y="1"/>
                    <a:pt x="1554" y="55"/>
                    <a:pt x="1334" y="170"/>
                  </a:cubicBezTo>
                  <a:cubicBezTo>
                    <a:pt x="567" y="703"/>
                    <a:pt x="67" y="1537"/>
                    <a:pt x="0" y="2505"/>
                  </a:cubicBezTo>
                  <a:cubicBezTo>
                    <a:pt x="0" y="3098"/>
                    <a:pt x="304" y="3455"/>
                    <a:pt x="744" y="3455"/>
                  </a:cubicBezTo>
                  <a:cubicBezTo>
                    <a:pt x="923" y="3455"/>
                    <a:pt x="1123" y="3397"/>
                    <a:pt x="1334" y="3272"/>
                  </a:cubicBezTo>
                  <a:cubicBezTo>
                    <a:pt x="2135" y="2772"/>
                    <a:pt x="2635" y="1904"/>
                    <a:pt x="2702" y="937"/>
                  </a:cubicBezTo>
                  <a:cubicBezTo>
                    <a:pt x="2702" y="341"/>
                    <a:pt x="2396" y="1"/>
                    <a:pt x="194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45"/>
            <p:cNvSpPr/>
            <p:nvPr/>
          </p:nvSpPr>
          <p:spPr>
            <a:xfrm>
              <a:off x="3918800" y="3267750"/>
              <a:ext cx="129350" cy="157675"/>
            </a:xfrm>
            <a:custGeom>
              <a:rect b="b" l="l" r="r" t="t"/>
              <a:pathLst>
                <a:path extrusionOk="0" h="6307" w="5174">
                  <a:moveTo>
                    <a:pt x="3432" y="406"/>
                  </a:moveTo>
                  <a:cubicBezTo>
                    <a:pt x="4121" y="406"/>
                    <a:pt x="4771" y="1036"/>
                    <a:pt x="4604" y="1870"/>
                  </a:cubicBezTo>
                  <a:cubicBezTo>
                    <a:pt x="4504" y="3371"/>
                    <a:pt x="3703" y="4772"/>
                    <a:pt x="2436" y="5606"/>
                  </a:cubicBezTo>
                  <a:cubicBezTo>
                    <a:pt x="2192" y="5831"/>
                    <a:pt x="1908" y="5929"/>
                    <a:pt x="1632" y="5929"/>
                  </a:cubicBezTo>
                  <a:cubicBezTo>
                    <a:pt x="928" y="5929"/>
                    <a:pt x="276" y="5287"/>
                    <a:pt x="468" y="4472"/>
                  </a:cubicBezTo>
                  <a:cubicBezTo>
                    <a:pt x="534" y="2937"/>
                    <a:pt x="1335" y="1570"/>
                    <a:pt x="2636" y="736"/>
                  </a:cubicBezTo>
                  <a:cubicBezTo>
                    <a:pt x="2874" y="507"/>
                    <a:pt x="3156" y="406"/>
                    <a:pt x="3432" y="406"/>
                  </a:cubicBezTo>
                  <a:close/>
                  <a:moveTo>
                    <a:pt x="3435" y="0"/>
                  </a:moveTo>
                  <a:cubicBezTo>
                    <a:pt x="3095" y="0"/>
                    <a:pt x="2745" y="114"/>
                    <a:pt x="2436" y="369"/>
                  </a:cubicBezTo>
                  <a:cubicBezTo>
                    <a:pt x="1035" y="1303"/>
                    <a:pt x="134" y="2804"/>
                    <a:pt x="67" y="4472"/>
                  </a:cubicBezTo>
                  <a:cubicBezTo>
                    <a:pt x="1" y="5139"/>
                    <a:pt x="267" y="5773"/>
                    <a:pt x="801" y="6139"/>
                  </a:cubicBezTo>
                  <a:cubicBezTo>
                    <a:pt x="1035" y="6240"/>
                    <a:pt x="1268" y="6306"/>
                    <a:pt x="1502" y="6306"/>
                  </a:cubicBezTo>
                  <a:cubicBezTo>
                    <a:pt x="1902" y="6306"/>
                    <a:pt x="2302" y="6173"/>
                    <a:pt x="2636" y="5973"/>
                  </a:cubicBezTo>
                  <a:cubicBezTo>
                    <a:pt x="4037" y="5039"/>
                    <a:pt x="4904" y="3538"/>
                    <a:pt x="5004" y="1870"/>
                  </a:cubicBezTo>
                  <a:cubicBezTo>
                    <a:pt x="5174" y="803"/>
                    <a:pt x="4339" y="0"/>
                    <a:pt x="343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45"/>
            <p:cNvSpPr/>
            <p:nvPr/>
          </p:nvSpPr>
          <p:spPr>
            <a:xfrm>
              <a:off x="3948825" y="330390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39" y="1"/>
                  </a:moveTo>
                  <a:cubicBezTo>
                    <a:pt x="1757" y="1"/>
                    <a:pt x="1552" y="62"/>
                    <a:pt x="1335" y="190"/>
                  </a:cubicBezTo>
                  <a:cubicBezTo>
                    <a:pt x="534" y="691"/>
                    <a:pt x="34" y="1558"/>
                    <a:pt x="0" y="2492"/>
                  </a:cubicBezTo>
                  <a:cubicBezTo>
                    <a:pt x="0" y="3103"/>
                    <a:pt x="298" y="3449"/>
                    <a:pt x="730" y="3449"/>
                  </a:cubicBezTo>
                  <a:cubicBezTo>
                    <a:pt x="912" y="3449"/>
                    <a:pt x="1118" y="3387"/>
                    <a:pt x="1335" y="3259"/>
                  </a:cubicBezTo>
                  <a:cubicBezTo>
                    <a:pt x="2102" y="2759"/>
                    <a:pt x="2602" y="1891"/>
                    <a:pt x="2669" y="957"/>
                  </a:cubicBezTo>
                  <a:cubicBezTo>
                    <a:pt x="2669" y="347"/>
                    <a:pt x="2371" y="1"/>
                    <a:pt x="193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45"/>
            <p:cNvSpPr/>
            <p:nvPr/>
          </p:nvSpPr>
          <p:spPr>
            <a:xfrm>
              <a:off x="4306575" y="2740325"/>
              <a:ext cx="129950" cy="158050"/>
            </a:xfrm>
            <a:custGeom>
              <a:rect b="b" l="l" r="r" t="t"/>
              <a:pathLst>
                <a:path extrusionOk="0" h="6322" w="5198">
                  <a:moveTo>
                    <a:pt x="3537" y="451"/>
                  </a:moveTo>
                  <a:cubicBezTo>
                    <a:pt x="3703" y="451"/>
                    <a:pt x="3903" y="484"/>
                    <a:pt x="4037" y="551"/>
                  </a:cubicBezTo>
                  <a:cubicBezTo>
                    <a:pt x="4437" y="851"/>
                    <a:pt x="4671" y="1351"/>
                    <a:pt x="4604" y="1852"/>
                  </a:cubicBezTo>
                  <a:cubicBezTo>
                    <a:pt x="4504" y="3386"/>
                    <a:pt x="3703" y="4787"/>
                    <a:pt x="2436" y="5621"/>
                  </a:cubicBezTo>
                  <a:cubicBezTo>
                    <a:pt x="2192" y="5846"/>
                    <a:pt x="1908" y="5945"/>
                    <a:pt x="1633" y="5945"/>
                  </a:cubicBezTo>
                  <a:cubicBezTo>
                    <a:pt x="928" y="5945"/>
                    <a:pt x="276" y="5302"/>
                    <a:pt x="468" y="4487"/>
                  </a:cubicBezTo>
                  <a:cubicBezTo>
                    <a:pt x="534" y="2952"/>
                    <a:pt x="1368" y="1551"/>
                    <a:pt x="2636" y="717"/>
                  </a:cubicBezTo>
                  <a:cubicBezTo>
                    <a:pt x="2903" y="551"/>
                    <a:pt x="3236" y="451"/>
                    <a:pt x="3537" y="451"/>
                  </a:cubicBezTo>
                  <a:close/>
                  <a:moveTo>
                    <a:pt x="3449" y="0"/>
                  </a:moveTo>
                  <a:cubicBezTo>
                    <a:pt x="3103" y="0"/>
                    <a:pt x="2748" y="118"/>
                    <a:pt x="2436" y="384"/>
                  </a:cubicBezTo>
                  <a:cubicBezTo>
                    <a:pt x="1035" y="1285"/>
                    <a:pt x="134" y="2819"/>
                    <a:pt x="67" y="4487"/>
                  </a:cubicBezTo>
                  <a:cubicBezTo>
                    <a:pt x="1" y="5121"/>
                    <a:pt x="301" y="5754"/>
                    <a:pt x="835" y="6121"/>
                  </a:cubicBezTo>
                  <a:cubicBezTo>
                    <a:pt x="1035" y="6255"/>
                    <a:pt x="1268" y="6322"/>
                    <a:pt x="1535" y="6322"/>
                  </a:cubicBezTo>
                  <a:cubicBezTo>
                    <a:pt x="1902" y="6288"/>
                    <a:pt x="2302" y="6188"/>
                    <a:pt x="2636" y="5988"/>
                  </a:cubicBezTo>
                  <a:cubicBezTo>
                    <a:pt x="4037" y="5054"/>
                    <a:pt x="4904" y="3520"/>
                    <a:pt x="5004" y="1852"/>
                  </a:cubicBezTo>
                  <a:cubicBezTo>
                    <a:pt x="5198" y="812"/>
                    <a:pt x="4357" y="0"/>
                    <a:pt x="344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45"/>
            <p:cNvSpPr/>
            <p:nvPr/>
          </p:nvSpPr>
          <p:spPr>
            <a:xfrm>
              <a:off x="4335775" y="2776575"/>
              <a:ext cx="67575" cy="86500"/>
            </a:xfrm>
            <a:custGeom>
              <a:rect b="b" l="l" r="r" t="t"/>
              <a:pathLst>
                <a:path extrusionOk="0" h="3460" w="2703">
                  <a:moveTo>
                    <a:pt x="1950" y="0"/>
                  </a:moveTo>
                  <a:cubicBezTo>
                    <a:pt x="1773" y="0"/>
                    <a:pt x="1576" y="55"/>
                    <a:pt x="1368" y="168"/>
                  </a:cubicBezTo>
                  <a:cubicBezTo>
                    <a:pt x="567" y="702"/>
                    <a:pt x="67" y="1569"/>
                    <a:pt x="0" y="2503"/>
                  </a:cubicBezTo>
                  <a:cubicBezTo>
                    <a:pt x="0" y="3114"/>
                    <a:pt x="298" y="3460"/>
                    <a:pt x="742" y="3460"/>
                  </a:cubicBezTo>
                  <a:cubicBezTo>
                    <a:pt x="928" y="3460"/>
                    <a:pt x="1141" y="3399"/>
                    <a:pt x="1368" y="3270"/>
                  </a:cubicBezTo>
                  <a:cubicBezTo>
                    <a:pt x="2135" y="2770"/>
                    <a:pt x="2635" y="1903"/>
                    <a:pt x="2702" y="969"/>
                  </a:cubicBezTo>
                  <a:cubicBezTo>
                    <a:pt x="2702" y="347"/>
                    <a:pt x="2394" y="0"/>
                    <a:pt x="195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45"/>
            <p:cNvSpPr/>
            <p:nvPr/>
          </p:nvSpPr>
          <p:spPr>
            <a:xfrm>
              <a:off x="4505900" y="3239400"/>
              <a:ext cx="129950" cy="157675"/>
            </a:xfrm>
            <a:custGeom>
              <a:rect b="b" l="l" r="r" t="t"/>
              <a:pathLst>
                <a:path extrusionOk="0" h="6307" w="5198">
                  <a:moveTo>
                    <a:pt x="3451" y="406"/>
                  </a:moveTo>
                  <a:cubicBezTo>
                    <a:pt x="4151" y="406"/>
                    <a:pt x="4794" y="1036"/>
                    <a:pt x="4603" y="1870"/>
                  </a:cubicBezTo>
                  <a:cubicBezTo>
                    <a:pt x="4503" y="3371"/>
                    <a:pt x="3703" y="4772"/>
                    <a:pt x="2435" y="5606"/>
                  </a:cubicBezTo>
                  <a:cubicBezTo>
                    <a:pt x="2191" y="5831"/>
                    <a:pt x="1908" y="5929"/>
                    <a:pt x="1632" y="5929"/>
                  </a:cubicBezTo>
                  <a:cubicBezTo>
                    <a:pt x="928" y="5929"/>
                    <a:pt x="275" y="5287"/>
                    <a:pt x="467" y="4471"/>
                  </a:cubicBezTo>
                  <a:cubicBezTo>
                    <a:pt x="534" y="2937"/>
                    <a:pt x="1368" y="1569"/>
                    <a:pt x="2635" y="735"/>
                  </a:cubicBezTo>
                  <a:cubicBezTo>
                    <a:pt x="2883" y="507"/>
                    <a:pt x="3172" y="406"/>
                    <a:pt x="3451" y="406"/>
                  </a:cubicBezTo>
                  <a:close/>
                  <a:moveTo>
                    <a:pt x="3440" y="0"/>
                  </a:moveTo>
                  <a:cubicBezTo>
                    <a:pt x="3097" y="0"/>
                    <a:pt x="2745" y="113"/>
                    <a:pt x="2435" y="369"/>
                  </a:cubicBezTo>
                  <a:cubicBezTo>
                    <a:pt x="1034" y="1303"/>
                    <a:pt x="167" y="2804"/>
                    <a:pt x="67" y="4471"/>
                  </a:cubicBezTo>
                  <a:cubicBezTo>
                    <a:pt x="0" y="5139"/>
                    <a:pt x="300" y="5772"/>
                    <a:pt x="834" y="6139"/>
                  </a:cubicBezTo>
                  <a:cubicBezTo>
                    <a:pt x="1034" y="6239"/>
                    <a:pt x="1268" y="6306"/>
                    <a:pt x="1534" y="6306"/>
                  </a:cubicBezTo>
                  <a:cubicBezTo>
                    <a:pt x="1901" y="6306"/>
                    <a:pt x="2302" y="6173"/>
                    <a:pt x="2635" y="5973"/>
                  </a:cubicBezTo>
                  <a:cubicBezTo>
                    <a:pt x="4036" y="5072"/>
                    <a:pt x="4904" y="3537"/>
                    <a:pt x="5004" y="1870"/>
                  </a:cubicBezTo>
                  <a:cubicBezTo>
                    <a:pt x="5198" y="803"/>
                    <a:pt x="4352" y="0"/>
                    <a:pt x="344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45"/>
            <p:cNvSpPr/>
            <p:nvPr/>
          </p:nvSpPr>
          <p:spPr>
            <a:xfrm>
              <a:off x="4535900" y="3275550"/>
              <a:ext cx="66750" cy="86525"/>
            </a:xfrm>
            <a:custGeom>
              <a:rect b="b" l="l" r="r" t="t"/>
              <a:pathLst>
                <a:path extrusionOk="0" h="3461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0"/>
                    <a:pt x="34" y="1558"/>
                    <a:pt x="1" y="2492"/>
                  </a:cubicBezTo>
                  <a:cubicBezTo>
                    <a:pt x="1" y="3113"/>
                    <a:pt x="309" y="3460"/>
                    <a:pt x="753" y="3460"/>
                  </a:cubicBezTo>
                  <a:cubicBezTo>
                    <a:pt x="930" y="3460"/>
                    <a:pt x="1127" y="3406"/>
                    <a:pt x="1335" y="3292"/>
                  </a:cubicBezTo>
                  <a:cubicBezTo>
                    <a:pt x="2136" y="2759"/>
                    <a:pt x="2636" y="1891"/>
                    <a:pt x="2669" y="957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45"/>
            <p:cNvSpPr/>
            <p:nvPr/>
          </p:nvSpPr>
          <p:spPr>
            <a:xfrm>
              <a:off x="4541750" y="2454950"/>
              <a:ext cx="175150" cy="222425"/>
            </a:xfrm>
            <a:custGeom>
              <a:rect b="b" l="l" r="r" t="t"/>
              <a:pathLst>
                <a:path extrusionOk="0" h="8897" w="7006">
                  <a:moveTo>
                    <a:pt x="4937" y="558"/>
                  </a:moveTo>
                  <a:cubicBezTo>
                    <a:pt x="5204" y="558"/>
                    <a:pt x="5438" y="624"/>
                    <a:pt x="5671" y="758"/>
                  </a:cubicBezTo>
                  <a:cubicBezTo>
                    <a:pt x="6171" y="1058"/>
                    <a:pt x="6472" y="1692"/>
                    <a:pt x="6472" y="2592"/>
                  </a:cubicBezTo>
                  <a:cubicBezTo>
                    <a:pt x="6338" y="4761"/>
                    <a:pt x="5204" y="6729"/>
                    <a:pt x="3369" y="7929"/>
                  </a:cubicBezTo>
                  <a:cubicBezTo>
                    <a:pt x="2900" y="8195"/>
                    <a:pt x="2455" y="8336"/>
                    <a:pt x="2058" y="8336"/>
                  </a:cubicBezTo>
                  <a:cubicBezTo>
                    <a:pt x="1807" y="8336"/>
                    <a:pt x="1575" y="8279"/>
                    <a:pt x="1368" y="8163"/>
                  </a:cubicBezTo>
                  <a:cubicBezTo>
                    <a:pt x="868" y="7863"/>
                    <a:pt x="567" y="7196"/>
                    <a:pt x="567" y="6328"/>
                  </a:cubicBezTo>
                  <a:cubicBezTo>
                    <a:pt x="701" y="4127"/>
                    <a:pt x="1835" y="2159"/>
                    <a:pt x="3670" y="991"/>
                  </a:cubicBezTo>
                  <a:cubicBezTo>
                    <a:pt x="4037" y="724"/>
                    <a:pt x="4504" y="591"/>
                    <a:pt x="4937" y="558"/>
                  </a:cubicBezTo>
                  <a:close/>
                  <a:moveTo>
                    <a:pt x="4927" y="0"/>
                  </a:moveTo>
                  <a:cubicBezTo>
                    <a:pt x="4437" y="0"/>
                    <a:pt x="3903" y="152"/>
                    <a:pt x="3369" y="457"/>
                  </a:cubicBezTo>
                  <a:cubicBezTo>
                    <a:pt x="1501" y="1558"/>
                    <a:pt x="0" y="4160"/>
                    <a:pt x="0" y="6295"/>
                  </a:cubicBezTo>
                  <a:cubicBezTo>
                    <a:pt x="0" y="7396"/>
                    <a:pt x="401" y="8230"/>
                    <a:pt x="1101" y="8630"/>
                  </a:cubicBezTo>
                  <a:cubicBezTo>
                    <a:pt x="1401" y="8797"/>
                    <a:pt x="1735" y="8897"/>
                    <a:pt x="2069" y="8897"/>
                  </a:cubicBezTo>
                  <a:cubicBezTo>
                    <a:pt x="2636" y="8863"/>
                    <a:pt x="3169" y="8697"/>
                    <a:pt x="3670" y="8430"/>
                  </a:cubicBezTo>
                  <a:cubicBezTo>
                    <a:pt x="5504" y="7329"/>
                    <a:pt x="7005" y="4727"/>
                    <a:pt x="7005" y="2592"/>
                  </a:cubicBezTo>
                  <a:cubicBezTo>
                    <a:pt x="7005" y="1492"/>
                    <a:pt x="6638" y="658"/>
                    <a:pt x="5938" y="257"/>
                  </a:cubicBezTo>
                  <a:cubicBezTo>
                    <a:pt x="5638" y="86"/>
                    <a:pt x="5295" y="0"/>
                    <a:pt x="492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45"/>
            <p:cNvSpPr/>
            <p:nvPr/>
          </p:nvSpPr>
          <p:spPr>
            <a:xfrm>
              <a:off x="4577600" y="2504850"/>
              <a:ext cx="104275" cy="123200"/>
            </a:xfrm>
            <a:custGeom>
              <a:rect b="b" l="l" r="r" t="t"/>
              <a:pathLst>
                <a:path extrusionOk="0" h="4928" w="4171">
                  <a:moveTo>
                    <a:pt x="2930" y="1"/>
                  </a:moveTo>
                  <a:cubicBezTo>
                    <a:pt x="2206" y="1"/>
                    <a:pt x="1321" y="657"/>
                    <a:pt x="735" y="1697"/>
                  </a:cubicBezTo>
                  <a:cubicBezTo>
                    <a:pt x="1" y="2965"/>
                    <a:pt x="1" y="4366"/>
                    <a:pt x="735" y="4799"/>
                  </a:cubicBezTo>
                  <a:cubicBezTo>
                    <a:pt x="882" y="4886"/>
                    <a:pt x="1048" y="4928"/>
                    <a:pt x="1225" y="4928"/>
                  </a:cubicBezTo>
                  <a:cubicBezTo>
                    <a:pt x="1933" y="4928"/>
                    <a:pt x="2823" y="4271"/>
                    <a:pt x="3437" y="3232"/>
                  </a:cubicBezTo>
                  <a:cubicBezTo>
                    <a:pt x="4170" y="1964"/>
                    <a:pt x="4170" y="563"/>
                    <a:pt x="3437" y="129"/>
                  </a:cubicBezTo>
                  <a:cubicBezTo>
                    <a:pt x="3283" y="42"/>
                    <a:pt x="3111" y="1"/>
                    <a:pt x="293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45"/>
            <p:cNvSpPr/>
            <p:nvPr/>
          </p:nvSpPr>
          <p:spPr>
            <a:xfrm>
              <a:off x="4779425" y="2918650"/>
              <a:ext cx="207875" cy="577650"/>
            </a:xfrm>
            <a:custGeom>
              <a:rect b="b" l="l" r="r" t="t"/>
              <a:pathLst>
                <a:path extrusionOk="0" h="23106" w="8315">
                  <a:moveTo>
                    <a:pt x="8064" y="0"/>
                  </a:moveTo>
                  <a:cubicBezTo>
                    <a:pt x="7995" y="0"/>
                    <a:pt x="7930" y="37"/>
                    <a:pt x="7906" y="123"/>
                  </a:cubicBezTo>
                  <a:lnTo>
                    <a:pt x="34" y="22872"/>
                  </a:lnTo>
                  <a:cubicBezTo>
                    <a:pt x="0" y="22972"/>
                    <a:pt x="34" y="23072"/>
                    <a:pt x="134" y="23106"/>
                  </a:cubicBezTo>
                  <a:lnTo>
                    <a:pt x="200" y="23106"/>
                  </a:lnTo>
                  <a:cubicBezTo>
                    <a:pt x="267" y="23106"/>
                    <a:pt x="367" y="23039"/>
                    <a:pt x="400" y="22972"/>
                  </a:cubicBezTo>
                  <a:lnTo>
                    <a:pt x="8273" y="256"/>
                  </a:lnTo>
                  <a:cubicBezTo>
                    <a:pt x="8315" y="108"/>
                    <a:pt x="8184" y="0"/>
                    <a:pt x="806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45"/>
            <p:cNvSpPr/>
            <p:nvPr/>
          </p:nvSpPr>
          <p:spPr>
            <a:xfrm>
              <a:off x="4576325" y="3370650"/>
              <a:ext cx="92200" cy="191525"/>
            </a:xfrm>
            <a:custGeom>
              <a:rect b="b" l="l" r="r" t="t"/>
              <a:pathLst>
                <a:path extrusionOk="0" h="7661" w="3688">
                  <a:moveTo>
                    <a:pt x="238" y="0"/>
                  </a:moveTo>
                  <a:cubicBezTo>
                    <a:pt x="117" y="0"/>
                    <a:pt x="1" y="108"/>
                    <a:pt x="85" y="256"/>
                  </a:cubicBezTo>
                  <a:lnTo>
                    <a:pt x="3287" y="7561"/>
                  </a:lnTo>
                  <a:cubicBezTo>
                    <a:pt x="3321" y="7627"/>
                    <a:pt x="3387" y="7661"/>
                    <a:pt x="3454" y="7661"/>
                  </a:cubicBezTo>
                  <a:lnTo>
                    <a:pt x="3554" y="7661"/>
                  </a:lnTo>
                  <a:cubicBezTo>
                    <a:pt x="3654" y="7594"/>
                    <a:pt x="3688" y="7494"/>
                    <a:pt x="3654" y="7394"/>
                  </a:cubicBezTo>
                  <a:lnTo>
                    <a:pt x="419" y="122"/>
                  </a:lnTo>
                  <a:cubicBezTo>
                    <a:pt x="382" y="36"/>
                    <a:pt x="309" y="0"/>
                    <a:pt x="23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45"/>
            <p:cNvSpPr/>
            <p:nvPr/>
          </p:nvSpPr>
          <p:spPr>
            <a:xfrm>
              <a:off x="4849475" y="3411650"/>
              <a:ext cx="204300" cy="180550"/>
            </a:xfrm>
            <a:custGeom>
              <a:rect b="b" l="l" r="r" t="t"/>
              <a:pathLst>
                <a:path extrusionOk="0" h="7222" w="8172">
                  <a:moveTo>
                    <a:pt x="7872" y="1"/>
                  </a:moveTo>
                  <a:cubicBezTo>
                    <a:pt x="7835" y="1"/>
                    <a:pt x="7800" y="15"/>
                    <a:pt x="7772" y="50"/>
                  </a:cubicBezTo>
                  <a:lnTo>
                    <a:pt x="67" y="6888"/>
                  </a:lnTo>
                  <a:cubicBezTo>
                    <a:pt x="0" y="6955"/>
                    <a:pt x="0" y="7088"/>
                    <a:pt x="67" y="7155"/>
                  </a:cubicBezTo>
                  <a:cubicBezTo>
                    <a:pt x="100" y="7188"/>
                    <a:pt x="134" y="7222"/>
                    <a:pt x="200" y="7222"/>
                  </a:cubicBezTo>
                  <a:cubicBezTo>
                    <a:pt x="234" y="7222"/>
                    <a:pt x="267" y="7188"/>
                    <a:pt x="300" y="7155"/>
                  </a:cubicBezTo>
                  <a:lnTo>
                    <a:pt x="8039" y="317"/>
                  </a:lnTo>
                  <a:cubicBezTo>
                    <a:pt x="8171" y="211"/>
                    <a:pt x="8010" y="1"/>
                    <a:pt x="787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45"/>
            <p:cNvSpPr/>
            <p:nvPr/>
          </p:nvSpPr>
          <p:spPr>
            <a:xfrm>
              <a:off x="5156350" y="3345325"/>
              <a:ext cx="181000" cy="16725"/>
            </a:xfrm>
            <a:custGeom>
              <a:rect b="b" l="l" r="r" t="t"/>
              <a:pathLst>
                <a:path extrusionOk="0" h="669" w="7240">
                  <a:moveTo>
                    <a:pt x="201" y="1"/>
                  </a:moveTo>
                  <a:cubicBezTo>
                    <a:pt x="67" y="1"/>
                    <a:pt x="1" y="101"/>
                    <a:pt x="1" y="201"/>
                  </a:cubicBezTo>
                  <a:cubicBezTo>
                    <a:pt x="1" y="301"/>
                    <a:pt x="67" y="368"/>
                    <a:pt x="167" y="401"/>
                  </a:cubicBezTo>
                  <a:lnTo>
                    <a:pt x="7039" y="668"/>
                  </a:lnTo>
                  <a:cubicBezTo>
                    <a:pt x="7139" y="668"/>
                    <a:pt x="7239" y="568"/>
                    <a:pt x="7239" y="468"/>
                  </a:cubicBezTo>
                  <a:cubicBezTo>
                    <a:pt x="7239" y="368"/>
                    <a:pt x="7172" y="268"/>
                    <a:pt x="7039" y="268"/>
                  </a:cubicBezTo>
                  <a:lnTo>
                    <a:pt x="20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45"/>
            <p:cNvSpPr/>
            <p:nvPr/>
          </p:nvSpPr>
          <p:spPr>
            <a:xfrm>
              <a:off x="4577600" y="2654850"/>
              <a:ext cx="57575" cy="597950"/>
            </a:xfrm>
            <a:custGeom>
              <a:rect b="b" l="l" r="r" t="t"/>
              <a:pathLst>
                <a:path extrusionOk="0" h="23918" w="2303">
                  <a:moveTo>
                    <a:pt x="2102" y="0"/>
                  </a:moveTo>
                  <a:cubicBezTo>
                    <a:pt x="2002" y="0"/>
                    <a:pt x="1902" y="67"/>
                    <a:pt x="1902" y="167"/>
                  </a:cubicBezTo>
                  <a:lnTo>
                    <a:pt x="1" y="23684"/>
                  </a:lnTo>
                  <a:cubicBezTo>
                    <a:pt x="1" y="23817"/>
                    <a:pt x="67" y="23884"/>
                    <a:pt x="168" y="23917"/>
                  </a:cubicBezTo>
                  <a:cubicBezTo>
                    <a:pt x="268" y="23917"/>
                    <a:pt x="368" y="23817"/>
                    <a:pt x="368" y="23717"/>
                  </a:cubicBezTo>
                  <a:lnTo>
                    <a:pt x="2302" y="200"/>
                  </a:lnTo>
                  <a:cubicBezTo>
                    <a:pt x="2302" y="100"/>
                    <a:pt x="2202" y="0"/>
                    <a:pt x="210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45"/>
            <p:cNvSpPr/>
            <p:nvPr/>
          </p:nvSpPr>
          <p:spPr>
            <a:xfrm>
              <a:off x="4025550" y="2880125"/>
              <a:ext cx="304575" cy="410200"/>
            </a:xfrm>
            <a:custGeom>
              <a:rect b="b" l="l" r="r" t="t"/>
              <a:pathLst>
                <a:path extrusionOk="0" h="16408" w="12183">
                  <a:moveTo>
                    <a:pt x="11918" y="0"/>
                  </a:moveTo>
                  <a:cubicBezTo>
                    <a:pt x="11869" y="0"/>
                    <a:pt x="11819" y="19"/>
                    <a:pt x="11775" y="62"/>
                  </a:cubicBezTo>
                  <a:lnTo>
                    <a:pt x="67" y="16107"/>
                  </a:lnTo>
                  <a:cubicBezTo>
                    <a:pt x="0" y="16174"/>
                    <a:pt x="0" y="16307"/>
                    <a:pt x="100" y="16374"/>
                  </a:cubicBezTo>
                  <a:cubicBezTo>
                    <a:pt x="134" y="16374"/>
                    <a:pt x="167" y="16407"/>
                    <a:pt x="200" y="16407"/>
                  </a:cubicBezTo>
                  <a:cubicBezTo>
                    <a:pt x="267" y="16407"/>
                    <a:pt x="334" y="16374"/>
                    <a:pt x="367" y="16341"/>
                  </a:cubicBezTo>
                  <a:lnTo>
                    <a:pt x="12109" y="296"/>
                  </a:lnTo>
                  <a:cubicBezTo>
                    <a:pt x="12183" y="148"/>
                    <a:pt x="12057" y="0"/>
                    <a:pt x="1191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45"/>
            <p:cNvSpPr/>
            <p:nvPr/>
          </p:nvSpPr>
          <p:spPr>
            <a:xfrm>
              <a:off x="3998175" y="3394125"/>
              <a:ext cx="132475" cy="245150"/>
            </a:xfrm>
            <a:custGeom>
              <a:rect b="b" l="l" r="r" t="t"/>
              <a:pathLst>
                <a:path extrusionOk="0" h="9806" w="5299">
                  <a:moveTo>
                    <a:pt x="291" y="1"/>
                  </a:moveTo>
                  <a:cubicBezTo>
                    <a:pt x="156" y="1"/>
                    <a:pt x="0" y="142"/>
                    <a:pt x="95" y="284"/>
                  </a:cubicBezTo>
                  <a:lnTo>
                    <a:pt x="4931" y="9691"/>
                  </a:lnTo>
                  <a:cubicBezTo>
                    <a:pt x="4959" y="9745"/>
                    <a:pt x="5008" y="9800"/>
                    <a:pt x="5062" y="9800"/>
                  </a:cubicBezTo>
                  <a:cubicBezTo>
                    <a:pt x="5074" y="9800"/>
                    <a:pt x="5086" y="9797"/>
                    <a:pt x="5098" y="9791"/>
                  </a:cubicBezTo>
                  <a:cubicBezTo>
                    <a:pt x="5109" y="9802"/>
                    <a:pt x="5120" y="9806"/>
                    <a:pt x="5132" y="9806"/>
                  </a:cubicBezTo>
                  <a:cubicBezTo>
                    <a:pt x="5154" y="9806"/>
                    <a:pt x="5176" y="9791"/>
                    <a:pt x="5198" y="9791"/>
                  </a:cubicBezTo>
                  <a:cubicBezTo>
                    <a:pt x="5265" y="9724"/>
                    <a:pt x="5298" y="9624"/>
                    <a:pt x="5265" y="9524"/>
                  </a:cubicBezTo>
                  <a:lnTo>
                    <a:pt x="428" y="84"/>
                  </a:lnTo>
                  <a:cubicBezTo>
                    <a:pt x="399" y="25"/>
                    <a:pt x="347" y="1"/>
                    <a:pt x="29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45"/>
            <p:cNvSpPr/>
            <p:nvPr/>
          </p:nvSpPr>
          <p:spPr>
            <a:xfrm>
              <a:off x="4196500" y="3799750"/>
              <a:ext cx="409700" cy="355350"/>
            </a:xfrm>
            <a:custGeom>
              <a:rect b="b" l="l" r="r" t="t"/>
              <a:pathLst>
                <a:path extrusionOk="0" h="14214" w="16388">
                  <a:moveTo>
                    <a:pt x="16123" y="1"/>
                  </a:moveTo>
                  <a:cubicBezTo>
                    <a:pt x="16088" y="1"/>
                    <a:pt x="16050" y="12"/>
                    <a:pt x="16012" y="37"/>
                  </a:cubicBezTo>
                  <a:lnTo>
                    <a:pt x="134" y="13880"/>
                  </a:lnTo>
                  <a:cubicBezTo>
                    <a:pt x="1" y="13980"/>
                    <a:pt x="67" y="14214"/>
                    <a:pt x="267" y="14214"/>
                  </a:cubicBezTo>
                  <a:cubicBezTo>
                    <a:pt x="301" y="14214"/>
                    <a:pt x="334" y="14180"/>
                    <a:pt x="367" y="14180"/>
                  </a:cubicBezTo>
                  <a:lnTo>
                    <a:pt x="16279" y="337"/>
                  </a:lnTo>
                  <a:cubicBezTo>
                    <a:pt x="16387" y="202"/>
                    <a:pt x="16276" y="1"/>
                    <a:pt x="1612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45"/>
            <p:cNvSpPr/>
            <p:nvPr/>
          </p:nvSpPr>
          <p:spPr>
            <a:xfrm>
              <a:off x="4098100" y="3792100"/>
              <a:ext cx="66725" cy="369675"/>
            </a:xfrm>
            <a:custGeom>
              <a:rect b="b" l="l" r="r" t="t"/>
              <a:pathLst>
                <a:path extrusionOk="0" h="14787" w="2669">
                  <a:moveTo>
                    <a:pt x="2451" y="1"/>
                  </a:moveTo>
                  <a:cubicBezTo>
                    <a:pt x="2370" y="1"/>
                    <a:pt x="2296" y="66"/>
                    <a:pt x="2269" y="176"/>
                  </a:cubicBezTo>
                  <a:lnTo>
                    <a:pt x="34" y="14553"/>
                  </a:lnTo>
                  <a:cubicBezTo>
                    <a:pt x="0" y="14653"/>
                    <a:pt x="67" y="14753"/>
                    <a:pt x="201" y="14787"/>
                  </a:cubicBezTo>
                  <a:lnTo>
                    <a:pt x="234" y="14787"/>
                  </a:lnTo>
                  <a:cubicBezTo>
                    <a:pt x="301" y="14787"/>
                    <a:pt x="401" y="14720"/>
                    <a:pt x="401" y="14620"/>
                  </a:cubicBezTo>
                  <a:lnTo>
                    <a:pt x="2669" y="210"/>
                  </a:lnTo>
                  <a:cubicBezTo>
                    <a:pt x="2669" y="110"/>
                    <a:pt x="2602" y="9"/>
                    <a:pt x="2502" y="9"/>
                  </a:cubicBezTo>
                  <a:cubicBezTo>
                    <a:pt x="2485" y="4"/>
                    <a:pt x="2468" y="1"/>
                    <a:pt x="245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45"/>
            <p:cNvSpPr/>
            <p:nvPr/>
          </p:nvSpPr>
          <p:spPr>
            <a:xfrm>
              <a:off x="3803225" y="3943275"/>
              <a:ext cx="257375" cy="256875"/>
            </a:xfrm>
            <a:custGeom>
              <a:rect b="b" l="l" r="r" t="t"/>
              <a:pathLst>
                <a:path extrusionOk="0" h="10275" w="10295">
                  <a:moveTo>
                    <a:pt x="303" y="0"/>
                  </a:moveTo>
                  <a:cubicBezTo>
                    <a:pt x="160" y="0"/>
                    <a:pt x="1" y="206"/>
                    <a:pt x="154" y="334"/>
                  </a:cubicBezTo>
                  <a:lnTo>
                    <a:pt x="9927" y="10241"/>
                  </a:lnTo>
                  <a:cubicBezTo>
                    <a:pt x="9961" y="10274"/>
                    <a:pt x="10027" y="10274"/>
                    <a:pt x="10061" y="10274"/>
                  </a:cubicBezTo>
                  <a:cubicBezTo>
                    <a:pt x="10128" y="10274"/>
                    <a:pt x="10194" y="10274"/>
                    <a:pt x="10228" y="10241"/>
                  </a:cubicBezTo>
                  <a:cubicBezTo>
                    <a:pt x="10294" y="10141"/>
                    <a:pt x="10294" y="10041"/>
                    <a:pt x="10228" y="9974"/>
                  </a:cubicBezTo>
                  <a:lnTo>
                    <a:pt x="421" y="67"/>
                  </a:lnTo>
                  <a:cubicBezTo>
                    <a:pt x="389" y="20"/>
                    <a:pt x="347" y="0"/>
                    <a:pt x="30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45"/>
            <p:cNvSpPr/>
            <p:nvPr/>
          </p:nvSpPr>
          <p:spPr>
            <a:xfrm>
              <a:off x="3512675" y="4239300"/>
              <a:ext cx="472025" cy="89275"/>
            </a:xfrm>
            <a:custGeom>
              <a:rect b="b" l="l" r="r" t="t"/>
              <a:pathLst>
                <a:path extrusionOk="0" h="3571" w="18881">
                  <a:moveTo>
                    <a:pt x="234" y="1"/>
                  </a:moveTo>
                  <a:cubicBezTo>
                    <a:pt x="134" y="1"/>
                    <a:pt x="34" y="68"/>
                    <a:pt x="1" y="168"/>
                  </a:cubicBezTo>
                  <a:cubicBezTo>
                    <a:pt x="1" y="268"/>
                    <a:pt x="67" y="368"/>
                    <a:pt x="167" y="401"/>
                  </a:cubicBezTo>
                  <a:lnTo>
                    <a:pt x="18647" y="3570"/>
                  </a:lnTo>
                  <a:lnTo>
                    <a:pt x="18681" y="3570"/>
                  </a:lnTo>
                  <a:cubicBezTo>
                    <a:pt x="18781" y="3570"/>
                    <a:pt x="18847" y="3503"/>
                    <a:pt x="18881" y="3403"/>
                  </a:cubicBezTo>
                  <a:cubicBezTo>
                    <a:pt x="18881" y="3303"/>
                    <a:pt x="18814" y="3203"/>
                    <a:pt x="18714" y="3203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45"/>
            <p:cNvSpPr/>
            <p:nvPr/>
          </p:nvSpPr>
          <p:spPr>
            <a:xfrm>
              <a:off x="3392600" y="3677250"/>
              <a:ext cx="45050" cy="480350"/>
            </a:xfrm>
            <a:custGeom>
              <a:rect b="b" l="l" r="r" t="t"/>
              <a:pathLst>
                <a:path extrusionOk="0" h="19214" w="1802">
                  <a:moveTo>
                    <a:pt x="1635" y="0"/>
                  </a:moveTo>
                  <a:cubicBezTo>
                    <a:pt x="1535" y="0"/>
                    <a:pt x="1435" y="67"/>
                    <a:pt x="1435" y="200"/>
                  </a:cubicBezTo>
                  <a:lnTo>
                    <a:pt x="34" y="19014"/>
                  </a:lnTo>
                  <a:cubicBezTo>
                    <a:pt x="0" y="19114"/>
                    <a:pt x="100" y="19214"/>
                    <a:pt x="200" y="19214"/>
                  </a:cubicBezTo>
                  <a:cubicBezTo>
                    <a:pt x="300" y="19214"/>
                    <a:pt x="401" y="19147"/>
                    <a:pt x="401" y="19047"/>
                  </a:cubicBezTo>
                  <a:lnTo>
                    <a:pt x="1802" y="200"/>
                  </a:lnTo>
                  <a:cubicBezTo>
                    <a:pt x="1802" y="100"/>
                    <a:pt x="1735" y="34"/>
                    <a:pt x="163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45"/>
            <p:cNvSpPr/>
            <p:nvPr/>
          </p:nvSpPr>
          <p:spPr>
            <a:xfrm>
              <a:off x="3176600" y="4037925"/>
              <a:ext cx="161825" cy="176400"/>
            </a:xfrm>
            <a:custGeom>
              <a:rect b="b" l="l" r="r" t="t"/>
              <a:pathLst>
                <a:path extrusionOk="0" h="7056" w="6473">
                  <a:moveTo>
                    <a:pt x="201" y="0"/>
                  </a:moveTo>
                  <a:cubicBezTo>
                    <a:pt x="151" y="0"/>
                    <a:pt x="101" y="17"/>
                    <a:pt x="67" y="50"/>
                  </a:cubicBezTo>
                  <a:cubicBezTo>
                    <a:pt x="1" y="117"/>
                    <a:pt x="1" y="250"/>
                    <a:pt x="67" y="317"/>
                  </a:cubicBezTo>
                  <a:lnTo>
                    <a:pt x="6105" y="6988"/>
                  </a:lnTo>
                  <a:cubicBezTo>
                    <a:pt x="6138" y="7022"/>
                    <a:pt x="6172" y="7055"/>
                    <a:pt x="6239" y="7055"/>
                  </a:cubicBezTo>
                  <a:cubicBezTo>
                    <a:pt x="6405" y="7055"/>
                    <a:pt x="6472" y="6855"/>
                    <a:pt x="6372" y="6722"/>
                  </a:cubicBezTo>
                  <a:lnTo>
                    <a:pt x="334" y="50"/>
                  </a:lnTo>
                  <a:cubicBezTo>
                    <a:pt x="301" y="17"/>
                    <a:pt x="251" y="0"/>
                    <a:pt x="20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45"/>
            <p:cNvSpPr/>
            <p:nvPr/>
          </p:nvSpPr>
          <p:spPr>
            <a:xfrm>
              <a:off x="5243075" y="3415900"/>
              <a:ext cx="113450" cy="288875"/>
            </a:xfrm>
            <a:custGeom>
              <a:rect b="b" l="l" r="r" t="t"/>
              <a:pathLst>
                <a:path extrusionOk="0" h="11555" w="4538">
                  <a:moveTo>
                    <a:pt x="4391" y="0"/>
                  </a:moveTo>
                  <a:cubicBezTo>
                    <a:pt x="4355" y="0"/>
                    <a:pt x="4337" y="31"/>
                    <a:pt x="4337" y="80"/>
                  </a:cubicBezTo>
                  <a:lnTo>
                    <a:pt x="34" y="11422"/>
                  </a:lnTo>
                  <a:cubicBezTo>
                    <a:pt x="1" y="11488"/>
                    <a:pt x="34" y="11522"/>
                    <a:pt x="101" y="11555"/>
                  </a:cubicBezTo>
                  <a:lnTo>
                    <a:pt x="134" y="11555"/>
                  </a:lnTo>
                  <a:cubicBezTo>
                    <a:pt x="168" y="11555"/>
                    <a:pt x="234" y="11555"/>
                    <a:pt x="234" y="11522"/>
                  </a:cubicBezTo>
                  <a:lnTo>
                    <a:pt x="4504" y="147"/>
                  </a:lnTo>
                  <a:cubicBezTo>
                    <a:pt x="4537" y="113"/>
                    <a:pt x="4471" y="13"/>
                    <a:pt x="4437" y="13"/>
                  </a:cubicBezTo>
                  <a:cubicBezTo>
                    <a:pt x="4419" y="4"/>
                    <a:pt x="4404" y="0"/>
                    <a:pt x="439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45"/>
            <p:cNvSpPr/>
            <p:nvPr/>
          </p:nvSpPr>
          <p:spPr>
            <a:xfrm>
              <a:off x="5417375" y="3377025"/>
              <a:ext cx="94250" cy="133450"/>
            </a:xfrm>
            <a:custGeom>
              <a:rect b="b" l="l" r="r" t="t"/>
              <a:pathLst>
                <a:path extrusionOk="0" h="5338" w="3770">
                  <a:moveTo>
                    <a:pt x="67" y="1"/>
                  </a:moveTo>
                  <a:cubicBezTo>
                    <a:pt x="34" y="34"/>
                    <a:pt x="0" y="101"/>
                    <a:pt x="34" y="134"/>
                  </a:cubicBezTo>
                  <a:lnTo>
                    <a:pt x="3603" y="5304"/>
                  </a:lnTo>
                  <a:cubicBezTo>
                    <a:pt x="3603" y="5304"/>
                    <a:pt x="3636" y="5338"/>
                    <a:pt x="3670" y="5338"/>
                  </a:cubicBezTo>
                  <a:cubicBezTo>
                    <a:pt x="3703" y="5338"/>
                    <a:pt x="3703" y="5338"/>
                    <a:pt x="3703" y="5304"/>
                  </a:cubicBezTo>
                  <a:cubicBezTo>
                    <a:pt x="3770" y="5304"/>
                    <a:pt x="3770" y="5238"/>
                    <a:pt x="3736" y="5204"/>
                  </a:cubicBezTo>
                  <a:lnTo>
                    <a:pt x="167" y="34"/>
                  </a:lnTo>
                  <a:cubicBezTo>
                    <a:pt x="167" y="1"/>
                    <a:pt x="100" y="1"/>
                    <a:pt x="6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45"/>
            <p:cNvSpPr/>
            <p:nvPr/>
          </p:nvSpPr>
          <p:spPr>
            <a:xfrm>
              <a:off x="4401650" y="3032075"/>
              <a:ext cx="136775" cy="255750"/>
            </a:xfrm>
            <a:custGeom>
              <a:rect b="b" l="l" r="r" t="t"/>
              <a:pathLst>
                <a:path extrusionOk="0" h="10230" w="5471">
                  <a:moveTo>
                    <a:pt x="185" y="0"/>
                  </a:moveTo>
                  <a:cubicBezTo>
                    <a:pt x="167" y="0"/>
                    <a:pt x="148" y="8"/>
                    <a:pt x="134" y="22"/>
                  </a:cubicBezTo>
                  <a:cubicBezTo>
                    <a:pt x="100" y="22"/>
                    <a:pt x="0" y="122"/>
                    <a:pt x="34" y="155"/>
                  </a:cubicBezTo>
                  <a:lnTo>
                    <a:pt x="5204" y="10229"/>
                  </a:lnTo>
                  <a:lnTo>
                    <a:pt x="5371" y="10229"/>
                  </a:lnTo>
                  <a:lnTo>
                    <a:pt x="5404" y="10196"/>
                  </a:lnTo>
                  <a:cubicBezTo>
                    <a:pt x="5438" y="10196"/>
                    <a:pt x="5471" y="10129"/>
                    <a:pt x="5438" y="10096"/>
                  </a:cubicBezTo>
                  <a:lnTo>
                    <a:pt x="234" y="55"/>
                  </a:lnTo>
                  <a:cubicBezTo>
                    <a:pt x="234" y="16"/>
                    <a:pt x="211" y="0"/>
                    <a:pt x="18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45"/>
            <p:cNvSpPr/>
            <p:nvPr/>
          </p:nvSpPr>
          <p:spPr>
            <a:xfrm>
              <a:off x="3999700" y="2893000"/>
              <a:ext cx="95075" cy="383150"/>
            </a:xfrm>
            <a:custGeom>
              <a:rect b="b" l="l" r="r" t="t"/>
              <a:pathLst>
                <a:path extrusionOk="0" h="15326" w="3803">
                  <a:moveTo>
                    <a:pt x="3654" y="1"/>
                  </a:moveTo>
                  <a:cubicBezTo>
                    <a:pt x="3603" y="1"/>
                    <a:pt x="3536" y="24"/>
                    <a:pt x="3536" y="48"/>
                  </a:cubicBezTo>
                  <a:lnTo>
                    <a:pt x="0" y="15225"/>
                  </a:lnTo>
                  <a:cubicBezTo>
                    <a:pt x="0" y="15259"/>
                    <a:pt x="100" y="15325"/>
                    <a:pt x="134" y="15325"/>
                  </a:cubicBezTo>
                  <a:cubicBezTo>
                    <a:pt x="167" y="15325"/>
                    <a:pt x="200" y="15292"/>
                    <a:pt x="200" y="15259"/>
                  </a:cubicBezTo>
                  <a:lnTo>
                    <a:pt x="3770" y="114"/>
                  </a:lnTo>
                  <a:cubicBezTo>
                    <a:pt x="3803" y="48"/>
                    <a:pt x="3770" y="14"/>
                    <a:pt x="3703" y="14"/>
                  </a:cubicBezTo>
                  <a:cubicBezTo>
                    <a:pt x="3693" y="5"/>
                    <a:pt x="3675" y="1"/>
                    <a:pt x="365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45"/>
            <p:cNvSpPr/>
            <p:nvPr/>
          </p:nvSpPr>
          <p:spPr>
            <a:xfrm>
              <a:off x="4197325" y="3417050"/>
              <a:ext cx="81750" cy="180150"/>
            </a:xfrm>
            <a:custGeom>
              <a:rect b="b" l="l" r="r" t="t"/>
              <a:pathLst>
                <a:path extrusionOk="0" h="7206" w="3270">
                  <a:moveTo>
                    <a:pt x="3103" y="1"/>
                  </a:moveTo>
                  <a:cubicBezTo>
                    <a:pt x="3070" y="1"/>
                    <a:pt x="3003" y="1"/>
                    <a:pt x="3003" y="67"/>
                  </a:cubicBezTo>
                  <a:lnTo>
                    <a:pt x="34" y="7106"/>
                  </a:lnTo>
                  <a:cubicBezTo>
                    <a:pt x="1" y="7139"/>
                    <a:pt x="34" y="7206"/>
                    <a:pt x="68" y="7206"/>
                  </a:cubicBezTo>
                  <a:lnTo>
                    <a:pt x="101" y="7206"/>
                  </a:lnTo>
                  <a:cubicBezTo>
                    <a:pt x="168" y="7206"/>
                    <a:pt x="234" y="7172"/>
                    <a:pt x="268" y="7139"/>
                  </a:cubicBezTo>
                  <a:lnTo>
                    <a:pt x="3237" y="67"/>
                  </a:lnTo>
                  <a:cubicBezTo>
                    <a:pt x="3270" y="34"/>
                    <a:pt x="3136" y="34"/>
                    <a:pt x="310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45"/>
            <p:cNvSpPr/>
            <p:nvPr/>
          </p:nvSpPr>
          <p:spPr>
            <a:xfrm>
              <a:off x="5213050" y="365915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1"/>
                    <a:pt x="34" y="1558"/>
                    <a:pt x="1" y="2492"/>
                  </a:cubicBezTo>
                  <a:cubicBezTo>
                    <a:pt x="1" y="3103"/>
                    <a:pt x="299" y="3449"/>
                    <a:pt x="731" y="3449"/>
                  </a:cubicBezTo>
                  <a:cubicBezTo>
                    <a:pt x="913" y="3449"/>
                    <a:pt x="1118" y="3388"/>
                    <a:pt x="1335" y="3259"/>
                  </a:cubicBezTo>
                  <a:cubicBezTo>
                    <a:pt x="2136" y="2759"/>
                    <a:pt x="2603" y="1892"/>
                    <a:pt x="2669" y="958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45"/>
            <p:cNvSpPr/>
            <p:nvPr/>
          </p:nvSpPr>
          <p:spPr>
            <a:xfrm>
              <a:off x="4367450" y="2982200"/>
              <a:ext cx="76750" cy="100025"/>
            </a:xfrm>
            <a:custGeom>
              <a:rect b="b" l="l" r="r" t="t"/>
              <a:pathLst>
                <a:path extrusionOk="0" h="4001" w="3070">
                  <a:moveTo>
                    <a:pt x="2232" y="0"/>
                  </a:moveTo>
                  <a:cubicBezTo>
                    <a:pt x="2025" y="0"/>
                    <a:pt x="1788" y="70"/>
                    <a:pt x="1535" y="216"/>
                  </a:cubicBezTo>
                  <a:cubicBezTo>
                    <a:pt x="635" y="816"/>
                    <a:pt x="67" y="1817"/>
                    <a:pt x="1" y="2884"/>
                  </a:cubicBezTo>
                  <a:cubicBezTo>
                    <a:pt x="1" y="3593"/>
                    <a:pt x="352" y="4000"/>
                    <a:pt x="853" y="4000"/>
                  </a:cubicBezTo>
                  <a:cubicBezTo>
                    <a:pt x="1060" y="4000"/>
                    <a:pt x="1292" y="3931"/>
                    <a:pt x="1535" y="3785"/>
                  </a:cubicBezTo>
                  <a:cubicBezTo>
                    <a:pt x="2436" y="3185"/>
                    <a:pt x="3036" y="2184"/>
                    <a:pt x="3070" y="1116"/>
                  </a:cubicBezTo>
                  <a:cubicBezTo>
                    <a:pt x="3070" y="408"/>
                    <a:pt x="2735" y="0"/>
                    <a:pt x="223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45"/>
            <p:cNvSpPr/>
            <p:nvPr/>
          </p:nvSpPr>
          <p:spPr>
            <a:xfrm>
              <a:off x="4244875" y="3380625"/>
              <a:ext cx="59225" cy="76225"/>
            </a:xfrm>
            <a:custGeom>
              <a:rect b="b" l="l" r="r" t="t"/>
              <a:pathLst>
                <a:path extrusionOk="0" h="3049" w="2369">
                  <a:moveTo>
                    <a:pt x="1700" y="1"/>
                  </a:moveTo>
                  <a:cubicBezTo>
                    <a:pt x="1540" y="1"/>
                    <a:pt x="1359" y="51"/>
                    <a:pt x="1168" y="157"/>
                  </a:cubicBezTo>
                  <a:cubicBezTo>
                    <a:pt x="467" y="624"/>
                    <a:pt x="34" y="1391"/>
                    <a:pt x="0" y="2225"/>
                  </a:cubicBezTo>
                  <a:cubicBezTo>
                    <a:pt x="0" y="2746"/>
                    <a:pt x="270" y="3049"/>
                    <a:pt x="653" y="3049"/>
                  </a:cubicBezTo>
                  <a:cubicBezTo>
                    <a:pt x="809" y="3049"/>
                    <a:pt x="984" y="2998"/>
                    <a:pt x="1168" y="2892"/>
                  </a:cubicBezTo>
                  <a:cubicBezTo>
                    <a:pt x="1868" y="2458"/>
                    <a:pt x="2302" y="1691"/>
                    <a:pt x="2369" y="857"/>
                  </a:cubicBezTo>
                  <a:cubicBezTo>
                    <a:pt x="2369" y="311"/>
                    <a:pt x="2098" y="1"/>
                    <a:pt x="170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45"/>
            <p:cNvSpPr/>
            <p:nvPr/>
          </p:nvSpPr>
          <p:spPr>
            <a:xfrm>
              <a:off x="4063075" y="2856925"/>
              <a:ext cx="58400" cy="76200"/>
            </a:xfrm>
            <a:custGeom>
              <a:rect b="b" l="l" r="r" t="t"/>
              <a:pathLst>
                <a:path extrusionOk="0" h="3048" w="2336">
                  <a:moveTo>
                    <a:pt x="1694" y="1"/>
                  </a:moveTo>
                  <a:cubicBezTo>
                    <a:pt x="1538" y="1"/>
                    <a:pt x="1360" y="51"/>
                    <a:pt x="1168" y="156"/>
                  </a:cubicBezTo>
                  <a:cubicBezTo>
                    <a:pt x="467" y="623"/>
                    <a:pt x="34" y="1357"/>
                    <a:pt x="0" y="2191"/>
                  </a:cubicBezTo>
                  <a:cubicBezTo>
                    <a:pt x="0" y="2738"/>
                    <a:pt x="254" y="3048"/>
                    <a:pt x="642" y="3048"/>
                  </a:cubicBezTo>
                  <a:cubicBezTo>
                    <a:pt x="798" y="3048"/>
                    <a:pt x="976" y="2997"/>
                    <a:pt x="1168" y="2892"/>
                  </a:cubicBezTo>
                  <a:cubicBezTo>
                    <a:pt x="1868" y="2425"/>
                    <a:pt x="2302" y="1658"/>
                    <a:pt x="2335" y="857"/>
                  </a:cubicBezTo>
                  <a:cubicBezTo>
                    <a:pt x="2335" y="310"/>
                    <a:pt x="2081" y="1"/>
                    <a:pt x="169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45"/>
            <p:cNvSpPr/>
            <p:nvPr/>
          </p:nvSpPr>
          <p:spPr>
            <a:xfrm>
              <a:off x="5486600" y="3479350"/>
              <a:ext cx="45050" cy="57775"/>
            </a:xfrm>
            <a:custGeom>
              <a:rect b="b" l="l" r="r" t="t"/>
              <a:pathLst>
                <a:path extrusionOk="0" h="2311" w="1802">
                  <a:moveTo>
                    <a:pt x="1291" y="0"/>
                  </a:moveTo>
                  <a:cubicBezTo>
                    <a:pt x="1173" y="0"/>
                    <a:pt x="1041" y="36"/>
                    <a:pt x="901" y="111"/>
                  </a:cubicBezTo>
                  <a:cubicBezTo>
                    <a:pt x="367" y="444"/>
                    <a:pt x="33" y="1045"/>
                    <a:pt x="0" y="1678"/>
                  </a:cubicBezTo>
                  <a:cubicBezTo>
                    <a:pt x="0" y="2076"/>
                    <a:pt x="197" y="2310"/>
                    <a:pt x="488" y="2310"/>
                  </a:cubicBezTo>
                  <a:cubicBezTo>
                    <a:pt x="611" y="2310"/>
                    <a:pt x="752" y="2268"/>
                    <a:pt x="901" y="2179"/>
                  </a:cubicBezTo>
                  <a:cubicBezTo>
                    <a:pt x="1434" y="1845"/>
                    <a:pt x="1768" y="1278"/>
                    <a:pt x="1801" y="644"/>
                  </a:cubicBezTo>
                  <a:cubicBezTo>
                    <a:pt x="1801" y="236"/>
                    <a:pt x="1594" y="0"/>
                    <a:pt x="129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45"/>
            <p:cNvSpPr/>
            <p:nvPr/>
          </p:nvSpPr>
          <p:spPr>
            <a:xfrm>
              <a:off x="4640975" y="3562400"/>
              <a:ext cx="158475" cy="204850"/>
            </a:xfrm>
            <a:custGeom>
              <a:rect b="b" l="l" r="r" t="t"/>
              <a:pathLst>
                <a:path extrusionOk="0" h="8194" w="6339">
                  <a:moveTo>
                    <a:pt x="4580" y="0"/>
                  </a:moveTo>
                  <a:cubicBezTo>
                    <a:pt x="4157" y="0"/>
                    <a:pt x="3679" y="137"/>
                    <a:pt x="3170" y="424"/>
                  </a:cubicBezTo>
                  <a:cubicBezTo>
                    <a:pt x="1302" y="1659"/>
                    <a:pt x="101" y="3694"/>
                    <a:pt x="1" y="5928"/>
                  </a:cubicBezTo>
                  <a:cubicBezTo>
                    <a:pt x="1" y="7371"/>
                    <a:pt x="705" y="8193"/>
                    <a:pt x="1745" y="8193"/>
                  </a:cubicBezTo>
                  <a:cubicBezTo>
                    <a:pt x="2172" y="8193"/>
                    <a:pt x="2655" y="8054"/>
                    <a:pt x="3170" y="7763"/>
                  </a:cubicBezTo>
                  <a:cubicBezTo>
                    <a:pt x="5038" y="6529"/>
                    <a:pt x="6205" y="4494"/>
                    <a:pt x="6339" y="2259"/>
                  </a:cubicBezTo>
                  <a:cubicBezTo>
                    <a:pt x="6339" y="834"/>
                    <a:pt x="5628" y="0"/>
                    <a:pt x="45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45"/>
            <p:cNvSpPr/>
            <p:nvPr/>
          </p:nvSpPr>
          <p:spPr>
            <a:xfrm>
              <a:off x="4023875" y="4209375"/>
              <a:ext cx="159300" cy="205000"/>
            </a:xfrm>
            <a:custGeom>
              <a:rect b="b" l="l" r="r" t="t"/>
              <a:pathLst>
                <a:path extrusionOk="0" h="8200" w="6372">
                  <a:moveTo>
                    <a:pt x="4613" y="1"/>
                  </a:moveTo>
                  <a:cubicBezTo>
                    <a:pt x="4187" y="1"/>
                    <a:pt x="3708" y="139"/>
                    <a:pt x="3203" y="431"/>
                  </a:cubicBezTo>
                  <a:cubicBezTo>
                    <a:pt x="1302" y="1665"/>
                    <a:pt x="134" y="3700"/>
                    <a:pt x="1" y="5935"/>
                  </a:cubicBezTo>
                  <a:cubicBezTo>
                    <a:pt x="1" y="7377"/>
                    <a:pt x="721" y="8199"/>
                    <a:pt x="1771" y="8199"/>
                  </a:cubicBezTo>
                  <a:cubicBezTo>
                    <a:pt x="2202" y="8199"/>
                    <a:pt x="2688" y="8061"/>
                    <a:pt x="3203" y="7769"/>
                  </a:cubicBezTo>
                  <a:cubicBezTo>
                    <a:pt x="5071" y="6535"/>
                    <a:pt x="6238" y="4500"/>
                    <a:pt x="6372" y="2265"/>
                  </a:cubicBezTo>
                  <a:cubicBezTo>
                    <a:pt x="6372" y="823"/>
                    <a:pt x="5651" y="1"/>
                    <a:pt x="461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45"/>
            <p:cNvSpPr/>
            <p:nvPr/>
          </p:nvSpPr>
          <p:spPr>
            <a:xfrm>
              <a:off x="3329225" y="4196800"/>
              <a:ext cx="119275" cy="153425"/>
            </a:xfrm>
            <a:custGeom>
              <a:rect b="b" l="l" r="r" t="t"/>
              <a:pathLst>
                <a:path extrusionOk="0" h="6137" w="4771">
                  <a:moveTo>
                    <a:pt x="3468" y="0"/>
                  </a:moveTo>
                  <a:cubicBezTo>
                    <a:pt x="3147" y="0"/>
                    <a:pt x="2785" y="108"/>
                    <a:pt x="2402" y="333"/>
                  </a:cubicBezTo>
                  <a:cubicBezTo>
                    <a:pt x="967" y="1234"/>
                    <a:pt x="100" y="2768"/>
                    <a:pt x="0" y="4436"/>
                  </a:cubicBezTo>
                  <a:cubicBezTo>
                    <a:pt x="0" y="5519"/>
                    <a:pt x="532" y="6137"/>
                    <a:pt x="1314" y="6137"/>
                  </a:cubicBezTo>
                  <a:cubicBezTo>
                    <a:pt x="1640" y="6137"/>
                    <a:pt x="2009" y="6030"/>
                    <a:pt x="2402" y="5804"/>
                  </a:cubicBezTo>
                  <a:cubicBezTo>
                    <a:pt x="3803" y="4903"/>
                    <a:pt x="4670" y="3369"/>
                    <a:pt x="4770" y="1701"/>
                  </a:cubicBezTo>
                  <a:cubicBezTo>
                    <a:pt x="4770" y="618"/>
                    <a:pt x="4238" y="0"/>
                    <a:pt x="34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45"/>
            <p:cNvSpPr/>
            <p:nvPr/>
          </p:nvSpPr>
          <p:spPr>
            <a:xfrm>
              <a:off x="3710325" y="3780825"/>
              <a:ext cx="121775" cy="157275"/>
            </a:xfrm>
            <a:custGeom>
              <a:rect b="b" l="l" r="r" t="t"/>
              <a:pathLst>
                <a:path extrusionOk="0" h="6291" w="4871">
                  <a:moveTo>
                    <a:pt x="3512" y="1"/>
                  </a:moveTo>
                  <a:cubicBezTo>
                    <a:pt x="3186" y="1"/>
                    <a:pt x="2821" y="106"/>
                    <a:pt x="2435" y="327"/>
                  </a:cubicBezTo>
                  <a:cubicBezTo>
                    <a:pt x="1001" y="1261"/>
                    <a:pt x="67" y="2829"/>
                    <a:pt x="0" y="4563"/>
                  </a:cubicBezTo>
                  <a:cubicBezTo>
                    <a:pt x="0" y="5655"/>
                    <a:pt x="540" y="6291"/>
                    <a:pt x="1344" y="6291"/>
                  </a:cubicBezTo>
                  <a:cubicBezTo>
                    <a:pt x="1671" y="6291"/>
                    <a:pt x="2041" y="6186"/>
                    <a:pt x="2435" y="5964"/>
                  </a:cubicBezTo>
                  <a:cubicBezTo>
                    <a:pt x="3870" y="5030"/>
                    <a:pt x="4770" y="3463"/>
                    <a:pt x="4870" y="1728"/>
                  </a:cubicBezTo>
                  <a:cubicBezTo>
                    <a:pt x="4870" y="637"/>
                    <a:pt x="4314" y="1"/>
                    <a:pt x="35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45"/>
            <p:cNvSpPr/>
            <p:nvPr/>
          </p:nvSpPr>
          <p:spPr>
            <a:xfrm>
              <a:off x="4111450" y="363870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806" y="0"/>
                  </a:moveTo>
                  <a:cubicBezTo>
                    <a:pt x="2544" y="0"/>
                    <a:pt x="2248" y="89"/>
                    <a:pt x="1935" y="275"/>
                  </a:cubicBezTo>
                  <a:cubicBezTo>
                    <a:pt x="801" y="1008"/>
                    <a:pt x="67" y="2276"/>
                    <a:pt x="0" y="3644"/>
                  </a:cubicBezTo>
                  <a:cubicBezTo>
                    <a:pt x="0" y="4524"/>
                    <a:pt x="442" y="5031"/>
                    <a:pt x="1083" y="5031"/>
                  </a:cubicBezTo>
                  <a:cubicBezTo>
                    <a:pt x="1340" y="5031"/>
                    <a:pt x="1629" y="4950"/>
                    <a:pt x="1935" y="4778"/>
                  </a:cubicBezTo>
                  <a:cubicBezTo>
                    <a:pt x="3069" y="4011"/>
                    <a:pt x="3803" y="2776"/>
                    <a:pt x="3870" y="1409"/>
                  </a:cubicBezTo>
                  <a:cubicBezTo>
                    <a:pt x="3870" y="513"/>
                    <a:pt x="3436" y="0"/>
                    <a:pt x="28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45"/>
            <p:cNvSpPr/>
            <p:nvPr/>
          </p:nvSpPr>
          <p:spPr>
            <a:xfrm>
              <a:off x="3392600" y="351995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787" y="1"/>
                  </a:moveTo>
                  <a:cubicBezTo>
                    <a:pt x="2530" y="1"/>
                    <a:pt x="2241" y="83"/>
                    <a:pt x="1935" y="254"/>
                  </a:cubicBezTo>
                  <a:cubicBezTo>
                    <a:pt x="767" y="1022"/>
                    <a:pt x="67" y="2256"/>
                    <a:pt x="0" y="3624"/>
                  </a:cubicBezTo>
                  <a:cubicBezTo>
                    <a:pt x="0" y="4519"/>
                    <a:pt x="433" y="5032"/>
                    <a:pt x="1064" y="5032"/>
                  </a:cubicBezTo>
                  <a:cubicBezTo>
                    <a:pt x="1326" y="5032"/>
                    <a:pt x="1622" y="4944"/>
                    <a:pt x="1935" y="4758"/>
                  </a:cubicBezTo>
                  <a:cubicBezTo>
                    <a:pt x="3069" y="4024"/>
                    <a:pt x="3803" y="2756"/>
                    <a:pt x="3870" y="1389"/>
                  </a:cubicBezTo>
                  <a:cubicBezTo>
                    <a:pt x="3870" y="508"/>
                    <a:pt x="3428" y="1"/>
                    <a:pt x="278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45"/>
            <p:cNvSpPr/>
            <p:nvPr/>
          </p:nvSpPr>
          <p:spPr>
            <a:xfrm>
              <a:off x="5070450" y="3340275"/>
              <a:ext cx="67575" cy="86025"/>
            </a:xfrm>
            <a:custGeom>
              <a:rect b="b" l="l" r="r" t="t"/>
              <a:pathLst>
                <a:path extrusionOk="0" h="3441" w="2703">
                  <a:moveTo>
                    <a:pt x="1927" y="1"/>
                  </a:moveTo>
                  <a:cubicBezTo>
                    <a:pt x="1746" y="1"/>
                    <a:pt x="1545" y="55"/>
                    <a:pt x="1335" y="170"/>
                  </a:cubicBezTo>
                  <a:cubicBezTo>
                    <a:pt x="568" y="670"/>
                    <a:pt x="68" y="1537"/>
                    <a:pt x="1" y="2505"/>
                  </a:cubicBezTo>
                  <a:cubicBezTo>
                    <a:pt x="1" y="3100"/>
                    <a:pt x="307" y="3441"/>
                    <a:pt x="750" y="3441"/>
                  </a:cubicBezTo>
                  <a:cubicBezTo>
                    <a:pt x="927" y="3441"/>
                    <a:pt x="1125" y="3386"/>
                    <a:pt x="1335" y="3272"/>
                  </a:cubicBezTo>
                  <a:cubicBezTo>
                    <a:pt x="2136" y="2738"/>
                    <a:pt x="2636" y="1904"/>
                    <a:pt x="2703" y="937"/>
                  </a:cubicBezTo>
                  <a:cubicBezTo>
                    <a:pt x="2703" y="341"/>
                    <a:pt x="2379" y="1"/>
                    <a:pt x="192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45"/>
            <p:cNvSpPr/>
            <p:nvPr/>
          </p:nvSpPr>
          <p:spPr>
            <a:xfrm>
              <a:off x="5353150" y="3302400"/>
              <a:ext cx="66750" cy="86350"/>
            </a:xfrm>
            <a:custGeom>
              <a:rect b="b" l="l" r="r" t="t"/>
              <a:pathLst>
                <a:path extrusionOk="0" h="3454" w="2670">
                  <a:moveTo>
                    <a:pt x="1925" y="0"/>
                  </a:moveTo>
                  <a:cubicBezTo>
                    <a:pt x="1747" y="0"/>
                    <a:pt x="1547" y="59"/>
                    <a:pt x="1335" y="184"/>
                  </a:cubicBezTo>
                  <a:cubicBezTo>
                    <a:pt x="535" y="684"/>
                    <a:pt x="34" y="1551"/>
                    <a:pt x="1" y="2485"/>
                  </a:cubicBezTo>
                  <a:cubicBezTo>
                    <a:pt x="1" y="3106"/>
                    <a:pt x="309" y="3454"/>
                    <a:pt x="753" y="3454"/>
                  </a:cubicBezTo>
                  <a:cubicBezTo>
                    <a:pt x="930" y="3454"/>
                    <a:pt x="1127" y="3399"/>
                    <a:pt x="1335" y="3286"/>
                  </a:cubicBezTo>
                  <a:cubicBezTo>
                    <a:pt x="2136" y="2752"/>
                    <a:pt x="2636" y="1885"/>
                    <a:pt x="2669" y="951"/>
                  </a:cubicBezTo>
                  <a:cubicBezTo>
                    <a:pt x="2669" y="357"/>
                    <a:pt x="2365" y="0"/>
                    <a:pt x="19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45"/>
            <p:cNvSpPr/>
            <p:nvPr/>
          </p:nvSpPr>
          <p:spPr>
            <a:xfrm>
              <a:off x="3128250" y="3949875"/>
              <a:ext cx="67550" cy="86400"/>
            </a:xfrm>
            <a:custGeom>
              <a:rect b="b" l="l" r="r" t="t"/>
              <a:pathLst>
                <a:path extrusionOk="0" h="3456" w="2702">
                  <a:moveTo>
                    <a:pt x="1941" y="1"/>
                  </a:moveTo>
                  <a:cubicBezTo>
                    <a:pt x="1759" y="1"/>
                    <a:pt x="1554" y="55"/>
                    <a:pt x="1334" y="170"/>
                  </a:cubicBezTo>
                  <a:cubicBezTo>
                    <a:pt x="567" y="703"/>
                    <a:pt x="67" y="1537"/>
                    <a:pt x="0" y="2505"/>
                  </a:cubicBezTo>
                  <a:cubicBezTo>
                    <a:pt x="0" y="3098"/>
                    <a:pt x="304" y="3455"/>
                    <a:pt x="744" y="3455"/>
                  </a:cubicBezTo>
                  <a:cubicBezTo>
                    <a:pt x="923" y="3455"/>
                    <a:pt x="1123" y="3397"/>
                    <a:pt x="1334" y="3272"/>
                  </a:cubicBezTo>
                  <a:cubicBezTo>
                    <a:pt x="2135" y="2772"/>
                    <a:pt x="2635" y="1904"/>
                    <a:pt x="2702" y="937"/>
                  </a:cubicBezTo>
                  <a:cubicBezTo>
                    <a:pt x="2702" y="341"/>
                    <a:pt x="2396" y="1"/>
                    <a:pt x="194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45"/>
            <p:cNvSpPr/>
            <p:nvPr/>
          </p:nvSpPr>
          <p:spPr>
            <a:xfrm>
              <a:off x="3948825" y="330390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39" y="1"/>
                  </a:moveTo>
                  <a:cubicBezTo>
                    <a:pt x="1757" y="1"/>
                    <a:pt x="1552" y="62"/>
                    <a:pt x="1335" y="190"/>
                  </a:cubicBezTo>
                  <a:cubicBezTo>
                    <a:pt x="534" y="691"/>
                    <a:pt x="34" y="1558"/>
                    <a:pt x="0" y="2492"/>
                  </a:cubicBezTo>
                  <a:cubicBezTo>
                    <a:pt x="0" y="3103"/>
                    <a:pt x="298" y="3449"/>
                    <a:pt x="730" y="3449"/>
                  </a:cubicBezTo>
                  <a:cubicBezTo>
                    <a:pt x="912" y="3449"/>
                    <a:pt x="1118" y="3387"/>
                    <a:pt x="1335" y="3259"/>
                  </a:cubicBezTo>
                  <a:cubicBezTo>
                    <a:pt x="2102" y="2759"/>
                    <a:pt x="2602" y="1891"/>
                    <a:pt x="2669" y="957"/>
                  </a:cubicBezTo>
                  <a:cubicBezTo>
                    <a:pt x="2669" y="347"/>
                    <a:pt x="2371" y="1"/>
                    <a:pt x="19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45"/>
            <p:cNvSpPr/>
            <p:nvPr/>
          </p:nvSpPr>
          <p:spPr>
            <a:xfrm>
              <a:off x="4335775" y="2776575"/>
              <a:ext cx="67575" cy="86500"/>
            </a:xfrm>
            <a:custGeom>
              <a:rect b="b" l="l" r="r" t="t"/>
              <a:pathLst>
                <a:path extrusionOk="0" h="3460" w="2703">
                  <a:moveTo>
                    <a:pt x="1950" y="0"/>
                  </a:moveTo>
                  <a:cubicBezTo>
                    <a:pt x="1773" y="0"/>
                    <a:pt x="1576" y="55"/>
                    <a:pt x="1368" y="168"/>
                  </a:cubicBezTo>
                  <a:cubicBezTo>
                    <a:pt x="567" y="702"/>
                    <a:pt x="67" y="1569"/>
                    <a:pt x="0" y="2503"/>
                  </a:cubicBezTo>
                  <a:cubicBezTo>
                    <a:pt x="0" y="3114"/>
                    <a:pt x="298" y="3460"/>
                    <a:pt x="742" y="3460"/>
                  </a:cubicBezTo>
                  <a:cubicBezTo>
                    <a:pt x="928" y="3460"/>
                    <a:pt x="1141" y="3399"/>
                    <a:pt x="1368" y="3270"/>
                  </a:cubicBezTo>
                  <a:cubicBezTo>
                    <a:pt x="2135" y="2770"/>
                    <a:pt x="2635" y="1903"/>
                    <a:pt x="2702" y="969"/>
                  </a:cubicBezTo>
                  <a:cubicBezTo>
                    <a:pt x="2702" y="347"/>
                    <a:pt x="2394" y="0"/>
                    <a:pt x="195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45"/>
            <p:cNvSpPr/>
            <p:nvPr/>
          </p:nvSpPr>
          <p:spPr>
            <a:xfrm>
              <a:off x="4535900" y="3275550"/>
              <a:ext cx="66750" cy="86525"/>
            </a:xfrm>
            <a:custGeom>
              <a:rect b="b" l="l" r="r" t="t"/>
              <a:pathLst>
                <a:path extrusionOk="0" h="3461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0"/>
                    <a:pt x="34" y="1558"/>
                    <a:pt x="1" y="2492"/>
                  </a:cubicBezTo>
                  <a:cubicBezTo>
                    <a:pt x="1" y="3113"/>
                    <a:pt x="309" y="3460"/>
                    <a:pt x="753" y="3460"/>
                  </a:cubicBezTo>
                  <a:cubicBezTo>
                    <a:pt x="930" y="3460"/>
                    <a:pt x="1127" y="3406"/>
                    <a:pt x="1335" y="3292"/>
                  </a:cubicBezTo>
                  <a:cubicBezTo>
                    <a:pt x="2136" y="2759"/>
                    <a:pt x="2636" y="1891"/>
                    <a:pt x="2669" y="957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45"/>
            <p:cNvSpPr/>
            <p:nvPr/>
          </p:nvSpPr>
          <p:spPr>
            <a:xfrm>
              <a:off x="4577600" y="2504850"/>
              <a:ext cx="104275" cy="123200"/>
            </a:xfrm>
            <a:custGeom>
              <a:rect b="b" l="l" r="r" t="t"/>
              <a:pathLst>
                <a:path extrusionOk="0" h="4928" w="4171">
                  <a:moveTo>
                    <a:pt x="2930" y="1"/>
                  </a:moveTo>
                  <a:cubicBezTo>
                    <a:pt x="2206" y="1"/>
                    <a:pt x="1321" y="657"/>
                    <a:pt x="735" y="1697"/>
                  </a:cubicBezTo>
                  <a:cubicBezTo>
                    <a:pt x="1" y="2965"/>
                    <a:pt x="1" y="4366"/>
                    <a:pt x="735" y="4799"/>
                  </a:cubicBezTo>
                  <a:cubicBezTo>
                    <a:pt x="882" y="4886"/>
                    <a:pt x="1048" y="4928"/>
                    <a:pt x="1225" y="4928"/>
                  </a:cubicBezTo>
                  <a:cubicBezTo>
                    <a:pt x="1933" y="4928"/>
                    <a:pt x="2823" y="4271"/>
                    <a:pt x="3437" y="3232"/>
                  </a:cubicBezTo>
                  <a:cubicBezTo>
                    <a:pt x="4170" y="1964"/>
                    <a:pt x="4170" y="563"/>
                    <a:pt x="3437" y="129"/>
                  </a:cubicBezTo>
                  <a:cubicBezTo>
                    <a:pt x="3283" y="42"/>
                    <a:pt x="3111" y="1"/>
                    <a:pt x="293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45"/>
            <p:cNvSpPr/>
            <p:nvPr/>
          </p:nvSpPr>
          <p:spPr>
            <a:xfrm>
              <a:off x="5213050" y="365915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1"/>
                    <a:pt x="34" y="1558"/>
                    <a:pt x="1" y="2492"/>
                  </a:cubicBezTo>
                  <a:cubicBezTo>
                    <a:pt x="1" y="3103"/>
                    <a:pt x="299" y="3449"/>
                    <a:pt x="731" y="3449"/>
                  </a:cubicBezTo>
                  <a:cubicBezTo>
                    <a:pt x="913" y="3449"/>
                    <a:pt x="1118" y="3388"/>
                    <a:pt x="1335" y="3259"/>
                  </a:cubicBezTo>
                  <a:cubicBezTo>
                    <a:pt x="2136" y="2759"/>
                    <a:pt x="2603" y="1892"/>
                    <a:pt x="2669" y="958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45"/>
            <p:cNvSpPr/>
            <p:nvPr/>
          </p:nvSpPr>
          <p:spPr>
            <a:xfrm>
              <a:off x="4367450" y="2982200"/>
              <a:ext cx="76750" cy="100025"/>
            </a:xfrm>
            <a:custGeom>
              <a:rect b="b" l="l" r="r" t="t"/>
              <a:pathLst>
                <a:path extrusionOk="0" h="4001" w="3070">
                  <a:moveTo>
                    <a:pt x="2232" y="0"/>
                  </a:moveTo>
                  <a:cubicBezTo>
                    <a:pt x="2025" y="0"/>
                    <a:pt x="1788" y="70"/>
                    <a:pt x="1535" y="216"/>
                  </a:cubicBezTo>
                  <a:cubicBezTo>
                    <a:pt x="635" y="816"/>
                    <a:pt x="67" y="1817"/>
                    <a:pt x="1" y="2884"/>
                  </a:cubicBezTo>
                  <a:cubicBezTo>
                    <a:pt x="1" y="3593"/>
                    <a:pt x="352" y="4000"/>
                    <a:pt x="853" y="4000"/>
                  </a:cubicBezTo>
                  <a:cubicBezTo>
                    <a:pt x="1060" y="4000"/>
                    <a:pt x="1292" y="3931"/>
                    <a:pt x="1535" y="3785"/>
                  </a:cubicBezTo>
                  <a:cubicBezTo>
                    <a:pt x="2436" y="3185"/>
                    <a:pt x="3036" y="2184"/>
                    <a:pt x="3070" y="1116"/>
                  </a:cubicBezTo>
                  <a:cubicBezTo>
                    <a:pt x="3070" y="408"/>
                    <a:pt x="2735" y="0"/>
                    <a:pt x="223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45"/>
            <p:cNvSpPr/>
            <p:nvPr/>
          </p:nvSpPr>
          <p:spPr>
            <a:xfrm>
              <a:off x="4244875" y="3380625"/>
              <a:ext cx="59225" cy="76225"/>
            </a:xfrm>
            <a:custGeom>
              <a:rect b="b" l="l" r="r" t="t"/>
              <a:pathLst>
                <a:path extrusionOk="0" h="3049" w="2369">
                  <a:moveTo>
                    <a:pt x="1700" y="1"/>
                  </a:moveTo>
                  <a:cubicBezTo>
                    <a:pt x="1540" y="1"/>
                    <a:pt x="1359" y="51"/>
                    <a:pt x="1168" y="157"/>
                  </a:cubicBezTo>
                  <a:cubicBezTo>
                    <a:pt x="467" y="624"/>
                    <a:pt x="34" y="1391"/>
                    <a:pt x="0" y="2225"/>
                  </a:cubicBezTo>
                  <a:cubicBezTo>
                    <a:pt x="0" y="2746"/>
                    <a:pt x="270" y="3049"/>
                    <a:pt x="653" y="3049"/>
                  </a:cubicBezTo>
                  <a:cubicBezTo>
                    <a:pt x="809" y="3049"/>
                    <a:pt x="984" y="2998"/>
                    <a:pt x="1168" y="2892"/>
                  </a:cubicBezTo>
                  <a:cubicBezTo>
                    <a:pt x="1868" y="2458"/>
                    <a:pt x="2302" y="1691"/>
                    <a:pt x="2369" y="857"/>
                  </a:cubicBezTo>
                  <a:cubicBezTo>
                    <a:pt x="2369" y="311"/>
                    <a:pt x="2098" y="1"/>
                    <a:pt x="17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45"/>
            <p:cNvSpPr/>
            <p:nvPr/>
          </p:nvSpPr>
          <p:spPr>
            <a:xfrm>
              <a:off x="4063075" y="2856925"/>
              <a:ext cx="58400" cy="76200"/>
            </a:xfrm>
            <a:custGeom>
              <a:rect b="b" l="l" r="r" t="t"/>
              <a:pathLst>
                <a:path extrusionOk="0" h="3048" w="2336">
                  <a:moveTo>
                    <a:pt x="1694" y="1"/>
                  </a:moveTo>
                  <a:cubicBezTo>
                    <a:pt x="1538" y="1"/>
                    <a:pt x="1360" y="51"/>
                    <a:pt x="1168" y="156"/>
                  </a:cubicBezTo>
                  <a:cubicBezTo>
                    <a:pt x="467" y="623"/>
                    <a:pt x="34" y="1357"/>
                    <a:pt x="0" y="2191"/>
                  </a:cubicBezTo>
                  <a:cubicBezTo>
                    <a:pt x="0" y="2738"/>
                    <a:pt x="254" y="3048"/>
                    <a:pt x="642" y="3048"/>
                  </a:cubicBezTo>
                  <a:cubicBezTo>
                    <a:pt x="798" y="3048"/>
                    <a:pt x="976" y="2997"/>
                    <a:pt x="1168" y="2892"/>
                  </a:cubicBezTo>
                  <a:cubicBezTo>
                    <a:pt x="1868" y="2425"/>
                    <a:pt x="2302" y="1658"/>
                    <a:pt x="2335" y="857"/>
                  </a:cubicBezTo>
                  <a:cubicBezTo>
                    <a:pt x="2335" y="310"/>
                    <a:pt x="2081" y="1"/>
                    <a:pt x="16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45"/>
            <p:cNvSpPr/>
            <p:nvPr/>
          </p:nvSpPr>
          <p:spPr>
            <a:xfrm>
              <a:off x="5486600" y="3479350"/>
              <a:ext cx="45050" cy="57775"/>
            </a:xfrm>
            <a:custGeom>
              <a:rect b="b" l="l" r="r" t="t"/>
              <a:pathLst>
                <a:path extrusionOk="0" h="2311" w="1802">
                  <a:moveTo>
                    <a:pt x="1291" y="0"/>
                  </a:moveTo>
                  <a:cubicBezTo>
                    <a:pt x="1173" y="0"/>
                    <a:pt x="1041" y="36"/>
                    <a:pt x="901" y="111"/>
                  </a:cubicBezTo>
                  <a:cubicBezTo>
                    <a:pt x="367" y="444"/>
                    <a:pt x="33" y="1045"/>
                    <a:pt x="0" y="1678"/>
                  </a:cubicBezTo>
                  <a:cubicBezTo>
                    <a:pt x="0" y="2076"/>
                    <a:pt x="197" y="2310"/>
                    <a:pt x="488" y="2310"/>
                  </a:cubicBezTo>
                  <a:cubicBezTo>
                    <a:pt x="611" y="2310"/>
                    <a:pt x="752" y="2268"/>
                    <a:pt x="901" y="2179"/>
                  </a:cubicBezTo>
                  <a:cubicBezTo>
                    <a:pt x="1434" y="1845"/>
                    <a:pt x="1768" y="1278"/>
                    <a:pt x="1801" y="644"/>
                  </a:cubicBezTo>
                  <a:cubicBezTo>
                    <a:pt x="1801" y="236"/>
                    <a:pt x="1594" y="0"/>
                    <a:pt x="129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45"/>
            <p:cNvSpPr/>
            <p:nvPr/>
          </p:nvSpPr>
          <p:spPr>
            <a:xfrm>
              <a:off x="4784175" y="1506675"/>
              <a:ext cx="230425" cy="429350"/>
            </a:xfrm>
            <a:custGeom>
              <a:rect b="b" l="l" r="r" t="t"/>
              <a:pathLst>
                <a:path extrusionOk="0" h="17174" w="9217">
                  <a:moveTo>
                    <a:pt x="258" y="0"/>
                  </a:moveTo>
                  <a:cubicBezTo>
                    <a:pt x="123" y="0"/>
                    <a:pt x="0" y="140"/>
                    <a:pt x="110" y="295"/>
                  </a:cubicBezTo>
                  <a:lnTo>
                    <a:pt x="8817" y="17073"/>
                  </a:lnTo>
                  <a:cubicBezTo>
                    <a:pt x="8850" y="17140"/>
                    <a:pt x="8917" y="17173"/>
                    <a:pt x="8983" y="17173"/>
                  </a:cubicBezTo>
                  <a:lnTo>
                    <a:pt x="9083" y="17173"/>
                  </a:lnTo>
                  <a:cubicBezTo>
                    <a:pt x="9150" y="17107"/>
                    <a:pt x="9217" y="17006"/>
                    <a:pt x="9150" y="16906"/>
                  </a:cubicBezTo>
                  <a:lnTo>
                    <a:pt x="444" y="128"/>
                  </a:lnTo>
                  <a:cubicBezTo>
                    <a:pt x="399" y="37"/>
                    <a:pt x="327" y="0"/>
                    <a:pt x="25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45"/>
            <p:cNvSpPr/>
            <p:nvPr/>
          </p:nvSpPr>
          <p:spPr>
            <a:xfrm>
              <a:off x="5074625" y="1641000"/>
              <a:ext cx="206000" cy="265825"/>
            </a:xfrm>
            <a:custGeom>
              <a:rect b="b" l="l" r="r" t="t"/>
              <a:pathLst>
                <a:path extrusionOk="0" h="10633" w="8240">
                  <a:moveTo>
                    <a:pt x="8140" y="0"/>
                  </a:moveTo>
                  <a:cubicBezTo>
                    <a:pt x="8115" y="0"/>
                    <a:pt x="8090" y="9"/>
                    <a:pt x="8073" y="25"/>
                  </a:cubicBezTo>
                  <a:lnTo>
                    <a:pt x="34" y="10499"/>
                  </a:lnTo>
                  <a:cubicBezTo>
                    <a:pt x="1" y="10533"/>
                    <a:pt x="1" y="10599"/>
                    <a:pt x="34" y="10633"/>
                  </a:cubicBezTo>
                  <a:lnTo>
                    <a:pt x="67" y="10633"/>
                  </a:lnTo>
                  <a:cubicBezTo>
                    <a:pt x="101" y="10633"/>
                    <a:pt x="134" y="10633"/>
                    <a:pt x="167" y="10599"/>
                  </a:cubicBezTo>
                  <a:lnTo>
                    <a:pt x="8206" y="159"/>
                  </a:lnTo>
                  <a:cubicBezTo>
                    <a:pt x="8240" y="125"/>
                    <a:pt x="8240" y="59"/>
                    <a:pt x="8206" y="25"/>
                  </a:cubicBezTo>
                  <a:cubicBezTo>
                    <a:pt x="8190" y="9"/>
                    <a:pt x="8165" y="0"/>
                    <a:pt x="814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45"/>
            <p:cNvSpPr/>
            <p:nvPr/>
          </p:nvSpPr>
          <p:spPr>
            <a:xfrm>
              <a:off x="5045450" y="1679975"/>
              <a:ext cx="60900" cy="221850"/>
            </a:xfrm>
            <a:custGeom>
              <a:rect b="b" l="l" r="r" t="t"/>
              <a:pathLst>
                <a:path extrusionOk="0" h="8874" w="2436">
                  <a:moveTo>
                    <a:pt x="2368" y="1"/>
                  </a:moveTo>
                  <a:cubicBezTo>
                    <a:pt x="2302" y="1"/>
                    <a:pt x="2268" y="34"/>
                    <a:pt x="2268" y="67"/>
                  </a:cubicBezTo>
                  <a:lnTo>
                    <a:pt x="0" y="8774"/>
                  </a:lnTo>
                  <a:cubicBezTo>
                    <a:pt x="0" y="8807"/>
                    <a:pt x="33" y="8840"/>
                    <a:pt x="67" y="8874"/>
                  </a:cubicBezTo>
                  <a:lnTo>
                    <a:pt x="100" y="8874"/>
                  </a:lnTo>
                  <a:cubicBezTo>
                    <a:pt x="134" y="8874"/>
                    <a:pt x="167" y="8840"/>
                    <a:pt x="167" y="8807"/>
                  </a:cubicBezTo>
                  <a:lnTo>
                    <a:pt x="2435" y="101"/>
                  </a:lnTo>
                  <a:cubicBezTo>
                    <a:pt x="2435" y="67"/>
                    <a:pt x="2402" y="1"/>
                    <a:pt x="236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45"/>
            <p:cNvSpPr/>
            <p:nvPr/>
          </p:nvSpPr>
          <p:spPr>
            <a:xfrm>
              <a:off x="5040425" y="2006675"/>
              <a:ext cx="46725" cy="228725"/>
            </a:xfrm>
            <a:custGeom>
              <a:rect b="b" l="l" r="r" t="t"/>
              <a:pathLst>
                <a:path extrusionOk="0" h="9149" w="1869">
                  <a:moveTo>
                    <a:pt x="219" y="0"/>
                  </a:moveTo>
                  <a:cubicBezTo>
                    <a:pt x="202" y="0"/>
                    <a:pt x="185" y="3"/>
                    <a:pt x="168" y="9"/>
                  </a:cubicBezTo>
                  <a:cubicBezTo>
                    <a:pt x="68" y="9"/>
                    <a:pt x="1" y="109"/>
                    <a:pt x="1" y="209"/>
                  </a:cubicBezTo>
                  <a:lnTo>
                    <a:pt x="1469" y="8982"/>
                  </a:lnTo>
                  <a:cubicBezTo>
                    <a:pt x="1502" y="9082"/>
                    <a:pt x="1569" y="9149"/>
                    <a:pt x="1669" y="9149"/>
                  </a:cubicBezTo>
                  <a:lnTo>
                    <a:pt x="1702" y="9149"/>
                  </a:lnTo>
                  <a:cubicBezTo>
                    <a:pt x="1802" y="9115"/>
                    <a:pt x="1869" y="9015"/>
                    <a:pt x="1836" y="8915"/>
                  </a:cubicBezTo>
                  <a:lnTo>
                    <a:pt x="368" y="175"/>
                  </a:lnTo>
                  <a:cubicBezTo>
                    <a:pt x="368" y="65"/>
                    <a:pt x="299" y="0"/>
                    <a:pt x="21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45"/>
            <p:cNvSpPr/>
            <p:nvPr/>
          </p:nvSpPr>
          <p:spPr>
            <a:xfrm>
              <a:off x="5130500" y="2020225"/>
              <a:ext cx="71750" cy="196825"/>
            </a:xfrm>
            <a:custGeom>
              <a:rect b="b" l="l" r="r" t="t"/>
              <a:pathLst>
                <a:path extrusionOk="0" h="7873" w="2870">
                  <a:moveTo>
                    <a:pt x="2803" y="0"/>
                  </a:moveTo>
                  <a:cubicBezTo>
                    <a:pt x="2769" y="0"/>
                    <a:pt x="2702" y="0"/>
                    <a:pt x="2702" y="67"/>
                  </a:cubicBezTo>
                  <a:lnTo>
                    <a:pt x="1" y="7739"/>
                  </a:lnTo>
                  <a:cubicBezTo>
                    <a:pt x="1" y="7806"/>
                    <a:pt x="1" y="7839"/>
                    <a:pt x="67" y="7873"/>
                  </a:cubicBezTo>
                  <a:lnTo>
                    <a:pt x="101" y="7873"/>
                  </a:lnTo>
                  <a:cubicBezTo>
                    <a:pt x="134" y="7873"/>
                    <a:pt x="134" y="7839"/>
                    <a:pt x="167" y="7806"/>
                  </a:cubicBezTo>
                  <a:lnTo>
                    <a:pt x="2869" y="100"/>
                  </a:lnTo>
                  <a:cubicBezTo>
                    <a:pt x="2869" y="67"/>
                    <a:pt x="2836" y="34"/>
                    <a:pt x="280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45"/>
            <p:cNvSpPr/>
            <p:nvPr/>
          </p:nvSpPr>
          <p:spPr>
            <a:xfrm>
              <a:off x="4949550" y="2317925"/>
              <a:ext cx="81750" cy="30050"/>
            </a:xfrm>
            <a:custGeom>
              <a:rect b="b" l="l" r="r" t="t"/>
              <a:pathLst>
                <a:path extrusionOk="0" h="1202" w="3270">
                  <a:moveTo>
                    <a:pt x="3169" y="1"/>
                  </a:moveTo>
                  <a:lnTo>
                    <a:pt x="67" y="1035"/>
                  </a:lnTo>
                  <a:cubicBezTo>
                    <a:pt x="0" y="1068"/>
                    <a:pt x="0" y="1102"/>
                    <a:pt x="0" y="1135"/>
                  </a:cubicBezTo>
                  <a:cubicBezTo>
                    <a:pt x="0" y="1168"/>
                    <a:pt x="33" y="1202"/>
                    <a:pt x="67" y="1202"/>
                  </a:cubicBezTo>
                  <a:lnTo>
                    <a:pt x="100" y="1202"/>
                  </a:lnTo>
                  <a:lnTo>
                    <a:pt x="3202" y="168"/>
                  </a:lnTo>
                  <a:cubicBezTo>
                    <a:pt x="3269" y="134"/>
                    <a:pt x="3269" y="101"/>
                    <a:pt x="3269" y="68"/>
                  </a:cubicBezTo>
                  <a:cubicBezTo>
                    <a:pt x="3236" y="1"/>
                    <a:pt x="3202" y="1"/>
                    <a:pt x="316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45"/>
            <p:cNvSpPr/>
            <p:nvPr/>
          </p:nvSpPr>
          <p:spPr>
            <a:xfrm>
              <a:off x="5041275" y="2374000"/>
              <a:ext cx="49675" cy="319225"/>
            </a:xfrm>
            <a:custGeom>
              <a:rect b="b" l="l" r="r" t="t"/>
              <a:pathLst>
                <a:path extrusionOk="0" h="12769" w="1987">
                  <a:moveTo>
                    <a:pt x="1790" y="0"/>
                  </a:moveTo>
                  <a:cubicBezTo>
                    <a:pt x="1704" y="0"/>
                    <a:pt x="1617" y="51"/>
                    <a:pt x="1601" y="160"/>
                  </a:cubicBezTo>
                  <a:lnTo>
                    <a:pt x="0" y="12535"/>
                  </a:lnTo>
                  <a:cubicBezTo>
                    <a:pt x="0" y="12635"/>
                    <a:pt x="67" y="12735"/>
                    <a:pt x="167" y="12769"/>
                  </a:cubicBezTo>
                  <a:lnTo>
                    <a:pt x="200" y="12769"/>
                  </a:lnTo>
                  <a:cubicBezTo>
                    <a:pt x="301" y="12769"/>
                    <a:pt x="367" y="12702"/>
                    <a:pt x="401" y="12602"/>
                  </a:cubicBezTo>
                  <a:lnTo>
                    <a:pt x="1968" y="193"/>
                  </a:lnTo>
                  <a:cubicBezTo>
                    <a:pt x="1986" y="68"/>
                    <a:pt x="1889" y="0"/>
                    <a:pt x="179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45"/>
            <p:cNvSpPr/>
            <p:nvPr/>
          </p:nvSpPr>
          <p:spPr>
            <a:xfrm>
              <a:off x="5117150" y="2476800"/>
              <a:ext cx="226025" cy="232275"/>
            </a:xfrm>
            <a:custGeom>
              <a:rect b="b" l="l" r="r" t="t"/>
              <a:pathLst>
                <a:path extrusionOk="0" h="9291" w="9041">
                  <a:moveTo>
                    <a:pt x="8820" y="0"/>
                  </a:moveTo>
                  <a:cubicBezTo>
                    <a:pt x="8774" y="0"/>
                    <a:pt x="8724" y="17"/>
                    <a:pt x="8674" y="50"/>
                  </a:cubicBezTo>
                  <a:lnTo>
                    <a:pt x="68" y="8957"/>
                  </a:lnTo>
                  <a:cubicBezTo>
                    <a:pt x="1" y="9024"/>
                    <a:pt x="1" y="9157"/>
                    <a:pt x="68" y="9224"/>
                  </a:cubicBezTo>
                  <a:cubicBezTo>
                    <a:pt x="101" y="9257"/>
                    <a:pt x="134" y="9290"/>
                    <a:pt x="201" y="9290"/>
                  </a:cubicBezTo>
                  <a:cubicBezTo>
                    <a:pt x="234" y="9290"/>
                    <a:pt x="301" y="9257"/>
                    <a:pt x="334" y="9224"/>
                  </a:cubicBezTo>
                  <a:lnTo>
                    <a:pt x="8941" y="317"/>
                  </a:lnTo>
                  <a:cubicBezTo>
                    <a:pt x="9041" y="251"/>
                    <a:pt x="9041" y="117"/>
                    <a:pt x="8941" y="50"/>
                  </a:cubicBezTo>
                  <a:cubicBezTo>
                    <a:pt x="8907" y="17"/>
                    <a:pt x="8866" y="0"/>
                    <a:pt x="882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45"/>
            <p:cNvSpPr/>
            <p:nvPr/>
          </p:nvSpPr>
          <p:spPr>
            <a:xfrm>
              <a:off x="4907000" y="2715175"/>
              <a:ext cx="71750" cy="41425"/>
            </a:xfrm>
            <a:custGeom>
              <a:rect b="b" l="l" r="r" t="t"/>
              <a:pathLst>
                <a:path extrusionOk="0" h="1657" w="2870">
                  <a:moveTo>
                    <a:pt x="66" y="0"/>
                  </a:moveTo>
                  <a:cubicBezTo>
                    <a:pt x="40" y="0"/>
                    <a:pt x="20" y="17"/>
                    <a:pt x="1" y="56"/>
                  </a:cubicBezTo>
                  <a:cubicBezTo>
                    <a:pt x="1" y="89"/>
                    <a:pt x="1" y="122"/>
                    <a:pt x="34" y="156"/>
                  </a:cubicBezTo>
                  <a:lnTo>
                    <a:pt x="2703" y="1657"/>
                  </a:lnTo>
                  <a:lnTo>
                    <a:pt x="2769" y="1657"/>
                  </a:lnTo>
                  <a:cubicBezTo>
                    <a:pt x="2803" y="1657"/>
                    <a:pt x="2836" y="1623"/>
                    <a:pt x="2836" y="1590"/>
                  </a:cubicBezTo>
                  <a:cubicBezTo>
                    <a:pt x="2870" y="1557"/>
                    <a:pt x="2836" y="1490"/>
                    <a:pt x="2803" y="1490"/>
                  </a:cubicBezTo>
                  <a:lnTo>
                    <a:pt x="134" y="22"/>
                  </a:lnTo>
                  <a:cubicBezTo>
                    <a:pt x="107" y="8"/>
                    <a:pt x="85" y="0"/>
                    <a:pt x="6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45"/>
            <p:cNvSpPr/>
            <p:nvPr/>
          </p:nvSpPr>
          <p:spPr>
            <a:xfrm>
              <a:off x="4833625" y="2830175"/>
              <a:ext cx="113425" cy="90725"/>
            </a:xfrm>
            <a:custGeom>
              <a:rect b="b" l="l" r="r" t="t"/>
              <a:pathLst>
                <a:path extrusionOk="0" h="3629" w="4537">
                  <a:moveTo>
                    <a:pt x="4437" y="1"/>
                  </a:moveTo>
                  <a:cubicBezTo>
                    <a:pt x="4412" y="1"/>
                    <a:pt x="4387" y="9"/>
                    <a:pt x="4370" y="26"/>
                  </a:cubicBezTo>
                  <a:lnTo>
                    <a:pt x="34" y="3461"/>
                  </a:lnTo>
                  <a:cubicBezTo>
                    <a:pt x="0" y="3495"/>
                    <a:pt x="0" y="3561"/>
                    <a:pt x="34" y="3595"/>
                  </a:cubicBezTo>
                  <a:cubicBezTo>
                    <a:pt x="67" y="3595"/>
                    <a:pt x="67" y="3628"/>
                    <a:pt x="100" y="3628"/>
                  </a:cubicBezTo>
                  <a:cubicBezTo>
                    <a:pt x="134" y="3628"/>
                    <a:pt x="134" y="3595"/>
                    <a:pt x="167" y="3595"/>
                  </a:cubicBezTo>
                  <a:lnTo>
                    <a:pt x="4504" y="159"/>
                  </a:lnTo>
                  <a:cubicBezTo>
                    <a:pt x="4537" y="126"/>
                    <a:pt x="4537" y="59"/>
                    <a:pt x="4504" y="26"/>
                  </a:cubicBezTo>
                  <a:cubicBezTo>
                    <a:pt x="4487" y="9"/>
                    <a:pt x="4462" y="1"/>
                    <a:pt x="443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45"/>
            <p:cNvSpPr/>
            <p:nvPr/>
          </p:nvSpPr>
          <p:spPr>
            <a:xfrm>
              <a:off x="4768575" y="2702875"/>
              <a:ext cx="70075" cy="218025"/>
            </a:xfrm>
            <a:custGeom>
              <a:rect b="b" l="l" r="r" t="t"/>
              <a:pathLst>
                <a:path extrusionOk="0" h="8721" w="2803">
                  <a:moveTo>
                    <a:pt x="117" y="0"/>
                  </a:moveTo>
                  <a:cubicBezTo>
                    <a:pt x="103" y="0"/>
                    <a:pt x="87" y="4"/>
                    <a:pt x="67" y="14"/>
                  </a:cubicBezTo>
                  <a:cubicBezTo>
                    <a:pt x="34" y="14"/>
                    <a:pt x="1" y="47"/>
                    <a:pt x="34" y="114"/>
                  </a:cubicBezTo>
                  <a:lnTo>
                    <a:pt x="2636" y="8653"/>
                  </a:lnTo>
                  <a:cubicBezTo>
                    <a:pt x="2636" y="8687"/>
                    <a:pt x="2669" y="8720"/>
                    <a:pt x="2702" y="8720"/>
                  </a:cubicBezTo>
                  <a:lnTo>
                    <a:pt x="2736" y="8720"/>
                  </a:lnTo>
                  <a:cubicBezTo>
                    <a:pt x="2803" y="8687"/>
                    <a:pt x="2803" y="8653"/>
                    <a:pt x="2803" y="8587"/>
                  </a:cubicBezTo>
                  <a:lnTo>
                    <a:pt x="167" y="47"/>
                  </a:lnTo>
                  <a:cubicBezTo>
                    <a:pt x="167" y="24"/>
                    <a:pt x="151" y="0"/>
                    <a:pt x="11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45"/>
            <p:cNvSpPr/>
            <p:nvPr/>
          </p:nvSpPr>
          <p:spPr>
            <a:xfrm>
              <a:off x="4731050" y="2900525"/>
              <a:ext cx="108425" cy="20375"/>
            </a:xfrm>
            <a:custGeom>
              <a:rect b="b" l="l" r="r" t="t"/>
              <a:pathLst>
                <a:path extrusionOk="0" h="815" w="4337">
                  <a:moveTo>
                    <a:pt x="54" y="0"/>
                  </a:moveTo>
                  <a:cubicBezTo>
                    <a:pt x="18" y="0"/>
                    <a:pt x="0" y="31"/>
                    <a:pt x="0" y="80"/>
                  </a:cubicBezTo>
                  <a:cubicBezTo>
                    <a:pt x="0" y="114"/>
                    <a:pt x="34" y="180"/>
                    <a:pt x="67" y="180"/>
                  </a:cubicBezTo>
                  <a:lnTo>
                    <a:pt x="4203" y="814"/>
                  </a:lnTo>
                  <a:lnTo>
                    <a:pt x="4237" y="814"/>
                  </a:lnTo>
                  <a:cubicBezTo>
                    <a:pt x="4337" y="814"/>
                    <a:pt x="4337" y="647"/>
                    <a:pt x="4237" y="647"/>
                  </a:cubicBezTo>
                  <a:lnTo>
                    <a:pt x="101" y="14"/>
                  </a:lnTo>
                  <a:cubicBezTo>
                    <a:pt x="83" y="5"/>
                    <a:pt x="67" y="0"/>
                    <a:pt x="5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45"/>
            <p:cNvSpPr/>
            <p:nvPr/>
          </p:nvSpPr>
          <p:spPr>
            <a:xfrm>
              <a:off x="5117150" y="2799100"/>
              <a:ext cx="377800" cy="42575"/>
            </a:xfrm>
            <a:custGeom>
              <a:rect b="b" l="l" r="r" t="t"/>
              <a:pathLst>
                <a:path extrusionOk="0" h="1703" w="15112">
                  <a:moveTo>
                    <a:pt x="234" y="1"/>
                  </a:moveTo>
                  <a:cubicBezTo>
                    <a:pt x="134" y="1"/>
                    <a:pt x="34" y="101"/>
                    <a:pt x="1" y="201"/>
                  </a:cubicBezTo>
                  <a:cubicBezTo>
                    <a:pt x="1" y="301"/>
                    <a:pt x="68" y="401"/>
                    <a:pt x="201" y="401"/>
                  </a:cubicBezTo>
                  <a:lnTo>
                    <a:pt x="14911" y="1702"/>
                  </a:lnTo>
                  <a:cubicBezTo>
                    <a:pt x="15012" y="1702"/>
                    <a:pt x="15112" y="1636"/>
                    <a:pt x="15112" y="1502"/>
                  </a:cubicBezTo>
                  <a:cubicBezTo>
                    <a:pt x="15112" y="1402"/>
                    <a:pt x="15045" y="1302"/>
                    <a:pt x="14945" y="1302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45"/>
            <p:cNvSpPr/>
            <p:nvPr/>
          </p:nvSpPr>
          <p:spPr>
            <a:xfrm>
              <a:off x="4934525" y="2671075"/>
              <a:ext cx="206000" cy="262325"/>
            </a:xfrm>
            <a:custGeom>
              <a:rect b="b" l="l" r="r" t="t"/>
              <a:pathLst>
                <a:path extrusionOk="0" h="10493" w="8240">
                  <a:moveTo>
                    <a:pt x="5810" y="682"/>
                  </a:moveTo>
                  <a:cubicBezTo>
                    <a:pt x="6117" y="682"/>
                    <a:pt x="6397" y="751"/>
                    <a:pt x="6639" y="886"/>
                  </a:cubicBezTo>
                  <a:cubicBezTo>
                    <a:pt x="7239" y="1253"/>
                    <a:pt x="7573" y="2020"/>
                    <a:pt x="7573" y="3054"/>
                  </a:cubicBezTo>
                  <a:cubicBezTo>
                    <a:pt x="7573" y="5355"/>
                    <a:pt x="5938" y="8191"/>
                    <a:pt x="3937" y="9358"/>
                  </a:cubicBezTo>
                  <a:cubicBezTo>
                    <a:pt x="3388" y="9663"/>
                    <a:pt x="2864" y="9820"/>
                    <a:pt x="2402" y="9820"/>
                  </a:cubicBezTo>
                  <a:cubicBezTo>
                    <a:pt x="2106" y="9820"/>
                    <a:pt x="1836" y="9755"/>
                    <a:pt x="1602" y="9625"/>
                  </a:cubicBezTo>
                  <a:cubicBezTo>
                    <a:pt x="1001" y="9258"/>
                    <a:pt x="668" y="8491"/>
                    <a:pt x="668" y="7457"/>
                  </a:cubicBezTo>
                  <a:cubicBezTo>
                    <a:pt x="668" y="5122"/>
                    <a:pt x="2269" y="2320"/>
                    <a:pt x="4304" y="1152"/>
                  </a:cubicBezTo>
                  <a:cubicBezTo>
                    <a:pt x="4841" y="834"/>
                    <a:pt x="5355" y="682"/>
                    <a:pt x="5810" y="682"/>
                  </a:cubicBezTo>
                  <a:close/>
                  <a:moveTo>
                    <a:pt x="5790" y="1"/>
                  </a:moveTo>
                  <a:cubicBezTo>
                    <a:pt x="5215" y="1"/>
                    <a:pt x="4587" y="189"/>
                    <a:pt x="3937" y="552"/>
                  </a:cubicBezTo>
                  <a:cubicBezTo>
                    <a:pt x="1769" y="1820"/>
                    <a:pt x="1" y="4922"/>
                    <a:pt x="1" y="7457"/>
                  </a:cubicBezTo>
                  <a:cubicBezTo>
                    <a:pt x="1" y="8758"/>
                    <a:pt x="434" y="9725"/>
                    <a:pt x="1268" y="10192"/>
                  </a:cubicBezTo>
                  <a:cubicBezTo>
                    <a:pt x="1602" y="10392"/>
                    <a:pt x="2002" y="10493"/>
                    <a:pt x="2436" y="10493"/>
                  </a:cubicBezTo>
                  <a:cubicBezTo>
                    <a:pt x="3069" y="10459"/>
                    <a:pt x="3737" y="10259"/>
                    <a:pt x="4304" y="9925"/>
                  </a:cubicBezTo>
                  <a:cubicBezTo>
                    <a:pt x="6472" y="8658"/>
                    <a:pt x="8240" y="5589"/>
                    <a:pt x="8240" y="3054"/>
                  </a:cubicBezTo>
                  <a:cubicBezTo>
                    <a:pt x="8240" y="1753"/>
                    <a:pt x="7806" y="786"/>
                    <a:pt x="6972" y="319"/>
                  </a:cubicBezTo>
                  <a:cubicBezTo>
                    <a:pt x="6616" y="105"/>
                    <a:pt x="6218" y="1"/>
                    <a:pt x="579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45"/>
            <p:cNvSpPr/>
            <p:nvPr/>
          </p:nvSpPr>
          <p:spPr>
            <a:xfrm>
              <a:off x="4981225" y="2729925"/>
              <a:ext cx="112600" cy="145075"/>
            </a:xfrm>
            <a:custGeom>
              <a:rect b="b" l="l" r="r" t="t"/>
              <a:pathLst>
                <a:path extrusionOk="0" h="5803" w="4504">
                  <a:moveTo>
                    <a:pt x="3264" y="0"/>
                  </a:moveTo>
                  <a:cubicBezTo>
                    <a:pt x="2964" y="0"/>
                    <a:pt x="2626" y="97"/>
                    <a:pt x="2269" y="300"/>
                  </a:cubicBezTo>
                  <a:cubicBezTo>
                    <a:pt x="935" y="1167"/>
                    <a:pt x="101" y="2601"/>
                    <a:pt x="1" y="4202"/>
                  </a:cubicBezTo>
                  <a:cubicBezTo>
                    <a:pt x="1" y="5221"/>
                    <a:pt x="506" y="5803"/>
                    <a:pt x="1253" y="5803"/>
                  </a:cubicBezTo>
                  <a:cubicBezTo>
                    <a:pt x="1557" y="5803"/>
                    <a:pt x="1902" y="5706"/>
                    <a:pt x="2269" y="5503"/>
                  </a:cubicBezTo>
                  <a:cubicBezTo>
                    <a:pt x="3570" y="4636"/>
                    <a:pt x="4404" y="3168"/>
                    <a:pt x="4504" y="1600"/>
                  </a:cubicBezTo>
                  <a:cubicBezTo>
                    <a:pt x="4504" y="581"/>
                    <a:pt x="3999" y="0"/>
                    <a:pt x="326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45"/>
            <p:cNvSpPr/>
            <p:nvPr/>
          </p:nvSpPr>
          <p:spPr>
            <a:xfrm>
              <a:off x="5467400" y="2716175"/>
              <a:ext cx="206850" cy="262250"/>
            </a:xfrm>
            <a:custGeom>
              <a:rect b="b" l="l" r="r" t="t"/>
              <a:pathLst>
                <a:path extrusionOk="0" h="10490" w="8274">
                  <a:moveTo>
                    <a:pt x="5838" y="683"/>
                  </a:moveTo>
                  <a:cubicBezTo>
                    <a:pt x="6105" y="683"/>
                    <a:pt x="6405" y="749"/>
                    <a:pt x="6639" y="883"/>
                  </a:cubicBezTo>
                  <a:cubicBezTo>
                    <a:pt x="7273" y="1250"/>
                    <a:pt x="7606" y="2017"/>
                    <a:pt x="7606" y="3051"/>
                  </a:cubicBezTo>
                  <a:cubicBezTo>
                    <a:pt x="7606" y="5353"/>
                    <a:pt x="5972" y="8188"/>
                    <a:pt x="3970" y="9356"/>
                  </a:cubicBezTo>
                  <a:cubicBezTo>
                    <a:pt x="3421" y="9661"/>
                    <a:pt x="2885" y="9817"/>
                    <a:pt x="2414" y="9817"/>
                  </a:cubicBezTo>
                  <a:cubicBezTo>
                    <a:pt x="2112" y="9817"/>
                    <a:pt x="1836" y="9753"/>
                    <a:pt x="1602" y="9623"/>
                  </a:cubicBezTo>
                  <a:cubicBezTo>
                    <a:pt x="1002" y="9256"/>
                    <a:pt x="668" y="8488"/>
                    <a:pt x="668" y="7454"/>
                  </a:cubicBezTo>
                  <a:cubicBezTo>
                    <a:pt x="668" y="5119"/>
                    <a:pt x="2302" y="2317"/>
                    <a:pt x="4304" y="1150"/>
                  </a:cubicBezTo>
                  <a:cubicBezTo>
                    <a:pt x="4771" y="850"/>
                    <a:pt x="5271" y="716"/>
                    <a:pt x="5838" y="683"/>
                  </a:cubicBezTo>
                  <a:close/>
                  <a:moveTo>
                    <a:pt x="5833" y="1"/>
                  </a:moveTo>
                  <a:cubicBezTo>
                    <a:pt x="5260" y="1"/>
                    <a:pt x="4626" y="197"/>
                    <a:pt x="3970" y="583"/>
                  </a:cubicBezTo>
                  <a:cubicBezTo>
                    <a:pt x="1769" y="1850"/>
                    <a:pt x="1" y="4919"/>
                    <a:pt x="1" y="7454"/>
                  </a:cubicBezTo>
                  <a:cubicBezTo>
                    <a:pt x="1" y="8755"/>
                    <a:pt x="434" y="9723"/>
                    <a:pt x="1268" y="10190"/>
                  </a:cubicBezTo>
                  <a:cubicBezTo>
                    <a:pt x="1635" y="10390"/>
                    <a:pt x="2036" y="10490"/>
                    <a:pt x="2436" y="10490"/>
                  </a:cubicBezTo>
                  <a:cubicBezTo>
                    <a:pt x="3103" y="10490"/>
                    <a:pt x="3737" y="10290"/>
                    <a:pt x="4304" y="9923"/>
                  </a:cubicBezTo>
                  <a:cubicBezTo>
                    <a:pt x="6472" y="8655"/>
                    <a:pt x="8273" y="5586"/>
                    <a:pt x="8273" y="3051"/>
                  </a:cubicBezTo>
                  <a:cubicBezTo>
                    <a:pt x="8273" y="1750"/>
                    <a:pt x="7806" y="783"/>
                    <a:pt x="6972" y="316"/>
                  </a:cubicBezTo>
                  <a:cubicBezTo>
                    <a:pt x="6635" y="105"/>
                    <a:pt x="6250" y="1"/>
                    <a:pt x="583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45"/>
            <p:cNvSpPr/>
            <p:nvPr/>
          </p:nvSpPr>
          <p:spPr>
            <a:xfrm>
              <a:off x="5514950" y="2774950"/>
              <a:ext cx="111775" cy="145075"/>
            </a:xfrm>
            <a:custGeom>
              <a:rect b="b" l="l" r="r" t="t"/>
              <a:pathLst>
                <a:path extrusionOk="0" h="5803" w="4471">
                  <a:moveTo>
                    <a:pt x="3230" y="0"/>
                  </a:moveTo>
                  <a:cubicBezTo>
                    <a:pt x="2930" y="0"/>
                    <a:pt x="2593" y="97"/>
                    <a:pt x="2235" y="300"/>
                  </a:cubicBezTo>
                  <a:cubicBezTo>
                    <a:pt x="901" y="1167"/>
                    <a:pt x="67" y="2602"/>
                    <a:pt x="0" y="4203"/>
                  </a:cubicBezTo>
                  <a:cubicBezTo>
                    <a:pt x="0" y="5222"/>
                    <a:pt x="488" y="5803"/>
                    <a:pt x="1226" y="5803"/>
                  </a:cubicBezTo>
                  <a:cubicBezTo>
                    <a:pt x="1526" y="5803"/>
                    <a:pt x="1868" y="5706"/>
                    <a:pt x="2235" y="5504"/>
                  </a:cubicBezTo>
                  <a:cubicBezTo>
                    <a:pt x="3569" y="4636"/>
                    <a:pt x="4370" y="3169"/>
                    <a:pt x="4470" y="1601"/>
                  </a:cubicBezTo>
                  <a:cubicBezTo>
                    <a:pt x="4470" y="582"/>
                    <a:pt x="3965" y="0"/>
                    <a:pt x="323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45"/>
            <p:cNvSpPr/>
            <p:nvPr/>
          </p:nvSpPr>
          <p:spPr>
            <a:xfrm>
              <a:off x="5326475" y="2325225"/>
              <a:ext cx="143450" cy="182025"/>
            </a:xfrm>
            <a:custGeom>
              <a:rect b="b" l="l" r="r" t="t"/>
              <a:pathLst>
                <a:path extrusionOk="0" h="7281" w="5738">
                  <a:moveTo>
                    <a:pt x="4070" y="476"/>
                  </a:moveTo>
                  <a:cubicBezTo>
                    <a:pt x="4270" y="476"/>
                    <a:pt x="4437" y="509"/>
                    <a:pt x="4637" y="610"/>
                  </a:cubicBezTo>
                  <a:cubicBezTo>
                    <a:pt x="5037" y="876"/>
                    <a:pt x="5271" y="1410"/>
                    <a:pt x="5271" y="2111"/>
                  </a:cubicBezTo>
                  <a:cubicBezTo>
                    <a:pt x="5171" y="3879"/>
                    <a:pt x="4237" y="5513"/>
                    <a:pt x="2769" y="6480"/>
                  </a:cubicBezTo>
                  <a:cubicBezTo>
                    <a:pt x="2382" y="6705"/>
                    <a:pt x="2019" y="6817"/>
                    <a:pt x="1697" y="6817"/>
                  </a:cubicBezTo>
                  <a:cubicBezTo>
                    <a:pt x="1492" y="6817"/>
                    <a:pt x="1303" y="6771"/>
                    <a:pt x="1135" y="6681"/>
                  </a:cubicBezTo>
                  <a:cubicBezTo>
                    <a:pt x="701" y="6414"/>
                    <a:pt x="467" y="5880"/>
                    <a:pt x="467" y="5179"/>
                  </a:cubicBezTo>
                  <a:cubicBezTo>
                    <a:pt x="568" y="3378"/>
                    <a:pt x="1502" y="1777"/>
                    <a:pt x="3003" y="810"/>
                  </a:cubicBezTo>
                  <a:cubicBezTo>
                    <a:pt x="3303" y="610"/>
                    <a:pt x="3670" y="476"/>
                    <a:pt x="4070" y="476"/>
                  </a:cubicBezTo>
                  <a:close/>
                  <a:moveTo>
                    <a:pt x="4051" y="1"/>
                  </a:moveTo>
                  <a:cubicBezTo>
                    <a:pt x="3653" y="1"/>
                    <a:pt x="3217" y="137"/>
                    <a:pt x="2769" y="409"/>
                  </a:cubicBezTo>
                  <a:cubicBezTo>
                    <a:pt x="1135" y="1443"/>
                    <a:pt x="101" y="3211"/>
                    <a:pt x="0" y="5179"/>
                  </a:cubicBezTo>
                  <a:cubicBezTo>
                    <a:pt x="0" y="6080"/>
                    <a:pt x="334" y="6747"/>
                    <a:pt x="901" y="7081"/>
                  </a:cubicBezTo>
                  <a:cubicBezTo>
                    <a:pt x="1135" y="7214"/>
                    <a:pt x="1435" y="7281"/>
                    <a:pt x="1702" y="7281"/>
                  </a:cubicBezTo>
                  <a:cubicBezTo>
                    <a:pt x="2169" y="7248"/>
                    <a:pt x="2602" y="7114"/>
                    <a:pt x="2969" y="6881"/>
                  </a:cubicBezTo>
                  <a:cubicBezTo>
                    <a:pt x="4604" y="5813"/>
                    <a:pt x="5638" y="4045"/>
                    <a:pt x="5738" y="2111"/>
                  </a:cubicBezTo>
                  <a:cubicBezTo>
                    <a:pt x="5738" y="1210"/>
                    <a:pt x="5404" y="543"/>
                    <a:pt x="4837" y="209"/>
                  </a:cubicBezTo>
                  <a:cubicBezTo>
                    <a:pt x="4601" y="70"/>
                    <a:pt x="4336" y="1"/>
                    <a:pt x="405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45"/>
            <p:cNvSpPr/>
            <p:nvPr/>
          </p:nvSpPr>
          <p:spPr>
            <a:xfrm>
              <a:off x="5359825" y="2365925"/>
              <a:ext cx="77575" cy="100850"/>
            </a:xfrm>
            <a:custGeom>
              <a:rect b="b" l="l" r="r" t="t"/>
              <a:pathLst>
                <a:path extrusionOk="0" h="4034" w="3103">
                  <a:moveTo>
                    <a:pt x="2239" y="0"/>
                  </a:moveTo>
                  <a:cubicBezTo>
                    <a:pt x="2027" y="0"/>
                    <a:pt x="1788" y="70"/>
                    <a:pt x="1535" y="216"/>
                  </a:cubicBezTo>
                  <a:cubicBezTo>
                    <a:pt x="635" y="816"/>
                    <a:pt x="34" y="1817"/>
                    <a:pt x="1" y="2918"/>
                  </a:cubicBezTo>
                  <a:cubicBezTo>
                    <a:pt x="1" y="3626"/>
                    <a:pt x="352" y="4034"/>
                    <a:pt x="853" y="4034"/>
                  </a:cubicBezTo>
                  <a:cubicBezTo>
                    <a:pt x="1060" y="4034"/>
                    <a:pt x="1292" y="3964"/>
                    <a:pt x="1535" y="3818"/>
                  </a:cubicBezTo>
                  <a:cubicBezTo>
                    <a:pt x="2469" y="3218"/>
                    <a:pt x="3036" y="2217"/>
                    <a:pt x="3103" y="1116"/>
                  </a:cubicBezTo>
                  <a:cubicBezTo>
                    <a:pt x="3103" y="408"/>
                    <a:pt x="2752" y="0"/>
                    <a:pt x="223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45"/>
            <p:cNvSpPr/>
            <p:nvPr/>
          </p:nvSpPr>
          <p:spPr>
            <a:xfrm>
              <a:off x="5022100" y="2207575"/>
              <a:ext cx="143450" cy="182100"/>
            </a:xfrm>
            <a:custGeom>
              <a:rect b="b" l="l" r="r" t="t"/>
              <a:pathLst>
                <a:path extrusionOk="0" h="7284" w="5738">
                  <a:moveTo>
                    <a:pt x="4024" y="450"/>
                  </a:moveTo>
                  <a:cubicBezTo>
                    <a:pt x="4243" y="450"/>
                    <a:pt x="4440" y="503"/>
                    <a:pt x="4603" y="612"/>
                  </a:cubicBezTo>
                  <a:cubicBezTo>
                    <a:pt x="5037" y="846"/>
                    <a:pt x="5271" y="1379"/>
                    <a:pt x="5271" y="2113"/>
                  </a:cubicBezTo>
                  <a:cubicBezTo>
                    <a:pt x="5170" y="3881"/>
                    <a:pt x="4236" y="5516"/>
                    <a:pt x="2769" y="6483"/>
                  </a:cubicBezTo>
                  <a:cubicBezTo>
                    <a:pt x="2394" y="6700"/>
                    <a:pt x="2042" y="6812"/>
                    <a:pt x="1728" y="6812"/>
                  </a:cubicBezTo>
                  <a:cubicBezTo>
                    <a:pt x="1511" y="6812"/>
                    <a:pt x="1311" y="6759"/>
                    <a:pt x="1134" y="6650"/>
                  </a:cubicBezTo>
                  <a:cubicBezTo>
                    <a:pt x="701" y="6416"/>
                    <a:pt x="467" y="5883"/>
                    <a:pt x="467" y="5149"/>
                  </a:cubicBezTo>
                  <a:cubicBezTo>
                    <a:pt x="567" y="3381"/>
                    <a:pt x="1501" y="1746"/>
                    <a:pt x="2969" y="779"/>
                  </a:cubicBezTo>
                  <a:cubicBezTo>
                    <a:pt x="3344" y="562"/>
                    <a:pt x="3707" y="450"/>
                    <a:pt x="4024" y="450"/>
                  </a:cubicBezTo>
                  <a:close/>
                  <a:moveTo>
                    <a:pt x="4033" y="1"/>
                  </a:moveTo>
                  <a:cubicBezTo>
                    <a:pt x="3635" y="1"/>
                    <a:pt x="3196" y="129"/>
                    <a:pt x="2735" y="379"/>
                  </a:cubicBezTo>
                  <a:cubicBezTo>
                    <a:pt x="1134" y="1446"/>
                    <a:pt x="100" y="3214"/>
                    <a:pt x="0" y="5149"/>
                  </a:cubicBezTo>
                  <a:cubicBezTo>
                    <a:pt x="0" y="6049"/>
                    <a:pt x="300" y="6750"/>
                    <a:pt x="867" y="7050"/>
                  </a:cubicBezTo>
                  <a:cubicBezTo>
                    <a:pt x="1134" y="7217"/>
                    <a:pt x="1401" y="7284"/>
                    <a:pt x="1701" y="7284"/>
                  </a:cubicBezTo>
                  <a:cubicBezTo>
                    <a:pt x="2135" y="7250"/>
                    <a:pt x="2569" y="7117"/>
                    <a:pt x="2969" y="6883"/>
                  </a:cubicBezTo>
                  <a:cubicBezTo>
                    <a:pt x="4603" y="5816"/>
                    <a:pt x="5604" y="4048"/>
                    <a:pt x="5738" y="2113"/>
                  </a:cubicBezTo>
                  <a:cubicBezTo>
                    <a:pt x="5738" y="1213"/>
                    <a:pt x="5404" y="545"/>
                    <a:pt x="4837" y="212"/>
                  </a:cubicBezTo>
                  <a:cubicBezTo>
                    <a:pt x="4596" y="70"/>
                    <a:pt x="4326" y="1"/>
                    <a:pt x="403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45"/>
            <p:cNvSpPr/>
            <p:nvPr/>
          </p:nvSpPr>
          <p:spPr>
            <a:xfrm>
              <a:off x="5054625" y="2248325"/>
              <a:ext cx="78400" cy="100050"/>
            </a:xfrm>
            <a:custGeom>
              <a:rect b="b" l="l" r="r" t="t"/>
              <a:pathLst>
                <a:path extrusionOk="0" h="4002" w="3136">
                  <a:moveTo>
                    <a:pt x="2272" y="1"/>
                  </a:moveTo>
                  <a:cubicBezTo>
                    <a:pt x="2060" y="1"/>
                    <a:pt x="1821" y="70"/>
                    <a:pt x="1568" y="216"/>
                  </a:cubicBezTo>
                  <a:cubicBezTo>
                    <a:pt x="634" y="817"/>
                    <a:pt x="67" y="1818"/>
                    <a:pt x="0" y="2918"/>
                  </a:cubicBezTo>
                  <a:cubicBezTo>
                    <a:pt x="0" y="3602"/>
                    <a:pt x="349" y="4002"/>
                    <a:pt x="860" y="4002"/>
                  </a:cubicBezTo>
                  <a:cubicBezTo>
                    <a:pt x="1073" y="4002"/>
                    <a:pt x="1313" y="3933"/>
                    <a:pt x="1568" y="3786"/>
                  </a:cubicBezTo>
                  <a:cubicBezTo>
                    <a:pt x="2468" y="3185"/>
                    <a:pt x="3069" y="2184"/>
                    <a:pt x="3136" y="1117"/>
                  </a:cubicBezTo>
                  <a:cubicBezTo>
                    <a:pt x="3136" y="409"/>
                    <a:pt x="2784" y="1"/>
                    <a:pt x="227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45"/>
            <p:cNvSpPr/>
            <p:nvPr/>
          </p:nvSpPr>
          <p:spPr>
            <a:xfrm>
              <a:off x="4983725" y="1892250"/>
              <a:ext cx="109575" cy="133825"/>
            </a:xfrm>
            <a:custGeom>
              <a:rect b="b" l="l" r="r" t="t"/>
              <a:pathLst>
                <a:path extrusionOk="0" h="5353" w="4383">
                  <a:moveTo>
                    <a:pt x="2909" y="347"/>
                  </a:moveTo>
                  <a:cubicBezTo>
                    <a:pt x="3501" y="347"/>
                    <a:pt x="4047" y="887"/>
                    <a:pt x="3903" y="1583"/>
                  </a:cubicBezTo>
                  <a:cubicBezTo>
                    <a:pt x="3837" y="2884"/>
                    <a:pt x="3136" y="4085"/>
                    <a:pt x="2069" y="4786"/>
                  </a:cubicBezTo>
                  <a:cubicBezTo>
                    <a:pt x="1863" y="4973"/>
                    <a:pt x="1623" y="5055"/>
                    <a:pt x="1389" y="5055"/>
                  </a:cubicBezTo>
                  <a:cubicBezTo>
                    <a:pt x="790" y="5055"/>
                    <a:pt x="233" y="4514"/>
                    <a:pt x="401" y="3818"/>
                  </a:cubicBezTo>
                  <a:cubicBezTo>
                    <a:pt x="468" y="2518"/>
                    <a:pt x="1135" y="1317"/>
                    <a:pt x="2236" y="616"/>
                  </a:cubicBezTo>
                  <a:cubicBezTo>
                    <a:pt x="2441" y="429"/>
                    <a:pt x="2679" y="347"/>
                    <a:pt x="2909" y="347"/>
                  </a:cubicBezTo>
                  <a:close/>
                  <a:moveTo>
                    <a:pt x="2917" y="1"/>
                  </a:moveTo>
                  <a:cubicBezTo>
                    <a:pt x="2629" y="1"/>
                    <a:pt x="2333" y="97"/>
                    <a:pt x="2069" y="316"/>
                  </a:cubicBezTo>
                  <a:cubicBezTo>
                    <a:pt x="868" y="1116"/>
                    <a:pt x="134" y="2384"/>
                    <a:pt x="34" y="3818"/>
                  </a:cubicBezTo>
                  <a:cubicBezTo>
                    <a:pt x="1" y="4352"/>
                    <a:pt x="234" y="4919"/>
                    <a:pt x="701" y="5219"/>
                  </a:cubicBezTo>
                  <a:cubicBezTo>
                    <a:pt x="868" y="5320"/>
                    <a:pt x="1068" y="5353"/>
                    <a:pt x="1302" y="5353"/>
                  </a:cubicBezTo>
                  <a:cubicBezTo>
                    <a:pt x="1635" y="5353"/>
                    <a:pt x="1935" y="5253"/>
                    <a:pt x="2236" y="5053"/>
                  </a:cubicBezTo>
                  <a:cubicBezTo>
                    <a:pt x="3436" y="4285"/>
                    <a:pt x="4170" y="2985"/>
                    <a:pt x="4237" y="1583"/>
                  </a:cubicBezTo>
                  <a:cubicBezTo>
                    <a:pt x="4383" y="686"/>
                    <a:pt x="3682" y="1"/>
                    <a:pt x="291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45"/>
            <p:cNvSpPr/>
            <p:nvPr/>
          </p:nvSpPr>
          <p:spPr>
            <a:xfrm>
              <a:off x="5008750" y="1922900"/>
              <a:ext cx="57575" cy="73750"/>
            </a:xfrm>
            <a:custGeom>
              <a:rect b="b" l="l" r="r" t="t"/>
              <a:pathLst>
                <a:path extrusionOk="0" h="2950" w="2303">
                  <a:moveTo>
                    <a:pt x="1662" y="1"/>
                  </a:moveTo>
                  <a:cubicBezTo>
                    <a:pt x="1510" y="1"/>
                    <a:pt x="1342" y="51"/>
                    <a:pt x="1168" y="157"/>
                  </a:cubicBezTo>
                  <a:cubicBezTo>
                    <a:pt x="467" y="591"/>
                    <a:pt x="67" y="1325"/>
                    <a:pt x="0" y="2125"/>
                  </a:cubicBezTo>
                  <a:cubicBezTo>
                    <a:pt x="0" y="2647"/>
                    <a:pt x="270" y="2949"/>
                    <a:pt x="653" y="2949"/>
                  </a:cubicBezTo>
                  <a:cubicBezTo>
                    <a:pt x="809" y="2949"/>
                    <a:pt x="984" y="2899"/>
                    <a:pt x="1168" y="2793"/>
                  </a:cubicBezTo>
                  <a:cubicBezTo>
                    <a:pt x="1835" y="2359"/>
                    <a:pt x="2269" y="1625"/>
                    <a:pt x="2302" y="825"/>
                  </a:cubicBezTo>
                  <a:cubicBezTo>
                    <a:pt x="2302" y="303"/>
                    <a:pt x="2033" y="1"/>
                    <a:pt x="166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45"/>
            <p:cNvSpPr/>
            <p:nvPr/>
          </p:nvSpPr>
          <p:spPr>
            <a:xfrm>
              <a:off x="5183875" y="20010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33" y="1"/>
                  </a:moveTo>
                  <a:cubicBezTo>
                    <a:pt x="843" y="1"/>
                    <a:pt x="741" y="32"/>
                    <a:pt x="634" y="100"/>
                  </a:cubicBezTo>
                  <a:cubicBezTo>
                    <a:pt x="267" y="334"/>
                    <a:pt x="0" y="767"/>
                    <a:pt x="0" y="1234"/>
                  </a:cubicBezTo>
                  <a:cubicBezTo>
                    <a:pt x="0" y="1519"/>
                    <a:pt x="153" y="1686"/>
                    <a:pt x="361" y="1686"/>
                  </a:cubicBezTo>
                  <a:cubicBezTo>
                    <a:pt x="445" y="1686"/>
                    <a:pt x="538" y="1659"/>
                    <a:pt x="634" y="1601"/>
                  </a:cubicBezTo>
                  <a:cubicBezTo>
                    <a:pt x="1034" y="1334"/>
                    <a:pt x="1268" y="934"/>
                    <a:pt x="1301" y="467"/>
                  </a:cubicBezTo>
                  <a:cubicBezTo>
                    <a:pt x="1301" y="184"/>
                    <a:pt x="1151" y="1"/>
                    <a:pt x="93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45"/>
            <p:cNvSpPr/>
            <p:nvPr/>
          </p:nvSpPr>
          <p:spPr>
            <a:xfrm>
              <a:off x="4935350" y="2325000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0"/>
                  </a:moveTo>
                  <a:cubicBezTo>
                    <a:pt x="840" y="0"/>
                    <a:pt x="740" y="27"/>
                    <a:pt x="635" y="85"/>
                  </a:cubicBezTo>
                  <a:cubicBezTo>
                    <a:pt x="268" y="352"/>
                    <a:pt x="1" y="752"/>
                    <a:pt x="1" y="1219"/>
                  </a:cubicBezTo>
                  <a:cubicBezTo>
                    <a:pt x="1" y="1502"/>
                    <a:pt x="151" y="1685"/>
                    <a:pt x="358" y="1685"/>
                  </a:cubicBezTo>
                  <a:cubicBezTo>
                    <a:pt x="443" y="1685"/>
                    <a:pt x="537" y="1654"/>
                    <a:pt x="635" y="1586"/>
                  </a:cubicBezTo>
                  <a:cubicBezTo>
                    <a:pt x="1035" y="1352"/>
                    <a:pt x="1269" y="919"/>
                    <a:pt x="1302" y="452"/>
                  </a:cubicBezTo>
                  <a:cubicBezTo>
                    <a:pt x="1302" y="167"/>
                    <a:pt x="1150" y="0"/>
                    <a:pt x="92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45"/>
            <p:cNvSpPr/>
            <p:nvPr/>
          </p:nvSpPr>
          <p:spPr>
            <a:xfrm>
              <a:off x="4892825" y="26965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45" y="1"/>
                  </a:moveTo>
                  <a:cubicBezTo>
                    <a:pt x="860" y="1"/>
                    <a:pt x="765" y="32"/>
                    <a:pt x="668" y="100"/>
                  </a:cubicBezTo>
                  <a:cubicBezTo>
                    <a:pt x="268" y="334"/>
                    <a:pt x="34" y="767"/>
                    <a:pt x="1" y="1234"/>
                  </a:cubicBezTo>
                  <a:cubicBezTo>
                    <a:pt x="1" y="1519"/>
                    <a:pt x="153" y="1686"/>
                    <a:pt x="373" y="1686"/>
                  </a:cubicBezTo>
                  <a:cubicBezTo>
                    <a:pt x="462" y="1686"/>
                    <a:pt x="562" y="1659"/>
                    <a:pt x="668" y="1601"/>
                  </a:cubicBezTo>
                  <a:cubicBezTo>
                    <a:pt x="1035" y="1334"/>
                    <a:pt x="1268" y="934"/>
                    <a:pt x="1302" y="467"/>
                  </a:cubicBezTo>
                  <a:cubicBezTo>
                    <a:pt x="1302" y="184"/>
                    <a:pt x="1151" y="1"/>
                    <a:pt x="94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45"/>
            <p:cNvSpPr/>
            <p:nvPr/>
          </p:nvSpPr>
          <p:spPr>
            <a:xfrm>
              <a:off x="4751075" y="2679100"/>
              <a:ext cx="40050" cy="51575"/>
            </a:xfrm>
            <a:custGeom>
              <a:rect b="b" l="l" r="r" t="t"/>
              <a:pathLst>
                <a:path extrusionOk="0" h="2063" w="1602">
                  <a:moveTo>
                    <a:pt x="1144" y="1"/>
                  </a:moveTo>
                  <a:cubicBezTo>
                    <a:pt x="1039" y="1"/>
                    <a:pt x="923" y="32"/>
                    <a:pt x="801" y="98"/>
                  </a:cubicBezTo>
                  <a:cubicBezTo>
                    <a:pt x="334" y="431"/>
                    <a:pt x="33" y="932"/>
                    <a:pt x="0" y="1499"/>
                  </a:cubicBezTo>
                  <a:cubicBezTo>
                    <a:pt x="0" y="1858"/>
                    <a:pt x="190" y="2063"/>
                    <a:pt x="457" y="2063"/>
                  </a:cubicBezTo>
                  <a:cubicBezTo>
                    <a:pt x="562" y="2063"/>
                    <a:pt x="679" y="2031"/>
                    <a:pt x="801" y="1966"/>
                  </a:cubicBezTo>
                  <a:cubicBezTo>
                    <a:pt x="1268" y="1665"/>
                    <a:pt x="1568" y="1132"/>
                    <a:pt x="1601" y="565"/>
                  </a:cubicBezTo>
                  <a:cubicBezTo>
                    <a:pt x="1601" y="205"/>
                    <a:pt x="1412" y="1"/>
                    <a:pt x="114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45"/>
            <p:cNvSpPr/>
            <p:nvPr/>
          </p:nvSpPr>
          <p:spPr>
            <a:xfrm>
              <a:off x="4720200" y="2886550"/>
              <a:ext cx="25050" cy="32425"/>
            </a:xfrm>
            <a:custGeom>
              <a:rect b="b" l="l" r="r" t="t"/>
              <a:pathLst>
                <a:path extrusionOk="0" h="1297" w="1002">
                  <a:moveTo>
                    <a:pt x="721" y="0"/>
                  </a:moveTo>
                  <a:cubicBezTo>
                    <a:pt x="654" y="0"/>
                    <a:pt x="579" y="24"/>
                    <a:pt x="501" y="72"/>
                  </a:cubicBezTo>
                  <a:cubicBezTo>
                    <a:pt x="201" y="272"/>
                    <a:pt x="1" y="573"/>
                    <a:pt x="1" y="940"/>
                  </a:cubicBezTo>
                  <a:cubicBezTo>
                    <a:pt x="1" y="1178"/>
                    <a:pt x="120" y="1297"/>
                    <a:pt x="285" y="1297"/>
                  </a:cubicBezTo>
                  <a:cubicBezTo>
                    <a:pt x="351" y="1297"/>
                    <a:pt x="425" y="1278"/>
                    <a:pt x="501" y="1240"/>
                  </a:cubicBezTo>
                  <a:cubicBezTo>
                    <a:pt x="801" y="1040"/>
                    <a:pt x="968" y="706"/>
                    <a:pt x="1002" y="372"/>
                  </a:cubicBezTo>
                  <a:cubicBezTo>
                    <a:pt x="1002" y="136"/>
                    <a:pt x="885" y="0"/>
                    <a:pt x="72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45"/>
            <p:cNvSpPr/>
            <p:nvPr/>
          </p:nvSpPr>
          <p:spPr>
            <a:xfrm>
              <a:off x="4810275" y="2884750"/>
              <a:ext cx="51725" cy="67250"/>
            </a:xfrm>
            <a:custGeom>
              <a:rect b="b" l="l" r="r" t="t"/>
              <a:pathLst>
                <a:path extrusionOk="0" h="2690" w="2069">
                  <a:moveTo>
                    <a:pt x="1496" y="1"/>
                  </a:moveTo>
                  <a:cubicBezTo>
                    <a:pt x="1357" y="1"/>
                    <a:pt x="1200" y="47"/>
                    <a:pt x="1034" y="144"/>
                  </a:cubicBezTo>
                  <a:cubicBezTo>
                    <a:pt x="434" y="545"/>
                    <a:pt x="34" y="1212"/>
                    <a:pt x="0" y="1946"/>
                  </a:cubicBezTo>
                  <a:cubicBezTo>
                    <a:pt x="0" y="2418"/>
                    <a:pt x="235" y="2690"/>
                    <a:pt x="572" y="2690"/>
                  </a:cubicBezTo>
                  <a:cubicBezTo>
                    <a:pt x="712" y="2690"/>
                    <a:pt x="869" y="2643"/>
                    <a:pt x="1034" y="2546"/>
                  </a:cubicBezTo>
                  <a:cubicBezTo>
                    <a:pt x="1668" y="2146"/>
                    <a:pt x="2035" y="1479"/>
                    <a:pt x="2069" y="745"/>
                  </a:cubicBezTo>
                  <a:cubicBezTo>
                    <a:pt x="2069" y="272"/>
                    <a:pt x="1834" y="1"/>
                    <a:pt x="149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45"/>
            <p:cNvSpPr/>
            <p:nvPr/>
          </p:nvSpPr>
          <p:spPr>
            <a:xfrm>
              <a:off x="5251425" y="1607650"/>
              <a:ext cx="54225" cy="70775"/>
            </a:xfrm>
            <a:custGeom>
              <a:rect b="b" l="l" r="r" t="t"/>
              <a:pathLst>
                <a:path extrusionOk="0" h="2831" w="2169">
                  <a:moveTo>
                    <a:pt x="1585" y="1"/>
                  </a:moveTo>
                  <a:cubicBezTo>
                    <a:pt x="1440" y="1"/>
                    <a:pt x="1276" y="51"/>
                    <a:pt x="1101" y="158"/>
                  </a:cubicBezTo>
                  <a:cubicBezTo>
                    <a:pt x="434" y="559"/>
                    <a:pt x="34" y="1259"/>
                    <a:pt x="0" y="2060"/>
                  </a:cubicBezTo>
                  <a:cubicBezTo>
                    <a:pt x="0" y="2540"/>
                    <a:pt x="243" y="2830"/>
                    <a:pt x="615" y="2830"/>
                  </a:cubicBezTo>
                  <a:cubicBezTo>
                    <a:pt x="760" y="2830"/>
                    <a:pt x="924" y="2787"/>
                    <a:pt x="1101" y="2693"/>
                  </a:cubicBezTo>
                  <a:cubicBezTo>
                    <a:pt x="1735" y="2260"/>
                    <a:pt x="2135" y="1559"/>
                    <a:pt x="2169" y="792"/>
                  </a:cubicBezTo>
                  <a:cubicBezTo>
                    <a:pt x="2169" y="296"/>
                    <a:pt x="1935" y="1"/>
                    <a:pt x="158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45"/>
            <p:cNvSpPr/>
            <p:nvPr/>
          </p:nvSpPr>
          <p:spPr>
            <a:xfrm>
              <a:off x="5087975" y="1661175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1"/>
                  </a:moveTo>
                  <a:cubicBezTo>
                    <a:pt x="840" y="1"/>
                    <a:pt x="740" y="28"/>
                    <a:pt x="634" y="85"/>
                  </a:cubicBezTo>
                  <a:cubicBezTo>
                    <a:pt x="267" y="352"/>
                    <a:pt x="0" y="753"/>
                    <a:pt x="0" y="1220"/>
                  </a:cubicBezTo>
                  <a:cubicBezTo>
                    <a:pt x="0" y="1503"/>
                    <a:pt x="151" y="1686"/>
                    <a:pt x="357" y="1686"/>
                  </a:cubicBezTo>
                  <a:cubicBezTo>
                    <a:pt x="442" y="1686"/>
                    <a:pt x="537" y="1655"/>
                    <a:pt x="634" y="1587"/>
                  </a:cubicBezTo>
                  <a:cubicBezTo>
                    <a:pt x="1034" y="1353"/>
                    <a:pt x="1268" y="919"/>
                    <a:pt x="1301" y="452"/>
                  </a:cubicBezTo>
                  <a:cubicBezTo>
                    <a:pt x="1301" y="167"/>
                    <a:pt x="1149" y="1"/>
                    <a:pt x="92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45"/>
            <p:cNvSpPr/>
            <p:nvPr/>
          </p:nvSpPr>
          <p:spPr>
            <a:xfrm>
              <a:off x="4981225" y="2729925"/>
              <a:ext cx="112600" cy="145075"/>
            </a:xfrm>
            <a:custGeom>
              <a:rect b="b" l="l" r="r" t="t"/>
              <a:pathLst>
                <a:path extrusionOk="0" h="5803" w="4504">
                  <a:moveTo>
                    <a:pt x="3264" y="0"/>
                  </a:moveTo>
                  <a:cubicBezTo>
                    <a:pt x="2964" y="0"/>
                    <a:pt x="2626" y="97"/>
                    <a:pt x="2269" y="300"/>
                  </a:cubicBezTo>
                  <a:cubicBezTo>
                    <a:pt x="935" y="1167"/>
                    <a:pt x="101" y="2601"/>
                    <a:pt x="1" y="4202"/>
                  </a:cubicBezTo>
                  <a:cubicBezTo>
                    <a:pt x="1" y="5221"/>
                    <a:pt x="506" y="5803"/>
                    <a:pt x="1253" y="5803"/>
                  </a:cubicBezTo>
                  <a:cubicBezTo>
                    <a:pt x="1557" y="5803"/>
                    <a:pt x="1902" y="5706"/>
                    <a:pt x="2269" y="5503"/>
                  </a:cubicBezTo>
                  <a:cubicBezTo>
                    <a:pt x="3570" y="4636"/>
                    <a:pt x="4404" y="3168"/>
                    <a:pt x="4504" y="1600"/>
                  </a:cubicBezTo>
                  <a:cubicBezTo>
                    <a:pt x="4504" y="581"/>
                    <a:pt x="3999" y="0"/>
                    <a:pt x="326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45"/>
            <p:cNvSpPr/>
            <p:nvPr/>
          </p:nvSpPr>
          <p:spPr>
            <a:xfrm>
              <a:off x="5514950" y="2774950"/>
              <a:ext cx="111775" cy="145075"/>
            </a:xfrm>
            <a:custGeom>
              <a:rect b="b" l="l" r="r" t="t"/>
              <a:pathLst>
                <a:path extrusionOk="0" h="5803" w="4471">
                  <a:moveTo>
                    <a:pt x="3230" y="0"/>
                  </a:moveTo>
                  <a:cubicBezTo>
                    <a:pt x="2930" y="0"/>
                    <a:pt x="2593" y="97"/>
                    <a:pt x="2235" y="300"/>
                  </a:cubicBezTo>
                  <a:cubicBezTo>
                    <a:pt x="901" y="1167"/>
                    <a:pt x="67" y="2602"/>
                    <a:pt x="0" y="4203"/>
                  </a:cubicBezTo>
                  <a:cubicBezTo>
                    <a:pt x="0" y="5222"/>
                    <a:pt x="488" y="5803"/>
                    <a:pt x="1226" y="5803"/>
                  </a:cubicBezTo>
                  <a:cubicBezTo>
                    <a:pt x="1526" y="5803"/>
                    <a:pt x="1868" y="5706"/>
                    <a:pt x="2235" y="5504"/>
                  </a:cubicBezTo>
                  <a:cubicBezTo>
                    <a:pt x="3569" y="4636"/>
                    <a:pt x="4370" y="3169"/>
                    <a:pt x="4470" y="1601"/>
                  </a:cubicBezTo>
                  <a:cubicBezTo>
                    <a:pt x="4470" y="582"/>
                    <a:pt x="3965" y="0"/>
                    <a:pt x="32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45"/>
            <p:cNvSpPr/>
            <p:nvPr/>
          </p:nvSpPr>
          <p:spPr>
            <a:xfrm>
              <a:off x="5359825" y="2365925"/>
              <a:ext cx="77575" cy="100850"/>
            </a:xfrm>
            <a:custGeom>
              <a:rect b="b" l="l" r="r" t="t"/>
              <a:pathLst>
                <a:path extrusionOk="0" h="4034" w="3103">
                  <a:moveTo>
                    <a:pt x="2239" y="0"/>
                  </a:moveTo>
                  <a:cubicBezTo>
                    <a:pt x="2027" y="0"/>
                    <a:pt x="1788" y="70"/>
                    <a:pt x="1535" y="216"/>
                  </a:cubicBezTo>
                  <a:cubicBezTo>
                    <a:pt x="635" y="816"/>
                    <a:pt x="34" y="1817"/>
                    <a:pt x="1" y="2918"/>
                  </a:cubicBezTo>
                  <a:cubicBezTo>
                    <a:pt x="1" y="3626"/>
                    <a:pt x="352" y="4034"/>
                    <a:pt x="853" y="4034"/>
                  </a:cubicBezTo>
                  <a:cubicBezTo>
                    <a:pt x="1060" y="4034"/>
                    <a:pt x="1292" y="3964"/>
                    <a:pt x="1535" y="3818"/>
                  </a:cubicBezTo>
                  <a:cubicBezTo>
                    <a:pt x="2469" y="3218"/>
                    <a:pt x="3036" y="2217"/>
                    <a:pt x="3103" y="1116"/>
                  </a:cubicBezTo>
                  <a:cubicBezTo>
                    <a:pt x="3103" y="408"/>
                    <a:pt x="2752" y="0"/>
                    <a:pt x="223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45"/>
            <p:cNvSpPr/>
            <p:nvPr/>
          </p:nvSpPr>
          <p:spPr>
            <a:xfrm>
              <a:off x="5054625" y="2248325"/>
              <a:ext cx="78400" cy="100050"/>
            </a:xfrm>
            <a:custGeom>
              <a:rect b="b" l="l" r="r" t="t"/>
              <a:pathLst>
                <a:path extrusionOk="0" h="4002" w="3136">
                  <a:moveTo>
                    <a:pt x="2272" y="1"/>
                  </a:moveTo>
                  <a:cubicBezTo>
                    <a:pt x="2060" y="1"/>
                    <a:pt x="1821" y="70"/>
                    <a:pt x="1568" y="216"/>
                  </a:cubicBezTo>
                  <a:cubicBezTo>
                    <a:pt x="634" y="817"/>
                    <a:pt x="67" y="1818"/>
                    <a:pt x="0" y="2918"/>
                  </a:cubicBezTo>
                  <a:cubicBezTo>
                    <a:pt x="0" y="3602"/>
                    <a:pt x="349" y="4002"/>
                    <a:pt x="860" y="4002"/>
                  </a:cubicBezTo>
                  <a:cubicBezTo>
                    <a:pt x="1073" y="4002"/>
                    <a:pt x="1313" y="3933"/>
                    <a:pt x="1568" y="3786"/>
                  </a:cubicBezTo>
                  <a:cubicBezTo>
                    <a:pt x="2468" y="3185"/>
                    <a:pt x="3069" y="2184"/>
                    <a:pt x="3136" y="1117"/>
                  </a:cubicBezTo>
                  <a:cubicBezTo>
                    <a:pt x="3136" y="409"/>
                    <a:pt x="2784" y="1"/>
                    <a:pt x="22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45"/>
            <p:cNvSpPr/>
            <p:nvPr/>
          </p:nvSpPr>
          <p:spPr>
            <a:xfrm>
              <a:off x="5008750" y="1922900"/>
              <a:ext cx="57575" cy="73750"/>
            </a:xfrm>
            <a:custGeom>
              <a:rect b="b" l="l" r="r" t="t"/>
              <a:pathLst>
                <a:path extrusionOk="0" h="2950" w="2303">
                  <a:moveTo>
                    <a:pt x="1662" y="1"/>
                  </a:moveTo>
                  <a:cubicBezTo>
                    <a:pt x="1510" y="1"/>
                    <a:pt x="1342" y="51"/>
                    <a:pt x="1168" y="157"/>
                  </a:cubicBezTo>
                  <a:cubicBezTo>
                    <a:pt x="467" y="591"/>
                    <a:pt x="67" y="1325"/>
                    <a:pt x="0" y="2125"/>
                  </a:cubicBezTo>
                  <a:cubicBezTo>
                    <a:pt x="0" y="2647"/>
                    <a:pt x="270" y="2949"/>
                    <a:pt x="653" y="2949"/>
                  </a:cubicBezTo>
                  <a:cubicBezTo>
                    <a:pt x="809" y="2949"/>
                    <a:pt x="984" y="2899"/>
                    <a:pt x="1168" y="2793"/>
                  </a:cubicBezTo>
                  <a:cubicBezTo>
                    <a:pt x="1835" y="2359"/>
                    <a:pt x="2269" y="1625"/>
                    <a:pt x="2302" y="825"/>
                  </a:cubicBezTo>
                  <a:cubicBezTo>
                    <a:pt x="2302" y="303"/>
                    <a:pt x="2033" y="1"/>
                    <a:pt x="166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45"/>
            <p:cNvSpPr/>
            <p:nvPr/>
          </p:nvSpPr>
          <p:spPr>
            <a:xfrm>
              <a:off x="5183875" y="20010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33" y="1"/>
                  </a:moveTo>
                  <a:cubicBezTo>
                    <a:pt x="843" y="1"/>
                    <a:pt x="741" y="32"/>
                    <a:pt x="634" y="100"/>
                  </a:cubicBezTo>
                  <a:cubicBezTo>
                    <a:pt x="267" y="334"/>
                    <a:pt x="0" y="767"/>
                    <a:pt x="0" y="1234"/>
                  </a:cubicBezTo>
                  <a:cubicBezTo>
                    <a:pt x="0" y="1519"/>
                    <a:pt x="153" y="1686"/>
                    <a:pt x="361" y="1686"/>
                  </a:cubicBezTo>
                  <a:cubicBezTo>
                    <a:pt x="445" y="1686"/>
                    <a:pt x="538" y="1659"/>
                    <a:pt x="634" y="1601"/>
                  </a:cubicBezTo>
                  <a:cubicBezTo>
                    <a:pt x="1034" y="1334"/>
                    <a:pt x="1268" y="934"/>
                    <a:pt x="1301" y="467"/>
                  </a:cubicBezTo>
                  <a:cubicBezTo>
                    <a:pt x="1301" y="184"/>
                    <a:pt x="1151" y="1"/>
                    <a:pt x="93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45"/>
            <p:cNvSpPr/>
            <p:nvPr/>
          </p:nvSpPr>
          <p:spPr>
            <a:xfrm>
              <a:off x="4935350" y="2325000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0"/>
                  </a:moveTo>
                  <a:cubicBezTo>
                    <a:pt x="840" y="0"/>
                    <a:pt x="740" y="27"/>
                    <a:pt x="635" y="85"/>
                  </a:cubicBezTo>
                  <a:cubicBezTo>
                    <a:pt x="268" y="352"/>
                    <a:pt x="1" y="752"/>
                    <a:pt x="1" y="1219"/>
                  </a:cubicBezTo>
                  <a:cubicBezTo>
                    <a:pt x="1" y="1502"/>
                    <a:pt x="151" y="1685"/>
                    <a:pt x="358" y="1685"/>
                  </a:cubicBezTo>
                  <a:cubicBezTo>
                    <a:pt x="443" y="1685"/>
                    <a:pt x="537" y="1654"/>
                    <a:pt x="635" y="1586"/>
                  </a:cubicBezTo>
                  <a:cubicBezTo>
                    <a:pt x="1035" y="1352"/>
                    <a:pt x="1269" y="919"/>
                    <a:pt x="1302" y="452"/>
                  </a:cubicBezTo>
                  <a:cubicBezTo>
                    <a:pt x="1302" y="167"/>
                    <a:pt x="1150" y="0"/>
                    <a:pt x="9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45"/>
            <p:cNvSpPr/>
            <p:nvPr/>
          </p:nvSpPr>
          <p:spPr>
            <a:xfrm>
              <a:off x="4892825" y="26965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45" y="1"/>
                  </a:moveTo>
                  <a:cubicBezTo>
                    <a:pt x="860" y="1"/>
                    <a:pt x="765" y="32"/>
                    <a:pt x="668" y="100"/>
                  </a:cubicBezTo>
                  <a:cubicBezTo>
                    <a:pt x="268" y="334"/>
                    <a:pt x="34" y="767"/>
                    <a:pt x="1" y="1234"/>
                  </a:cubicBezTo>
                  <a:cubicBezTo>
                    <a:pt x="1" y="1519"/>
                    <a:pt x="153" y="1686"/>
                    <a:pt x="373" y="1686"/>
                  </a:cubicBezTo>
                  <a:cubicBezTo>
                    <a:pt x="462" y="1686"/>
                    <a:pt x="562" y="1659"/>
                    <a:pt x="668" y="1601"/>
                  </a:cubicBezTo>
                  <a:cubicBezTo>
                    <a:pt x="1035" y="1334"/>
                    <a:pt x="1268" y="934"/>
                    <a:pt x="1302" y="467"/>
                  </a:cubicBezTo>
                  <a:cubicBezTo>
                    <a:pt x="1302" y="184"/>
                    <a:pt x="1151" y="1"/>
                    <a:pt x="94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45"/>
            <p:cNvSpPr/>
            <p:nvPr/>
          </p:nvSpPr>
          <p:spPr>
            <a:xfrm>
              <a:off x="4751075" y="2679100"/>
              <a:ext cx="40050" cy="51575"/>
            </a:xfrm>
            <a:custGeom>
              <a:rect b="b" l="l" r="r" t="t"/>
              <a:pathLst>
                <a:path extrusionOk="0" h="2063" w="1602">
                  <a:moveTo>
                    <a:pt x="1144" y="1"/>
                  </a:moveTo>
                  <a:cubicBezTo>
                    <a:pt x="1039" y="1"/>
                    <a:pt x="923" y="32"/>
                    <a:pt x="801" y="98"/>
                  </a:cubicBezTo>
                  <a:cubicBezTo>
                    <a:pt x="334" y="431"/>
                    <a:pt x="33" y="932"/>
                    <a:pt x="0" y="1499"/>
                  </a:cubicBezTo>
                  <a:cubicBezTo>
                    <a:pt x="0" y="1858"/>
                    <a:pt x="190" y="2063"/>
                    <a:pt x="457" y="2063"/>
                  </a:cubicBezTo>
                  <a:cubicBezTo>
                    <a:pt x="562" y="2063"/>
                    <a:pt x="679" y="2031"/>
                    <a:pt x="801" y="1966"/>
                  </a:cubicBezTo>
                  <a:cubicBezTo>
                    <a:pt x="1268" y="1665"/>
                    <a:pt x="1568" y="1132"/>
                    <a:pt x="1601" y="565"/>
                  </a:cubicBezTo>
                  <a:cubicBezTo>
                    <a:pt x="1601" y="205"/>
                    <a:pt x="1412" y="1"/>
                    <a:pt x="11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45"/>
            <p:cNvSpPr/>
            <p:nvPr/>
          </p:nvSpPr>
          <p:spPr>
            <a:xfrm>
              <a:off x="4720200" y="2886550"/>
              <a:ext cx="25050" cy="32425"/>
            </a:xfrm>
            <a:custGeom>
              <a:rect b="b" l="l" r="r" t="t"/>
              <a:pathLst>
                <a:path extrusionOk="0" h="1297" w="1002">
                  <a:moveTo>
                    <a:pt x="721" y="0"/>
                  </a:moveTo>
                  <a:cubicBezTo>
                    <a:pt x="654" y="0"/>
                    <a:pt x="579" y="24"/>
                    <a:pt x="501" y="72"/>
                  </a:cubicBezTo>
                  <a:cubicBezTo>
                    <a:pt x="201" y="272"/>
                    <a:pt x="1" y="573"/>
                    <a:pt x="1" y="940"/>
                  </a:cubicBezTo>
                  <a:cubicBezTo>
                    <a:pt x="1" y="1178"/>
                    <a:pt x="120" y="1297"/>
                    <a:pt x="285" y="1297"/>
                  </a:cubicBezTo>
                  <a:cubicBezTo>
                    <a:pt x="351" y="1297"/>
                    <a:pt x="425" y="1278"/>
                    <a:pt x="501" y="1240"/>
                  </a:cubicBezTo>
                  <a:cubicBezTo>
                    <a:pt x="801" y="1040"/>
                    <a:pt x="968" y="706"/>
                    <a:pt x="1002" y="372"/>
                  </a:cubicBezTo>
                  <a:cubicBezTo>
                    <a:pt x="1002" y="136"/>
                    <a:pt x="885" y="0"/>
                    <a:pt x="7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45"/>
            <p:cNvSpPr/>
            <p:nvPr/>
          </p:nvSpPr>
          <p:spPr>
            <a:xfrm>
              <a:off x="4810275" y="2884750"/>
              <a:ext cx="51725" cy="67250"/>
            </a:xfrm>
            <a:custGeom>
              <a:rect b="b" l="l" r="r" t="t"/>
              <a:pathLst>
                <a:path extrusionOk="0" h="2690" w="2069">
                  <a:moveTo>
                    <a:pt x="1496" y="1"/>
                  </a:moveTo>
                  <a:cubicBezTo>
                    <a:pt x="1357" y="1"/>
                    <a:pt x="1200" y="47"/>
                    <a:pt x="1034" y="144"/>
                  </a:cubicBezTo>
                  <a:cubicBezTo>
                    <a:pt x="434" y="545"/>
                    <a:pt x="34" y="1212"/>
                    <a:pt x="0" y="1946"/>
                  </a:cubicBezTo>
                  <a:cubicBezTo>
                    <a:pt x="0" y="2418"/>
                    <a:pt x="235" y="2690"/>
                    <a:pt x="572" y="2690"/>
                  </a:cubicBezTo>
                  <a:cubicBezTo>
                    <a:pt x="712" y="2690"/>
                    <a:pt x="869" y="2643"/>
                    <a:pt x="1034" y="2546"/>
                  </a:cubicBezTo>
                  <a:cubicBezTo>
                    <a:pt x="1668" y="2146"/>
                    <a:pt x="2035" y="1479"/>
                    <a:pt x="2069" y="745"/>
                  </a:cubicBezTo>
                  <a:cubicBezTo>
                    <a:pt x="2069" y="272"/>
                    <a:pt x="1834" y="1"/>
                    <a:pt x="1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45"/>
            <p:cNvSpPr/>
            <p:nvPr/>
          </p:nvSpPr>
          <p:spPr>
            <a:xfrm>
              <a:off x="5251425" y="1607650"/>
              <a:ext cx="54225" cy="70775"/>
            </a:xfrm>
            <a:custGeom>
              <a:rect b="b" l="l" r="r" t="t"/>
              <a:pathLst>
                <a:path extrusionOk="0" h="2831" w="2169">
                  <a:moveTo>
                    <a:pt x="1585" y="1"/>
                  </a:moveTo>
                  <a:cubicBezTo>
                    <a:pt x="1440" y="1"/>
                    <a:pt x="1276" y="51"/>
                    <a:pt x="1101" y="158"/>
                  </a:cubicBezTo>
                  <a:cubicBezTo>
                    <a:pt x="434" y="559"/>
                    <a:pt x="34" y="1259"/>
                    <a:pt x="0" y="2060"/>
                  </a:cubicBezTo>
                  <a:cubicBezTo>
                    <a:pt x="0" y="2540"/>
                    <a:pt x="243" y="2830"/>
                    <a:pt x="615" y="2830"/>
                  </a:cubicBezTo>
                  <a:cubicBezTo>
                    <a:pt x="760" y="2830"/>
                    <a:pt x="924" y="2787"/>
                    <a:pt x="1101" y="2693"/>
                  </a:cubicBezTo>
                  <a:cubicBezTo>
                    <a:pt x="1735" y="2260"/>
                    <a:pt x="2135" y="1559"/>
                    <a:pt x="2169" y="792"/>
                  </a:cubicBezTo>
                  <a:cubicBezTo>
                    <a:pt x="2169" y="296"/>
                    <a:pt x="1935" y="1"/>
                    <a:pt x="158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45"/>
            <p:cNvSpPr/>
            <p:nvPr/>
          </p:nvSpPr>
          <p:spPr>
            <a:xfrm>
              <a:off x="5087975" y="1661175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1"/>
                  </a:moveTo>
                  <a:cubicBezTo>
                    <a:pt x="840" y="1"/>
                    <a:pt x="740" y="28"/>
                    <a:pt x="634" y="85"/>
                  </a:cubicBezTo>
                  <a:cubicBezTo>
                    <a:pt x="267" y="352"/>
                    <a:pt x="0" y="753"/>
                    <a:pt x="0" y="1220"/>
                  </a:cubicBezTo>
                  <a:cubicBezTo>
                    <a:pt x="0" y="1503"/>
                    <a:pt x="151" y="1686"/>
                    <a:pt x="357" y="1686"/>
                  </a:cubicBezTo>
                  <a:cubicBezTo>
                    <a:pt x="442" y="1686"/>
                    <a:pt x="537" y="1655"/>
                    <a:pt x="634" y="1587"/>
                  </a:cubicBezTo>
                  <a:cubicBezTo>
                    <a:pt x="1034" y="1353"/>
                    <a:pt x="1268" y="919"/>
                    <a:pt x="1301" y="452"/>
                  </a:cubicBezTo>
                  <a:cubicBezTo>
                    <a:pt x="1301" y="167"/>
                    <a:pt x="1149" y="1"/>
                    <a:pt x="92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45"/>
            <p:cNvSpPr/>
            <p:nvPr/>
          </p:nvSpPr>
          <p:spPr>
            <a:xfrm>
              <a:off x="4612625" y="1532650"/>
              <a:ext cx="68425" cy="107325"/>
            </a:xfrm>
            <a:custGeom>
              <a:rect b="b" l="l" r="r" t="t"/>
              <a:pathLst>
                <a:path extrusionOk="0" h="4293" w="2737">
                  <a:moveTo>
                    <a:pt x="2618" y="1"/>
                  </a:moveTo>
                  <a:cubicBezTo>
                    <a:pt x="2592" y="1"/>
                    <a:pt x="2569" y="17"/>
                    <a:pt x="2569" y="56"/>
                  </a:cubicBezTo>
                  <a:lnTo>
                    <a:pt x="34" y="4159"/>
                  </a:lnTo>
                  <a:cubicBezTo>
                    <a:pt x="1" y="4192"/>
                    <a:pt x="1" y="4259"/>
                    <a:pt x="34" y="4292"/>
                  </a:cubicBezTo>
                  <a:lnTo>
                    <a:pt x="101" y="4292"/>
                  </a:lnTo>
                  <a:cubicBezTo>
                    <a:pt x="134" y="4292"/>
                    <a:pt x="134" y="4259"/>
                    <a:pt x="168" y="4259"/>
                  </a:cubicBezTo>
                  <a:lnTo>
                    <a:pt x="2703" y="123"/>
                  </a:lnTo>
                  <a:cubicBezTo>
                    <a:pt x="2736" y="89"/>
                    <a:pt x="2703" y="56"/>
                    <a:pt x="2669" y="23"/>
                  </a:cubicBezTo>
                  <a:cubicBezTo>
                    <a:pt x="2656" y="9"/>
                    <a:pt x="2636" y="1"/>
                    <a:pt x="261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45"/>
            <p:cNvSpPr/>
            <p:nvPr/>
          </p:nvSpPr>
          <p:spPr>
            <a:xfrm>
              <a:off x="4676850" y="1548225"/>
              <a:ext cx="33375" cy="216000"/>
            </a:xfrm>
            <a:custGeom>
              <a:rect b="b" l="l" r="r" t="t"/>
              <a:pathLst>
                <a:path extrusionOk="0" h="8640" w="1335">
                  <a:moveTo>
                    <a:pt x="1268" y="0"/>
                  </a:moveTo>
                  <a:cubicBezTo>
                    <a:pt x="1234" y="0"/>
                    <a:pt x="1168" y="34"/>
                    <a:pt x="1168" y="100"/>
                  </a:cubicBezTo>
                  <a:lnTo>
                    <a:pt x="0" y="8540"/>
                  </a:lnTo>
                  <a:cubicBezTo>
                    <a:pt x="0" y="8606"/>
                    <a:pt x="0" y="8640"/>
                    <a:pt x="67" y="8640"/>
                  </a:cubicBezTo>
                  <a:cubicBezTo>
                    <a:pt x="100" y="8640"/>
                    <a:pt x="167" y="8640"/>
                    <a:pt x="167" y="8573"/>
                  </a:cubicBezTo>
                  <a:lnTo>
                    <a:pt x="1335" y="100"/>
                  </a:lnTo>
                  <a:cubicBezTo>
                    <a:pt x="1335" y="67"/>
                    <a:pt x="1335" y="0"/>
                    <a:pt x="12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45"/>
            <p:cNvSpPr/>
            <p:nvPr/>
          </p:nvSpPr>
          <p:spPr>
            <a:xfrm>
              <a:off x="4591775" y="1760525"/>
              <a:ext cx="88425" cy="176325"/>
            </a:xfrm>
            <a:custGeom>
              <a:rect b="b" l="l" r="r" t="t"/>
              <a:pathLst>
                <a:path extrusionOk="0" h="7053" w="3537">
                  <a:moveTo>
                    <a:pt x="3452" y="0"/>
                  </a:moveTo>
                  <a:cubicBezTo>
                    <a:pt x="3417" y="0"/>
                    <a:pt x="3393" y="24"/>
                    <a:pt x="3370" y="48"/>
                  </a:cubicBezTo>
                  <a:lnTo>
                    <a:pt x="34" y="6919"/>
                  </a:lnTo>
                  <a:cubicBezTo>
                    <a:pt x="1" y="6986"/>
                    <a:pt x="34" y="7019"/>
                    <a:pt x="68" y="7053"/>
                  </a:cubicBezTo>
                  <a:lnTo>
                    <a:pt x="101" y="7053"/>
                  </a:lnTo>
                  <a:cubicBezTo>
                    <a:pt x="134" y="7053"/>
                    <a:pt x="168" y="7019"/>
                    <a:pt x="201" y="7019"/>
                  </a:cubicBezTo>
                  <a:lnTo>
                    <a:pt x="3537" y="114"/>
                  </a:lnTo>
                  <a:cubicBezTo>
                    <a:pt x="3537" y="81"/>
                    <a:pt x="3537" y="14"/>
                    <a:pt x="3503" y="14"/>
                  </a:cubicBezTo>
                  <a:cubicBezTo>
                    <a:pt x="3484" y="5"/>
                    <a:pt x="3467" y="0"/>
                    <a:pt x="345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45"/>
            <p:cNvSpPr/>
            <p:nvPr/>
          </p:nvSpPr>
          <p:spPr>
            <a:xfrm>
              <a:off x="4499225" y="1760325"/>
              <a:ext cx="181825" cy="106475"/>
            </a:xfrm>
            <a:custGeom>
              <a:rect b="b" l="l" r="r" t="t"/>
              <a:pathLst>
                <a:path extrusionOk="0" h="4259" w="7273">
                  <a:moveTo>
                    <a:pt x="7193" y="0"/>
                  </a:moveTo>
                  <a:cubicBezTo>
                    <a:pt x="7172" y="0"/>
                    <a:pt x="7152" y="8"/>
                    <a:pt x="7139" y="22"/>
                  </a:cubicBezTo>
                  <a:lnTo>
                    <a:pt x="67" y="4092"/>
                  </a:lnTo>
                  <a:cubicBezTo>
                    <a:pt x="0" y="4125"/>
                    <a:pt x="0" y="4159"/>
                    <a:pt x="34" y="4225"/>
                  </a:cubicBezTo>
                  <a:cubicBezTo>
                    <a:pt x="34" y="4225"/>
                    <a:pt x="67" y="4259"/>
                    <a:pt x="100" y="4259"/>
                  </a:cubicBezTo>
                  <a:cubicBezTo>
                    <a:pt x="100" y="4259"/>
                    <a:pt x="134" y="4259"/>
                    <a:pt x="134" y="4225"/>
                  </a:cubicBezTo>
                  <a:lnTo>
                    <a:pt x="7239" y="156"/>
                  </a:lnTo>
                  <a:cubicBezTo>
                    <a:pt x="7272" y="122"/>
                    <a:pt x="7272" y="89"/>
                    <a:pt x="7272" y="56"/>
                  </a:cubicBezTo>
                  <a:cubicBezTo>
                    <a:pt x="7253" y="17"/>
                    <a:pt x="7222" y="0"/>
                    <a:pt x="719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45"/>
            <p:cNvSpPr/>
            <p:nvPr/>
          </p:nvSpPr>
          <p:spPr>
            <a:xfrm>
              <a:off x="4747725" y="890550"/>
              <a:ext cx="42550" cy="436700"/>
            </a:xfrm>
            <a:custGeom>
              <a:rect b="b" l="l" r="r" t="t"/>
              <a:pathLst>
                <a:path extrusionOk="0" h="17468" w="1702">
                  <a:moveTo>
                    <a:pt x="1505" y="1"/>
                  </a:moveTo>
                  <a:cubicBezTo>
                    <a:pt x="1412" y="1"/>
                    <a:pt x="1318" y="59"/>
                    <a:pt x="1302" y="188"/>
                  </a:cubicBezTo>
                  <a:lnTo>
                    <a:pt x="1" y="17234"/>
                  </a:lnTo>
                  <a:cubicBezTo>
                    <a:pt x="1" y="17367"/>
                    <a:pt x="67" y="17434"/>
                    <a:pt x="167" y="17468"/>
                  </a:cubicBezTo>
                  <a:cubicBezTo>
                    <a:pt x="267" y="17468"/>
                    <a:pt x="368" y="17367"/>
                    <a:pt x="368" y="17267"/>
                  </a:cubicBezTo>
                  <a:lnTo>
                    <a:pt x="1702" y="188"/>
                  </a:lnTo>
                  <a:cubicBezTo>
                    <a:pt x="1702" y="68"/>
                    <a:pt x="1604" y="1"/>
                    <a:pt x="150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45"/>
            <p:cNvSpPr/>
            <p:nvPr/>
          </p:nvSpPr>
          <p:spPr>
            <a:xfrm>
              <a:off x="4808600" y="663475"/>
              <a:ext cx="323850" cy="648775"/>
            </a:xfrm>
            <a:custGeom>
              <a:rect b="b" l="l" r="r" t="t"/>
              <a:pathLst>
                <a:path extrusionOk="0" h="25951" w="12954">
                  <a:moveTo>
                    <a:pt x="12716" y="1"/>
                  </a:moveTo>
                  <a:cubicBezTo>
                    <a:pt x="12653" y="1"/>
                    <a:pt x="12588" y="30"/>
                    <a:pt x="12543" y="98"/>
                  </a:cubicBezTo>
                  <a:lnTo>
                    <a:pt x="34" y="25683"/>
                  </a:lnTo>
                  <a:cubicBezTo>
                    <a:pt x="1" y="25783"/>
                    <a:pt x="34" y="25883"/>
                    <a:pt x="134" y="25950"/>
                  </a:cubicBezTo>
                  <a:lnTo>
                    <a:pt x="201" y="25950"/>
                  </a:lnTo>
                  <a:cubicBezTo>
                    <a:pt x="268" y="25950"/>
                    <a:pt x="334" y="25917"/>
                    <a:pt x="401" y="25850"/>
                  </a:cubicBezTo>
                  <a:lnTo>
                    <a:pt x="12910" y="265"/>
                  </a:lnTo>
                  <a:cubicBezTo>
                    <a:pt x="12954" y="111"/>
                    <a:pt x="12838" y="1"/>
                    <a:pt x="1271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45"/>
            <p:cNvSpPr/>
            <p:nvPr/>
          </p:nvSpPr>
          <p:spPr>
            <a:xfrm>
              <a:off x="4538950" y="1331975"/>
              <a:ext cx="147925" cy="81175"/>
            </a:xfrm>
            <a:custGeom>
              <a:rect b="b" l="l" r="r" t="t"/>
              <a:pathLst>
                <a:path extrusionOk="0" h="3247" w="5917">
                  <a:moveTo>
                    <a:pt x="283" y="0"/>
                  </a:moveTo>
                  <a:cubicBezTo>
                    <a:pt x="114" y="0"/>
                    <a:pt x="1" y="225"/>
                    <a:pt x="179" y="344"/>
                  </a:cubicBezTo>
                  <a:lnTo>
                    <a:pt x="5616" y="3213"/>
                  </a:lnTo>
                  <a:cubicBezTo>
                    <a:pt x="5616" y="3213"/>
                    <a:pt x="5650" y="3213"/>
                    <a:pt x="5683" y="3246"/>
                  </a:cubicBezTo>
                  <a:cubicBezTo>
                    <a:pt x="5750" y="3246"/>
                    <a:pt x="5816" y="3180"/>
                    <a:pt x="5850" y="3113"/>
                  </a:cubicBezTo>
                  <a:cubicBezTo>
                    <a:pt x="5917" y="3046"/>
                    <a:pt x="5883" y="2913"/>
                    <a:pt x="5783" y="2879"/>
                  </a:cubicBezTo>
                  <a:lnTo>
                    <a:pt x="346" y="11"/>
                  </a:lnTo>
                  <a:cubicBezTo>
                    <a:pt x="324" y="3"/>
                    <a:pt x="303" y="0"/>
                    <a:pt x="28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45"/>
            <p:cNvSpPr/>
            <p:nvPr/>
          </p:nvSpPr>
          <p:spPr>
            <a:xfrm>
              <a:off x="3657775" y="990325"/>
              <a:ext cx="582950" cy="123450"/>
            </a:xfrm>
            <a:custGeom>
              <a:rect b="b" l="l" r="r" t="t"/>
              <a:pathLst>
                <a:path extrusionOk="0" h="4938" w="23318">
                  <a:moveTo>
                    <a:pt x="23084" y="0"/>
                  </a:moveTo>
                  <a:lnTo>
                    <a:pt x="168" y="4570"/>
                  </a:lnTo>
                  <a:cubicBezTo>
                    <a:pt x="68" y="4570"/>
                    <a:pt x="1" y="4670"/>
                    <a:pt x="34" y="4804"/>
                  </a:cubicBezTo>
                  <a:cubicBezTo>
                    <a:pt x="34" y="4870"/>
                    <a:pt x="101" y="4937"/>
                    <a:pt x="201" y="4937"/>
                  </a:cubicBezTo>
                  <a:lnTo>
                    <a:pt x="234" y="4937"/>
                  </a:lnTo>
                  <a:lnTo>
                    <a:pt x="23151" y="400"/>
                  </a:lnTo>
                  <a:cubicBezTo>
                    <a:pt x="23251" y="367"/>
                    <a:pt x="23317" y="267"/>
                    <a:pt x="23284" y="167"/>
                  </a:cubicBezTo>
                  <a:cubicBezTo>
                    <a:pt x="23284" y="67"/>
                    <a:pt x="23184" y="0"/>
                    <a:pt x="2308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45"/>
            <p:cNvSpPr/>
            <p:nvPr/>
          </p:nvSpPr>
          <p:spPr>
            <a:xfrm>
              <a:off x="4287400" y="1332950"/>
              <a:ext cx="165750" cy="63525"/>
            </a:xfrm>
            <a:custGeom>
              <a:rect b="b" l="l" r="r" t="t"/>
              <a:pathLst>
                <a:path extrusionOk="0" h="2541" w="6630">
                  <a:moveTo>
                    <a:pt x="6498" y="1"/>
                  </a:moveTo>
                  <a:cubicBezTo>
                    <a:pt x="6490" y="1"/>
                    <a:pt x="6481" y="2"/>
                    <a:pt x="6472" y="5"/>
                  </a:cubicBezTo>
                  <a:lnTo>
                    <a:pt x="67" y="2373"/>
                  </a:lnTo>
                  <a:cubicBezTo>
                    <a:pt x="0" y="2407"/>
                    <a:pt x="0" y="2440"/>
                    <a:pt x="0" y="2507"/>
                  </a:cubicBezTo>
                  <a:cubicBezTo>
                    <a:pt x="34" y="2507"/>
                    <a:pt x="67" y="2540"/>
                    <a:pt x="101" y="2540"/>
                  </a:cubicBezTo>
                  <a:lnTo>
                    <a:pt x="6538" y="172"/>
                  </a:lnTo>
                  <a:cubicBezTo>
                    <a:pt x="6630" y="141"/>
                    <a:pt x="6583" y="1"/>
                    <a:pt x="649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45"/>
            <p:cNvSpPr/>
            <p:nvPr/>
          </p:nvSpPr>
          <p:spPr>
            <a:xfrm>
              <a:off x="4399975" y="1145725"/>
              <a:ext cx="89250" cy="129825"/>
            </a:xfrm>
            <a:custGeom>
              <a:rect b="b" l="l" r="r" t="t"/>
              <a:pathLst>
                <a:path extrusionOk="0" h="5193" w="3570">
                  <a:moveTo>
                    <a:pt x="119" y="0"/>
                  </a:moveTo>
                  <a:cubicBezTo>
                    <a:pt x="101" y="0"/>
                    <a:pt x="81" y="8"/>
                    <a:pt x="67" y="22"/>
                  </a:cubicBezTo>
                  <a:cubicBezTo>
                    <a:pt x="34" y="55"/>
                    <a:pt x="1" y="89"/>
                    <a:pt x="34" y="122"/>
                  </a:cubicBezTo>
                  <a:lnTo>
                    <a:pt x="3403" y="5126"/>
                  </a:lnTo>
                  <a:cubicBezTo>
                    <a:pt x="3436" y="5159"/>
                    <a:pt x="3470" y="5159"/>
                    <a:pt x="3470" y="5192"/>
                  </a:cubicBezTo>
                  <a:cubicBezTo>
                    <a:pt x="3503" y="5159"/>
                    <a:pt x="3537" y="5159"/>
                    <a:pt x="3537" y="5159"/>
                  </a:cubicBezTo>
                  <a:cubicBezTo>
                    <a:pt x="3570" y="5126"/>
                    <a:pt x="3570" y="5092"/>
                    <a:pt x="3570" y="5059"/>
                  </a:cubicBezTo>
                  <a:lnTo>
                    <a:pt x="167" y="55"/>
                  </a:lnTo>
                  <a:cubicBezTo>
                    <a:pt x="167" y="16"/>
                    <a:pt x="145" y="0"/>
                    <a:pt x="11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45"/>
            <p:cNvSpPr/>
            <p:nvPr/>
          </p:nvSpPr>
          <p:spPr>
            <a:xfrm>
              <a:off x="4415000" y="1392275"/>
              <a:ext cx="63400" cy="162975"/>
            </a:xfrm>
            <a:custGeom>
              <a:rect b="b" l="l" r="r" t="t"/>
              <a:pathLst>
                <a:path extrusionOk="0" h="6519" w="2536">
                  <a:moveTo>
                    <a:pt x="2469" y="0"/>
                  </a:moveTo>
                  <a:cubicBezTo>
                    <a:pt x="2402" y="0"/>
                    <a:pt x="2368" y="34"/>
                    <a:pt x="2368" y="67"/>
                  </a:cubicBezTo>
                  <a:lnTo>
                    <a:pt x="0" y="6405"/>
                  </a:lnTo>
                  <a:cubicBezTo>
                    <a:pt x="0" y="6438"/>
                    <a:pt x="33" y="6505"/>
                    <a:pt x="67" y="6505"/>
                  </a:cubicBezTo>
                  <a:lnTo>
                    <a:pt x="100" y="6505"/>
                  </a:lnTo>
                  <a:cubicBezTo>
                    <a:pt x="110" y="6515"/>
                    <a:pt x="120" y="6519"/>
                    <a:pt x="130" y="6519"/>
                  </a:cubicBezTo>
                  <a:cubicBezTo>
                    <a:pt x="153" y="6519"/>
                    <a:pt x="177" y="6495"/>
                    <a:pt x="200" y="6472"/>
                  </a:cubicBezTo>
                  <a:lnTo>
                    <a:pt x="2502" y="134"/>
                  </a:lnTo>
                  <a:cubicBezTo>
                    <a:pt x="2535" y="67"/>
                    <a:pt x="2502" y="34"/>
                    <a:pt x="246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45"/>
            <p:cNvSpPr/>
            <p:nvPr/>
          </p:nvSpPr>
          <p:spPr>
            <a:xfrm>
              <a:off x="4233200" y="992825"/>
              <a:ext cx="21700" cy="371950"/>
            </a:xfrm>
            <a:custGeom>
              <a:rect b="b" l="l" r="r" t="t"/>
              <a:pathLst>
                <a:path extrusionOk="0" h="14878" w="868">
                  <a:moveTo>
                    <a:pt x="100" y="0"/>
                  </a:moveTo>
                  <a:cubicBezTo>
                    <a:pt x="34" y="0"/>
                    <a:pt x="0" y="34"/>
                    <a:pt x="0" y="67"/>
                  </a:cubicBezTo>
                  <a:lnTo>
                    <a:pt x="701" y="14811"/>
                  </a:lnTo>
                  <a:cubicBezTo>
                    <a:pt x="701" y="14844"/>
                    <a:pt x="767" y="14878"/>
                    <a:pt x="801" y="14878"/>
                  </a:cubicBezTo>
                  <a:cubicBezTo>
                    <a:pt x="834" y="14878"/>
                    <a:pt x="868" y="14844"/>
                    <a:pt x="868" y="14778"/>
                  </a:cubicBezTo>
                  <a:lnTo>
                    <a:pt x="167" y="67"/>
                  </a:lnTo>
                  <a:cubicBezTo>
                    <a:pt x="167" y="34"/>
                    <a:pt x="134" y="0"/>
                    <a:pt x="10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45"/>
            <p:cNvSpPr/>
            <p:nvPr/>
          </p:nvSpPr>
          <p:spPr>
            <a:xfrm>
              <a:off x="4130175" y="1286650"/>
              <a:ext cx="98875" cy="105650"/>
            </a:xfrm>
            <a:custGeom>
              <a:rect b="b" l="l" r="r" t="t"/>
              <a:pathLst>
                <a:path extrusionOk="0" h="4226" w="3955">
                  <a:moveTo>
                    <a:pt x="117" y="0"/>
                  </a:moveTo>
                  <a:cubicBezTo>
                    <a:pt x="48" y="0"/>
                    <a:pt x="0" y="71"/>
                    <a:pt x="52" y="122"/>
                  </a:cubicBezTo>
                  <a:lnTo>
                    <a:pt x="3788" y="4192"/>
                  </a:lnTo>
                  <a:cubicBezTo>
                    <a:pt x="3821" y="4225"/>
                    <a:pt x="3854" y="4225"/>
                    <a:pt x="3854" y="4225"/>
                  </a:cubicBezTo>
                  <a:lnTo>
                    <a:pt x="3921" y="4225"/>
                  </a:lnTo>
                  <a:cubicBezTo>
                    <a:pt x="3954" y="4192"/>
                    <a:pt x="3954" y="4125"/>
                    <a:pt x="3921" y="4092"/>
                  </a:cubicBezTo>
                  <a:lnTo>
                    <a:pt x="185" y="22"/>
                  </a:lnTo>
                  <a:cubicBezTo>
                    <a:pt x="162" y="7"/>
                    <a:pt x="139" y="0"/>
                    <a:pt x="11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45"/>
            <p:cNvSpPr/>
            <p:nvPr/>
          </p:nvSpPr>
          <p:spPr>
            <a:xfrm>
              <a:off x="4846975" y="1351400"/>
              <a:ext cx="259375" cy="38400"/>
            </a:xfrm>
            <a:custGeom>
              <a:rect b="b" l="l" r="r" t="t"/>
              <a:pathLst>
                <a:path extrusionOk="0" h="1536" w="10375">
                  <a:moveTo>
                    <a:pt x="10174" y="1"/>
                  </a:moveTo>
                  <a:lnTo>
                    <a:pt x="200" y="1135"/>
                  </a:lnTo>
                  <a:cubicBezTo>
                    <a:pt x="100" y="1168"/>
                    <a:pt x="0" y="1268"/>
                    <a:pt x="33" y="1369"/>
                  </a:cubicBezTo>
                  <a:cubicBezTo>
                    <a:pt x="33" y="1469"/>
                    <a:pt x="100" y="1535"/>
                    <a:pt x="200" y="1535"/>
                  </a:cubicBezTo>
                  <a:lnTo>
                    <a:pt x="234" y="1535"/>
                  </a:lnTo>
                  <a:lnTo>
                    <a:pt x="10207" y="401"/>
                  </a:lnTo>
                  <a:cubicBezTo>
                    <a:pt x="10307" y="368"/>
                    <a:pt x="10374" y="301"/>
                    <a:pt x="10374" y="168"/>
                  </a:cubicBezTo>
                  <a:cubicBezTo>
                    <a:pt x="10374" y="68"/>
                    <a:pt x="10274" y="1"/>
                    <a:pt x="1017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45"/>
            <p:cNvSpPr/>
            <p:nvPr/>
          </p:nvSpPr>
          <p:spPr>
            <a:xfrm>
              <a:off x="5168850" y="946025"/>
              <a:ext cx="137550" cy="332025"/>
            </a:xfrm>
            <a:custGeom>
              <a:rect b="b" l="l" r="r" t="t"/>
              <a:pathLst>
                <a:path extrusionOk="0" h="13281" w="5502">
                  <a:moveTo>
                    <a:pt x="5260" y="1"/>
                  </a:moveTo>
                  <a:cubicBezTo>
                    <a:pt x="5193" y="1"/>
                    <a:pt x="5129" y="41"/>
                    <a:pt x="5105" y="138"/>
                  </a:cubicBezTo>
                  <a:lnTo>
                    <a:pt x="68" y="13014"/>
                  </a:lnTo>
                  <a:cubicBezTo>
                    <a:pt x="1" y="13147"/>
                    <a:pt x="101" y="13280"/>
                    <a:pt x="234" y="13280"/>
                  </a:cubicBezTo>
                  <a:cubicBezTo>
                    <a:pt x="301" y="13280"/>
                    <a:pt x="401" y="13214"/>
                    <a:pt x="401" y="13147"/>
                  </a:cubicBezTo>
                  <a:lnTo>
                    <a:pt x="5438" y="271"/>
                  </a:lnTo>
                  <a:cubicBezTo>
                    <a:pt x="5502" y="123"/>
                    <a:pt x="5376" y="1"/>
                    <a:pt x="526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45"/>
            <p:cNvSpPr/>
            <p:nvPr/>
          </p:nvSpPr>
          <p:spPr>
            <a:xfrm>
              <a:off x="5379850" y="876900"/>
              <a:ext cx="201000" cy="55075"/>
            </a:xfrm>
            <a:custGeom>
              <a:rect b="b" l="l" r="r" t="t"/>
              <a:pathLst>
                <a:path extrusionOk="0" h="2203" w="8040">
                  <a:moveTo>
                    <a:pt x="100" y="1"/>
                  </a:moveTo>
                  <a:cubicBezTo>
                    <a:pt x="67" y="1"/>
                    <a:pt x="0" y="34"/>
                    <a:pt x="0" y="67"/>
                  </a:cubicBezTo>
                  <a:cubicBezTo>
                    <a:pt x="0" y="134"/>
                    <a:pt x="0" y="167"/>
                    <a:pt x="67" y="167"/>
                  </a:cubicBezTo>
                  <a:lnTo>
                    <a:pt x="7906" y="2202"/>
                  </a:lnTo>
                  <a:lnTo>
                    <a:pt x="7939" y="2202"/>
                  </a:lnTo>
                  <a:cubicBezTo>
                    <a:pt x="7973" y="2202"/>
                    <a:pt x="8006" y="2169"/>
                    <a:pt x="8006" y="2135"/>
                  </a:cubicBezTo>
                  <a:cubicBezTo>
                    <a:pt x="8039" y="2069"/>
                    <a:pt x="8006" y="2035"/>
                    <a:pt x="7973" y="2035"/>
                  </a:cubicBezTo>
                  <a:lnTo>
                    <a:pt x="10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45"/>
            <p:cNvSpPr/>
            <p:nvPr/>
          </p:nvSpPr>
          <p:spPr>
            <a:xfrm>
              <a:off x="5381525" y="694575"/>
              <a:ext cx="146400" cy="139825"/>
            </a:xfrm>
            <a:custGeom>
              <a:rect b="b" l="l" r="r" t="t"/>
              <a:pathLst>
                <a:path extrusionOk="0" h="5593" w="5856">
                  <a:moveTo>
                    <a:pt x="5737" y="0"/>
                  </a:moveTo>
                  <a:cubicBezTo>
                    <a:pt x="5716" y="0"/>
                    <a:pt x="5693" y="7"/>
                    <a:pt x="5671" y="22"/>
                  </a:cubicBezTo>
                  <a:lnTo>
                    <a:pt x="33" y="5426"/>
                  </a:lnTo>
                  <a:cubicBezTo>
                    <a:pt x="0" y="5459"/>
                    <a:pt x="0" y="5526"/>
                    <a:pt x="33" y="5559"/>
                  </a:cubicBezTo>
                  <a:cubicBezTo>
                    <a:pt x="33" y="5592"/>
                    <a:pt x="67" y="5592"/>
                    <a:pt x="100" y="5592"/>
                  </a:cubicBezTo>
                  <a:cubicBezTo>
                    <a:pt x="100" y="5592"/>
                    <a:pt x="133" y="5559"/>
                    <a:pt x="133" y="5559"/>
                  </a:cubicBezTo>
                  <a:lnTo>
                    <a:pt x="5804" y="155"/>
                  </a:lnTo>
                  <a:cubicBezTo>
                    <a:pt x="5856" y="78"/>
                    <a:pt x="5807" y="0"/>
                    <a:pt x="573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45"/>
            <p:cNvSpPr/>
            <p:nvPr/>
          </p:nvSpPr>
          <p:spPr>
            <a:xfrm>
              <a:off x="4209000" y="960050"/>
              <a:ext cx="53400" cy="68900"/>
            </a:xfrm>
            <a:custGeom>
              <a:rect b="b" l="l" r="r" t="t"/>
              <a:pathLst>
                <a:path extrusionOk="0" h="2756" w="2136">
                  <a:moveTo>
                    <a:pt x="1548" y="1"/>
                  </a:moveTo>
                  <a:cubicBezTo>
                    <a:pt x="1405" y="1"/>
                    <a:pt x="1242" y="47"/>
                    <a:pt x="1068" y="144"/>
                  </a:cubicBezTo>
                  <a:cubicBezTo>
                    <a:pt x="435" y="544"/>
                    <a:pt x="34" y="1245"/>
                    <a:pt x="1" y="2012"/>
                  </a:cubicBezTo>
                  <a:cubicBezTo>
                    <a:pt x="1" y="2484"/>
                    <a:pt x="252" y="2756"/>
                    <a:pt x="599" y="2756"/>
                  </a:cubicBezTo>
                  <a:cubicBezTo>
                    <a:pt x="743" y="2756"/>
                    <a:pt x="903" y="2710"/>
                    <a:pt x="1068" y="2612"/>
                  </a:cubicBezTo>
                  <a:cubicBezTo>
                    <a:pt x="1702" y="2212"/>
                    <a:pt x="2102" y="1511"/>
                    <a:pt x="2136" y="778"/>
                  </a:cubicBezTo>
                  <a:cubicBezTo>
                    <a:pt x="2136" y="280"/>
                    <a:pt x="1900" y="1"/>
                    <a:pt x="154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45"/>
            <p:cNvSpPr/>
            <p:nvPr/>
          </p:nvSpPr>
          <p:spPr>
            <a:xfrm>
              <a:off x="4388300" y="1128950"/>
              <a:ext cx="29225" cy="37825"/>
            </a:xfrm>
            <a:custGeom>
              <a:rect b="b" l="l" r="r" t="t"/>
              <a:pathLst>
                <a:path extrusionOk="0" h="1513" w="1169">
                  <a:moveTo>
                    <a:pt x="852" y="1"/>
                  </a:moveTo>
                  <a:cubicBezTo>
                    <a:pt x="768" y="1"/>
                    <a:pt x="671" y="31"/>
                    <a:pt x="568" y="93"/>
                  </a:cubicBezTo>
                  <a:cubicBezTo>
                    <a:pt x="234" y="293"/>
                    <a:pt x="1" y="660"/>
                    <a:pt x="1" y="1093"/>
                  </a:cubicBezTo>
                  <a:cubicBezTo>
                    <a:pt x="1" y="1353"/>
                    <a:pt x="134" y="1512"/>
                    <a:pt x="319" y="1512"/>
                  </a:cubicBezTo>
                  <a:cubicBezTo>
                    <a:pt x="395" y="1512"/>
                    <a:pt x="480" y="1485"/>
                    <a:pt x="568" y="1427"/>
                  </a:cubicBezTo>
                  <a:cubicBezTo>
                    <a:pt x="935" y="1193"/>
                    <a:pt x="1135" y="826"/>
                    <a:pt x="1168" y="426"/>
                  </a:cubicBezTo>
                  <a:cubicBezTo>
                    <a:pt x="1168" y="150"/>
                    <a:pt x="1041" y="1"/>
                    <a:pt x="85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45"/>
            <p:cNvSpPr/>
            <p:nvPr/>
          </p:nvSpPr>
          <p:spPr>
            <a:xfrm>
              <a:off x="4116450" y="1268775"/>
              <a:ext cx="29200" cy="37725"/>
            </a:xfrm>
            <a:custGeom>
              <a:rect b="b" l="l" r="r" t="t"/>
              <a:pathLst>
                <a:path extrusionOk="0" h="1509" w="1168">
                  <a:moveTo>
                    <a:pt x="829" y="0"/>
                  </a:moveTo>
                  <a:cubicBezTo>
                    <a:pt x="750" y="0"/>
                    <a:pt x="661" y="23"/>
                    <a:pt x="567" y="70"/>
                  </a:cubicBezTo>
                  <a:cubicBezTo>
                    <a:pt x="234" y="304"/>
                    <a:pt x="34" y="671"/>
                    <a:pt x="0" y="1104"/>
                  </a:cubicBezTo>
                  <a:cubicBezTo>
                    <a:pt x="0" y="1366"/>
                    <a:pt x="136" y="1509"/>
                    <a:pt x="323" y="1509"/>
                  </a:cubicBezTo>
                  <a:cubicBezTo>
                    <a:pt x="398" y="1509"/>
                    <a:pt x="481" y="1486"/>
                    <a:pt x="567" y="1438"/>
                  </a:cubicBezTo>
                  <a:cubicBezTo>
                    <a:pt x="934" y="1204"/>
                    <a:pt x="1134" y="837"/>
                    <a:pt x="1168" y="437"/>
                  </a:cubicBezTo>
                  <a:cubicBezTo>
                    <a:pt x="1168" y="150"/>
                    <a:pt x="1030" y="0"/>
                    <a:pt x="82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45"/>
            <p:cNvSpPr/>
            <p:nvPr/>
          </p:nvSpPr>
          <p:spPr>
            <a:xfrm>
              <a:off x="4402475" y="1534400"/>
              <a:ext cx="29225" cy="37675"/>
            </a:xfrm>
            <a:custGeom>
              <a:rect b="b" l="l" r="r" t="t"/>
              <a:pathLst>
                <a:path extrusionOk="0" h="1507" w="1169">
                  <a:moveTo>
                    <a:pt x="850" y="1"/>
                  </a:moveTo>
                  <a:cubicBezTo>
                    <a:pt x="774" y="1"/>
                    <a:pt x="689" y="28"/>
                    <a:pt x="601" y="86"/>
                  </a:cubicBezTo>
                  <a:cubicBezTo>
                    <a:pt x="234" y="286"/>
                    <a:pt x="34" y="687"/>
                    <a:pt x="1" y="1087"/>
                  </a:cubicBezTo>
                  <a:cubicBezTo>
                    <a:pt x="1" y="1347"/>
                    <a:pt x="134" y="1506"/>
                    <a:pt x="331" y="1506"/>
                  </a:cubicBezTo>
                  <a:cubicBezTo>
                    <a:pt x="412" y="1506"/>
                    <a:pt x="504" y="1479"/>
                    <a:pt x="601" y="1420"/>
                  </a:cubicBezTo>
                  <a:cubicBezTo>
                    <a:pt x="935" y="1187"/>
                    <a:pt x="1168" y="820"/>
                    <a:pt x="1168" y="420"/>
                  </a:cubicBezTo>
                  <a:cubicBezTo>
                    <a:pt x="1168" y="160"/>
                    <a:pt x="1035" y="1"/>
                    <a:pt x="85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45"/>
            <p:cNvSpPr/>
            <p:nvPr/>
          </p:nvSpPr>
          <p:spPr>
            <a:xfrm>
              <a:off x="4600125" y="1618625"/>
              <a:ext cx="29200" cy="37675"/>
            </a:xfrm>
            <a:custGeom>
              <a:rect b="b" l="l" r="r" t="t"/>
              <a:pathLst>
                <a:path extrusionOk="0" h="1507" w="1168">
                  <a:moveTo>
                    <a:pt x="850" y="1"/>
                  </a:moveTo>
                  <a:cubicBezTo>
                    <a:pt x="773" y="1"/>
                    <a:pt x="689" y="28"/>
                    <a:pt x="601" y="86"/>
                  </a:cubicBezTo>
                  <a:cubicBezTo>
                    <a:pt x="234" y="320"/>
                    <a:pt x="34" y="687"/>
                    <a:pt x="0" y="1087"/>
                  </a:cubicBezTo>
                  <a:cubicBezTo>
                    <a:pt x="0" y="1347"/>
                    <a:pt x="134" y="1506"/>
                    <a:pt x="331" y="1506"/>
                  </a:cubicBezTo>
                  <a:cubicBezTo>
                    <a:pt x="412" y="1506"/>
                    <a:pt x="503" y="1479"/>
                    <a:pt x="601" y="1421"/>
                  </a:cubicBezTo>
                  <a:cubicBezTo>
                    <a:pt x="934" y="1187"/>
                    <a:pt x="1168" y="820"/>
                    <a:pt x="1168" y="420"/>
                  </a:cubicBezTo>
                  <a:cubicBezTo>
                    <a:pt x="1168" y="160"/>
                    <a:pt x="1034" y="1"/>
                    <a:pt x="85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45"/>
            <p:cNvSpPr/>
            <p:nvPr/>
          </p:nvSpPr>
          <p:spPr>
            <a:xfrm>
              <a:off x="4580100" y="1915500"/>
              <a:ext cx="29225" cy="37675"/>
            </a:xfrm>
            <a:custGeom>
              <a:rect b="b" l="l" r="r" t="t"/>
              <a:pathLst>
                <a:path extrusionOk="0" h="1507" w="1169">
                  <a:moveTo>
                    <a:pt x="838" y="1"/>
                  </a:moveTo>
                  <a:cubicBezTo>
                    <a:pt x="757" y="1"/>
                    <a:pt x="665" y="28"/>
                    <a:pt x="568" y="86"/>
                  </a:cubicBezTo>
                  <a:cubicBezTo>
                    <a:pt x="234" y="320"/>
                    <a:pt x="34" y="687"/>
                    <a:pt x="1" y="1087"/>
                  </a:cubicBezTo>
                  <a:cubicBezTo>
                    <a:pt x="1" y="1347"/>
                    <a:pt x="135" y="1506"/>
                    <a:pt x="319" y="1506"/>
                  </a:cubicBezTo>
                  <a:cubicBezTo>
                    <a:pt x="395" y="1506"/>
                    <a:pt x="480" y="1479"/>
                    <a:pt x="568" y="1421"/>
                  </a:cubicBezTo>
                  <a:cubicBezTo>
                    <a:pt x="935" y="1221"/>
                    <a:pt x="1135" y="820"/>
                    <a:pt x="1168" y="420"/>
                  </a:cubicBezTo>
                  <a:cubicBezTo>
                    <a:pt x="1168" y="160"/>
                    <a:pt x="1035" y="1"/>
                    <a:pt x="83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45"/>
            <p:cNvSpPr/>
            <p:nvPr/>
          </p:nvSpPr>
          <p:spPr>
            <a:xfrm>
              <a:off x="4656000" y="1733925"/>
              <a:ext cx="44225" cy="56950"/>
            </a:xfrm>
            <a:custGeom>
              <a:rect b="b" l="l" r="r" t="t"/>
              <a:pathLst>
                <a:path extrusionOk="0" h="2278" w="1769">
                  <a:moveTo>
                    <a:pt x="1288" y="0"/>
                  </a:moveTo>
                  <a:cubicBezTo>
                    <a:pt x="1173" y="0"/>
                    <a:pt x="1042" y="35"/>
                    <a:pt x="901" y="111"/>
                  </a:cubicBezTo>
                  <a:cubicBezTo>
                    <a:pt x="367" y="444"/>
                    <a:pt x="34" y="1012"/>
                    <a:pt x="0" y="1645"/>
                  </a:cubicBezTo>
                  <a:cubicBezTo>
                    <a:pt x="0" y="2043"/>
                    <a:pt x="198" y="2277"/>
                    <a:pt x="488" y="2277"/>
                  </a:cubicBezTo>
                  <a:cubicBezTo>
                    <a:pt x="612" y="2277"/>
                    <a:pt x="752" y="2235"/>
                    <a:pt x="901" y="2146"/>
                  </a:cubicBezTo>
                  <a:cubicBezTo>
                    <a:pt x="1435" y="1812"/>
                    <a:pt x="1735" y="1245"/>
                    <a:pt x="1768" y="611"/>
                  </a:cubicBezTo>
                  <a:cubicBezTo>
                    <a:pt x="1768" y="228"/>
                    <a:pt x="1579" y="0"/>
                    <a:pt x="128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45"/>
            <p:cNvSpPr/>
            <p:nvPr/>
          </p:nvSpPr>
          <p:spPr>
            <a:xfrm>
              <a:off x="4479200" y="1835975"/>
              <a:ext cx="44225" cy="56925"/>
            </a:xfrm>
            <a:custGeom>
              <a:rect b="b" l="l" r="r" t="t"/>
              <a:pathLst>
                <a:path extrusionOk="0" h="2277" w="1769">
                  <a:moveTo>
                    <a:pt x="1307" y="0"/>
                  </a:moveTo>
                  <a:cubicBezTo>
                    <a:pt x="1188" y="0"/>
                    <a:pt x="1050" y="42"/>
                    <a:pt x="901" y="132"/>
                  </a:cubicBezTo>
                  <a:cubicBezTo>
                    <a:pt x="368" y="465"/>
                    <a:pt x="34" y="1032"/>
                    <a:pt x="1" y="1633"/>
                  </a:cubicBezTo>
                  <a:cubicBezTo>
                    <a:pt x="1" y="2041"/>
                    <a:pt x="208" y="2277"/>
                    <a:pt x="511" y="2277"/>
                  </a:cubicBezTo>
                  <a:cubicBezTo>
                    <a:pt x="629" y="2277"/>
                    <a:pt x="761" y="2241"/>
                    <a:pt x="901" y="2167"/>
                  </a:cubicBezTo>
                  <a:cubicBezTo>
                    <a:pt x="1435" y="1833"/>
                    <a:pt x="1735" y="1266"/>
                    <a:pt x="1769" y="632"/>
                  </a:cubicBezTo>
                  <a:cubicBezTo>
                    <a:pt x="1769" y="234"/>
                    <a:pt x="1588" y="0"/>
                    <a:pt x="130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45"/>
            <p:cNvSpPr/>
            <p:nvPr/>
          </p:nvSpPr>
          <p:spPr>
            <a:xfrm>
              <a:off x="5503275" y="668475"/>
              <a:ext cx="44225" cy="56950"/>
            </a:xfrm>
            <a:custGeom>
              <a:rect b="b" l="l" r="r" t="t"/>
              <a:pathLst>
                <a:path extrusionOk="0" h="2278" w="1769">
                  <a:moveTo>
                    <a:pt x="1280" y="0"/>
                  </a:moveTo>
                  <a:cubicBezTo>
                    <a:pt x="1157" y="0"/>
                    <a:pt x="1017" y="42"/>
                    <a:pt x="867" y="132"/>
                  </a:cubicBezTo>
                  <a:cubicBezTo>
                    <a:pt x="334" y="465"/>
                    <a:pt x="34" y="1032"/>
                    <a:pt x="0" y="1666"/>
                  </a:cubicBezTo>
                  <a:cubicBezTo>
                    <a:pt x="0" y="2049"/>
                    <a:pt x="206" y="2277"/>
                    <a:pt x="495" y="2277"/>
                  </a:cubicBezTo>
                  <a:cubicBezTo>
                    <a:pt x="609" y="2277"/>
                    <a:pt x="736" y="2242"/>
                    <a:pt x="867" y="2167"/>
                  </a:cubicBezTo>
                  <a:cubicBezTo>
                    <a:pt x="1401" y="1833"/>
                    <a:pt x="1735" y="1266"/>
                    <a:pt x="1768" y="632"/>
                  </a:cubicBezTo>
                  <a:cubicBezTo>
                    <a:pt x="1768" y="234"/>
                    <a:pt x="1571" y="0"/>
                    <a:pt x="128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45"/>
            <p:cNvSpPr/>
            <p:nvPr/>
          </p:nvSpPr>
          <p:spPr>
            <a:xfrm>
              <a:off x="4654325" y="1297450"/>
              <a:ext cx="206850" cy="262475"/>
            </a:xfrm>
            <a:custGeom>
              <a:rect b="b" l="l" r="r" t="t"/>
              <a:pathLst>
                <a:path extrusionOk="0" h="10499" w="8274">
                  <a:moveTo>
                    <a:pt x="5827" y="673"/>
                  </a:moveTo>
                  <a:cubicBezTo>
                    <a:pt x="6135" y="673"/>
                    <a:pt x="6419" y="745"/>
                    <a:pt x="6672" y="891"/>
                  </a:cubicBezTo>
                  <a:cubicBezTo>
                    <a:pt x="7272" y="1225"/>
                    <a:pt x="7606" y="1992"/>
                    <a:pt x="7606" y="3060"/>
                  </a:cubicBezTo>
                  <a:cubicBezTo>
                    <a:pt x="7606" y="5361"/>
                    <a:pt x="5972" y="8197"/>
                    <a:pt x="3970" y="9331"/>
                  </a:cubicBezTo>
                  <a:cubicBezTo>
                    <a:pt x="3428" y="9652"/>
                    <a:pt x="2911" y="9816"/>
                    <a:pt x="2454" y="9816"/>
                  </a:cubicBezTo>
                  <a:cubicBezTo>
                    <a:pt x="2151" y="9816"/>
                    <a:pt x="1874" y="9744"/>
                    <a:pt x="1635" y="9598"/>
                  </a:cubicBezTo>
                  <a:cubicBezTo>
                    <a:pt x="1001" y="9264"/>
                    <a:pt x="668" y="8497"/>
                    <a:pt x="668" y="7429"/>
                  </a:cubicBezTo>
                  <a:cubicBezTo>
                    <a:pt x="668" y="5128"/>
                    <a:pt x="2302" y="2292"/>
                    <a:pt x="4304" y="1158"/>
                  </a:cubicBezTo>
                  <a:cubicBezTo>
                    <a:pt x="4845" y="837"/>
                    <a:pt x="5363" y="673"/>
                    <a:pt x="5827" y="673"/>
                  </a:cubicBezTo>
                  <a:close/>
                  <a:moveTo>
                    <a:pt x="5853" y="0"/>
                  </a:moveTo>
                  <a:cubicBezTo>
                    <a:pt x="5270" y="0"/>
                    <a:pt x="4631" y="188"/>
                    <a:pt x="3970" y="558"/>
                  </a:cubicBezTo>
                  <a:cubicBezTo>
                    <a:pt x="1802" y="1825"/>
                    <a:pt x="1" y="4894"/>
                    <a:pt x="1" y="7429"/>
                  </a:cubicBezTo>
                  <a:cubicBezTo>
                    <a:pt x="1" y="8730"/>
                    <a:pt x="468" y="9698"/>
                    <a:pt x="1302" y="10198"/>
                  </a:cubicBezTo>
                  <a:cubicBezTo>
                    <a:pt x="1635" y="10398"/>
                    <a:pt x="2035" y="10498"/>
                    <a:pt x="2436" y="10498"/>
                  </a:cubicBezTo>
                  <a:cubicBezTo>
                    <a:pt x="3103" y="10465"/>
                    <a:pt x="3737" y="10265"/>
                    <a:pt x="4304" y="9931"/>
                  </a:cubicBezTo>
                  <a:cubicBezTo>
                    <a:pt x="6505" y="8664"/>
                    <a:pt x="8273" y="5561"/>
                    <a:pt x="8273" y="3060"/>
                  </a:cubicBezTo>
                  <a:cubicBezTo>
                    <a:pt x="8273" y="1759"/>
                    <a:pt x="7806" y="791"/>
                    <a:pt x="7006" y="291"/>
                  </a:cubicBezTo>
                  <a:cubicBezTo>
                    <a:pt x="6658" y="96"/>
                    <a:pt x="6270" y="0"/>
                    <a:pt x="585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45"/>
            <p:cNvSpPr/>
            <p:nvPr/>
          </p:nvSpPr>
          <p:spPr>
            <a:xfrm>
              <a:off x="4701850" y="1356425"/>
              <a:ext cx="111775" cy="144650"/>
            </a:xfrm>
            <a:custGeom>
              <a:rect b="b" l="l" r="r" t="t"/>
              <a:pathLst>
                <a:path extrusionOk="0" h="5786" w="4471">
                  <a:moveTo>
                    <a:pt x="3245" y="1"/>
                  </a:moveTo>
                  <a:cubicBezTo>
                    <a:pt x="2945" y="1"/>
                    <a:pt x="2603" y="97"/>
                    <a:pt x="2236" y="300"/>
                  </a:cubicBezTo>
                  <a:cubicBezTo>
                    <a:pt x="902" y="1168"/>
                    <a:pt x="68" y="2602"/>
                    <a:pt x="1" y="4203"/>
                  </a:cubicBezTo>
                  <a:cubicBezTo>
                    <a:pt x="1" y="5195"/>
                    <a:pt x="503" y="5785"/>
                    <a:pt x="1233" y="5785"/>
                  </a:cubicBezTo>
                  <a:cubicBezTo>
                    <a:pt x="1535" y="5785"/>
                    <a:pt x="1875" y="5685"/>
                    <a:pt x="2236" y="5471"/>
                  </a:cubicBezTo>
                  <a:cubicBezTo>
                    <a:pt x="3570" y="4603"/>
                    <a:pt x="4404" y="3169"/>
                    <a:pt x="4471" y="1601"/>
                  </a:cubicBezTo>
                  <a:cubicBezTo>
                    <a:pt x="4471" y="582"/>
                    <a:pt x="3983" y="1"/>
                    <a:pt x="324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45"/>
            <p:cNvSpPr/>
            <p:nvPr/>
          </p:nvSpPr>
          <p:spPr>
            <a:xfrm>
              <a:off x="5094650" y="458825"/>
              <a:ext cx="170150" cy="217125"/>
            </a:xfrm>
            <a:custGeom>
              <a:rect b="b" l="l" r="r" t="t"/>
              <a:pathLst>
                <a:path extrusionOk="0" h="8685" w="6806">
                  <a:moveTo>
                    <a:pt x="4873" y="397"/>
                  </a:moveTo>
                  <a:cubicBezTo>
                    <a:pt x="5143" y="397"/>
                    <a:pt x="5390" y="458"/>
                    <a:pt x="5604" y="579"/>
                  </a:cubicBezTo>
                  <a:cubicBezTo>
                    <a:pt x="6138" y="912"/>
                    <a:pt x="6438" y="1579"/>
                    <a:pt x="6438" y="2513"/>
                  </a:cubicBezTo>
                  <a:cubicBezTo>
                    <a:pt x="6305" y="4682"/>
                    <a:pt x="5171" y="6683"/>
                    <a:pt x="3336" y="7884"/>
                  </a:cubicBezTo>
                  <a:cubicBezTo>
                    <a:pt x="2857" y="8163"/>
                    <a:pt x="2390" y="8299"/>
                    <a:pt x="1978" y="8299"/>
                  </a:cubicBezTo>
                  <a:cubicBezTo>
                    <a:pt x="1701" y="8299"/>
                    <a:pt x="1449" y="8238"/>
                    <a:pt x="1234" y="8117"/>
                  </a:cubicBezTo>
                  <a:cubicBezTo>
                    <a:pt x="701" y="7817"/>
                    <a:pt x="400" y="7117"/>
                    <a:pt x="400" y="6216"/>
                  </a:cubicBezTo>
                  <a:cubicBezTo>
                    <a:pt x="534" y="4015"/>
                    <a:pt x="1668" y="2013"/>
                    <a:pt x="3536" y="812"/>
                  </a:cubicBezTo>
                  <a:cubicBezTo>
                    <a:pt x="4015" y="533"/>
                    <a:pt x="4470" y="397"/>
                    <a:pt x="4873" y="397"/>
                  </a:cubicBezTo>
                  <a:close/>
                  <a:moveTo>
                    <a:pt x="4856" y="1"/>
                  </a:moveTo>
                  <a:cubicBezTo>
                    <a:pt x="4379" y="1"/>
                    <a:pt x="3852" y="164"/>
                    <a:pt x="3303" y="479"/>
                  </a:cubicBezTo>
                  <a:cubicBezTo>
                    <a:pt x="1501" y="1513"/>
                    <a:pt x="0" y="4115"/>
                    <a:pt x="0" y="6216"/>
                  </a:cubicBezTo>
                  <a:cubicBezTo>
                    <a:pt x="0" y="7250"/>
                    <a:pt x="367" y="8051"/>
                    <a:pt x="1034" y="8451"/>
                  </a:cubicBezTo>
                  <a:cubicBezTo>
                    <a:pt x="1334" y="8618"/>
                    <a:pt x="1635" y="8685"/>
                    <a:pt x="1968" y="8685"/>
                  </a:cubicBezTo>
                  <a:cubicBezTo>
                    <a:pt x="2535" y="8651"/>
                    <a:pt x="3036" y="8518"/>
                    <a:pt x="3503" y="8218"/>
                  </a:cubicBezTo>
                  <a:cubicBezTo>
                    <a:pt x="5337" y="7183"/>
                    <a:pt x="6805" y="4582"/>
                    <a:pt x="6805" y="2480"/>
                  </a:cubicBezTo>
                  <a:cubicBezTo>
                    <a:pt x="6805" y="1446"/>
                    <a:pt x="6438" y="645"/>
                    <a:pt x="5771" y="245"/>
                  </a:cubicBezTo>
                  <a:cubicBezTo>
                    <a:pt x="5497" y="81"/>
                    <a:pt x="5188" y="1"/>
                    <a:pt x="485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45"/>
            <p:cNvSpPr/>
            <p:nvPr/>
          </p:nvSpPr>
          <p:spPr>
            <a:xfrm>
              <a:off x="5133000" y="506125"/>
              <a:ext cx="94250" cy="122825"/>
            </a:xfrm>
            <a:custGeom>
              <a:rect b="b" l="l" r="r" t="t"/>
              <a:pathLst>
                <a:path extrusionOk="0" h="4913" w="3770">
                  <a:moveTo>
                    <a:pt x="2718" y="0"/>
                  </a:moveTo>
                  <a:cubicBezTo>
                    <a:pt x="2464" y="0"/>
                    <a:pt x="2176" y="82"/>
                    <a:pt x="1869" y="255"/>
                  </a:cubicBezTo>
                  <a:cubicBezTo>
                    <a:pt x="768" y="988"/>
                    <a:pt x="67" y="2223"/>
                    <a:pt x="1" y="3557"/>
                  </a:cubicBezTo>
                  <a:cubicBezTo>
                    <a:pt x="1" y="4412"/>
                    <a:pt x="424" y="4912"/>
                    <a:pt x="1041" y="4912"/>
                  </a:cubicBezTo>
                  <a:cubicBezTo>
                    <a:pt x="1290" y="4912"/>
                    <a:pt x="1571" y="4830"/>
                    <a:pt x="1869" y="4658"/>
                  </a:cubicBezTo>
                  <a:cubicBezTo>
                    <a:pt x="3003" y="3924"/>
                    <a:pt x="3703" y="2690"/>
                    <a:pt x="3770" y="1355"/>
                  </a:cubicBezTo>
                  <a:cubicBezTo>
                    <a:pt x="3770" y="500"/>
                    <a:pt x="3347" y="0"/>
                    <a:pt x="271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45"/>
            <p:cNvSpPr/>
            <p:nvPr/>
          </p:nvSpPr>
          <p:spPr>
            <a:xfrm>
              <a:off x="4732725" y="752950"/>
              <a:ext cx="124125" cy="150675"/>
            </a:xfrm>
            <a:custGeom>
              <a:rect b="b" l="l" r="r" t="t"/>
              <a:pathLst>
                <a:path extrusionOk="0" h="6027" w="4965">
                  <a:moveTo>
                    <a:pt x="3403" y="422"/>
                  </a:moveTo>
                  <a:cubicBezTo>
                    <a:pt x="3569" y="422"/>
                    <a:pt x="3736" y="455"/>
                    <a:pt x="3870" y="522"/>
                  </a:cubicBezTo>
                  <a:cubicBezTo>
                    <a:pt x="4270" y="822"/>
                    <a:pt x="4470" y="1289"/>
                    <a:pt x="4403" y="1790"/>
                  </a:cubicBezTo>
                  <a:cubicBezTo>
                    <a:pt x="4337" y="3224"/>
                    <a:pt x="3569" y="4558"/>
                    <a:pt x="2335" y="5359"/>
                  </a:cubicBezTo>
                  <a:cubicBezTo>
                    <a:pt x="2100" y="5575"/>
                    <a:pt x="1828" y="5670"/>
                    <a:pt x="1564" y="5670"/>
                  </a:cubicBezTo>
                  <a:cubicBezTo>
                    <a:pt x="892" y="5670"/>
                    <a:pt x="276" y="5058"/>
                    <a:pt x="467" y="4291"/>
                  </a:cubicBezTo>
                  <a:cubicBezTo>
                    <a:pt x="534" y="2824"/>
                    <a:pt x="1301" y="1489"/>
                    <a:pt x="2535" y="689"/>
                  </a:cubicBezTo>
                  <a:cubicBezTo>
                    <a:pt x="2802" y="522"/>
                    <a:pt x="3102" y="422"/>
                    <a:pt x="3403" y="422"/>
                  </a:cubicBezTo>
                  <a:close/>
                  <a:moveTo>
                    <a:pt x="3287" y="0"/>
                  </a:moveTo>
                  <a:cubicBezTo>
                    <a:pt x="2961" y="0"/>
                    <a:pt x="2627" y="109"/>
                    <a:pt x="2335" y="355"/>
                  </a:cubicBezTo>
                  <a:cubicBezTo>
                    <a:pt x="1001" y="1223"/>
                    <a:pt x="167" y="2690"/>
                    <a:pt x="67" y="4291"/>
                  </a:cubicBezTo>
                  <a:cubicBezTo>
                    <a:pt x="0" y="4892"/>
                    <a:pt x="300" y="5492"/>
                    <a:pt x="801" y="5859"/>
                  </a:cubicBezTo>
                  <a:cubicBezTo>
                    <a:pt x="1001" y="5959"/>
                    <a:pt x="1234" y="6026"/>
                    <a:pt x="1468" y="6026"/>
                  </a:cubicBezTo>
                  <a:cubicBezTo>
                    <a:pt x="1835" y="5993"/>
                    <a:pt x="2202" y="5893"/>
                    <a:pt x="2535" y="5692"/>
                  </a:cubicBezTo>
                  <a:cubicBezTo>
                    <a:pt x="3836" y="4792"/>
                    <a:pt x="4704" y="3357"/>
                    <a:pt x="4770" y="1790"/>
                  </a:cubicBezTo>
                  <a:cubicBezTo>
                    <a:pt x="4964" y="772"/>
                    <a:pt x="4154" y="0"/>
                    <a:pt x="328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45"/>
            <p:cNvSpPr/>
            <p:nvPr/>
          </p:nvSpPr>
          <p:spPr>
            <a:xfrm>
              <a:off x="4761900" y="787225"/>
              <a:ext cx="63400" cy="82775"/>
            </a:xfrm>
            <a:custGeom>
              <a:rect b="b" l="l" r="r" t="t"/>
              <a:pathLst>
                <a:path extrusionOk="0" h="3311" w="2536">
                  <a:moveTo>
                    <a:pt x="1834" y="1"/>
                  </a:moveTo>
                  <a:cubicBezTo>
                    <a:pt x="1664" y="1"/>
                    <a:pt x="1472" y="59"/>
                    <a:pt x="1268" y="185"/>
                  </a:cubicBezTo>
                  <a:cubicBezTo>
                    <a:pt x="501" y="686"/>
                    <a:pt x="34" y="1486"/>
                    <a:pt x="1" y="2387"/>
                  </a:cubicBezTo>
                  <a:cubicBezTo>
                    <a:pt x="1" y="2972"/>
                    <a:pt x="280" y="3311"/>
                    <a:pt x="689" y="3311"/>
                  </a:cubicBezTo>
                  <a:cubicBezTo>
                    <a:pt x="863" y="3311"/>
                    <a:pt x="1059" y="3250"/>
                    <a:pt x="1268" y="3121"/>
                  </a:cubicBezTo>
                  <a:cubicBezTo>
                    <a:pt x="2035" y="2654"/>
                    <a:pt x="2502" y="1820"/>
                    <a:pt x="2536" y="919"/>
                  </a:cubicBezTo>
                  <a:cubicBezTo>
                    <a:pt x="2536" y="351"/>
                    <a:pt x="2250" y="1"/>
                    <a:pt x="183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45"/>
            <p:cNvSpPr/>
            <p:nvPr/>
          </p:nvSpPr>
          <p:spPr>
            <a:xfrm>
              <a:off x="5092975" y="1267450"/>
              <a:ext cx="124350" cy="149875"/>
            </a:xfrm>
            <a:custGeom>
              <a:rect b="b" l="l" r="r" t="t"/>
              <a:pathLst>
                <a:path extrusionOk="0" h="5995" w="4974">
                  <a:moveTo>
                    <a:pt x="3292" y="380"/>
                  </a:moveTo>
                  <a:cubicBezTo>
                    <a:pt x="3961" y="380"/>
                    <a:pt x="4595" y="991"/>
                    <a:pt x="4404" y="1758"/>
                  </a:cubicBezTo>
                  <a:cubicBezTo>
                    <a:pt x="4337" y="3225"/>
                    <a:pt x="3536" y="4560"/>
                    <a:pt x="2335" y="5360"/>
                  </a:cubicBezTo>
                  <a:cubicBezTo>
                    <a:pt x="2101" y="5576"/>
                    <a:pt x="1830" y="5670"/>
                    <a:pt x="1567" y="5670"/>
                  </a:cubicBezTo>
                  <a:cubicBezTo>
                    <a:pt x="892" y="5670"/>
                    <a:pt x="266" y="5051"/>
                    <a:pt x="434" y="4260"/>
                  </a:cubicBezTo>
                  <a:cubicBezTo>
                    <a:pt x="534" y="2792"/>
                    <a:pt x="1301" y="1491"/>
                    <a:pt x="2536" y="690"/>
                  </a:cubicBezTo>
                  <a:cubicBezTo>
                    <a:pt x="2761" y="474"/>
                    <a:pt x="3030" y="380"/>
                    <a:pt x="3292" y="380"/>
                  </a:cubicBezTo>
                  <a:close/>
                  <a:moveTo>
                    <a:pt x="3291" y="1"/>
                  </a:moveTo>
                  <a:cubicBezTo>
                    <a:pt x="2963" y="1"/>
                    <a:pt x="2628" y="110"/>
                    <a:pt x="2335" y="357"/>
                  </a:cubicBezTo>
                  <a:cubicBezTo>
                    <a:pt x="1001" y="1224"/>
                    <a:pt x="167" y="2658"/>
                    <a:pt x="67" y="4260"/>
                  </a:cubicBezTo>
                  <a:cubicBezTo>
                    <a:pt x="0" y="4893"/>
                    <a:pt x="301" y="5494"/>
                    <a:pt x="801" y="5827"/>
                  </a:cubicBezTo>
                  <a:cubicBezTo>
                    <a:pt x="1001" y="5961"/>
                    <a:pt x="1235" y="5994"/>
                    <a:pt x="1468" y="5994"/>
                  </a:cubicBezTo>
                  <a:cubicBezTo>
                    <a:pt x="1835" y="5994"/>
                    <a:pt x="2202" y="5894"/>
                    <a:pt x="2536" y="5694"/>
                  </a:cubicBezTo>
                  <a:cubicBezTo>
                    <a:pt x="3870" y="4827"/>
                    <a:pt x="4704" y="3359"/>
                    <a:pt x="4804" y="1758"/>
                  </a:cubicBezTo>
                  <a:cubicBezTo>
                    <a:pt x="4973" y="765"/>
                    <a:pt x="4159" y="1"/>
                    <a:pt x="329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45"/>
            <p:cNvSpPr/>
            <p:nvPr/>
          </p:nvSpPr>
          <p:spPr>
            <a:xfrm>
              <a:off x="5122150" y="1301625"/>
              <a:ext cx="63425" cy="82400"/>
            </a:xfrm>
            <a:custGeom>
              <a:rect b="b" l="l" r="r" t="t"/>
              <a:pathLst>
                <a:path extrusionOk="0" h="3296" w="2537">
                  <a:moveTo>
                    <a:pt x="1848" y="0"/>
                  </a:moveTo>
                  <a:cubicBezTo>
                    <a:pt x="1674" y="0"/>
                    <a:pt x="1477" y="61"/>
                    <a:pt x="1269" y="191"/>
                  </a:cubicBezTo>
                  <a:cubicBezTo>
                    <a:pt x="501" y="658"/>
                    <a:pt x="34" y="1492"/>
                    <a:pt x="1" y="2392"/>
                  </a:cubicBezTo>
                  <a:cubicBezTo>
                    <a:pt x="1" y="2962"/>
                    <a:pt x="289" y="3296"/>
                    <a:pt x="707" y="3296"/>
                  </a:cubicBezTo>
                  <a:cubicBezTo>
                    <a:pt x="876" y="3296"/>
                    <a:pt x="1067" y="3241"/>
                    <a:pt x="1269" y="3126"/>
                  </a:cubicBezTo>
                  <a:cubicBezTo>
                    <a:pt x="2036" y="2626"/>
                    <a:pt x="2503" y="1825"/>
                    <a:pt x="2536" y="924"/>
                  </a:cubicBezTo>
                  <a:cubicBezTo>
                    <a:pt x="2536" y="339"/>
                    <a:pt x="2257" y="0"/>
                    <a:pt x="184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45"/>
            <p:cNvSpPr/>
            <p:nvPr/>
          </p:nvSpPr>
          <p:spPr>
            <a:xfrm>
              <a:off x="5272275" y="806675"/>
              <a:ext cx="122925" cy="150300"/>
            </a:xfrm>
            <a:custGeom>
              <a:rect b="b" l="l" r="r" t="t"/>
              <a:pathLst>
                <a:path extrusionOk="0" h="6012" w="4917">
                  <a:moveTo>
                    <a:pt x="3271" y="365"/>
                  </a:moveTo>
                  <a:cubicBezTo>
                    <a:pt x="3946" y="365"/>
                    <a:pt x="4571" y="984"/>
                    <a:pt x="4403" y="1776"/>
                  </a:cubicBezTo>
                  <a:cubicBezTo>
                    <a:pt x="4303" y="3210"/>
                    <a:pt x="3536" y="4544"/>
                    <a:pt x="2302" y="5345"/>
                  </a:cubicBezTo>
                  <a:cubicBezTo>
                    <a:pt x="2067" y="5561"/>
                    <a:pt x="1794" y="5655"/>
                    <a:pt x="1531" y="5655"/>
                  </a:cubicBezTo>
                  <a:cubicBezTo>
                    <a:pt x="859" y="5655"/>
                    <a:pt x="242" y="5044"/>
                    <a:pt x="434" y="4277"/>
                  </a:cubicBezTo>
                  <a:cubicBezTo>
                    <a:pt x="501" y="2810"/>
                    <a:pt x="1268" y="1475"/>
                    <a:pt x="2502" y="675"/>
                  </a:cubicBezTo>
                  <a:cubicBezTo>
                    <a:pt x="2736" y="459"/>
                    <a:pt x="3007" y="365"/>
                    <a:pt x="3271" y="365"/>
                  </a:cubicBezTo>
                  <a:close/>
                  <a:moveTo>
                    <a:pt x="3258" y="0"/>
                  </a:moveTo>
                  <a:cubicBezTo>
                    <a:pt x="2935" y="0"/>
                    <a:pt x="2601" y="105"/>
                    <a:pt x="2302" y="341"/>
                  </a:cubicBezTo>
                  <a:cubicBezTo>
                    <a:pt x="968" y="1208"/>
                    <a:pt x="134" y="2676"/>
                    <a:pt x="67" y="4277"/>
                  </a:cubicBezTo>
                  <a:cubicBezTo>
                    <a:pt x="0" y="4878"/>
                    <a:pt x="267" y="5478"/>
                    <a:pt x="801" y="5845"/>
                  </a:cubicBezTo>
                  <a:cubicBezTo>
                    <a:pt x="968" y="5945"/>
                    <a:pt x="1201" y="6012"/>
                    <a:pt x="1435" y="6012"/>
                  </a:cubicBezTo>
                  <a:cubicBezTo>
                    <a:pt x="1802" y="5979"/>
                    <a:pt x="2168" y="5878"/>
                    <a:pt x="2502" y="5678"/>
                  </a:cubicBezTo>
                  <a:cubicBezTo>
                    <a:pt x="3836" y="4811"/>
                    <a:pt x="4670" y="3343"/>
                    <a:pt x="4770" y="1776"/>
                  </a:cubicBezTo>
                  <a:cubicBezTo>
                    <a:pt x="4916" y="755"/>
                    <a:pt x="4124" y="0"/>
                    <a:pt x="325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45"/>
            <p:cNvSpPr/>
            <p:nvPr/>
          </p:nvSpPr>
          <p:spPr>
            <a:xfrm>
              <a:off x="5300625" y="840600"/>
              <a:ext cx="64225" cy="82775"/>
            </a:xfrm>
            <a:custGeom>
              <a:rect b="b" l="l" r="r" t="t"/>
              <a:pathLst>
                <a:path extrusionOk="0" h="3311" w="2569">
                  <a:moveTo>
                    <a:pt x="1840" y="1"/>
                  </a:moveTo>
                  <a:cubicBezTo>
                    <a:pt x="1666" y="1"/>
                    <a:pt x="1471" y="59"/>
                    <a:pt x="1268" y="185"/>
                  </a:cubicBezTo>
                  <a:cubicBezTo>
                    <a:pt x="534" y="685"/>
                    <a:pt x="34" y="1486"/>
                    <a:pt x="0" y="2387"/>
                  </a:cubicBezTo>
                  <a:cubicBezTo>
                    <a:pt x="0" y="2972"/>
                    <a:pt x="280" y="3311"/>
                    <a:pt x="689" y="3311"/>
                  </a:cubicBezTo>
                  <a:cubicBezTo>
                    <a:pt x="862" y="3311"/>
                    <a:pt x="1059" y="3250"/>
                    <a:pt x="1268" y="3120"/>
                  </a:cubicBezTo>
                  <a:cubicBezTo>
                    <a:pt x="2035" y="2653"/>
                    <a:pt x="2502" y="1820"/>
                    <a:pt x="2569" y="919"/>
                  </a:cubicBezTo>
                  <a:cubicBezTo>
                    <a:pt x="2569" y="351"/>
                    <a:pt x="2266" y="1"/>
                    <a:pt x="18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45"/>
            <p:cNvSpPr/>
            <p:nvPr/>
          </p:nvSpPr>
          <p:spPr>
            <a:xfrm>
              <a:off x="4440850" y="1249125"/>
              <a:ext cx="124350" cy="150675"/>
            </a:xfrm>
            <a:custGeom>
              <a:rect b="b" l="l" r="r" t="t"/>
              <a:pathLst>
                <a:path extrusionOk="0" h="6027" w="4974">
                  <a:moveTo>
                    <a:pt x="3289" y="380"/>
                  </a:moveTo>
                  <a:cubicBezTo>
                    <a:pt x="3959" y="380"/>
                    <a:pt x="4595" y="999"/>
                    <a:pt x="4403" y="1790"/>
                  </a:cubicBezTo>
                  <a:cubicBezTo>
                    <a:pt x="4337" y="3225"/>
                    <a:pt x="3536" y="4559"/>
                    <a:pt x="2335" y="5359"/>
                  </a:cubicBezTo>
                  <a:cubicBezTo>
                    <a:pt x="2100" y="5576"/>
                    <a:pt x="1828" y="5670"/>
                    <a:pt x="1563" y="5670"/>
                  </a:cubicBezTo>
                  <a:cubicBezTo>
                    <a:pt x="890" y="5670"/>
                    <a:pt x="266" y="5058"/>
                    <a:pt x="434" y="4292"/>
                  </a:cubicBezTo>
                  <a:cubicBezTo>
                    <a:pt x="534" y="2824"/>
                    <a:pt x="1301" y="1490"/>
                    <a:pt x="2535" y="689"/>
                  </a:cubicBezTo>
                  <a:cubicBezTo>
                    <a:pt x="2760" y="474"/>
                    <a:pt x="3027" y="380"/>
                    <a:pt x="3289" y="380"/>
                  </a:cubicBezTo>
                  <a:close/>
                  <a:moveTo>
                    <a:pt x="3288" y="1"/>
                  </a:moveTo>
                  <a:cubicBezTo>
                    <a:pt x="2961" y="1"/>
                    <a:pt x="2627" y="110"/>
                    <a:pt x="2335" y="356"/>
                  </a:cubicBezTo>
                  <a:cubicBezTo>
                    <a:pt x="1001" y="1223"/>
                    <a:pt x="167" y="2691"/>
                    <a:pt x="67" y="4292"/>
                  </a:cubicBezTo>
                  <a:cubicBezTo>
                    <a:pt x="0" y="4892"/>
                    <a:pt x="300" y="5493"/>
                    <a:pt x="801" y="5860"/>
                  </a:cubicBezTo>
                  <a:cubicBezTo>
                    <a:pt x="1001" y="5960"/>
                    <a:pt x="1234" y="6027"/>
                    <a:pt x="1468" y="6027"/>
                  </a:cubicBezTo>
                  <a:cubicBezTo>
                    <a:pt x="1835" y="5993"/>
                    <a:pt x="2202" y="5893"/>
                    <a:pt x="2535" y="5693"/>
                  </a:cubicBezTo>
                  <a:cubicBezTo>
                    <a:pt x="3870" y="4826"/>
                    <a:pt x="4704" y="3358"/>
                    <a:pt x="4804" y="1790"/>
                  </a:cubicBezTo>
                  <a:cubicBezTo>
                    <a:pt x="4973" y="772"/>
                    <a:pt x="4157" y="1"/>
                    <a:pt x="328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45"/>
            <p:cNvSpPr/>
            <p:nvPr/>
          </p:nvSpPr>
          <p:spPr>
            <a:xfrm>
              <a:off x="4470025" y="1283425"/>
              <a:ext cx="63400" cy="82775"/>
            </a:xfrm>
            <a:custGeom>
              <a:rect b="b" l="l" r="r" t="t"/>
              <a:pathLst>
                <a:path extrusionOk="0" h="3311" w="2536">
                  <a:moveTo>
                    <a:pt x="1834" y="0"/>
                  </a:moveTo>
                  <a:cubicBezTo>
                    <a:pt x="1663" y="0"/>
                    <a:pt x="1471" y="59"/>
                    <a:pt x="1268" y="185"/>
                  </a:cubicBezTo>
                  <a:cubicBezTo>
                    <a:pt x="501" y="685"/>
                    <a:pt x="34" y="1486"/>
                    <a:pt x="1" y="2386"/>
                  </a:cubicBezTo>
                  <a:cubicBezTo>
                    <a:pt x="1" y="2972"/>
                    <a:pt x="280" y="3311"/>
                    <a:pt x="689" y="3311"/>
                  </a:cubicBezTo>
                  <a:cubicBezTo>
                    <a:pt x="863" y="3311"/>
                    <a:pt x="1059" y="3249"/>
                    <a:pt x="1268" y="3120"/>
                  </a:cubicBezTo>
                  <a:cubicBezTo>
                    <a:pt x="2002" y="2653"/>
                    <a:pt x="2502" y="1819"/>
                    <a:pt x="2536" y="919"/>
                  </a:cubicBezTo>
                  <a:cubicBezTo>
                    <a:pt x="2536" y="350"/>
                    <a:pt x="2250" y="0"/>
                    <a:pt x="183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45"/>
            <p:cNvSpPr/>
            <p:nvPr/>
          </p:nvSpPr>
          <p:spPr>
            <a:xfrm>
              <a:off x="4211500" y="1353900"/>
              <a:ext cx="85650" cy="104275"/>
            </a:xfrm>
            <a:custGeom>
              <a:rect b="b" l="l" r="r" t="t"/>
              <a:pathLst>
                <a:path extrusionOk="0" h="4171" w="3426">
                  <a:moveTo>
                    <a:pt x="2336" y="268"/>
                  </a:moveTo>
                  <a:cubicBezTo>
                    <a:pt x="2436" y="268"/>
                    <a:pt x="2569" y="335"/>
                    <a:pt x="2670" y="401"/>
                  </a:cubicBezTo>
                  <a:cubicBezTo>
                    <a:pt x="2936" y="568"/>
                    <a:pt x="3070" y="902"/>
                    <a:pt x="3036" y="1235"/>
                  </a:cubicBezTo>
                  <a:cubicBezTo>
                    <a:pt x="2970" y="2236"/>
                    <a:pt x="2436" y="3170"/>
                    <a:pt x="1602" y="3737"/>
                  </a:cubicBezTo>
                  <a:cubicBezTo>
                    <a:pt x="1443" y="3887"/>
                    <a:pt x="1257" y="3953"/>
                    <a:pt x="1077" y="3953"/>
                  </a:cubicBezTo>
                  <a:cubicBezTo>
                    <a:pt x="613" y="3953"/>
                    <a:pt x="181" y="3522"/>
                    <a:pt x="301" y="2970"/>
                  </a:cubicBezTo>
                  <a:cubicBezTo>
                    <a:pt x="335" y="1969"/>
                    <a:pt x="868" y="1035"/>
                    <a:pt x="1736" y="468"/>
                  </a:cubicBezTo>
                  <a:cubicBezTo>
                    <a:pt x="1902" y="368"/>
                    <a:pt x="2136" y="301"/>
                    <a:pt x="2336" y="301"/>
                  </a:cubicBezTo>
                  <a:lnTo>
                    <a:pt x="2336" y="268"/>
                  </a:lnTo>
                  <a:close/>
                  <a:moveTo>
                    <a:pt x="2250" y="0"/>
                  </a:moveTo>
                  <a:cubicBezTo>
                    <a:pt x="2027" y="0"/>
                    <a:pt x="1800" y="72"/>
                    <a:pt x="1602" y="234"/>
                  </a:cubicBezTo>
                  <a:cubicBezTo>
                    <a:pt x="668" y="835"/>
                    <a:pt x="101" y="1869"/>
                    <a:pt x="34" y="2970"/>
                  </a:cubicBezTo>
                  <a:cubicBezTo>
                    <a:pt x="1" y="3370"/>
                    <a:pt x="201" y="3804"/>
                    <a:pt x="535" y="4037"/>
                  </a:cubicBezTo>
                  <a:cubicBezTo>
                    <a:pt x="668" y="4104"/>
                    <a:pt x="835" y="4171"/>
                    <a:pt x="1002" y="4171"/>
                  </a:cubicBezTo>
                  <a:cubicBezTo>
                    <a:pt x="1269" y="4137"/>
                    <a:pt x="1502" y="4071"/>
                    <a:pt x="1736" y="3937"/>
                  </a:cubicBezTo>
                  <a:cubicBezTo>
                    <a:pt x="2670" y="3337"/>
                    <a:pt x="3237" y="2336"/>
                    <a:pt x="3303" y="1235"/>
                  </a:cubicBezTo>
                  <a:cubicBezTo>
                    <a:pt x="3425" y="529"/>
                    <a:pt x="2853" y="0"/>
                    <a:pt x="225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45"/>
            <p:cNvSpPr/>
            <p:nvPr/>
          </p:nvSpPr>
          <p:spPr>
            <a:xfrm>
              <a:off x="4230700" y="1377300"/>
              <a:ext cx="44225" cy="56975"/>
            </a:xfrm>
            <a:custGeom>
              <a:rect b="b" l="l" r="r" t="t"/>
              <a:pathLst>
                <a:path extrusionOk="0" h="2279" w="1769">
                  <a:moveTo>
                    <a:pt x="1306" y="1"/>
                  </a:moveTo>
                  <a:cubicBezTo>
                    <a:pt x="1187" y="1"/>
                    <a:pt x="1050" y="43"/>
                    <a:pt x="901" y="132"/>
                  </a:cubicBezTo>
                  <a:cubicBezTo>
                    <a:pt x="367" y="466"/>
                    <a:pt x="34" y="1033"/>
                    <a:pt x="0" y="1667"/>
                  </a:cubicBezTo>
                  <a:cubicBezTo>
                    <a:pt x="0" y="2050"/>
                    <a:pt x="206" y="2278"/>
                    <a:pt x="507" y="2278"/>
                  </a:cubicBezTo>
                  <a:cubicBezTo>
                    <a:pt x="626" y="2278"/>
                    <a:pt x="759" y="2243"/>
                    <a:pt x="901" y="2167"/>
                  </a:cubicBezTo>
                  <a:cubicBezTo>
                    <a:pt x="1435" y="1834"/>
                    <a:pt x="1735" y="1267"/>
                    <a:pt x="1768" y="633"/>
                  </a:cubicBezTo>
                  <a:cubicBezTo>
                    <a:pt x="1768" y="235"/>
                    <a:pt x="1587" y="1"/>
                    <a:pt x="130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45"/>
            <p:cNvSpPr/>
            <p:nvPr/>
          </p:nvSpPr>
          <p:spPr>
            <a:xfrm>
              <a:off x="5566650" y="885225"/>
              <a:ext cx="85025" cy="104275"/>
            </a:xfrm>
            <a:custGeom>
              <a:rect b="b" l="l" r="r" t="t"/>
              <a:pathLst>
                <a:path extrusionOk="0" h="4171" w="3401">
                  <a:moveTo>
                    <a:pt x="2261" y="253"/>
                  </a:moveTo>
                  <a:cubicBezTo>
                    <a:pt x="2724" y="253"/>
                    <a:pt x="3156" y="684"/>
                    <a:pt x="3036" y="1235"/>
                  </a:cubicBezTo>
                  <a:cubicBezTo>
                    <a:pt x="2969" y="2203"/>
                    <a:pt x="2435" y="3137"/>
                    <a:pt x="1601" y="3670"/>
                  </a:cubicBezTo>
                  <a:cubicBezTo>
                    <a:pt x="1429" y="3800"/>
                    <a:pt x="1215" y="3873"/>
                    <a:pt x="1004" y="3873"/>
                  </a:cubicBezTo>
                  <a:cubicBezTo>
                    <a:pt x="889" y="3873"/>
                    <a:pt x="774" y="3851"/>
                    <a:pt x="667" y="3804"/>
                  </a:cubicBezTo>
                  <a:cubicBezTo>
                    <a:pt x="401" y="3604"/>
                    <a:pt x="267" y="3270"/>
                    <a:pt x="301" y="2970"/>
                  </a:cubicBezTo>
                  <a:cubicBezTo>
                    <a:pt x="367" y="1936"/>
                    <a:pt x="901" y="1035"/>
                    <a:pt x="1735" y="468"/>
                  </a:cubicBezTo>
                  <a:cubicBezTo>
                    <a:pt x="1894" y="318"/>
                    <a:pt x="2080" y="253"/>
                    <a:pt x="2261" y="253"/>
                  </a:cubicBezTo>
                  <a:close/>
                  <a:moveTo>
                    <a:pt x="2244" y="1"/>
                  </a:moveTo>
                  <a:cubicBezTo>
                    <a:pt x="2024" y="1"/>
                    <a:pt x="1799" y="73"/>
                    <a:pt x="1601" y="235"/>
                  </a:cubicBezTo>
                  <a:cubicBezTo>
                    <a:pt x="667" y="835"/>
                    <a:pt x="100" y="1869"/>
                    <a:pt x="34" y="2970"/>
                  </a:cubicBezTo>
                  <a:cubicBezTo>
                    <a:pt x="0" y="3370"/>
                    <a:pt x="167" y="3804"/>
                    <a:pt x="534" y="4037"/>
                  </a:cubicBezTo>
                  <a:cubicBezTo>
                    <a:pt x="667" y="4104"/>
                    <a:pt x="834" y="4171"/>
                    <a:pt x="1001" y="4171"/>
                  </a:cubicBezTo>
                  <a:cubicBezTo>
                    <a:pt x="1268" y="4137"/>
                    <a:pt x="1501" y="4071"/>
                    <a:pt x="1735" y="3937"/>
                  </a:cubicBezTo>
                  <a:cubicBezTo>
                    <a:pt x="2669" y="3337"/>
                    <a:pt x="3236" y="2303"/>
                    <a:pt x="3303" y="1235"/>
                  </a:cubicBezTo>
                  <a:cubicBezTo>
                    <a:pt x="3400" y="529"/>
                    <a:pt x="2840" y="1"/>
                    <a:pt x="224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45"/>
            <p:cNvSpPr/>
            <p:nvPr/>
          </p:nvSpPr>
          <p:spPr>
            <a:xfrm>
              <a:off x="5585825" y="909150"/>
              <a:ext cx="44225" cy="56950"/>
            </a:xfrm>
            <a:custGeom>
              <a:rect b="b" l="l" r="r" t="t"/>
              <a:pathLst>
                <a:path extrusionOk="0" h="2278" w="1769">
                  <a:moveTo>
                    <a:pt x="1274" y="1"/>
                  </a:moveTo>
                  <a:cubicBezTo>
                    <a:pt x="1160" y="1"/>
                    <a:pt x="1033" y="36"/>
                    <a:pt x="901" y="112"/>
                  </a:cubicBezTo>
                  <a:cubicBezTo>
                    <a:pt x="367" y="445"/>
                    <a:pt x="34" y="1012"/>
                    <a:pt x="1" y="1646"/>
                  </a:cubicBezTo>
                  <a:cubicBezTo>
                    <a:pt x="1" y="2044"/>
                    <a:pt x="198" y="2278"/>
                    <a:pt x="489" y="2278"/>
                  </a:cubicBezTo>
                  <a:cubicBezTo>
                    <a:pt x="612" y="2278"/>
                    <a:pt x="752" y="2236"/>
                    <a:pt x="901" y="2146"/>
                  </a:cubicBezTo>
                  <a:cubicBezTo>
                    <a:pt x="1402" y="1813"/>
                    <a:pt x="1735" y="1246"/>
                    <a:pt x="1768" y="612"/>
                  </a:cubicBezTo>
                  <a:cubicBezTo>
                    <a:pt x="1768" y="229"/>
                    <a:pt x="1563" y="1"/>
                    <a:pt x="127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45"/>
            <p:cNvSpPr/>
            <p:nvPr/>
          </p:nvSpPr>
          <p:spPr>
            <a:xfrm>
              <a:off x="5424875" y="1154925"/>
              <a:ext cx="271225" cy="339100"/>
            </a:xfrm>
            <a:custGeom>
              <a:rect b="b" l="l" r="r" t="t"/>
              <a:pathLst>
                <a:path extrusionOk="0" h="13564" w="10849">
                  <a:moveTo>
                    <a:pt x="10108" y="321"/>
                  </a:moveTo>
                  <a:cubicBezTo>
                    <a:pt x="10175" y="321"/>
                    <a:pt x="10208" y="355"/>
                    <a:pt x="10275" y="388"/>
                  </a:cubicBezTo>
                  <a:cubicBezTo>
                    <a:pt x="10408" y="488"/>
                    <a:pt x="10475" y="655"/>
                    <a:pt x="10475" y="822"/>
                  </a:cubicBezTo>
                  <a:lnTo>
                    <a:pt x="10475" y="6726"/>
                  </a:lnTo>
                  <a:cubicBezTo>
                    <a:pt x="10441" y="7326"/>
                    <a:pt x="10108" y="7860"/>
                    <a:pt x="9641" y="8193"/>
                  </a:cubicBezTo>
                  <a:lnTo>
                    <a:pt x="1068" y="13164"/>
                  </a:lnTo>
                  <a:cubicBezTo>
                    <a:pt x="980" y="13234"/>
                    <a:pt x="883" y="13265"/>
                    <a:pt x="789" y="13265"/>
                  </a:cubicBezTo>
                  <a:cubicBezTo>
                    <a:pt x="527" y="13265"/>
                    <a:pt x="294" y="13025"/>
                    <a:pt x="368" y="12730"/>
                  </a:cubicBezTo>
                  <a:lnTo>
                    <a:pt x="368" y="6859"/>
                  </a:lnTo>
                  <a:cubicBezTo>
                    <a:pt x="401" y="6259"/>
                    <a:pt x="701" y="5725"/>
                    <a:pt x="1201" y="5391"/>
                  </a:cubicBezTo>
                  <a:lnTo>
                    <a:pt x="9774" y="421"/>
                  </a:lnTo>
                  <a:cubicBezTo>
                    <a:pt x="9874" y="388"/>
                    <a:pt x="10008" y="321"/>
                    <a:pt x="10108" y="321"/>
                  </a:cubicBezTo>
                  <a:close/>
                  <a:moveTo>
                    <a:pt x="10058" y="0"/>
                  </a:moveTo>
                  <a:cubicBezTo>
                    <a:pt x="9907" y="0"/>
                    <a:pt x="9750" y="47"/>
                    <a:pt x="9607" y="154"/>
                  </a:cubicBezTo>
                  <a:lnTo>
                    <a:pt x="1035" y="5091"/>
                  </a:lnTo>
                  <a:cubicBezTo>
                    <a:pt x="434" y="5492"/>
                    <a:pt x="67" y="6125"/>
                    <a:pt x="34" y="6859"/>
                  </a:cubicBezTo>
                  <a:lnTo>
                    <a:pt x="34" y="12730"/>
                  </a:lnTo>
                  <a:cubicBezTo>
                    <a:pt x="1" y="13030"/>
                    <a:pt x="134" y="13297"/>
                    <a:pt x="401" y="13464"/>
                  </a:cubicBezTo>
                  <a:cubicBezTo>
                    <a:pt x="501" y="13531"/>
                    <a:pt x="601" y="13564"/>
                    <a:pt x="701" y="13564"/>
                  </a:cubicBezTo>
                  <a:cubicBezTo>
                    <a:pt x="901" y="13564"/>
                    <a:pt x="1068" y="13497"/>
                    <a:pt x="1201" y="13397"/>
                  </a:cubicBezTo>
                  <a:lnTo>
                    <a:pt x="9774" y="8460"/>
                  </a:lnTo>
                  <a:cubicBezTo>
                    <a:pt x="10375" y="8060"/>
                    <a:pt x="10742" y="7426"/>
                    <a:pt x="10775" y="6726"/>
                  </a:cubicBezTo>
                  <a:lnTo>
                    <a:pt x="10775" y="822"/>
                  </a:lnTo>
                  <a:cubicBezTo>
                    <a:pt x="10848" y="357"/>
                    <a:pt x="10474" y="0"/>
                    <a:pt x="1005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45"/>
            <p:cNvSpPr/>
            <p:nvPr/>
          </p:nvSpPr>
          <p:spPr>
            <a:xfrm>
              <a:off x="5468250" y="1230775"/>
              <a:ext cx="184500" cy="108150"/>
            </a:xfrm>
            <a:custGeom>
              <a:rect b="b" l="l" r="r" t="t"/>
              <a:pathLst>
                <a:path extrusionOk="0" h="4326" w="7380">
                  <a:moveTo>
                    <a:pt x="7148" y="0"/>
                  </a:moveTo>
                  <a:cubicBezTo>
                    <a:pt x="7123" y="0"/>
                    <a:pt x="7098" y="7"/>
                    <a:pt x="7072" y="22"/>
                  </a:cubicBezTo>
                  <a:lnTo>
                    <a:pt x="134" y="4025"/>
                  </a:lnTo>
                  <a:cubicBezTo>
                    <a:pt x="0" y="4125"/>
                    <a:pt x="34" y="4326"/>
                    <a:pt x="200" y="4326"/>
                  </a:cubicBezTo>
                  <a:lnTo>
                    <a:pt x="267" y="4326"/>
                  </a:lnTo>
                  <a:lnTo>
                    <a:pt x="7239" y="289"/>
                  </a:lnTo>
                  <a:cubicBezTo>
                    <a:pt x="7380" y="205"/>
                    <a:pt x="7282" y="0"/>
                    <a:pt x="714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45"/>
            <p:cNvSpPr/>
            <p:nvPr/>
          </p:nvSpPr>
          <p:spPr>
            <a:xfrm>
              <a:off x="5468250" y="1271625"/>
              <a:ext cx="184500" cy="108175"/>
            </a:xfrm>
            <a:custGeom>
              <a:rect b="b" l="l" r="r" t="t"/>
              <a:pathLst>
                <a:path extrusionOk="0" h="4327" w="7380">
                  <a:moveTo>
                    <a:pt x="7148" y="1"/>
                  </a:moveTo>
                  <a:cubicBezTo>
                    <a:pt x="7123" y="1"/>
                    <a:pt x="7098" y="8"/>
                    <a:pt x="7072" y="23"/>
                  </a:cubicBezTo>
                  <a:lnTo>
                    <a:pt x="134" y="4026"/>
                  </a:lnTo>
                  <a:cubicBezTo>
                    <a:pt x="0" y="4126"/>
                    <a:pt x="34" y="4326"/>
                    <a:pt x="200" y="4326"/>
                  </a:cubicBezTo>
                  <a:lnTo>
                    <a:pt x="267" y="4326"/>
                  </a:lnTo>
                  <a:lnTo>
                    <a:pt x="7239" y="290"/>
                  </a:lnTo>
                  <a:cubicBezTo>
                    <a:pt x="7380" y="205"/>
                    <a:pt x="7282" y="1"/>
                    <a:pt x="714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45"/>
            <p:cNvSpPr/>
            <p:nvPr/>
          </p:nvSpPr>
          <p:spPr>
            <a:xfrm>
              <a:off x="5469075" y="1312725"/>
              <a:ext cx="182650" cy="107925"/>
            </a:xfrm>
            <a:custGeom>
              <a:rect b="b" l="l" r="r" t="t"/>
              <a:pathLst>
                <a:path extrusionOk="0" h="4317" w="7306">
                  <a:moveTo>
                    <a:pt x="7098" y="0"/>
                  </a:moveTo>
                  <a:cubicBezTo>
                    <a:pt x="7077" y="0"/>
                    <a:pt x="7057" y="5"/>
                    <a:pt x="7039" y="13"/>
                  </a:cubicBezTo>
                  <a:lnTo>
                    <a:pt x="101" y="4016"/>
                  </a:lnTo>
                  <a:cubicBezTo>
                    <a:pt x="1" y="4083"/>
                    <a:pt x="1" y="4183"/>
                    <a:pt x="34" y="4250"/>
                  </a:cubicBezTo>
                  <a:cubicBezTo>
                    <a:pt x="67" y="4283"/>
                    <a:pt x="101" y="4317"/>
                    <a:pt x="167" y="4317"/>
                  </a:cubicBezTo>
                  <a:lnTo>
                    <a:pt x="234" y="4317"/>
                  </a:lnTo>
                  <a:lnTo>
                    <a:pt x="7206" y="280"/>
                  </a:lnTo>
                  <a:cubicBezTo>
                    <a:pt x="7272" y="247"/>
                    <a:pt x="7306" y="147"/>
                    <a:pt x="7272" y="80"/>
                  </a:cubicBezTo>
                  <a:cubicBezTo>
                    <a:pt x="7224" y="31"/>
                    <a:pt x="7157" y="0"/>
                    <a:pt x="709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45"/>
            <p:cNvSpPr/>
            <p:nvPr/>
          </p:nvSpPr>
          <p:spPr>
            <a:xfrm>
              <a:off x="5741775" y="2234875"/>
              <a:ext cx="271225" cy="338275"/>
            </a:xfrm>
            <a:custGeom>
              <a:rect b="b" l="l" r="r" t="t"/>
              <a:pathLst>
                <a:path extrusionOk="0" h="13531" w="10849">
                  <a:moveTo>
                    <a:pt x="10053" y="299"/>
                  </a:moveTo>
                  <a:cubicBezTo>
                    <a:pt x="10293" y="299"/>
                    <a:pt x="10513" y="534"/>
                    <a:pt x="10441" y="821"/>
                  </a:cubicBezTo>
                  <a:lnTo>
                    <a:pt x="10441" y="6725"/>
                  </a:lnTo>
                  <a:cubicBezTo>
                    <a:pt x="10408" y="7292"/>
                    <a:pt x="10108" y="7859"/>
                    <a:pt x="9607" y="8193"/>
                  </a:cubicBezTo>
                  <a:lnTo>
                    <a:pt x="1034" y="13130"/>
                  </a:lnTo>
                  <a:cubicBezTo>
                    <a:pt x="955" y="13200"/>
                    <a:pt x="862" y="13231"/>
                    <a:pt x="770" y="13231"/>
                  </a:cubicBezTo>
                  <a:cubicBezTo>
                    <a:pt x="514" y="13231"/>
                    <a:pt x="269" y="12991"/>
                    <a:pt x="367" y="12696"/>
                  </a:cubicBezTo>
                  <a:lnTo>
                    <a:pt x="367" y="6825"/>
                  </a:lnTo>
                  <a:cubicBezTo>
                    <a:pt x="401" y="6225"/>
                    <a:pt x="701" y="5691"/>
                    <a:pt x="1201" y="5358"/>
                  </a:cubicBezTo>
                  <a:lnTo>
                    <a:pt x="9774" y="421"/>
                  </a:lnTo>
                  <a:cubicBezTo>
                    <a:pt x="9859" y="336"/>
                    <a:pt x="9958" y="299"/>
                    <a:pt x="10053" y="299"/>
                  </a:cubicBezTo>
                  <a:close/>
                  <a:moveTo>
                    <a:pt x="10041" y="0"/>
                  </a:moveTo>
                  <a:cubicBezTo>
                    <a:pt x="9892" y="0"/>
                    <a:pt x="9740" y="48"/>
                    <a:pt x="9607" y="154"/>
                  </a:cubicBezTo>
                  <a:lnTo>
                    <a:pt x="1034" y="5124"/>
                  </a:lnTo>
                  <a:cubicBezTo>
                    <a:pt x="434" y="5491"/>
                    <a:pt x="67" y="6158"/>
                    <a:pt x="34" y="6859"/>
                  </a:cubicBezTo>
                  <a:lnTo>
                    <a:pt x="34" y="12696"/>
                  </a:lnTo>
                  <a:cubicBezTo>
                    <a:pt x="0" y="12996"/>
                    <a:pt x="134" y="13297"/>
                    <a:pt x="367" y="13463"/>
                  </a:cubicBezTo>
                  <a:cubicBezTo>
                    <a:pt x="467" y="13497"/>
                    <a:pt x="567" y="13530"/>
                    <a:pt x="701" y="13530"/>
                  </a:cubicBezTo>
                  <a:cubicBezTo>
                    <a:pt x="868" y="13530"/>
                    <a:pt x="1034" y="13497"/>
                    <a:pt x="1201" y="13430"/>
                  </a:cubicBezTo>
                  <a:lnTo>
                    <a:pt x="9774" y="8460"/>
                  </a:lnTo>
                  <a:cubicBezTo>
                    <a:pt x="10374" y="8093"/>
                    <a:pt x="10741" y="7426"/>
                    <a:pt x="10775" y="6725"/>
                  </a:cubicBezTo>
                  <a:lnTo>
                    <a:pt x="10775" y="854"/>
                  </a:lnTo>
                  <a:cubicBezTo>
                    <a:pt x="10848" y="364"/>
                    <a:pt x="10454" y="0"/>
                    <a:pt x="1004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45"/>
            <p:cNvSpPr/>
            <p:nvPr/>
          </p:nvSpPr>
          <p:spPr>
            <a:xfrm>
              <a:off x="5785125" y="2310400"/>
              <a:ext cx="182675" cy="108475"/>
            </a:xfrm>
            <a:custGeom>
              <a:rect b="b" l="l" r="r" t="t"/>
              <a:pathLst>
                <a:path extrusionOk="0" h="4339" w="7307">
                  <a:moveTo>
                    <a:pt x="7152" y="0"/>
                  </a:moveTo>
                  <a:cubicBezTo>
                    <a:pt x="7124" y="0"/>
                    <a:pt x="7096" y="11"/>
                    <a:pt x="7073" y="35"/>
                  </a:cubicBezTo>
                  <a:lnTo>
                    <a:pt x="101" y="4038"/>
                  </a:lnTo>
                  <a:cubicBezTo>
                    <a:pt x="34" y="4071"/>
                    <a:pt x="1" y="4171"/>
                    <a:pt x="34" y="4271"/>
                  </a:cubicBezTo>
                  <a:cubicBezTo>
                    <a:pt x="68" y="4305"/>
                    <a:pt x="134" y="4338"/>
                    <a:pt x="201" y="4338"/>
                  </a:cubicBezTo>
                  <a:cubicBezTo>
                    <a:pt x="201" y="4338"/>
                    <a:pt x="234" y="4338"/>
                    <a:pt x="268" y="4305"/>
                  </a:cubicBezTo>
                  <a:lnTo>
                    <a:pt x="7206" y="302"/>
                  </a:lnTo>
                  <a:cubicBezTo>
                    <a:pt x="7306" y="269"/>
                    <a:pt x="7306" y="168"/>
                    <a:pt x="7273" y="102"/>
                  </a:cubicBezTo>
                  <a:cubicBezTo>
                    <a:pt x="7251" y="37"/>
                    <a:pt x="7202" y="0"/>
                    <a:pt x="715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45"/>
            <p:cNvSpPr/>
            <p:nvPr/>
          </p:nvSpPr>
          <p:spPr>
            <a:xfrm>
              <a:off x="5784300" y="2351625"/>
              <a:ext cx="183500" cy="108100"/>
            </a:xfrm>
            <a:custGeom>
              <a:rect b="b" l="l" r="r" t="t"/>
              <a:pathLst>
                <a:path extrusionOk="0" h="4324" w="7340">
                  <a:moveTo>
                    <a:pt x="7187" y="1"/>
                  </a:moveTo>
                  <a:cubicBezTo>
                    <a:pt x="7159" y="1"/>
                    <a:pt x="7130" y="8"/>
                    <a:pt x="7106" y="21"/>
                  </a:cubicBezTo>
                  <a:lnTo>
                    <a:pt x="134" y="4023"/>
                  </a:lnTo>
                  <a:cubicBezTo>
                    <a:pt x="1" y="4123"/>
                    <a:pt x="67" y="4324"/>
                    <a:pt x="234" y="4324"/>
                  </a:cubicBezTo>
                  <a:cubicBezTo>
                    <a:pt x="234" y="4324"/>
                    <a:pt x="267" y="4324"/>
                    <a:pt x="301" y="4290"/>
                  </a:cubicBezTo>
                  <a:lnTo>
                    <a:pt x="7239" y="287"/>
                  </a:lnTo>
                  <a:cubicBezTo>
                    <a:pt x="7339" y="254"/>
                    <a:pt x="7339" y="154"/>
                    <a:pt x="7306" y="87"/>
                  </a:cubicBezTo>
                  <a:cubicBezTo>
                    <a:pt x="7285" y="24"/>
                    <a:pt x="7237" y="1"/>
                    <a:pt x="718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45"/>
            <p:cNvSpPr/>
            <p:nvPr/>
          </p:nvSpPr>
          <p:spPr>
            <a:xfrm>
              <a:off x="5785125" y="2391825"/>
              <a:ext cx="182675" cy="108775"/>
            </a:xfrm>
            <a:custGeom>
              <a:rect b="b" l="l" r="r" t="t"/>
              <a:pathLst>
                <a:path extrusionOk="0" h="4351" w="7307">
                  <a:moveTo>
                    <a:pt x="7132" y="1"/>
                  </a:moveTo>
                  <a:cubicBezTo>
                    <a:pt x="7111" y="1"/>
                    <a:pt x="7091" y="5"/>
                    <a:pt x="7073" y="14"/>
                  </a:cubicBezTo>
                  <a:lnTo>
                    <a:pt x="101" y="4050"/>
                  </a:lnTo>
                  <a:cubicBezTo>
                    <a:pt x="34" y="4083"/>
                    <a:pt x="1" y="4183"/>
                    <a:pt x="34" y="4250"/>
                  </a:cubicBezTo>
                  <a:cubicBezTo>
                    <a:pt x="68" y="4317"/>
                    <a:pt x="134" y="4317"/>
                    <a:pt x="201" y="4350"/>
                  </a:cubicBezTo>
                  <a:lnTo>
                    <a:pt x="268" y="4350"/>
                  </a:lnTo>
                  <a:lnTo>
                    <a:pt x="7206" y="314"/>
                  </a:lnTo>
                  <a:cubicBezTo>
                    <a:pt x="7306" y="247"/>
                    <a:pt x="7306" y="147"/>
                    <a:pt x="7273" y="80"/>
                  </a:cubicBezTo>
                  <a:cubicBezTo>
                    <a:pt x="7248" y="32"/>
                    <a:pt x="7188" y="1"/>
                    <a:pt x="713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45"/>
            <p:cNvSpPr/>
            <p:nvPr/>
          </p:nvSpPr>
          <p:spPr>
            <a:xfrm>
              <a:off x="5294775" y="3726250"/>
              <a:ext cx="271200" cy="338800"/>
            </a:xfrm>
            <a:custGeom>
              <a:rect b="b" l="l" r="r" t="t"/>
              <a:pathLst>
                <a:path extrusionOk="0" h="13552" w="10848">
                  <a:moveTo>
                    <a:pt x="10090" y="307"/>
                  </a:moveTo>
                  <a:cubicBezTo>
                    <a:pt x="10153" y="307"/>
                    <a:pt x="10216" y="318"/>
                    <a:pt x="10275" y="342"/>
                  </a:cubicBezTo>
                  <a:cubicBezTo>
                    <a:pt x="10408" y="475"/>
                    <a:pt x="10475" y="642"/>
                    <a:pt x="10475" y="809"/>
                  </a:cubicBezTo>
                  <a:lnTo>
                    <a:pt x="10475" y="6713"/>
                  </a:lnTo>
                  <a:cubicBezTo>
                    <a:pt x="10442" y="7280"/>
                    <a:pt x="10108" y="7847"/>
                    <a:pt x="9641" y="8181"/>
                  </a:cubicBezTo>
                  <a:lnTo>
                    <a:pt x="1068" y="13118"/>
                  </a:lnTo>
                  <a:cubicBezTo>
                    <a:pt x="985" y="13192"/>
                    <a:pt x="888" y="13225"/>
                    <a:pt x="793" y="13225"/>
                  </a:cubicBezTo>
                  <a:cubicBezTo>
                    <a:pt x="549" y="13225"/>
                    <a:pt x="320" y="13006"/>
                    <a:pt x="368" y="12717"/>
                  </a:cubicBezTo>
                  <a:lnTo>
                    <a:pt x="368" y="6846"/>
                  </a:lnTo>
                  <a:cubicBezTo>
                    <a:pt x="401" y="6246"/>
                    <a:pt x="735" y="5712"/>
                    <a:pt x="1202" y="5379"/>
                  </a:cubicBezTo>
                  <a:lnTo>
                    <a:pt x="9775" y="409"/>
                  </a:lnTo>
                  <a:cubicBezTo>
                    <a:pt x="9861" y="344"/>
                    <a:pt x="9975" y="307"/>
                    <a:pt x="10090" y="307"/>
                  </a:cubicBezTo>
                  <a:close/>
                  <a:moveTo>
                    <a:pt x="10078" y="1"/>
                  </a:moveTo>
                  <a:cubicBezTo>
                    <a:pt x="9920" y="1"/>
                    <a:pt x="9756" y="54"/>
                    <a:pt x="9608" y="175"/>
                  </a:cubicBezTo>
                  <a:lnTo>
                    <a:pt x="1035" y="5079"/>
                  </a:lnTo>
                  <a:cubicBezTo>
                    <a:pt x="435" y="5479"/>
                    <a:pt x="68" y="6113"/>
                    <a:pt x="34" y="6846"/>
                  </a:cubicBezTo>
                  <a:lnTo>
                    <a:pt x="34" y="12717"/>
                  </a:lnTo>
                  <a:cubicBezTo>
                    <a:pt x="1" y="13018"/>
                    <a:pt x="134" y="13284"/>
                    <a:pt x="401" y="13451"/>
                  </a:cubicBezTo>
                  <a:cubicBezTo>
                    <a:pt x="501" y="13518"/>
                    <a:pt x="601" y="13551"/>
                    <a:pt x="701" y="13551"/>
                  </a:cubicBezTo>
                  <a:cubicBezTo>
                    <a:pt x="902" y="13551"/>
                    <a:pt x="1068" y="13485"/>
                    <a:pt x="1202" y="13418"/>
                  </a:cubicBezTo>
                  <a:lnTo>
                    <a:pt x="9775" y="8448"/>
                  </a:lnTo>
                  <a:cubicBezTo>
                    <a:pt x="10375" y="8081"/>
                    <a:pt x="10742" y="7414"/>
                    <a:pt x="10775" y="6713"/>
                  </a:cubicBezTo>
                  <a:lnTo>
                    <a:pt x="10775" y="842"/>
                  </a:lnTo>
                  <a:cubicBezTo>
                    <a:pt x="10848" y="361"/>
                    <a:pt x="10485" y="1"/>
                    <a:pt x="1007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45"/>
            <p:cNvSpPr/>
            <p:nvPr/>
          </p:nvSpPr>
          <p:spPr>
            <a:xfrm>
              <a:off x="5338975" y="3802025"/>
              <a:ext cx="183825" cy="107900"/>
            </a:xfrm>
            <a:custGeom>
              <a:rect b="b" l="l" r="r" t="t"/>
              <a:pathLst>
                <a:path extrusionOk="0" h="4316" w="7353">
                  <a:moveTo>
                    <a:pt x="7100" y="1"/>
                  </a:moveTo>
                  <a:cubicBezTo>
                    <a:pt x="7080" y="1"/>
                    <a:pt x="7060" y="5"/>
                    <a:pt x="7039" y="13"/>
                  </a:cubicBezTo>
                  <a:lnTo>
                    <a:pt x="101" y="4016"/>
                  </a:lnTo>
                  <a:cubicBezTo>
                    <a:pt x="1" y="4082"/>
                    <a:pt x="1" y="4182"/>
                    <a:pt x="34" y="4249"/>
                  </a:cubicBezTo>
                  <a:cubicBezTo>
                    <a:pt x="68" y="4282"/>
                    <a:pt x="101" y="4316"/>
                    <a:pt x="168" y="4316"/>
                  </a:cubicBezTo>
                  <a:lnTo>
                    <a:pt x="268" y="4316"/>
                  </a:lnTo>
                  <a:lnTo>
                    <a:pt x="7206" y="280"/>
                  </a:lnTo>
                  <a:cubicBezTo>
                    <a:pt x="7352" y="192"/>
                    <a:pt x="7242" y="1"/>
                    <a:pt x="710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45"/>
            <p:cNvSpPr/>
            <p:nvPr/>
          </p:nvSpPr>
          <p:spPr>
            <a:xfrm>
              <a:off x="5338975" y="3842700"/>
              <a:ext cx="182675" cy="108100"/>
            </a:xfrm>
            <a:custGeom>
              <a:rect b="b" l="l" r="r" t="t"/>
              <a:pathLst>
                <a:path extrusionOk="0" h="4324" w="7307">
                  <a:moveTo>
                    <a:pt x="7123" y="0"/>
                  </a:moveTo>
                  <a:cubicBezTo>
                    <a:pt x="7093" y="0"/>
                    <a:pt x="7064" y="8"/>
                    <a:pt x="7039" y="20"/>
                  </a:cubicBezTo>
                  <a:lnTo>
                    <a:pt x="101" y="4023"/>
                  </a:lnTo>
                  <a:cubicBezTo>
                    <a:pt x="1" y="4090"/>
                    <a:pt x="1" y="4157"/>
                    <a:pt x="34" y="4257"/>
                  </a:cubicBezTo>
                  <a:cubicBezTo>
                    <a:pt x="68" y="4290"/>
                    <a:pt x="101" y="4323"/>
                    <a:pt x="168" y="4323"/>
                  </a:cubicBezTo>
                  <a:lnTo>
                    <a:pt x="268" y="4323"/>
                  </a:lnTo>
                  <a:lnTo>
                    <a:pt x="7206" y="287"/>
                  </a:lnTo>
                  <a:cubicBezTo>
                    <a:pt x="7273" y="254"/>
                    <a:pt x="7306" y="154"/>
                    <a:pt x="7273" y="87"/>
                  </a:cubicBezTo>
                  <a:cubicBezTo>
                    <a:pt x="7230" y="24"/>
                    <a:pt x="7175" y="0"/>
                    <a:pt x="712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45"/>
            <p:cNvSpPr/>
            <p:nvPr/>
          </p:nvSpPr>
          <p:spPr>
            <a:xfrm>
              <a:off x="5338975" y="3883550"/>
              <a:ext cx="182675" cy="108100"/>
            </a:xfrm>
            <a:custGeom>
              <a:rect b="b" l="l" r="r" t="t"/>
              <a:pathLst>
                <a:path extrusionOk="0" h="4324" w="7307">
                  <a:moveTo>
                    <a:pt x="7123" y="1"/>
                  </a:moveTo>
                  <a:cubicBezTo>
                    <a:pt x="7093" y="1"/>
                    <a:pt x="7064" y="9"/>
                    <a:pt x="7039" y="21"/>
                  </a:cubicBezTo>
                  <a:lnTo>
                    <a:pt x="101" y="4024"/>
                  </a:lnTo>
                  <a:cubicBezTo>
                    <a:pt x="1" y="4090"/>
                    <a:pt x="1" y="4157"/>
                    <a:pt x="34" y="4257"/>
                  </a:cubicBezTo>
                  <a:cubicBezTo>
                    <a:pt x="68" y="4290"/>
                    <a:pt x="101" y="4324"/>
                    <a:pt x="168" y="4324"/>
                  </a:cubicBezTo>
                  <a:cubicBezTo>
                    <a:pt x="201" y="4324"/>
                    <a:pt x="234" y="4324"/>
                    <a:pt x="268" y="4290"/>
                  </a:cubicBezTo>
                  <a:lnTo>
                    <a:pt x="7206" y="288"/>
                  </a:lnTo>
                  <a:cubicBezTo>
                    <a:pt x="7273" y="254"/>
                    <a:pt x="7306" y="154"/>
                    <a:pt x="7273" y="87"/>
                  </a:cubicBezTo>
                  <a:cubicBezTo>
                    <a:pt x="7230" y="24"/>
                    <a:pt x="7175" y="1"/>
                    <a:pt x="712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45"/>
            <p:cNvSpPr/>
            <p:nvPr/>
          </p:nvSpPr>
          <p:spPr>
            <a:xfrm>
              <a:off x="3495175" y="4514325"/>
              <a:ext cx="271175" cy="338775"/>
            </a:xfrm>
            <a:custGeom>
              <a:rect b="b" l="l" r="r" t="t"/>
              <a:pathLst>
                <a:path extrusionOk="0" h="13551" w="10847">
                  <a:moveTo>
                    <a:pt x="10144" y="328"/>
                  </a:moveTo>
                  <a:cubicBezTo>
                    <a:pt x="10180" y="328"/>
                    <a:pt x="10227" y="351"/>
                    <a:pt x="10274" y="375"/>
                  </a:cubicBezTo>
                  <a:cubicBezTo>
                    <a:pt x="10408" y="475"/>
                    <a:pt x="10474" y="642"/>
                    <a:pt x="10474" y="842"/>
                  </a:cubicBezTo>
                  <a:lnTo>
                    <a:pt x="10474" y="6713"/>
                  </a:lnTo>
                  <a:cubicBezTo>
                    <a:pt x="10408" y="7313"/>
                    <a:pt x="10107" y="7847"/>
                    <a:pt x="9640" y="8180"/>
                  </a:cubicBezTo>
                  <a:lnTo>
                    <a:pt x="1068" y="13151"/>
                  </a:lnTo>
                  <a:cubicBezTo>
                    <a:pt x="976" y="13206"/>
                    <a:pt x="884" y="13230"/>
                    <a:pt x="792" y="13230"/>
                  </a:cubicBezTo>
                  <a:cubicBezTo>
                    <a:pt x="717" y="13230"/>
                    <a:pt x="642" y="13214"/>
                    <a:pt x="567" y="13184"/>
                  </a:cubicBezTo>
                  <a:cubicBezTo>
                    <a:pt x="434" y="13084"/>
                    <a:pt x="334" y="12917"/>
                    <a:pt x="367" y="12750"/>
                  </a:cubicBezTo>
                  <a:lnTo>
                    <a:pt x="367" y="6846"/>
                  </a:lnTo>
                  <a:cubicBezTo>
                    <a:pt x="400" y="6246"/>
                    <a:pt x="701" y="5712"/>
                    <a:pt x="1201" y="5378"/>
                  </a:cubicBezTo>
                  <a:lnTo>
                    <a:pt x="9774" y="441"/>
                  </a:lnTo>
                  <a:cubicBezTo>
                    <a:pt x="9874" y="375"/>
                    <a:pt x="9974" y="341"/>
                    <a:pt x="10107" y="341"/>
                  </a:cubicBezTo>
                  <a:cubicBezTo>
                    <a:pt x="10117" y="332"/>
                    <a:pt x="10130" y="328"/>
                    <a:pt x="10144" y="328"/>
                  </a:cubicBezTo>
                  <a:close/>
                  <a:moveTo>
                    <a:pt x="10062" y="0"/>
                  </a:moveTo>
                  <a:cubicBezTo>
                    <a:pt x="9906" y="0"/>
                    <a:pt x="9746" y="54"/>
                    <a:pt x="9607" y="175"/>
                  </a:cubicBezTo>
                  <a:lnTo>
                    <a:pt x="1034" y="5111"/>
                  </a:lnTo>
                  <a:cubicBezTo>
                    <a:pt x="434" y="5478"/>
                    <a:pt x="67" y="6146"/>
                    <a:pt x="34" y="6846"/>
                  </a:cubicBezTo>
                  <a:lnTo>
                    <a:pt x="34" y="12750"/>
                  </a:lnTo>
                  <a:cubicBezTo>
                    <a:pt x="0" y="13017"/>
                    <a:pt x="134" y="13317"/>
                    <a:pt x="367" y="13484"/>
                  </a:cubicBezTo>
                  <a:cubicBezTo>
                    <a:pt x="467" y="13517"/>
                    <a:pt x="567" y="13551"/>
                    <a:pt x="701" y="13551"/>
                  </a:cubicBezTo>
                  <a:cubicBezTo>
                    <a:pt x="867" y="13551"/>
                    <a:pt x="1034" y="13517"/>
                    <a:pt x="1201" y="13417"/>
                  </a:cubicBezTo>
                  <a:lnTo>
                    <a:pt x="9774" y="8447"/>
                  </a:lnTo>
                  <a:cubicBezTo>
                    <a:pt x="10374" y="8080"/>
                    <a:pt x="10741" y="7413"/>
                    <a:pt x="10775" y="6713"/>
                  </a:cubicBezTo>
                  <a:lnTo>
                    <a:pt x="10775" y="842"/>
                  </a:lnTo>
                  <a:cubicBezTo>
                    <a:pt x="10847" y="360"/>
                    <a:pt x="10467" y="0"/>
                    <a:pt x="1006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45"/>
            <p:cNvSpPr/>
            <p:nvPr/>
          </p:nvSpPr>
          <p:spPr>
            <a:xfrm>
              <a:off x="3538525" y="4590900"/>
              <a:ext cx="183750" cy="107925"/>
            </a:xfrm>
            <a:custGeom>
              <a:rect b="b" l="l" r="r" t="t"/>
              <a:pathLst>
                <a:path extrusionOk="0" h="4317" w="7350">
                  <a:moveTo>
                    <a:pt x="7138" y="0"/>
                  </a:moveTo>
                  <a:cubicBezTo>
                    <a:pt x="7117" y="0"/>
                    <a:pt x="7095" y="5"/>
                    <a:pt x="7072" y="14"/>
                  </a:cubicBezTo>
                  <a:lnTo>
                    <a:pt x="101" y="4017"/>
                  </a:lnTo>
                  <a:cubicBezTo>
                    <a:pt x="34" y="4050"/>
                    <a:pt x="1" y="4150"/>
                    <a:pt x="34" y="4217"/>
                  </a:cubicBezTo>
                  <a:cubicBezTo>
                    <a:pt x="67" y="4283"/>
                    <a:pt x="134" y="4317"/>
                    <a:pt x="201" y="4317"/>
                  </a:cubicBezTo>
                  <a:cubicBezTo>
                    <a:pt x="201" y="4317"/>
                    <a:pt x="234" y="4317"/>
                    <a:pt x="268" y="4283"/>
                  </a:cubicBezTo>
                  <a:lnTo>
                    <a:pt x="7206" y="281"/>
                  </a:lnTo>
                  <a:cubicBezTo>
                    <a:pt x="7350" y="165"/>
                    <a:pt x="7270" y="0"/>
                    <a:pt x="713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45"/>
            <p:cNvSpPr/>
            <p:nvPr/>
          </p:nvSpPr>
          <p:spPr>
            <a:xfrm>
              <a:off x="3538525" y="4631750"/>
              <a:ext cx="183750" cy="107950"/>
            </a:xfrm>
            <a:custGeom>
              <a:rect b="b" l="l" r="r" t="t"/>
              <a:pathLst>
                <a:path extrusionOk="0" h="4318" w="7350">
                  <a:moveTo>
                    <a:pt x="7138" y="1"/>
                  </a:moveTo>
                  <a:cubicBezTo>
                    <a:pt x="7117" y="1"/>
                    <a:pt x="7095" y="5"/>
                    <a:pt x="7072" y="14"/>
                  </a:cubicBezTo>
                  <a:lnTo>
                    <a:pt x="101" y="4017"/>
                  </a:lnTo>
                  <a:cubicBezTo>
                    <a:pt x="34" y="4050"/>
                    <a:pt x="1" y="4150"/>
                    <a:pt x="34" y="4217"/>
                  </a:cubicBezTo>
                  <a:cubicBezTo>
                    <a:pt x="67" y="4284"/>
                    <a:pt x="134" y="4317"/>
                    <a:pt x="201" y="4317"/>
                  </a:cubicBezTo>
                  <a:cubicBezTo>
                    <a:pt x="201" y="4317"/>
                    <a:pt x="234" y="4317"/>
                    <a:pt x="268" y="4284"/>
                  </a:cubicBezTo>
                  <a:lnTo>
                    <a:pt x="7206" y="281"/>
                  </a:lnTo>
                  <a:cubicBezTo>
                    <a:pt x="7350" y="166"/>
                    <a:pt x="7270" y="1"/>
                    <a:pt x="713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45"/>
            <p:cNvSpPr/>
            <p:nvPr/>
          </p:nvSpPr>
          <p:spPr>
            <a:xfrm>
              <a:off x="3538525" y="4672050"/>
              <a:ext cx="182650" cy="108500"/>
            </a:xfrm>
            <a:custGeom>
              <a:rect b="b" l="l" r="r" t="t"/>
              <a:pathLst>
                <a:path extrusionOk="0" h="4340" w="7306">
                  <a:moveTo>
                    <a:pt x="7158" y="0"/>
                  </a:moveTo>
                  <a:cubicBezTo>
                    <a:pt x="7128" y="0"/>
                    <a:pt x="7098" y="11"/>
                    <a:pt x="7072" y="37"/>
                  </a:cubicBezTo>
                  <a:lnTo>
                    <a:pt x="101" y="4040"/>
                  </a:lnTo>
                  <a:cubicBezTo>
                    <a:pt x="34" y="4073"/>
                    <a:pt x="1" y="4173"/>
                    <a:pt x="34" y="4240"/>
                  </a:cubicBezTo>
                  <a:cubicBezTo>
                    <a:pt x="67" y="4306"/>
                    <a:pt x="134" y="4340"/>
                    <a:pt x="201" y="4340"/>
                  </a:cubicBezTo>
                  <a:cubicBezTo>
                    <a:pt x="201" y="4340"/>
                    <a:pt x="234" y="4340"/>
                    <a:pt x="268" y="4306"/>
                  </a:cubicBezTo>
                  <a:lnTo>
                    <a:pt x="7206" y="304"/>
                  </a:lnTo>
                  <a:cubicBezTo>
                    <a:pt x="7306" y="237"/>
                    <a:pt x="7306" y="170"/>
                    <a:pt x="7273" y="70"/>
                  </a:cubicBezTo>
                  <a:cubicBezTo>
                    <a:pt x="7252" y="29"/>
                    <a:pt x="7206" y="0"/>
                    <a:pt x="715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45"/>
            <p:cNvSpPr/>
            <p:nvPr/>
          </p:nvSpPr>
          <p:spPr>
            <a:xfrm>
              <a:off x="4530075" y="1997525"/>
              <a:ext cx="271175" cy="338775"/>
            </a:xfrm>
            <a:custGeom>
              <a:rect b="b" l="l" r="r" t="t"/>
              <a:pathLst>
                <a:path extrusionOk="0" h="13551" w="10847">
                  <a:moveTo>
                    <a:pt x="10022" y="334"/>
                  </a:moveTo>
                  <a:cubicBezTo>
                    <a:pt x="10274" y="334"/>
                    <a:pt x="10513" y="553"/>
                    <a:pt x="10441" y="842"/>
                  </a:cubicBezTo>
                  <a:lnTo>
                    <a:pt x="10441" y="6713"/>
                  </a:lnTo>
                  <a:cubicBezTo>
                    <a:pt x="10408" y="7313"/>
                    <a:pt x="10108" y="7847"/>
                    <a:pt x="9607" y="8180"/>
                  </a:cubicBezTo>
                  <a:lnTo>
                    <a:pt x="1034" y="13150"/>
                  </a:lnTo>
                  <a:cubicBezTo>
                    <a:pt x="954" y="13222"/>
                    <a:pt x="863" y="13252"/>
                    <a:pt x="773" y="13252"/>
                  </a:cubicBezTo>
                  <a:cubicBezTo>
                    <a:pt x="526" y="13252"/>
                    <a:pt x="294" y="13019"/>
                    <a:pt x="367" y="12750"/>
                  </a:cubicBezTo>
                  <a:lnTo>
                    <a:pt x="367" y="6846"/>
                  </a:lnTo>
                  <a:cubicBezTo>
                    <a:pt x="401" y="6279"/>
                    <a:pt x="701" y="5712"/>
                    <a:pt x="1201" y="5378"/>
                  </a:cubicBezTo>
                  <a:lnTo>
                    <a:pt x="9741" y="441"/>
                  </a:lnTo>
                  <a:cubicBezTo>
                    <a:pt x="9825" y="367"/>
                    <a:pt x="9924" y="334"/>
                    <a:pt x="10022" y="334"/>
                  </a:cubicBezTo>
                  <a:close/>
                  <a:moveTo>
                    <a:pt x="10063" y="0"/>
                  </a:moveTo>
                  <a:cubicBezTo>
                    <a:pt x="9906" y="0"/>
                    <a:pt x="9747" y="54"/>
                    <a:pt x="9607" y="175"/>
                  </a:cubicBezTo>
                  <a:lnTo>
                    <a:pt x="1034" y="5111"/>
                  </a:lnTo>
                  <a:cubicBezTo>
                    <a:pt x="434" y="5512"/>
                    <a:pt x="67" y="6145"/>
                    <a:pt x="34" y="6846"/>
                  </a:cubicBezTo>
                  <a:lnTo>
                    <a:pt x="34" y="12750"/>
                  </a:lnTo>
                  <a:cubicBezTo>
                    <a:pt x="0" y="13017"/>
                    <a:pt x="134" y="13317"/>
                    <a:pt x="367" y="13484"/>
                  </a:cubicBezTo>
                  <a:cubicBezTo>
                    <a:pt x="467" y="13551"/>
                    <a:pt x="567" y="13551"/>
                    <a:pt x="701" y="13551"/>
                  </a:cubicBezTo>
                  <a:cubicBezTo>
                    <a:pt x="868" y="13551"/>
                    <a:pt x="1034" y="13517"/>
                    <a:pt x="1201" y="13451"/>
                  </a:cubicBezTo>
                  <a:lnTo>
                    <a:pt x="9774" y="8480"/>
                  </a:lnTo>
                  <a:cubicBezTo>
                    <a:pt x="10341" y="8080"/>
                    <a:pt x="10741" y="7446"/>
                    <a:pt x="10775" y="6713"/>
                  </a:cubicBezTo>
                  <a:lnTo>
                    <a:pt x="10775" y="842"/>
                  </a:lnTo>
                  <a:cubicBezTo>
                    <a:pt x="10847" y="360"/>
                    <a:pt x="10467" y="0"/>
                    <a:pt x="1006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45"/>
            <p:cNvSpPr/>
            <p:nvPr/>
          </p:nvSpPr>
          <p:spPr>
            <a:xfrm>
              <a:off x="4573425" y="2073875"/>
              <a:ext cx="184400" cy="108150"/>
            </a:xfrm>
            <a:custGeom>
              <a:rect b="b" l="l" r="r" t="t"/>
              <a:pathLst>
                <a:path extrusionOk="0" h="4326" w="7376">
                  <a:moveTo>
                    <a:pt x="7128" y="1"/>
                  </a:moveTo>
                  <a:cubicBezTo>
                    <a:pt x="7100" y="1"/>
                    <a:pt x="7070" y="7"/>
                    <a:pt x="7039" y="23"/>
                  </a:cubicBezTo>
                  <a:lnTo>
                    <a:pt x="101" y="4025"/>
                  </a:lnTo>
                  <a:cubicBezTo>
                    <a:pt x="34" y="4059"/>
                    <a:pt x="1" y="4159"/>
                    <a:pt x="34" y="4259"/>
                  </a:cubicBezTo>
                  <a:cubicBezTo>
                    <a:pt x="68" y="4292"/>
                    <a:pt x="134" y="4326"/>
                    <a:pt x="201" y="4326"/>
                  </a:cubicBezTo>
                  <a:cubicBezTo>
                    <a:pt x="201" y="4326"/>
                    <a:pt x="234" y="4326"/>
                    <a:pt x="268" y="4292"/>
                  </a:cubicBezTo>
                  <a:lnTo>
                    <a:pt x="7206" y="289"/>
                  </a:lnTo>
                  <a:cubicBezTo>
                    <a:pt x="7376" y="205"/>
                    <a:pt x="7282" y="1"/>
                    <a:pt x="712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45"/>
            <p:cNvSpPr/>
            <p:nvPr/>
          </p:nvSpPr>
          <p:spPr>
            <a:xfrm>
              <a:off x="4573425" y="2114150"/>
              <a:ext cx="184875" cy="108750"/>
            </a:xfrm>
            <a:custGeom>
              <a:rect b="b" l="l" r="r" t="t"/>
              <a:pathLst>
                <a:path extrusionOk="0" h="4350" w="7395">
                  <a:moveTo>
                    <a:pt x="7153" y="0"/>
                  </a:moveTo>
                  <a:cubicBezTo>
                    <a:pt x="7117" y="0"/>
                    <a:pt x="7078" y="14"/>
                    <a:pt x="7039" y="46"/>
                  </a:cubicBezTo>
                  <a:lnTo>
                    <a:pt x="101" y="4049"/>
                  </a:lnTo>
                  <a:cubicBezTo>
                    <a:pt x="34" y="4082"/>
                    <a:pt x="1" y="4182"/>
                    <a:pt x="34" y="4282"/>
                  </a:cubicBezTo>
                  <a:cubicBezTo>
                    <a:pt x="68" y="4316"/>
                    <a:pt x="134" y="4349"/>
                    <a:pt x="201" y="4349"/>
                  </a:cubicBezTo>
                  <a:cubicBezTo>
                    <a:pt x="201" y="4349"/>
                    <a:pt x="234" y="4349"/>
                    <a:pt x="268" y="4316"/>
                  </a:cubicBezTo>
                  <a:lnTo>
                    <a:pt x="7206" y="313"/>
                  </a:lnTo>
                  <a:cubicBezTo>
                    <a:pt x="7394" y="232"/>
                    <a:pt x="7301" y="0"/>
                    <a:pt x="715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45"/>
            <p:cNvSpPr/>
            <p:nvPr/>
          </p:nvSpPr>
          <p:spPr>
            <a:xfrm>
              <a:off x="4573425" y="2155850"/>
              <a:ext cx="183825" cy="107900"/>
            </a:xfrm>
            <a:custGeom>
              <a:rect b="b" l="l" r="r" t="t"/>
              <a:pathLst>
                <a:path extrusionOk="0" h="4316" w="7353">
                  <a:moveTo>
                    <a:pt x="7109" y="1"/>
                  </a:moveTo>
                  <a:cubicBezTo>
                    <a:pt x="7087" y="1"/>
                    <a:pt x="7064" y="4"/>
                    <a:pt x="7039" y="13"/>
                  </a:cubicBezTo>
                  <a:lnTo>
                    <a:pt x="101" y="4015"/>
                  </a:lnTo>
                  <a:cubicBezTo>
                    <a:pt x="34" y="4049"/>
                    <a:pt x="1" y="4149"/>
                    <a:pt x="34" y="4249"/>
                  </a:cubicBezTo>
                  <a:cubicBezTo>
                    <a:pt x="68" y="4282"/>
                    <a:pt x="134" y="4316"/>
                    <a:pt x="201" y="4316"/>
                  </a:cubicBezTo>
                  <a:lnTo>
                    <a:pt x="268" y="4316"/>
                  </a:lnTo>
                  <a:lnTo>
                    <a:pt x="7206" y="279"/>
                  </a:lnTo>
                  <a:cubicBezTo>
                    <a:pt x="7353" y="192"/>
                    <a:pt x="7268" y="1"/>
                    <a:pt x="710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45"/>
            <p:cNvSpPr/>
            <p:nvPr/>
          </p:nvSpPr>
          <p:spPr>
            <a:xfrm>
              <a:off x="3527700" y="1049250"/>
              <a:ext cx="140950" cy="179600"/>
            </a:xfrm>
            <a:custGeom>
              <a:rect b="b" l="l" r="r" t="t"/>
              <a:pathLst>
                <a:path extrusionOk="0" h="7184" w="5638">
                  <a:moveTo>
                    <a:pt x="3970" y="445"/>
                  </a:moveTo>
                  <a:cubicBezTo>
                    <a:pt x="4170" y="445"/>
                    <a:pt x="4370" y="479"/>
                    <a:pt x="4537" y="579"/>
                  </a:cubicBezTo>
                  <a:cubicBezTo>
                    <a:pt x="4970" y="845"/>
                    <a:pt x="5204" y="1346"/>
                    <a:pt x="5204" y="2080"/>
                  </a:cubicBezTo>
                  <a:cubicBezTo>
                    <a:pt x="5104" y="3848"/>
                    <a:pt x="4170" y="5449"/>
                    <a:pt x="2702" y="6416"/>
                  </a:cubicBezTo>
                  <a:cubicBezTo>
                    <a:pt x="2327" y="6633"/>
                    <a:pt x="1975" y="6745"/>
                    <a:pt x="1661" y="6745"/>
                  </a:cubicBezTo>
                  <a:cubicBezTo>
                    <a:pt x="1444" y="6745"/>
                    <a:pt x="1245" y="6692"/>
                    <a:pt x="1068" y="6583"/>
                  </a:cubicBezTo>
                  <a:cubicBezTo>
                    <a:pt x="667" y="6349"/>
                    <a:pt x="434" y="5816"/>
                    <a:pt x="434" y="5082"/>
                  </a:cubicBezTo>
                  <a:cubicBezTo>
                    <a:pt x="500" y="3347"/>
                    <a:pt x="1434" y="1713"/>
                    <a:pt x="2936" y="779"/>
                  </a:cubicBezTo>
                  <a:cubicBezTo>
                    <a:pt x="3236" y="579"/>
                    <a:pt x="3603" y="445"/>
                    <a:pt x="3970" y="445"/>
                  </a:cubicBezTo>
                  <a:close/>
                  <a:moveTo>
                    <a:pt x="3969" y="1"/>
                  </a:moveTo>
                  <a:cubicBezTo>
                    <a:pt x="3575" y="1"/>
                    <a:pt x="3144" y="129"/>
                    <a:pt x="2702" y="378"/>
                  </a:cubicBezTo>
                  <a:cubicBezTo>
                    <a:pt x="1101" y="1446"/>
                    <a:pt x="100" y="3181"/>
                    <a:pt x="0" y="5082"/>
                  </a:cubicBezTo>
                  <a:cubicBezTo>
                    <a:pt x="0" y="5983"/>
                    <a:pt x="300" y="6650"/>
                    <a:pt x="867" y="6950"/>
                  </a:cubicBezTo>
                  <a:cubicBezTo>
                    <a:pt x="1101" y="7083"/>
                    <a:pt x="1368" y="7183"/>
                    <a:pt x="1635" y="7183"/>
                  </a:cubicBezTo>
                  <a:cubicBezTo>
                    <a:pt x="2102" y="7150"/>
                    <a:pt x="2535" y="7017"/>
                    <a:pt x="2936" y="6783"/>
                  </a:cubicBezTo>
                  <a:cubicBezTo>
                    <a:pt x="4537" y="5749"/>
                    <a:pt x="5537" y="3981"/>
                    <a:pt x="5637" y="2080"/>
                  </a:cubicBezTo>
                  <a:cubicBezTo>
                    <a:pt x="5637" y="1212"/>
                    <a:pt x="5337" y="545"/>
                    <a:pt x="4770" y="212"/>
                  </a:cubicBezTo>
                  <a:cubicBezTo>
                    <a:pt x="4530" y="70"/>
                    <a:pt x="4259" y="1"/>
                    <a:pt x="396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45"/>
            <p:cNvSpPr/>
            <p:nvPr/>
          </p:nvSpPr>
          <p:spPr>
            <a:xfrm>
              <a:off x="3559375" y="1089175"/>
              <a:ext cx="77575" cy="99500"/>
            </a:xfrm>
            <a:custGeom>
              <a:rect b="b" l="l" r="r" t="t"/>
              <a:pathLst>
                <a:path extrusionOk="0" h="3980" w="3103">
                  <a:moveTo>
                    <a:pt x="2251" y="0"/>
                  </a:moveTo>
                  <a:cubicBezTo>
                    <a:pt x="2044" y="0"/>
                    <a:pt x="1812" y="70"/>
                    <a:pt x="1568" y="216"/>
                  </a:cubicBezTo>
                  <a:cubicBezTo>
                    <a:pt x="634" y="816"/>
                    <a:pt x="67" y="1817"/>
                    <a:pt x="1" y="2884"/>
                  </a:cubicBezTo>
                  <a:cubicBezTo>
                    <a:pt x="1" y="3578"/>
                    <a:pt x="378" y="3980"/>
                    <a:pt x="899" y="3980"/>
                  </a:cubicBezTo>
                  <a:cubicBezTo>
                    <a:pt x="1104" y="3980"/>
                    <a:pt x="1332" y="3917"/>
                    <a:pt x="1568" y="3785"/>
                  </a:cubicBezTo>
                  <a:cubicBezTo>
                    <a:pt x="2469" y="3185"/>
                    <a:pt x="3036" y="2184"/>
                    <a:pt x="3103" y="1117"/>
                  </a:cubicBezTo>
                  <a:cubicBezTo>
                    <a:pt x="3103" y="408"/>
                    <a:pt x="2752" y="0"/>
                    <a:pt x="225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45"/>
            <p:cNvSpPr/>
            <p:nvPr/>
          </p:nvSpPr>
          <p:spPr>
            <a:xfrm>
              <a:off x="3415950" y="582075"/>
              <a:ext cx="357775" cy="431625"/>
            </a:xfrm>
            <a:custGeom>
              <a:rect b="b" l="l" r="r" t="t"/>
              <a:pathLst>
                <a:path extrusionOk="0" h="17265" w="14311">
                  <a:moveTo>
                    <a:pt x="13619" y="322"/>
                  </a:moveTo>
                  <a:cubicBezTo>
                    <a:pt x="13841" y="322"/>
                    <a:pt x="14047" y="530"/>
                    <a:pt x="13977" y="786"/>
                  </a:cubicBezTo>
                  <a:lnTo>
                    <a:pt x="13977" y="8391"/>
                  </a:lnTo>
                  <a:cubicBezTo>
                    <a:pt x="13910" y="8958"/>
                    <a:pt x="13610" y="9492"/>
                    <a:pt x="13143" y="9792"/>
                  </a:cubicBezTo>
                  <a:lnTo>
                    <a:pt x="8873" y="12261"/>
                  </a:lnTo>
                  <a:lnTo>
                    <a:pt x="7639" y="16530"/>
                  </a:lnTo>
                  <a:cubicBezTo>
                    <a:pt x="7639" y="16564"/>
                    <a:pt x="7606" y="16597"/>
                    <a:pt x="7572" y="16597"/>
                  </a:cubicBezTo>
                  <a:cubicBezTo>
                    <a:pt x="7539" y="16597"/>
                    <a:pt x="7506" y="16564"/>
                    <a:pt x="7506" y="16530"/>
                  </a:cubicBezTo>
                  <a:lnTo>
                    <a:pt x="6305" y="13762"/>
                  </a:lnTo>
                  <a:lnTo>
                    <a:pt x="1001" y="16797"/>
                  </a:lnTo>
                  <a:cubicBezTo>
                    <a:pt x="915" y="16862"/>
                    <a:pt x="815" y="16899"/>
                    <a:pt x="710" y="16899"/>
                  </a:cubicBezTo>
                  <a:cubicBezTo>
                    <a:pt x="652" y="16899"/>
                    <a:pt x="593" y="16888"/>
                    <a:pt x="534" y="16864"/>
                  </a:cubicBezTo>
                  <a:cubicBezTo>
                    <a:pt x="401" y="16764"/>
                    <a:pt x="334" y="16597"/>
                    <a:pt x="367" y="16464"/>
                  </a:cubicBezTo>
                  <a:lnTo>
                    <a:pt x="367" y="8858"/>
                  </a:lnTo>
                  <a:cubicBezTo>
                    <a:pt x="401" y="8291"/>
                    <a:pt x="701" y="7757"/>
                    <a:pt x="1168" y="7457"/>
                  </a:cubicBezTo>
                  <a:lnTo>
                    <a:pt x="13310" y="419"/>
                  </a:lnTo>
                  <a:lnTo>
                    <a:pt x="13343" y="452"/>
                  </a:lnTo>
                  <a:cubicBezTo>
                    <a:pt x="13424" y="361"/>
                    <a:pt x="13523" y="322"/>
                    <a:pt x="13619" y="322"/>
                  </a:cubicBezTo>
                  <a:close/>
                  <a:moveTo>
                    <a:pt x="13582" y="0"/>
                  </a:moveTo>
                  <a:cubicBezTo>
                    <a:pt x="13426" y="0"/>
                    <a:pt x="13274" y="44"/>
                    <a:pt x="13143" y="119"/>
                  </a:cubicBezTo>
                  <a:lnTo>
                    <a:pt x="1001" y="7157"/>
                  </a:lnTo>
                  <a:cubicBezTo>
                    <a:pt x="401" y="7524"/>
                    <a:pt x="34" y="8158"/>
                    <a:pt x="0" y="8858"/>
                  </a:cubicBezTo>
                  <a:lnTo>
                    <a:pt x="0" y="16464"/>
                  </a:lnTo>
                  <a:cubicBezTo>
                    <a:pt x="0" y="16730"/>
                    <a:pt x="134" y="16997"/>
                    <a:pt x="367" y="17164"/>
                  </a:cubicBezTo>
                  <a:cubicBezTo>
                    <a:pt x="467" y="17231"/>
                    <a:pt x="567" y="17264"/>
                    <a:pt x="667" y="17264"/>
                  </a:cubicBezTo>
                  <a:cubicBezTo>
                    <a:pt x="868" y="17231"/>
                    <a:pt x="1034" y="17197"/>
                    <a:pt x="1168" y="17097"/>
                  </a:cubicBezTo>
                  <a:lnTo>
                    <a:pt x="6138" y="14262"/>
                  </a:lnTo>
                  <a:lnTo>
                    <a:pt x="7172" y="16697"/>
                  </a:lnTo>
                  <a:cubicBezTo>
                    <a:pt x="7251" y="16856"/>
                    <a:pt x="7406" y="16931"/>
                    <a:pt x="7560" y="16931"/>
                  </a:cubicBezTo>
                  <a:cubicBezTo>
                    <a:pt x="7731" y="16931"/>
                    <a:pt x="7903" y="16839"/>
                    <a:pt x="7973" y="16664"/>
                  </a:cubicBezTo>
                  <a:lnTo>
                    <a:pt x="9173" y="12527"/>
                  </a:lnTo>
                  <a:lnTo>
                    <a:pt x="13310" y="10092"/>
                  </a:lnTo>
                  <a:cubicBezTo>
                    <a:pt x="13910" y="9725"/>
                    <a:pt x="14277" y="9092"/>
                    <a:pt x="14310" y="8391"/>
                  </a:cubicBezTo>
                  <a:lnTo>
                    <a:pt x="14310" y="786"/>
                  </a:lnTo>
                  <a:cubicBezTo>
                    <a:pt x="14310" y="519"/>
                    <a:pt x="14177" y="219"/>
                    <a:pt x="13944" y="85"/>
                  </a:cubicBezTo>
                  <a:cubicBezTo>
                    <a:pt x="13827" y="27"/>
                    <a:pt x="13703" y="0"/>
                    <a:pt x="1358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45"/>
            <p:cNvSpPr/>
            <p:nvPr/>
          </p:nvSpPr>
          <p:spPr>
            <a:xfrm>
              <a:off x="3485150" y="692600"/>
              <a:ext cx="220150" cy="129300"/>
            </a:xfrm>
            <a:custGeom>
              <a:rect b="b" l="l" r="r" t="t"/>
              <a:pathLst>
                <a:path extrusionOk="0" h="5172" w="8806">
                  <a:moveTo>
                    <a:pt x="8574" y="1"/>
                  </a:moveTo>
                  <a:cubicBezTo>
                    <a:pt x="8543" y="1"/>
                    <a:pt x="8509" y="11"/>
                    <a:pt x="8474" y="34"/>
                  </a:cubicBezTo>
                  <a:lnTo>
                    <a:pt x="134" y="4837"/>
                  </a:lnTo>
                  <a:cubicBezTo>
                    <a:pt x="34" y="4904"/>
                    <a:pt x="1" y="5004"/>
                    <a:pt x="68" y="5071"/>
                  </a:cubicBezTo>
                  <a:cubicBezTo>
                    <a:pt x="101" y="5138"/>
                    <a:pt x="134" y="5171"/>
                    <a:pt x="201" y="5171"/>
                  </a:cubicBezTo>
                  <a:cubicBezTo>
                    <a:pt x="234" y="5171"/>
                    <a:pt x="268" y="5171"/>
                    <a:pt x="301" y="5138"/>
                  </a:cubicBezTo>
                  <a:lnTo>
                    <a:pt x="8640" y="334"/>
                  </a:lnTo>
                  <a:cubicBezTo>
                    <a:pt x="8806" y="224"/>
                    <a:pt x="8721" y="1"/>
                    <a:pt x="857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45"/>
            <p:cNvSpPr/>
            <p:nvPr/>
          </p:nvSpPr>
          <p:spPr>
            <a:xfrm>
              <a:off x="3485150" y="733150"/>
              <a:ext cx="219350" cy="129600"/>
            </a:xfrm>
            <a:custGeom>
              <a:rect b="b" l="l" r="r" t="t"/>
              <a:pathLst>
                <a:path extrusionOk="0" h="5184" w="8774">
                  <a:moveTo>
                    <a:pt x="8553" y="0"/>
                  </a:moveTo>
                  <a:cubicBezTo>
                    <a:pt x="8527" y="0"/>
                    <a:pt x="8500" y="4"/>
                    <a:pt x="8474" y="13"/>
                  </a:cubicBezTo>
                  <a:lnTo>
                    <a:pt x="134" y="4850"/>
                  </a:lnTo>
                  <a:cubicBezTo>
                    <a:pt x="34" y="4883"/>
                    <a:pt x="1" y="4983"/>
                    <a:pt x="68" y="5083"/>
                  </a:cubicBezTo>
                  <a:cubicBezTo>
                    <a:pt x="101" y="5150"/>
                    <a:pt x="134" y="5184"/>
                    <a:pt x="201" y="5184"/>
                  </a:cubicBezTo>
                  <a:cubicBezTo>
                    <a:pt x="234" y="5184"/>
                    <a:pt x="268" y="5150"/>
                    <a:pt x="301" y="5150"/>
                  </a:cubicBezTo>
                  <a:lnTo>
                    <a:pt x="8640" y="313"/>
                  </a:lnTo>
                  <a:cubicBezTo>
                    <a:pt x="8740" y="280"/>
                    <a:pt x="8774" y="147"/>
                    <a:pt x="8707" y="80"/>
                  </a:cubicBezTo>
                  <a:cubicBezTo>
                    <a:pt x="8683" y="31"/>
                    <a:pt x="8623" y="0"/>
                    <a:pt x="855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45"/>
            <p:cNvSpPr/>
            <p:nvPr/>
          </p:nvSpPr>
          <p:spPr>
            <a:xfrm>
              <a:off x="3485150" y="773500"/>
              <a:ext cx="220150" cy="129275"/>
            </a:xfrm>
            <a:custGeom>
              <a:rect b="b" l="l" r="r" t="t"/>
              <a:pathLst>
                <a:path extrusionOk="0" h="5171" w="8806">
                  <a:moveTo>
                    <a:pt x="8574" y="0"/>
                  </a:moveTo>
                  <a:cubicBezTo>
                    <a:pt x="8543" y="0"/>
                    <a:pt x="8509" y="10"/>
                    <a:pt x="8474" y="34"/>
                  </a:cubicBezTo>
                  <a:lnTo>
                    <a:pt x="134" y="4837"/>
                  </a:lnTo>
                  <a:cubicBezTo>
                    <a:pt x="34" y="4904"/>
                    <a:pt x="1" y="5004"/>
                    <a:pt x="68" y="5071"/>
                  </a:cubicBezTo>
                  <a:cubicBezTo>
                    <a:pt x="101" y="5137"/>
                    <a:pt x="134" y="5171"/>
                    <a:pt x="201" y="5171"/>
                  </a:cubicBezTo>
                  <a:cubicBezTo>
                    <a:pt x="234" y="5171"/>
                    <a:pt x="268" y="5171"/>
                    <a:pt x="301" y="5137"/>
                  </a:cubicBezTo>
                  <a:lnTo>
                    <a:pt x="8640" y="334"/>
                  </a:lnTo>
                  <a:cubicBezTo>
                    <a:pt x="8806" y="224"/>
                    <a:pt x="8721" y="0"/>
                    <a:pt x="857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45"/>
            <p:cNvSpPr/>
            <p:nvPr/>
          </p:nvSpPr>
          <p:spPr>
            <a:xfrm>
              <a:off x="2327675" y="942775"/>
              <a:ext cx="73400" cy="162650"/>
            </a:xfrm>
            <a:custGeom>
              <a:rect b="b" l="l" r="r" t="t"/>
              <a:pathLst>
                <a:path extrusionOk="0" h="6506" w="2936">
                  <a:moveTo>
                    <a:pt x="2702" y="1"/>
                  </a:moveTo>
                  <a:lnTo>
                    <a:pt x="0" y="1535"/>
                  </a:lnTo>
                  <a:lnTo>
                    <a:pt x="0" y="3136"/>
                  </a:lnTo>
                  <a:lnTo>
                    <a:pt x="1168" y="5438"/>
                  </a:lnTo>
                  <a:cubicBezTo>
                    <a:pt x="1168" y="5471"/>
                    <a:pt x="1201" y="5505"/>
                    <a:pt x="1234" y="5505"/>
                  </a:cubicBezTo>
                  <a:lnTo>
                    <a:pt x="2936" y="6506"/>
                  </a:lnTo>
                  <a:lnTo>
                    <a:pt x="1835" y="4104"/>
                  </a:lnTo>
                  <a:lnTo>
                    <a:pt x="2702" y="1569"/>
                  </a:lnTo>
                  <a:lnTo>
                    <a:pt x="270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45"/>
            <p:cNvSpPr/>
            <p:nvPr/>
          </p:nvSpPr>
          <p:spPr>
            <a:xfrm>
              <a:off x="2327675" y="942775"/>
              <a:ext cx="73400" cy="162650"/>
            </a:xfrm>
            <a:custGeom>
              <a:rect b="b" l="l" r="r" t="t"/>
              <a:pathLst>
                <a:path extrusionOk="0" h="6506" w="2936">
                  <a:moveTo>
                    <a:pt x="2702" y="1"/>
                  </a:moveTo>
                  <a:lnTo>
                    <a:pt x="0" y="1535"/>
                  </a:lnTo>
                  <a:lnTo>
                    <a:pt x="0" y="3136"/>
                  </a:lnTo>
                  <a:lnTo>
                    <a:pt x="1168" y="5438"/>
                  </a:lnTo>
                  <a:cubicBezTo>
                    <a:pt x="1168" y="5471"/>
                    <a:pt x="1201" y="5505"/>
                    <a:pt x="1234" y="5505"/>
                  </a:cubicBezTo>
                  <a:lnTo>
                    <a:pt x="2936" y="6506"/>
                  </a:lnTo>
                  <a:lnTo>
                    <a:pt x="1835" y="4104"/>
                  </a:lnTo>
                  <a:lnTo>
                    <a:pt x="2702" y="1569"/>
                  </a:lnTo>
                  <a:lnTo>
                    <a:pt x="270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45"/>
            <p:cNvSpPr/>
            <p:nvPr/>
          </p:nvSpPr>
          <p:spPr>
            <a:xfrm>
              <a:off x="2210075" y="581475"/>
              <a:ext cx="352775" cy="524075"/>
            </a:xfrm>
            <a:custGeom>
              <a:rect b="b" l="l" r="r" t="t"/>
              <a:pathLst>
                <a:path extrusionOk="0" h="20963" w="14111">
                  <a:moveTo>
                    <a:pt x="11813" y="1"/>
                  </a:moveTo>
                  <a:cubicBezTo>
                    <a:pt x="11534" y="1"/>
                    <a:pt x="11259" y="59"/>
                    <a:pt x="11009" y="176"/>
                  </a:cubicBezTo>
                  <a:lnTo>
                    <a:pt x="835" y="6080"/>
                  </a:lnTo>
                  <a:cubicBezTo>
                    <a:pt x="368" y="6380"/>
                    <a:pt x="34" y="6914"/>
                    <a:pt x="1" y="7481"/>
                  </a:cubicBezTo>
                  <a:lnTo>
                    <a:pt x="1" y="18656"/>
                  </a:lnTo>
                  <a:cubicBezTo>
                    <a:pt x="34" y="19223"/>
                    <a:pt x="368" y="19757"/>
                    <a:pt x="835" y="20057"/>
                  </a:cubicBezTo>
                  <a:lnTo>
                    <a:pt x="1502" y="20457"/>
                  </a:lnTo>
                  <a:cubicBezTo>
                    <a:pt x="1752" y="20591"/>
                    <a:pt x="2036" y="20657"/>
                    <a:pt x="2319" y="20657"/>
                  </a:cubicBezTo>
                  <a:cubicBezTo>
                    <a:pt x="2603" y="20657"/>
                    <a:pt x="2886" y="20591"/>
                    <a:pt x="3136" y="20457"/>
                  </a:cubicBezTo>
                  <a:lnTo>
                    <a:pt x="6405" y="18556"/>
                  </a:lnTo>
                  <a:lnTo>
                    <a:pt x="7573" y="20891"/>
                  </a:lnTo>
                  <a:cubicBezTo>
                    <a:pt x="7604" y="20937"/>
                    <a:pt x="7664" y="20962"/>
                    <a:pt x="7725" y="20962"/>
                  </a:cubicBezTo>
                  <a:cubicBezTo>
                    <a:pt x="7797" y="20962"/>
                    <a:pt x="7871" y="20929"/>
                    <a:pt x="7906" y="20857"/>
                  </a:cubicBezTo>
                  <a:lnTo>
                    <a:pt x="9141" y="16988"/>
                  </a:lnTo>
                  <a:lnTo>
                    <a:pt x="13310" y="14553"/>
                  </a:lnTo>
                  <a:cubicBezTo>
                    <a:pt x="13777" y="14253"/>
                    <a:pt x="14078" y="13719"/>
                    <a:pt x="14111" y="13152"/>
                  </a:cubicBezTo>
                  <a:lnTo>
                    <a:pt x="14111" y="1977"/>
                  </a:lnTo>
                  <a:cubicBezTo>
                    <a:pt x="14078" y="1410"/>
                    <a:pt x="13777" y="876"/>
                    <a:pt x="13310" y="576"/>
                  </a:cubicBezTo>
                  <a:lnTo>
                    <a:pt x="12643" y="176"/>
                  </a:lnTo>
                  <a:cubicBezTo>
                    <a:pt x="12376" y="59"/>
                    <a:pt x="12093" y="1"/>
                    <a:pt x="1181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45"/>
            <p:cNvSpPr/>
            <p:nvPr/>
          </p:nvSpPr>
          <p:spPr>
            <a:xfrm>
              <a:off x="2210925" y="747650"/>
              <a:ext cx="74225" cy="349875"/>
            </a:xfrm>
            <a:custGeom>
              <a:rect b="b" l="l" r="r" t="t"/>
              <a:pathLst>
                <a:path extrusionOk="0" h="13995" w="2969">
                  <a:moveTo>
                    <a:pt x="2969" y="13877"/>
                  </a:moveTo>
                  <a:cubicBezTo>
                    <a:pt x="2964" y="13878"/>
                    <a:pt x="2960" y="13880"/>
                    <a:pt x="2955" y="13882"/>
                  </a:cubicBezTo>
                  <a:lnTo>
                    <a:pt x="2955" y="13882"/>
                  </a:lnTo>
                  <a:cubicBezTo>
                    <a:pt x="2960" y="13880"/>
                    <a:pt x="2964" y="13879"/>
                    <a:pt x="2969" y="13877"/>
                  </a:cubicBezTo>
                  <a:close/>
                  <a:moveTo>
                    <a:pt x="267" y="0"/>
                  </a:moveTo>
                  <a:cubicBezTo>
                    <a:pt x="100" y="267"/>
                    <a:pt x="34" y="534"/>
                    <a:pt x="34" y="801"/>
                  </a:cubicBezTo>
                  <a:lnTo>
                    <a:pt x="0" y="12009"/>
                  </a:lnTo>
                  <a:cubicBezTo>
                    <a:pt x="34" y="12576"/>
                    <a:pt x="334" y="13110"/>
                    <a:pt x="834" y="13410"/>
                  </a:cubicBezTo>
                  <a:lnTo>
                    <a:pt x="1501" y="13810"/>
                  </a:lnTo>
                  <a:cubicBezTo>
                    <a:pt x="1754" y="13937"/>
                    <a:pt x="2027" y="13995"/>
                    <a:pt x="2298" y="13995"/>
                  </a:cubicBezTo>
                  <a:cubicBezTo>
                    <a:pt x="2522" y="13995"/>
                    <a:pt x="2745" y="13955"/>
                    <a:pt x="2955" y="13882"/>
                  </a:cubicBezTo>
                  <a:lnTo>
                    <a:pt x="2955" y="13882"/>
                  </a:lnTo>
                  <a:cubicBezTo>
                    <a:pt x="2885" y="13906"/>
                    <a:pt x="2818" y="13917"/>
                    <a:pt x="2755" y="13917"/>
                  </a:cubicBezTo>
                  <a:cubicBezTo>
                    <a:pt x="2492" y="13917"/>
                    <a:pt x="2302" y="13715"/>
                    <a:pt x="2302" y="13343"/>
                  </a:cubicBezTo>
                  <a:lnTo>
                    <a:pt x="2302" y="2135"/>
                  </a:lnTo>
                  <a:cubicBezTo>
                    <a:pt x="2302" y="1835"/>
                    <a:pt x="2402" y="1568"/>
                    <a:pt x="2535" y="1335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45"/>
            <p:cNvSpPr/>
            <p:nvPr/>
          </p:nvSpPr>
          <p:spPr>
            <a:xfrm>
              <a:off x="2216750" y="581700"/>
              <a:ext cx="345275" cy="200150"/>
            </a:xfrm>
            <a:custGeom>
              <a:rect b="b" l="l" r="r" t="t"/>
              <a:pathLst>
                <a:path extrusionOk="0" h="8006" w="13811">
                  <a:moveTo>
                    <a:pt x="11546" y="0"/>
                  </a:moveTo>
                  <a:cubicBezTo>
                    <a:pt x="11267" y="0"/>
                    <a:pt x="10992" y="67"/>
                    <a:pt x="10742" y="200"/>
                  </a:cubicBezTo>
                  <a:lnTo>
                    <a:pt x="568" y="6071"/>
                  </a:lnTo>
                  <a:cubicBezTo>
                    <a:pt x="334" y="6238"/>
                    <a:pt x="134" y="6438"/>
                    <a:pt x="1" y="6705"/>
                  </a:cubicBezTo>
                  <a:lnTo>
                    <a:pt x="2302" y="8006"/>
                  </a:lnTo>
                  <a:cubicBezTo>
                    <a:pt x="2436" y="7739"/>
                    <a:pt x="2636" y="7539"/>
                    <a:pt x="2869" y="7372"/>
                  </a:cubicBezTo>
                  <a:lnTo>
                    <a:pt x="13043" y="1501"/>
                  </a:lnTo>
                  <a:cubicBezTo>
                    <a:pt x="13171" y="1432"/>
                    <a:pt x="13290" y="1399"/>
                    <a:pt x="13395" y="1399"/>
                  </a:cubicBezTo>
                  <a:cubicBezTo>
                    <a:pt x="13594" y="1399"/>
                    <a:pt x="13745" y="1517"/>
                    <a:pt x="13811" y="1735"/>
                  </a:cubicBezTo>
                  <a:cubicBezTo>
                    <a:pt x="13710" y="1268"/>
                    <a:pt x="13444" y="834"/>
                    <a:pt x="13043" y="601"/>
                  </a:cubicBezTo>
                  <a:lnTo>
                    <a:pt x="12376" y="200"/>
                  </a:lnTo>
                  <a:cubicBezTo>
                    <a:pt x="12109" y="67"/>
                    <a:pt x="11826" y="0"/>
                    <a:pt x="115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45"/>
            <p:cNvSpPr/>
            <p:nvPr/>
          </p:nvSpPr>
          <p:spPr>
            <a:xfrm>
              <a:off x="2312650" y="723450"/>
              <a:ext cx="206000" cy="273575"/>
            </a:xfrm>
            <a:custGeom>
              <a:rect b="b" l="l" r="r" t="t"/>
              <a:pathLst>
                <a:path extrusionOk="0" h="10943" w="8240">
                  <a:moveTo>
                    <a:pt x="4914" y="3061"/>
                  </a:moveTo>
                  <a:cubicBezTo>
                    <a:pt x="4955" y="3061"/>
                    <a:pt x="4996" y="3064"/>
                    <a:pt x="5038" y="3070"/>
                  </a:cubicBezTo>
                  <a:lnTo>
                    <a:pt x="5138" y="3070"/>
                  </a:lnTo>
                  <a:cubicBezTo>
                    <a:pt x="5438" y="3103"/>
                    <a:pt x="5705" y="3303"/>
                    <a:pt x="5838" y="3603"/>
                  </a:cubicBezTo>
                  <a:cubicBezTo>
                    <a:pt x="6239" y="4437"/>
                    <a:pt x="5772" y="5972"/>
                    <a:pt x="4871" y="6939"/>
                  </a:cubicBezTo>
                  <a:cubicBezTo>
                    <a:pt x="4537" y="7339"/>
                    <a:pt x="4104" y="7606"/>
                    <a:pt x="3637" y="7773"/>
                  </a:cubicBezTo>
                  <a:lnTo>
                    <a:pt x="3303" y="7773"/>
                  </a:lnTo>
                  <a:cubicBezTo>
                    <a:pt x="2936" y="7740"/>
                    <a:pt x="2603" y="7540"/>
                    <a:pt x="2469" y="7173"/>
                  </a:cubicBezTo>
                  <a:cubicBezTo>
                    <a:pt x="2402" y="7039"/>
                    <a:pt x="2336" y="6872"/>
                    <a:pt x="2336" y="6706"/>
                  </a:cubicBezTo>
                  <a:cubicBezTo>
                    <a:pt x="2336" y="6606"/>
                    <a:pt x="2336" y="6539"/>
                    <a:pt x="2336" y="6439"/>
                  </a:cubicBezTo>
                  <a:cubicBezTo>
                    <a:pt x="2402" y="5471"/>
                    <a:pt x="2803" y="4571"/>
                    <a:pt x="3470" y="3870"/>
                  </a:cubicBezTo>
                  <a:cubicBezTo>
                    <a:pt x="3670" y="3637"/>
                    <a:pt x="3904" y="3470"/>
                    <a:pt x="4137" y="3303"/>
                  </a:cubicBezTo>
                  <a:cubicBezTo>
                    <a:pt x="4237" y="3270"/>
                    <a:pt x="4304" y="3237"/>
                    <a:pt x="4371" y="3203"/>
                  </a:cubicBezTo>
                  <a:cubicBezTo>
                    <a:pt x="4535" y="3121"/>
                    <a:pt x="4722" y="3061"/>
                    <a:pt x="4914" y="3061"/>
                  </a:cubicBezTo>
                  <a:close/>
                  <a:moveTo>
                    <a:pt x="6172" y="1"/>
                  </a:moveTo>
                  <a:lnTo>
                    <a:pt x="5271" y="101"/>
                  </a:lnTo>
                  <a:cubicBezTo>
                    <a:pt x="5171" y="101"/>
                    <a:pt x="5104" y="168"/>
                    <a:pt x="5071" y="234"/>
                  </a:cubicBezTo>
                  <a:lnTo>
                    <a:pt x="4571" y="1535"/>
                  </a:lnTo>
                  <a:cubicBezTo>
                    <a:pt x="4537" y="1635"/>
                    <a:pt x="4471" y="1702"/>
                    <a:pt x="4371" y="1735"/>
                  </a:cubicBezTo>
                  <a:cubicBezTo>
                    <a:pt x="4170" y="1836"/>
                    <a:pt x="4004" y="1936"/>
                    <a:pt x="3803" y="2069"/>
                  </a:cubicBezTo>
                  <a:cubicBezTo>
                    <a:pt x="3770" y="2102"/>
                    <a:pt x="3737" y="2119"/>
                    <a:pt x="3708" y="2119"/>
                  </a:cubicBezTo>
                  <a:cubicBezTo>
                    <a:pt x="3678" y="2119"/>
                    <a:pt x="3653" y="2102"/>
                    <a:pt x="3637" y="2069"/>
                  </a:cubicBezTo>
                  <a:lnTo>
                    <a:pt x="3170" y="1369"/>
                  </a:lnTo>
                  <a:cubicBezTo>
                    <a:pt x="3156" y="1340"/>
                    <a:pt x="3130" y="1330"/>
                    <a:pt x="3102" y="1330"/>
                  </a:cubicBezTo>
                  <a:cubicBezTo>
                    <a:pt x="3064" y="1330"/>
                    <a:pt x="3022" y="1349"/>
                    <a:pt x="3003" y="1369"/>
                  </a:cubicBezTo>
                  <a:lnTo>
                    <a:pt x="2002" y="2436"/>
                  </a:lnTo>
                  <a:cubicBezTo>
                    <a:pt x="1935" y="2503"/>
                    <a:pt x="1902" y="2569"/>
                    <a:pt x="1902" y="2636"/>
                  </a:cubicBezTo>
                  <a:lnTo>
                    <a:pt x="2202" y="3603"/>
                  </a:lnTo>
                  <a:cubicBezTo>
                    <a:pt x="2202" y="3670"/>
                    <a:pt x="2202" y="3737"/>
                    <a:pt x="2136" y="3804"/>
                  </a:cubicBezTo>
                  <a:cubicBezTo>
                    <a:pt x="1969" y="4070"/>
                    <a:pt x="1835" y="4337"/>
                    <a:pt x="1702" y="4604"/>
                  </a:cubicBezTo>
                  <a:cubicBezTo>
                    <a:pt x="1635" y="4704"/>
                    <a:pt x="1569" y="4738"/>
                    <a:pt x="1468" y="4771"/>
                  </a:cubicBezTo>
                  <a:lnTo>
                    <a:pt x="635" y="4971"/>
                  </a:lnTo>
                  <a:cubicBezTo>
                    <a:pt x="534" y="5004"/>
                    <a:pt x="468" y="5071"/>
                    <a:pt x="434" y="5138"/>
                  </a:cubicBezTo>
                  <a:lnTo>
                    <a:pt x="34" y="6572"/>
                  </a:lnTo>
                  <a:cubicBezTo>
                    <a:pt x="1" y="6639"/>
                    <a:pt x="67" y="6706"/>
                    <a:pt x="134" y="6706"/>
                  </a:cubicBezTo>
                  <a:lnTo>
                    <a:pt x="901" y="6772"/>
                  </a:lnTo>
                  <a:cubicBezTo>
                    <a:pt x="914" y="6766"/>
                    <a:pt x="926" y="6764"/>
                    <a:pt x="938" y="6764"/>
                  </a:cubicBezTo>
                  <a:cubicBezTo>
                    <a:pt x="990" y="6764"/>
                    <a:pt x="1035" y="6818"/>
                    <a:pt x="1035" y="6872"/>
                  </a:cubicBezTo>
                  <a:cubicBezTo>
                    <a:pt x="1001" y="7139"/>
                    <a:pt x="1001" y="7373"/>
                    <a:pt x="1035" y="7640"/>
                  </a:cubicBezTo>
                  <a:cubicBezTo>
                    <a:pt x="1035" y="7706"/>
                    <a:pt x="1001" y="7806"/>
                    <a:pt x="968" y="7873"/>
                  </a:cubicBezTo>
                  <a:lnTo>
                    <a:pt x="67" y="8907"/>
                  </a:lnTo>
                  <a:cubicBezTo>
                    <a:pt x="34" y="8974"/>
                    <a:pt x="1" y="9041"/>
                    <a:pt x="34" y="9141"/>
                  </a:cubicBezTo>
                  <a:lnTo>
                    <a:pt x="434" y="10041"/>
                  </a:lnTo>
                  <a:cubicBezTo>
                    <a:pt x="468" y="10041"/>
                    <a:pt x="468" y="10075"/>
                    <a:pt x="468" y="10075"/>
                  </a:cubicBezTo>
                  <a:lnTo>
                    <a:pt x="501" y="10075"/>
                  </a:lnTo>
                  <a:cubicBezTo>
                    <a:pt x="534" y="10075"/>
                    <a:pt x="568" y="10041"/>
                    <a:pt x="601" y="10041"/>
                  </a:cubicBezTo>
                  <a:lnTo>
                    <a:pt x="1535" y="9207"/>
                  </a:lnTo>
                  <a:cubicBezTo>
                    <a:pt x="1584" y="9159"/>
                    <a:pt x="1633" y="9128"/>
                    <a:pt x="1682" y="9128"/>
                  </a:cubicBezTo>
                  <a:cubicBezTo>
                    <a:pt x="1700" y="9128"/>
                    <a:pt x="1717" y="9132"/>
                    <a:pt x="1735" y="9141"/>
                  </a:cubicBezTo>
                  <a:cubicBezTo>
                    <a:pt x="1869" y="9241"/>
                    <a:pt x="2002" y="9341"/>
                    <a:pt x="2169" y="9374"/>
                  </a:cubicBezTo>
                  <a:cubicBezTo>
                    <a:pt x="2236" y="9408"/>
                    <a:pt x="2269" y="9474"/>
                    <a:pt x="2236" y="9541"/>
                  </a:cubicBezTo>
                  <a:lnTo>
                    <a:pt x="1969" y="10842"/>
                  </a:lnTo>
                  <a:cubicBezTo>
                    <a:pt x="1935" y="10875"/>
                    <a:pt x="1969" y="10909"/>
                    <a:pt x="2002" y="10942"/>
                  </a:cubicBezTo>
                  <a:lnTo>
                    <a:pt x="2102" y="10942"/>
                  </a:lnTo>
                  <a:lnTo>
                    <a:pt x="3003" y="10842"/>
                  </a:lnTo>
                  <a:cubicBezTo>
                    <a:pt x="3070" y="10842"/>
                    <a:pt x="3136" y="10775"/>
                    <a:pt x="3203" y="10709"/>
                  </a:cubicBezTo>
                  <a:lnTo>
                    <a:pt x="3670" y="9408"/>
                  </a:lnTo>
                  <a:cubicBezTo>
                    <a:pt x="3737" y="9308"/>
                    <a:pt x="3803" y="9241"/>
                    <a:pt x="3870" y="9207"/>
                  </a:cubicBezTo>
                  <a:cubicBezTo>
                    <a:pt x="3970" y="9141"/>
                    <a:pt x="4070" y="9107"/>
                    <a:pt x="4170" y="9041"/>
                  </a:cubicBezTo>
                  <a:cubicBezTo>
                    <a:pt x="4270" y="9007"/>
                    <a:pt x="4337" y="8941"/>
                    <a:pt x="4437" y="8874"/>
                  </a:cubicBezTo>
                  <a:cubicBezTo>
                    <a:pt x="4487" y="8841"/>
                    <a:pt x="4529" y="8824"/>
                    <a:pt x="4562" y="8824"/>
                  </a:cubicBezTo>
                  <a:cubicBezTo>
                    <a:pt x="4596" y="8824"/>
                    <a:pt x="4621" y="8841"/>
                    <a:pt x="4637" y="8874"/>
                  </a:cubicBezTo>
                  <a:lnTo>
                    <a:pt x="5104" y="9574"/>
                  </a:lnTo>
                  <a:cubicBezTo>
                    <a:pt x="5114" y="9584"/>
                    <a:pt x="5127" y="9588"/>
                    <a:pt x="5141" y="9588"/>
                  </a:cubicBezTo>
                  <a:cubicBezTo>
                    <a:pt x="5174" y="9588"/>
                    <a:pt x="5214" y="9565"/>
                    <a:pt x="5238" y="9541"/>
                  </a:cubicBezTo>
                  <a:lnTo>
                    <a:pt x="6239" y="8507"/>
                  </a:lnTo>
                  <a:cubicBezTo>
                    <a:pt x="6305" y="8440"/>
                    <a:pt x="6339" y="8340"/>
                    <a:pt x="6305" y="8273"/>
                  </a:cubicBezTo>
                  <a:lnTo>
                    <a:pt x="6038" y="7339"/>
                  </a:lnTo>
                  <a:cubicBezTo>
                    <a:pt x="6038" y="7273"/>
                    <a:pt x="6038" y="7173"/>
                    <a:pt x="6105" y="7106"/>
                  </a:cubicBezTo>
                  <a:cubicBezTo>
                    <a:pt x="6272" y="6839"/>
                    <a:pt x="6405" y="6572"/>
                    <a:pt x="6539" y="6305"/>
                  </a:cubicBezTo>
                  <a:cubicBezTo>
                    <a:pt x="6605" y="6239"/>
                    <a:pt x="6672" y="6172"/>
                    <a:pt x="6772" y="6172"/>
                  </a:cubicBezTo>
                  <a:lnTo>
                    <a:pt x="7606" y="5938"/>
                  </a:lnTo>
                  <a:cubicBezTo>
                    <a:pt x="7673" y="5938"/>
                    <a:pt x="7773" y="5872"/>
                    <a:pt x="7806" y="5805"/>
                  </a:cubicBezTo>
                  <a:lnTo>
                    <a:pt x="8207" y="4337"/>
                  </a:lnTo>
                  <a:cubicBezTo>
                    <a:pt x="8240" y="4304"/>
                    <a:pt x="8207" y="4271"/>
                    <a:pt x="8173" y="4237"/>
                  </a:cubicBezTo>
                  <a:lnTo>
                    <a:pt x="8140" y="4237"/>
                  </a:lnTo>
                  <a:lnTo>
                    <a:pt x="7339" y="4204"/>
                  </a:lnTo>
                  <a:cubicBezTo>
                    <a:pt x="7273" y="4204"/>
                    <a:pt x="7206" y="4137"/>
                    <a:pt x="7239" y="4070"/>
                  </a:cubicBezTo>
                  <a:lnTo>
                    <a:pt x="7239" y="3704"/>
                  </a:lnTo>
                  <a:lnTo>
                    <a:pt x="7239" y="3303"/>
                  </a:lnTo>
                  <a:cubicBezTo>
                    <a:pt x="7239" y="3237"/>
                    <a:pt x="7239" y="3136"/>
                    <a:pt x="7306" y="3070"/>
                  </a:cubicBezTo>
                  <a:lnTo>
                    <a:pt x="8173" y="2036"/>
                  </a:lnTo>
                  <a:cubicBezTo>
                    <a:pt x="8240" y="1969"/>
                    <a:pt x="8240" y="1902"/>
                    <a:pt x="8240" y="1802"/>
                  </a:cubicBezTo>
                  <a:lnTo>
                    <a:pt x="7806" y="902"/>
                  </a:lnTo>
                  <a:cubicBezTo>
                    <a:pt x="7806" y="902"/>
                    <a:pt x="7806" y="868"/>
                    <a:pt x="7773" y="868"/>
                  </a:cubicBezTo>
                  <a:cubicBezTo>
                    <a:pt x="7740" y="868"/>
                    <a:pt x="7706" y="868"/>
                    <a:pt x="7640" y="902"/>
                  </a:cubicBezTo>
                  <a:lnTo>
                    <a:pt x="6739" y="1735"/>
                  </a:lnTo>
                  <a:cubicBezTo>
                    <a:pt x="6698" y="1777"/>
                    <a:pt x="6656" y="1805"/>
                    <a:pt x="6615" y="1805"/>
                  </a:cubicBezTo>
                  <a:cubicBezTo>
                    <a:pt x="6590" y="1805"/>
                    <a:pt x="6564" y="1794"/>
                    <a:pt x="6539" y="1769"/>
                  </a:cubicBezTo>
                  <a:cubicBezTo>
                    <a:pt x="6405" y="1669"/>
                    <a:pt x="6272" y="1602"/>
                    <a:pt x="6105" y="1569"/>
                  </a:cubicBezTo>
                  <a:cubicBezTo>
                    <a:pt x="6038" y="1535"/>
                    <a:pt x="6005" y="1469"/>
                    <a:pt x="6005" y="1402"/>
                  </a:cubicBezTo>
                  <a:lnTo>
                    <a:pt x="6305" y="101"/>
                  </a:lnTo>
                  <a:cubicBezTo>
                    <a:pt x="6305" y="68"/>
                    <a:pt x="6305" y="34"/>
                    <a:pt x="62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46"/>
          <p:cNvSpPr txBox="1"/>
          <p:nvPr>
            <p:ph idx="1" type="body"/>
          </p:nvPr>
        </p:nvSpPr>
        <p:spPr>
          <a:xfrm>
            <a:off x="286350" y="297813"/>
            <a:ext cx="4846500" cy="47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1"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Angular</a:t>
            </a:r>
            <a:br>
              <a:rPr b="1" lang="en-GB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GB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• TypeScript</a:t>
            </a:r>
            <a:endParaRPr b="1"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2" name="Google Shape;1672;p46" title="Angular_gradient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9900" y="864750"/>
            <a:ext cx="3414000" cy="341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3" name="Google Shape;1673;p46" title="Typescript_logo_2020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8900" y="1329325"/>
            <a:ext cx="2708176" cy="2708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47"/>
          <p:cNvSpPr txBox="1"/>
          <p:nvPr>
            <p:ph idx="1" type="body"/>
          </p:nvPr>
        </p:nvSpPr>
        <p:spPr>
          <a:xfrm>
            <a:off x="286350" y="297813"/>
            <a:ext cx="4846500" cy="47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1"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Spring Boot</a:t>
            </a:r>
            <a:br>
              <a:rPr b="1" lang="en-GB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GB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9" name="Google Shape;1679;p47" title="SpringBoot-Logo-qu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25" y="1529100"/>
            <a:ext cx="3689375" cy="368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0" name="Google Shape;1680;p47" title="Spring_Framework_Logo_2018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1075" y="2840400"/>
            <a:ext cx="5168000" cy="132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p48"/>
          <p:cNvSpPr txBox="1"/>
          <p:nvPr>
            <p:ph idx="1" type="body"/>
          </p:nvPr>
        </p:nvSpPr>
        <p:spPr>
          <a:xfrm>
            <a:off x="286350" y="297813"/>
            <a:ext cx="4846500" cy="47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  <a:endParaRPr b="1"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PostgreSQL</a:t>
            </a:r>
            <a:endParaRPr b="1"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6" name="Google Shape;1686;p48" title="LogoPostgreSql100ree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7550" y="514350"/>
            <a:ext cx="3706350" cy="4114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49"/>
          <p:cNvSpPr txBox="1"/>
          <p:nvPr>
            <p:ph idx="2" type="title"/>
          </p:nvPr>
        </p:nvSpPr>
        <p:spPr>
          <a:xfrm flipH="1">
            <a:off x="616300" y="3795175"/>
            <a:ext cx="1635300" cy="988500"/>
          </a:xfrm>
          <a:prstGeom prst="rect">
            <a:avLst/>
          </a:prstGeom>
        </p:spPr>
        <p:txBody>
          <a:bodyPr anchorCtr="0" anchor="b" bIns="91425" lIns="91425" spcFirstLastPara="1" rIns="11255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05</a:t>
            </a:r>
            <a:endParaRPr/>
          </a:p>
        </p:txBody>
      </p:sp>
      <p:sp>
        <p:nvSpPr>
          <p:cNvPr id="1692" name="Google Shape;1692;p49"/>
          <p:cNvSpPr txBox="1"/>
          <p:nvPr>
            <p:ph type="title"/>
          </p:nvPr>
        </p:nvSpPr>
        <p:spPr>
          <a:xfrm flipH="1">
            <a:off x="0" y="1286525"/>
            <a:ext cx="8287500" cy="26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700">
                <a:solidFill>
                  <a:schemeClr val="dk1"/>
                </a:solidFill>
              </a:rPr>
              <a:t>FUNCIONALIDADES </a:t>
            </a:r>
            <a:endParaRPr sz="4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700">
                <a:solidFill>
                  <a:schemeClr val="dk1"/>
                </a:solidFill>
              </a:rPr>
              <a:t>P</a:t>
            </a:r>
            <a:r>
              <a:rPr lang="en-GB" sz="4700">
                <a:solidFill>
                  <a:schemeClr val="dk1"/>
                </a:solidFill>
              </a:rPr>
              <a:t>RINCIPALES </a:t>
            </a:r>
            <a:endParaRPr sz="4700">
              <a:solidFill>
                <a:schemeClr val="dk1"/>
              </a:solidFill>
            </a:endParaRPr>
          </a:p>
        </p:txBody>
      </p:sp>
      <p:grpSp>
        <p:nvGrpSpPr>
          <p:cNvPr id="1693" name="Google Shape;1693;p49"/>
          <p:cNvGrpSpPr/>
          <p:nvPr/>
        </p:nvGrpSpPr>
        <p:grpSpPr>
          <a:xfrm>
            <a:off x="5313079" y="871955"/>
            <a:ext cx="3093441" cy="2952953"/>
            <a:chOff x="1410350" y="458825"/>
            <a:chExt cx="4602650" cy="4394275"/>
          </a:xfrm>
        </p:grpSpPr>
        <p:sp>
          <p:nvSpPr>
            <p:cNvPr id="1694" name="Google Shape;1694;p49"/>
            <p:cNvSpPr/>
            <p:nvPr/>
          </p:nvSpPr>
          <p:spPr>
            <a:xfrm>
              <a:off x="1758925" y="3935750"/>
              <a:ext cx="1210050" cy="698875"/>
            </a:xfrm>
            <a:custGeom>
              <a:rect b="b" l="l" r="r" t="t"/>
              <a:pathLst>
                <a:path extrusionOk="0" h="27955" w="48402">
                  <a:moveTo>
                    <a:pt x="24185" y="1"/>
                  </a:moveTo>
                  <a:cubicBezTo>
                    <a:pt x="10842" y="1"/>
                    <a:pt x="1" y="6272"/>
                    <a:pt x="1" y="13978"/>
                  </a:cubicBezTo>
                  <a:cubicBezTo>
                    <a:pt x="1" y="21716"/>
                    <a:pt x="10842" y="27954"/>
                    <a:pt x="24185" y="27954"/>
                  </a:cubicBezTo>
                  <a:cubicBezTo>
                    <a:pt x="37561" y="27954"/>
                    <a:pt x="48402" y="21716"/>
                    <a:pt x="48402" y="13978"/>
                  </a:cubicBezTo>
                  <a:cubicBezTo>
                    <a:pt x="48402" y="6272"/>
                    <a:pt x="37561" y="1"/>
                    <a:pt x="24185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49"/>
            <p:cNvSpPr/>
            <p:nvPr/>
          </p:nvSpPr>
          <p:spPr>
            <a:xfrm>
              <a:off x="1522225" y="3195650"/>
              <a:ext cx="531950" cy="799350"/>
            </a:xfrm>
            <a:custGeom>
              <a:rect b="b" l="l" r="r" t="t"/>
              <a:pathLst>
                <a:path extrusionOk="0" h="31974" w="21278">
                  <a:moveTo>
                    <a:pt x="6424" y="0"/>
                  </a:moveTo>
                  <a:cubicBezTo>
                    <a:pt x="2958" y="0"/>
                    <a:pt x="1" y="2810"/>
                    <a:pt x="2797" y="6522"/>
                  </a:cubicBezTo>
                  <a:cubicBezTo>
                    <a:pt x="6366" y="11258"/>
                    <a:pt x="16374" y="17830"/>
                    <a:pt x="15973" y="29872"/>
                  </a:cubicBezTo>
                  <a:lnTo>
                    <a:pt x="20677" y="31973"/>
                  </a:lnTo>
                  <a:cubicBezTo>
                    <a:pt x="20677" y="31973"/>
                    <a:pt x="21277" y="23267"/>
                    <a:pt x="20043" y="16462"/>
                  </a:cubicBezTo>
                  <a:cubicBezTo>
                    <a:pt x="18775" y="9691"/>
                    <a:pt x="13605" y="2852"/>
                    <a:pt x="9302" y="684"/>
                  </a:cubicBezTo>
                  <a:cubicBezTo>
                    <a:pt x="8377" y="215"/>
                    <a:pt x="7381" y="0"/>
                    <a:pt x="642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49"/>
            <p:cNvSpPr/>
            <p:nvPr/>
          </p:nvSpPr>
          <p:spPr>
            <a:xfrm>
              <a:off x="1522225" y="3195650"/>
              <a:ext cx="531950" cy="799350"/>
            </a:xfrm>
            <a:custGeom>
              <a:rect b="b" l="l" r="r" t="t"/>
              <a:pathLst>
                <a:path extrusionOk="0" h="31974" w="21278">
                  <a:moveTo>
                    <a:pt x="6424" y="0"/>
                  </a:moveTo>
                  <a:cubicBezTo>
                    <a:pt x="2958" y="0"/>
                    <a:pt x="1" y="2810"/>
                    <a:pt x="2797" y="6522"/>
                  </a:cubicBezTo>
                  <a:cubicBezTo>
                    <a:pt x="6366" y="11258"/>
                    <a:pt x="16374" y="17830"/>
                    <a:pt x="15973" y="29872"/>
                  </a:cubicBezTo>
                  <a:lnTo>
                    <a:pt x="20677" y="31973"/>
                  </a:lnTo>
                  <a:cubicBezTo>
                    <a:pt x="20677" y="31973"/>
                    <a:pt x="21277" y="23267"/>
                    <a:pt x="20043" y="16462"/>
                  </a:cubicBezTo>
                  <a:cubicBezTo>
                    <a:pt x="18775" y="9691"/>
                    <a:pt x="13605" y="2852"/>
                    <a:pt x="9302" y="684"/>
                  </a:cubicBezTo>
                  <a:cubicBezTo>
                    <a:pt x="8377" y="215"/>
                    <a:pt x="7381" y="0"/>
                    <a:pt x="642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49"/>
            <p:cNvSpPr/>
            <p:nvPr/>
          </p:nvSpPr>
          <p:spPr>
            <a:xfrm>
              <a:off x="1704725" y="3274425"/>
              <a:ext cx="308575" cy="560450"/>
            </a:xfrm>
            <a:custGeom>
              <a:rect b="b" l="l" r="r" t="t"/>
              <a:pathLst>
                <a:path extrusionOk="0" h="22418" w="12343">
                  <a:moveTo>
                    <a:pt x="253" y="0"/>
                  </a:moveTo>
                  <a:cubicBezTo>
                    <a:pt x="181" y="0"/>
                    <a:pt x="110" y="37"/>
                    <a:pt x="67" y="102"/>
                  </a:cubicBezTo>
                  <a:cubicBezTo>
                    <a:pt x="0" y="202"/>
                    <a:pt x="34" y="335"/>
                    <a:pt x="134" y="402"/>
                  </a:cubicBezTo>
                  <a:cubicBezTo>
                    <a:pt x="7172" y="5506"/>
                    <a:pt x="11509" y="13545"/>
                    <a:pt x="11876" y="22218"/>
                  </a:cubicBezTo>
                  <a:cubicBezTo>
                    <a:pt x="11876" y="22351"/>
                    <a:pt x="11976" y="22418"/>
                    <a:pt x="12109" y="22418"/>
                  </a:cubicBezTo>
                  <a:cubicBezTo>
                    <a:pt x="12242" y="22418"/>
                    <a:pt x="12343" y="22318"/>
                    <a:pt x="12309" y="22184"/>
                  </a:cubicBezTo>
                  <a:cubicBezTo>
                    <a:pt x="11942" y="13378"/>
                    <a:pt x="7539" y="5205"/>
                    <a:pt x="367" y="35"/>
                  </a:cubicBezTo>
                  <a:cubicBezTo>
                    <a:pt x="332" y="11"/>
                    <a:pt x="292" y="0"/>
                    <a:pt x="2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49"/>
            <p:cNvSpPr/>
            <p:nvPr/>
          </p:nvSpPr>
          <p:spPr>
            <a:xfrm>
              <a:off x="1410350" y="3567025"/>
              <a:ext cx="682175" cy="701325"/>
            </a:xfrm>
            <a:custGeom>
              <a:rect b="b" l="l" r="r" t="t"/>
              <a:pathLst>
                <a:path extrusionOk="0" h="28053" w="27287">
                  <a:moveTo>
                    <a:pt x="4462" y="1"/>
                  </a:moveTo>
                  <a:cubicBezTo>
                    <a:pt x="3571" y="1"/>
                    <a:pt x="2727" y="247"/>
                    <a:pt x="2035" y="873"/>
                  </a:cubicBezTo>
                  <a:cubicBezTo>
                    <a:pt x="0" y="2641"/>
                    <a:pt x="2736" y="6244"/>
                    <a:pt x="4870" y="7878"/>
                  </a:cubicBezTo>
                  <a:cubicBezTo>
                    <a:pt x="5971" y="8712"/>
                    <a:pt x="6271" y="9379"/>
                    <a:pt x="5471" y="10480"/>
                  </a:cubicBezTo>
                  <a:cubicBezTo>
                    <a:pt x="5004" y="11114"/>
                    <a:pt x="4770" y="11514"/>
                    <a:pt x="4303" y="12148"/>
                  </a:cubicBezTo>
                  <a:cubicBezTo>
                    <a:pt x="3870" y="12748"/>
                    <a:pt x="3670" y="13516"/>
                    <a:pt x="3736" y="14250"/>
                  </a:cubicBezTo>
                  <a:cubicBezTo>
                    <a:pt x="3903" y="15384"/>
                    <a:pt x="4837" y="16184"/>
                    <a:pt x="5871" y="16651"/>
                  </a:cubicBezTo>
                  <a:cubicBezTo>
                    <a:pt x="6905" y="17085"/>
                    <a:pt x="8006" y="17285"/>
                    <a:pt x="9007" y="17785"/>
                  </a:cubicBezTo>
                  <a:cubicBezTo>
                    <a:pt x="9841" y="18186"/>
                    <a:pt x="10474" y="18886"/>
                    <a:pt x="10741" y="19787"/>
                  </a:cubicBezTo>
                  <a:cubicBezTo>
                    <a:pt x="10975" y="20721"/>
                    <a:pt x="10808" y="21688"/>
                    <a:pt x="10741" y="22656"/>
                  </a:cubicBezTo>
                  <a:cubicBezTo>
                    <a:pt x="10608" y="24890"/>
                    <a:pt x="11709" y="26258"/>
                    <a:pt x="13243" y="27192"/>
                  </a:cubicBezTo>
                  <a:cubicBezTo>
                    <a:pt x="14207" y="27802"/>
                    <a:pt x="15264" y="28052"/>
                    <a:pt x="16345" y="28052"/>
                  </a:cubicBezTo>
                  <a:cubicBezTo>
                    <a:pt x="17097" y="28052"/>
                    <a:pt x="17861" y="27931"/>
                    <a:pt x="18614" y="27726"/>
                  </a:cubicBezTo>
                  <a:cubicBezTo>
                    <a:pt x="20815" y="27059"/>
                    <a:pt x="22817" y="25891"/>
                    <a:pt x="24451" y="24290"/>
                  </a:cubicBezTo>
                  <a:cubicBezTo>
                    <a:pt x="26152" y="22656"/>
                    <a:pt x="27286" y="20254"/>
                    <a:pt x="26819" y="17919"/>
                  </a:cubicBezTo>
                  <a:cubicBezTo>
                    <a:pt x="26453" y="16151"/>
                    <a:pt x="25185" y="14650"/>
                    <a:pt x="23717" y="13582"/>
                  </a:cubicBezTo>
                  <a:cubicBezTo>
                    <a:pt x="22850" y="12949"/>
                    <a:pt x="21849" y="12382"/>
                    <a:pt x="21349" y="11414"/>
                  </a:cubicBezTo>
                  <a:cubicBezTo>
                    <a:pt x="20715" y="10213"/>
                    <a:pt x="21082" y="8746"/>
                    <a:pt x="20882" y="7411"/>
                  </a:cubicBezTo>
                  <a:cubicBezTo>
                    <a:pt x="20648" y="5977"/>
                    <a:pt x="19748" y="4743"/>
                    <a:pt x="18480" y="4076"/>
                  </a:cubicBezTo>
                  <a:cubicBezTo>
                    <a:pt x="17012" y="3308"/>
                    <a:pt x="15311" y="3375"/>
                    <a:pt x="13710" y="3275"/>
                  </a:cubicBezTo>
                  <a:cubicBezTo>
                    <a:pt x="12242" y="3242"/>
                    <a:pt x="10808" y="2741"/>
                    <a:pt x="9607" y="1941"/>
                  </a:cubicBezTo>
                  <a:cubicBezTo>
                    <a:pt x="8287" y="1023"/>
                    <a:pt x="6277" y="1"/>
                    <a:pt x="446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49"/>
            <p:cNvSpPr/>
            <p:nvPr/>
          </p:nvSpPr>
          <p:spPr>
            <a:xfrm>
              <a:off x="1524875" y="3615475"/>
              <a:ext cx="405875" cy="535475"/>
            </a:xfrm>
            <a:custGeom>
              <a:rect b="b" l="l" r="r" t="t"/>
              <a:pathLst>
                <a:path extrusionOk="0" h="21419" w="16235">
                  <a:moveTo>
                    <a:pt x="394" y="1"/>
                  </a:moveTo>
                  <a:cubicBezTo>
                    <a:pt x="156" y="1"/>
                    <a:pt x="0" y="361"/>
                    <a:pt x="256" y="503"/>
                  </a:cubicBezTo>
                  <a:cubicBezTo>
                    <a:pt x="356" y="536"/>
                    <a:pt x="8095" y="4940"/>
                    <a:pt x="12698" y="12845"/>
                  </a:cubicBezTo>
                  <a:cubicBezTo>
                    <a:pt x="10497" y="11719"/>
                    <a:pt x="8070" y="11157"/>
                    <a:pt x="5615" y="11157"/>
                  </a:cubicBezTo>
                  <a:cubicBezTo>
                    <a:pt x="4797" y="11157"/>
                    <a:pt x="3975" y="11219"/>
                    <a:pt x="3158" y="11344"/>
                  </a:cubicBezTo>
                  <a:cubicBezTo>
                    <a:pt x="2821" y="11375"/>
                    <a:pt x="2906" y="11856"/>
                    <a:pt x="3181" y="11856"/>
                  </a:cubicBezTo>
                  <a:cubicBezTo>
                    <a:pt x="3206" y="11856"/>
                    <a:pt x="3231" y="11853"/>
                    <a:pt x="3258" y="11845"/>
                  </a:cubicBezTo>
                  <a:cubicBezTo>
                    <a:pt x="4029" y="11724"/>
                    <a:pt x="4803" y="11664"/>
                    <a:pt x="5574" y="11664"/>
                  </a:cubicBezTo>
                  <a:cubicBezTo>
                    <a:pt x="8208" y="11664"/>
                    <a:pt x="10810" y="12356"/>
                    <a:pt x="13132" y="13646"/>
                  </a:cubicBezTo>
                  <a:cubicBezTo>
                    <a:pt x="14433" y="16014"/>
                    <a:pt x="15300" y="18583"/>
                    <a:pt x="15734" y="21218"/>
                  </a:cubicBezTo>
                  <a:cubicBezTo>
                    <a:pt x="15734" y="21318"/>
                    <a:pt x="15834" y="21418"/>
                    <a:pt x="15934" y="21418"/>
                  </a:cubicBezTo>
                  <a:lnTo>
                    <a:pt x="16034" y="21418"/>
                  </a:lnTo>
                  <a:cubicBezTo>
                    <a:pt x="16167" y="21418"/>
                    <a:pt x="16234" y="21285"/>
                    <a:pt x="16234" y="21151"/>
                  </a:cubicBezTo>
                  <a:cubicBezTo>
                    <a:pt x="15767" y="18449"/>
                    <a:pt x="14900" y="15847"/>
                    <a:pt x="13599" y="13446"/>
                  </a:cubicBezTo>
                  <a:cubicBezTo>
                    <a:pt x="13566" y="13379"/>
                    <a:pt x="13566" y="13346"/>
                    <a:pt x="13532" y="13312"/>
                  </a:cubicBezTo>
                  <a:cubicBezTo>
                    <a:pt x="13032" y="12412"/>
                    <a:pt x="12465" y="11511"/>
                    <a:pt x="11898" y="10644"/>
                  </a:cubicBezTo>
                  <a:cubicBezTo>
                    <a:pt x="11931" y="10243"/>
                    <a:pt x="12131" y="7308"/>
                    <a:pt x="13032" y="5040"/>
                  </a:cubicBezTo>
                  <a:cubicBezTo>
                    <a:pt x="13095" y="4851"/>
                    <a:pt x="12946" y="4715"/>
                    <a:pt x="12794" y="4715"/>
                  </a:cubicBezTo>
                  <a:cubicBezTo>
                    <a:pt x="12705" y="4715"/>
                    <a:pt x="12614" y="4762"/>
                    <a:pt x="12565" y="4873"/>
                  </a:cubicBezTo>
                  <a:cubicBezTo>
                    <a:pt x="11964" y="6541"/>
                    <a:pt x="11598" y="8242"/>
                    <a:pt x="11431" y="10010"/>
                  </a:cubicBezTo>
                  <a:cubicBezTo>
                    <a:pt x="8462" y="6007"/>
                    <a:pt x="4759" y="2638"/>
                    <a:pt x="523" y="36"/>
                  </a:cubicBezTo>
                  <a:cubicBezTo>
                    <a:pt x="479" y="11"/>
                    <a:pt x="435" y="1"/>
                    <a:pt x="3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49"/>
            <p:cNvSpPr/>
            <p:nvPr/>
          </p:nvSpPr>
          <p:spPr>
            <a:xfrm>
              <a:off x="1974075" y="2335450"/>
              <a:ext cx="836375" cy="2011275"/>
            </a:xfrm>
            <a:custGeom>
              <a:rect b="b" l="l" r="r" t="t"/>
              <a:pathLst>
                <a:path extrusionOk="0" h="80451" w="33455">
                  <a:moveTo>
                    <a:pt x="7473" y="0"/>
                  </a:moveTo>
                  <a:cubicBezTo>
                    <a:pt x="4671" y="5905"/>
                    <a:pt x="4170" y="9440"/>
                    <a:pt x="4037" y="14444"/>
                  </a:cubicBezTo>
                  <a:cubicBezTo>
                    <a:pt x="3837" y="24818"/>
                    <a:pt x="2869" y="37060"/>
                    <a:pt x="2869" y="37060"/>
                  </a:cubicBezTo>
                  <a:cubicBezTo>
                    <a:pt x="2736" y="38228"/>
                    <a:pt x="1702" y="40596"/>
                    <a:pt x="935" y="45766"/>
                  </a:cubicBezTo>
                  <a:cubicBezTo>
                    <a:pt x="34" y="51804"/>
                    <a:pt x="601" y="67716"/>
                    <a:pt x="601" y="67716"/>
                  </a:cubicBezTo>
                  <a:lnTo>
                    <a:pt x="568" y="68449"/>
                  </a:lnTo>
                  <a:cubicBezTo>
                    <a:pt x="534" y="69283"/>
                    <a:pt x="1" y="76122"/>
                    <a:pt x="334" y="78356"/>
                  </a:cubicBezTo>
                  <a:cubicBezTo>
                    <a:pt x="556" y="79687"/>
                    <a:pt x="1415" y="80451"/>
                    <a:pt x="2281" y="80451"/>
                  </a:cubicBezTo>
                  <a:cubicBezTo>
                    <a:pt x="3109" y="80451"/>
                    <a:pt x="3944" y="79754"/>
                    <a:pt x="4237" y="78190"/>
                  </a:cubicBezTo>
                  <a:cubicBezTo>
                    <a:pt x="4537" y="76655"/>
                    <a:pt x="4904" y="69350"/>
                    <a:pt x="4938" y="68650"/>
                  </a:cubicBezTo>
                  <a:lnTo>
                    <a:pt x="5004" y="68116"/>
                  </a:lnTo>
                  <a:cubicBezTo>
                    <a:pt x="5204" y="66615"/>
                    <a:pt x="5538" y="65581"/>
                    <a:pt x="6172" y="63312"/>
                  </a:cubicBezTo>
                  <a:cubicBezTo>
                    <a:pt x="7906" y="57208"/>
                    <a:pt x="10675" y="43765"/>
                    <a:pt x="11509" y="39162"/>
                  </a:cubicBezTo>
                  <a:cubicBezTo>
                    <a:pt x="12176" y="35392"/>
                    <a:pt x="14211" y="27987"/>
                    <a:pt x="15312" y="24051"/>
                  </a:cubicBezTo>
                  <a:lnTo>
                    <a:pt x="17914" y="39962"/>
                  </a:lnTo>
                  <a:cubicBezTo>
                    <a:pt x="17914" y="39962"/>
                    <a:pt x="17713" y="43131"/>
                    <a:pt x="17713" y="45433"/>
                  </a:cubicBezTo>
                  <a:cubicBezTo>
                    <a:pt x="17713" y="50236"/>
                    <a:pt x="21149" y="63879"/>
                    <a:pt x="21283" y="65547"/>
                  </a:cubicBezTo>
                  <a:cubicBezTo>
                    <a:pt x="21082" y="66348"/>
                    <a:pt x="20615" y="66882"/>
                    <a:pt x="20615" y="68283"/>
                  </a:cubicBezTo>
                  <a:cubicBezTo>
                    <a:pt x="20615" y="69083"/>
                    <a:pt x="21316" y="70117"/>
                    <a:pt x="23084" y="72586"/>
                  </a:cubicBezTo>
                  <a:cubicBezTo>
                    <a:pt x="23618" y="73286"/>
                    <a:pt x="23951" y="75788"/>
                    <a:pt x="24452" y="76488"/>
                  </a:cubicBezTo>
                  <a:cubicBezTo>
                    <a:pt x="25219" y="77589"/>
                    <a:pt x="27921" y="78290"/>
                    <a:pt x="29689" y="78523"/>
                  </a:cubicBezTo>
                  <a:cubicBezTo>
                    <a:pt x="29903" y="78553"/>
                    <a:pt x="30127" y="78568"/>
                    <a:pt x="30352" y="78568"/>
                  </a:cubicBezTo>
                  <a:cubicBezTo>
                    <a:pt x="31876" y="78568"/>
                    <a:pt x="33454" y="77898"/>
                    <a:pt x="32524" y="76822"/>
                  </a:cubicBezTo>
                  <a:cubicBezTo>
                    <a:pt x="32190" y="76355"/>
                    <a:pt x="29722" y="74153"/>
                    <a:pt x="29355" y="73720"/>
                  </a:cubicBezTo>
                  <a:cubicBezTo>
                    <a:pt x="28221" y="72352"/>
                    <a:pt x="27320" y="70818"/>
                    <a:pt x="26686" y="69183"/>
                  </a:cubicBezTo>
                  <a:cubicBezTo>
                    <a:pt x="26186" y="67882"/>
                    <a:pt x="26019" y="67315"/>
                    <a:pt x="26019" y="66548"/>
                  </a:cubicBezTo>
                  <a:lnTo>
                    <a:pt x="26053" y="65814"/>
                  </a:lnTo>
                  <a:cubicBezTo>
                    <a:pt x="26053" y="65814"/>
                    <a:pt x="26553" y="53872"/>
                    <a:pt x="26453" y="40196"/>
                  </a:cubicBezTo>
                  <a:cubicBezTo>
                    <a:pt x="26353" y="24585"/>
                    <a:pt x="24952" y="6739"/>
                    <a:pt x="24618" y="4103"/>
                  </a:cubicBezTo>
                  <a:lnTo>
                    <a:pt x="7473" y="0"/>
                  </a:ln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49"/>
            <p:cNvSpPr/>
            <p:nvPr/>
          </p:nvSpPr>
          <p:spPr>
            <a:xfrm>
              <a:off x="1978250" y="2292075"/>
              <a:ext cx="671350" cy="1469500"/>
            </a:xfrm>
            <a:custGeom>
              <a:rect b="b" l="l" r="r" t="t"/>
              <a:pathLst>
                <a:path extrusionOk="0" h="58780" w="26854">
                  <a:moveTo>
                    <a:pt x="6372" y="1"/>
                  </a:moveTo>
                  <a:lnTo>
                    <a:pt x="6272" y="1102"/>
                  </a:lnTo>
                  <a:cubicBezTo>
                    <a:pt x="5404" y="3136"/>
                    <a:pt x="3370" y="5805"/>
                    <a:pt x="2369" y="11042"/>
                  </a:cubicBezTo>
                  <a:cubicBezTo>
                    <a:pt x="1869" y="13644"/>
                    <a:pt x="2069" y="16179"/>
                    <a:pt x="2035" y="19748"/>
                  </a:cubicBezTo>
                  <a:cubicBezTo>
                    <a:pt x="2002" y="24952"/>
                    <a:pt x="2669" y="35560"/>
                    <a:pt x="2469" y="37961"/>
                  </a:cubicBezTo>
                  <a:cubicBezTo>
                    <a:pt x="2269" y="40363"/>
                    <a:pt x="1035" y="43198"/>
                    <a:pt x="534" y="46834"/>
                  </a:cubicBezTo>
                  <a:cubicBezTo>
                    <a:pt x="1" y="50504"/>
                    <a:pt x="67" y="57175"/>
                    <a:pt x="67" y="57175"/>
                  </a:cubicBezTo>
                  <a:cubicBezTo>
                    <a:pt x="67" y="57175"/>
                    <a:pt x="1068" y="58376"/>
                    <a:pt x="3570" y="58743"/>
                  </a:cubicBezTo>
                  <a:cubicBezTo>
                    <a:pt x="3808" y="58768"/>
                    <a:pt x="4047" y="58780"/>
                    <a:pt x="4285" y="58780"/>
                  </a:cubicBezTo>
                  <a:cubicBezTo>
                    <a:pt x="5643" y="58780"/>
                    <a:pt x="6976" y="58380"/>
                    <a:pt x="8140" y="57642"/>
                  </a:cubicBezTo>
                  <a:cubicBezTo>
                    <a:pt x="8140" y="57642"/>
                    <a:pt x="11442" y="44633"/>
                    <a:pt x="11809" y="42831"/>
                  </a:cubicBezTo>
                  <a:cubicBezTo>
                    <a:pt x="12209" y="40997"/>
                    <a:pt x="15111" y="26553"/>
                    <a:pt x="15111" y="26553"/>
                  </a:cubicBezTo>
                  <a:lnTo>
                    <a:pt x="17280" y="41831"/>
                  </a:lnTo>
                  <a:cubicBezTo>
                    <a:pt x="17079" y="43832"/>
                    <a:pt x="17046" y="45800"/>
                    <a:pt x="17179" y="47768"/>
                  </a:cubicBezTo>
                  <a:cubicBezTo>
                    <a:pt x="17380" y="51438"/>
                    <a:pt x="18914" y="56641"/>
                    <a:pt x="18914" y="56641"/>
                  </a:cubicBezTo>
                  <a:cubicBezTo>
                    <a:pt x="18914" y="56641"/>
                    <a:pt x="19719" y="57417"/>
                    <a:pt x="22006" y="57417"/>
                  </a:cubicBezTo>
                  <a:cubicBezTo>
                    <a:pt x="22138" y="57417"/>
                    <a:pt x="22275" y="57414"/>
                    <a:pt x="22417" y="57409"/>
                  </a:cubicBezTo>
                  <a:cubicBezTo>
                    <a:pt x="25018" y="57342"/>
                    <a:pt x="26186" y="56508"/>
                    <a:pt x="26186" y="56508"/>
                  </a:cubicBezTo>
                  <a:cubicBezTo>
                    <a:pt x="26186" y="56508"/>
                    <a:pt x="26620" y="42998"/>
                    <a:pt x="26753" y="30323"/>
                  </a:cubicBezTo>
                  <a:cubicBezTo>
                    <a:pt x="26853" y="20983"/>
                    <a:pt x="26019" y="7840"/>
                    <a:pt x="23984" y="1635"/>
                  </a:cubicBezTo>
                  <a:lnTo>
                    <a:pt x="24018" y="334"/>
                  </a:lnTo>
                  <a:lnTo>
                    <a:pt x="24018" y="334"/>
                  </a:lnTo>
                  <a:cubicBezTo>
                    <a:pt x="21847" y="1734"/>
                    <a:pt x="18833" y="2290"/>
                    <a:pt x="15867" y="2290"/>
                  </a:cubicBezTo>
                  <a:cubicBezTo>
                    <a:pt x="11906" y="2290"/>
                    <a:pt x="8031" y="1298"/>
                    <a:pt x="637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49"/>
            <p:cNvSpPr/>
            <p:nvPr/>
          </p:nvSpPr>
          <p:spPr>
            <a:xfrm>
              <a:off x="1939900" y="4028325"/>
              <a:ext cx="185150" cy="429850"/>
            </a:xfrm>
            <a:custGeom>
              <a:rect b="b" l="l" r="r" t="t"/>
              <a:pathLst>
                <a:path extrusionOk="0" h="17194" w="7406">
                  <a:moveTo>
                    <a:pt x="1968" y="1"/>
                  </a:moveTo>
                  <a:cubicBezTo>
                    <a:pt x="1168" y="1"/>
                    <a:pt x="1668" y="3136"/>
                    <a:pt x="1434" y="5138"/>
                  </a:cubicBezTo>
                  <a:cubicBezTo>
                    <a:pt x="1201" y="7272"/>
                    <a:pt x="467" y="8840"/>
                    <a:pt x="234" y="10608"/>
                  </a:cubicBezTo>
                  <a:cubicBezTo>
                    <a:pt x="0" y="12643"/>
                    <a:pt x="167" y="13477"/>
                    <a:pt x="867" y="15145"/>
                  </a:cubicBezTo>
                  <a:cubicBezTo>
                    <a:pt x="1238" y="16048"/>
                    <a:pt x="2720" y="17194"/>
                    <a:pt x="3948" y="17194"/>
                  </a:cubicBezTo>
                  <a:cubicBezTo>
                    <a:pt x="4487" y="17194"/>
                    <a:pt x="4978" y="16972"/>
                    <a:pt x="5304" y="16412"/>
                  </a:cubicBezTo>
                  <a:cubicBezTo>
                    <a:pt x="6405" y="14544"/>
                    <a:pt x="6672" y="12443"/>
                    <a:pt x="6571" y="10441"/>
                  </a:cubicBezTo>
                  <a:cubicBezTo>
                    <a:pt x="6471" y="8373"/>
                    <a:pt x="6338" y="6839"/>
                    <a:pt x="6338" y="5271"/>
                  </a:cubicBezTo>
                  <a:cubicBezTo>
                    <a:pt x="6338" y="3870"/>
                    <a:pt x="7405" y="601"/>
                    <a:pt x="6371" y="401"/>
                  </a:cubicBezTo>
                  <a:lnTo>
                    <a:pt x="6371" y="401"/>
                  </a:lnTo>
                  <a:lnTo>
                    <a:pt x="6305" y="935"/>
                  </a:lnTo>
                  <a:cubicBezTo>
                    <a:pt x="6110" y="1341"/>
                    <a:pt x="5008" y="1663"/>
                    <a:pt x="3955" y="1663"/>
                  </a:cubicBezTo>
                  <a:cubicBezTo>
                    <a:pt x="3020" y="1663"/>
                    <a:pt x="2123" y="1409"/>
                    <a:pt x="1935" y="734"/>
                  </a:cubicBezTo>
                  <a:lnTo>
                    <a:pt x="1968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49"/>
            <p:cNvSpPr/>
            <p:nvPr/>
          </p:nvSpPr>
          <p:spPr>
            <a:xfrm>
              <a:off x="2477775" y="4085025"/>
              <a:ext cx="73400" cy="134300"/>
            </a:xfrm>
            <a:custGeom>
              <a:rect b="b" l="l" r="r" t="t"/>
              <a:pathLst>
                <a:path extrusionOk="0" h="5372" w="2936">
                  <a:moveTo>
                    <a:pt x="267" y="1"/>
                  </a:moveTo>
                  <a:cubicBezTo>
                    <a:pt x="0" y="1035"/>
                    <a:pt x="234" y="3770"/>
                    <a:pt x="234" y="3770"/>
                  </a:cubicBezTo>
                  <a:cubicBezTo>
                    <a:pt x="234" y="3770"/>
                    <a:pt x="668" y="4738"/>
                    <a:pt x="2202" y="5371"/>
                  </a:cubicBezTo>
                  <a:lnTo>
                    <a:pt x="2936" y="1535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49"/>
            <p:cNvSpPr/>
            <p:nvPr/>
          </p:nvSpPr>
          <p:spPr>
            <a:xfrm>
              <a:off x="2532825" y="4116725"/>
              <a:ext cx="107600" cy="103425"/>
            </a:xfrm>
            <a:custGeom>
              <a:rect b="b" l="l" r="r" t="t"/>
              <a:pathLst>
                <a:path extrusionOk="0" h="4137" w="4304">
                  <a:moveTo>
                    <a:pt x="4303" y="0"/>
                  </a:moveTo>
                  <a:lnTo>
                    <a:pt x="434" y="1902"/>
                  </a:lnTo>
                  <a:lnTo>
                    <a:pt x="0" y="4137"/>
                  </a:lnTo>
                  <a:lnTo>
                    <a:pt x="3436" y="3036"/>
                  </a:lnTo>
                  <a:lnTo>
                    <a:pt x="43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49"/>
            <p:cNvSpPr/>
            <p:nvPr/>
          </p:nvSpPr>
          <p:spPr>
            <a:xfrm>
              <a:off x="2479450" y="3973950"/>
              <a:ext cx="350900" cy="353150"/>
            </a:xfrm>
            <a:custGeom>
              <a:rect b="b" l="l" r="r" t="t"/>
              <a:pathLst>
                <a:path extrusionOk="0" h="14126" w="14036">
                  <a:moveTo>
                    <a:pt x="1028" y="1"/>
                  </a:moveTo>
                  <a:cubicBezTo>
                    <a:pt x="744" y="1"/>
                    <a:pt x="489" y="1013"/>
                    <a:pt x="234" y="1842"/>
                  </a:cubicBezTo>
                  <a:cubicBezTo>
                    <a:pt x="0" y="2676"/>
                    <a:pt x="0" y="3610"/>
                    <a:pt x="200" y="4444"/>
                  </a:cubicBezTo>
                  <a:cubicBezTo>
                    <a:pt x="467" y="5411"/>
                    <a:pt x="1801" y="6379"/>
                    <a:pt x="2369" y="7246"/>
                  </a:cubicBezTo>
                  <a:cubicBezTo>
                    <a:pt x="2936" y="8080"/>
                    <a:pt x="3136" y="10148"/>
                    <a:pt x="3803" y="11315"/>
                  </a:cubicBezTo>
                  <a:cubicBezTo>
                    <a:pt x="4503" y="12450"/>
                    <a:pt x="7039" y="13550"/>
                    <a:pt x="8706" y="13951"/>
                  </a:cubicBezTo>
                  <a:cubicBezTo>
                    <a:pt x="9265" y="14071"/>
                    <a:pt x="9788" y="14125"/>
                    <a:pt x="10268" y="14125"/>
                  </a:cubicBezTo>
                  <a:cubicBezTo>
                    <a:pt x="12713" y="14125"/>
                    <a:pt x="14035" y="12725"/>
                    <a:pt x="13143" y="11582"/>
                  </a:cubicBezTo>
                  <a:cubicBezTo>
                    <a:pt x="12342" y="10548"/>
                    <a:pt x="9874" y="9214"/>
                    <a:pt x="8640" y="6879"/>
                  </a:cubicBezTo>
                  <a:cubicBezTo>
                    <a:pt x="7272" y="4277"/>
                    <a:pt x="6305" y="508"/>
                    <a:pt x="5838" y="274"/>
                  </a:cubicBezTo>
                  <a:lnTo>
                    <a:pt x="5804" y="1008"/>
                  </a:lnTo>
                  <a:cubicBezTo>
                    <a:pt x="5462" y="1635"/>
                    <a:pt x="4852" y="1824"/>
                    <a:pt x="4162" y="1824"/>
                  </a:cubicBezTo>
                  <a:cubicBezTo>
                    <a:pt x="4044" y="1824"/>
                    <a:pt x="3924" y="1818"/>
                    <a:pt x="3803" y="1809"/>
                  </a:cubicBezTo>
                  <a:cubicBezTo>
                    <a:pt x="2102" y="1709"/>
                    <a:pt x="1301" y="1141"/>
                    <a:pt x="1068" y="674"/>
                  </a:cubicBezTo>
                  <a:lnTo>
                    <a:pt x="1068" y="7"/>
                  </a:lnTo>
                  <a:cubicBezTo>
                    <a:pt x="1054" y="3"/>
                    <a:pt x="1041" y="1"/>
                    <a:pt x="102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49"/>
            <p:cNvSpPr/>
            <p:nvPr/>
          </p:nvSpPr>
          <p:spPr>
            <a:xfrm>
              <a:off x="1985750" y="2318775"/>
              <a:ext cx="212675" cy="1192550"/>
            </a:xfrm>
            <a:custGeom>
              <a:rect b="b" l="l" r="r" t="t"/>
              <a:pathLst>
                <a:path extrusionOk="0" h="47702" w="8507">
                  <a:moveTo>
                    <a:pt x="8107" y="0"/>
                  </a:moveTo>
                  <a:cubicBezTo>
                    <a:pt x="5605" y="5337"/>
                    <a:pt x="3670" y="10107"/>
                    <a:pt x="3503" y="18614"/>
                  </a:cubicBezTo>
                  <a:cubicBezTo>
                    <a:pt x="3470" y="20448"/>
                    <a:pt x="3437" y="22250"/>
                    <a:pt x="3437" y="23984"/>
                  </a:cubicBezTo>
                  <a:cubicBezTo>
                    <a:pt x="3370" y="30088"/>
                    <a:pt x="3303" y="35359"/>
                    <a:pt x="2436" y="37927"/>
                  </a:cubicBezTo>
                  <a:cubicBezTo>
                    <a:pt x="2269" y="38461"/>
                    <a:pt x="2069" y="39028"/>
                    <a:pt x="1835" y="39595"/>
                  </a:cubicBezTo>
                  <a:cubicBezTo>
                    <a:pt x="1569" y="40329"/>
                    <a:pt x="1302" y="41096"/>
                    <a:pt x="1001" y="41964"/>
                  </a:cubicBezTo>
                  <a:cubicBezTo>
                    <a:pt x="668" y="43198"/>
                    <a:pt x="401" y="44465"/>
                    <a:pt x="201" y="45766"/>
                  </a:cubicBezTo>
                  <a:cubicBezTo>
                    <a:pt x="134" y="46367"/>
                    <a:pt x="67" y="47001"/>
                    <a:pt x="1" y="47701"/>
                  </a:cubicBezTo>
                  <a:cubicBezTo>
                    <a:pt x="501" y="44999"/>
                    <a:pt x="1235" y="42331"/>
                    <a:pt x="2236" y="39729"/>
                  </a:cubicBezTo>
                  <a:cubicBezTo>
                    <a:pt x="2469" y="39128"/>
                    <a:pt x="2669" y="38595"/>
                    <a:pt x="2869" y="38027"/>
                  </a:cubicBezTo>
                  <a:cubicBezTo>
                    <a:pt x="3737" y="35426"/>
                    <a:pt x="3803" y="30122"/>
                    <a:pt x="3870" y="23984"/>
                  </a:cubicBezTo>
                  <a:cubicBezTo>
                    <a:pt x="3870" y="22216"/>
                    <a:pt x="3904" y="20415"/>
                    <a:pt x="3937" y="18614"/>
                  </a:cubicBezTo>
                  <a:cubicBezTo>
                    <a:pt x="4104" y="10174"/>
                    <a:pt x="6005" y="5437"/>
                    <a:pt x="8507" y="134"/>
                  </a:cubicBezTo>
                  <a:lnTo>
                    <a:pt x="8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49"/>
            <p:cNvSpPr/>
            <p:nvPr/>
          </p:nvSpPr>
          <p:spPr>
            <a:xfrm>
              <a:off x="2356025" y="2645675"/>
              <a:ext cx="175150" cy="576275"/>
            </a:xfrm>
            <a:custGeom>
              <a:rect b="b" l="l" r="r" t="t"/>
              <a:pathLst>
                <a:path extrusionOk="0" h="23051" w="7006">
                  <a:moveTo>
                    <a:pt x="7005" y="0"/>
                  </a:moveTo>
                  <a:lnTo>
                    <a:pt x="7005" y="0"/>
                  </a:lnTo>
                  <a:cubicBezTo>
                    <a:pt x="5404" y="2035"/>
                    <a:pt x="2035" y="2869"/>
                    <a:pt x="2035" y="2869"/>
                  </a:cubicBezTo>
                  <a:lnTo>
                    <a:pt x="0" y="12409"/>
                  </a:lnTo>
                  <a:lnTo>
                    <a:pt x="1501" y="23050"/>
                  </a:lnTo>
                  <a:lnTo>
                    <a:pt x="1168" y="12910"/>
                  </a:lnTo>
                  <a:lnTo>
                    <a:pt x="3236" y="3903"/>
                  </a:lnTo>
                  <a:cubicBezTo>
                    <a:pt x="6738" y="2502"/>
                    <a:pt x="7005" y="0"/>
                    <a:pt x="70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49"/>
            <p:cNvSpPr/>
            <p:nvPr/>
          </p:nvSpPr>
          <p:spPr>
            <a:xfrm>
              <a:off x="1969075" y="3628050"/>
              <a:ext cx="240200" cy="156850"/>
            </a:xfrm>
            <a:custGeom>
              <a:rect b="b" l="l" r="r" t="t"/>
              <a:pathLst>
                <a:path extrusionOk="0" h="6274" w="9608">
                  <a:moveTo>
                    <a:pt x="434" y="0"/>
                  </a:moveTo>
                  <a:cubicBezTo>
                    <a:pt x="34" y="234"/>
                    <a:pt x="67" y="834"/>
                    <a:pt x="34" y="2102"/>
                  </a:cubicBezTo>
                  <a:cubicBezTo>
                    <a:pt x="1" y="2936"/>
                    <a:pt x="67" y="3769"/>
                    <a:pt x="201" y="4603"/>
                  </a:cubicBezTo>
                  <a:cubicBezTo>
                    <a:pt x="301" y="4904"/>
                    <a:pt x="1068" y="5904"/>
                    <a:pt x="4037" y="6205"/>
                  </a:cubicBezTo>
                  <a:cubicBezTo>
                    <a:pt x="4459" y="6252"/>
                    <a:pt x="4845" y="6273"/>
                    <a:pt x="5198" y="6273"/>
                  </a:cubicBezTo>
                  <a:cubicBezTo>
                    <a:pt x="7328" y="6273"/>
                    <a:pt x="8240" y="5504"/>
                    <a:pt x="8440" y="5104"/>
                  </a:cubicBezTo>
                  <a:cubicBezTo>
                    <a:pt x="8840" y="4003"/>
                    <a:pt x="9174" y="2902"/>
                    <a:pt x="9441" y="1768"/>
                  </a:cubicBezTo>
                  <a:cubicBezTo>
                    <a:pt x="9607" y="1101"/>
                    <a:pt x="9307" y="1001"/>
                    <a:pt x="9307" y="1001"/>
                  </a:cubicBezTo>
                  <a:lnTo>
                    <a:pt x="9107" y="1768"/>
                  </a:lnTo>
                  <a:cubicBezTo>
                    <a:pt x="9107" y="1768"/>
                    <a:pt x="8055" y="2621"/>
                    <a:pt x="5454" y="2621"/>
                  </a:cubicBezTo>
                  <a:cubicBezTo>
                    <a:pt x="5237" y="2621"/>
                    <a:pt x="5009" y="2615"/>
                    <a:pt x="4771" y="2602"/>
                  </a:cubicBezTo>
                  <a:cubicBezTo>
                    <a:pt x="1668" y="2435"/>
                    <a:pt x="468" y="901"/>
                    <a:pt x="468" y="901"/>
                  </a:cubicBezTo>
                  <a:lnTo>
                    <a:pt x="434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49"/>
            <p:cNvSpPr/>
            <p:nvPr/>
          </p:nvSpPr>
          <p:spPr>
            <a:xfrm>
              <a:off x="1969075" y="3628050"/>
              <a:ext cx="240200" cy="156850"/>
            </a:xfrm>
            <a:custGeom>
              <a:rect b="b" l="l" r="r" t="t"/>
              <a:pathLst>
                <a:path extrusionOk="0" h="6274" w="9608">
                  <a:moveTo>
                    <a:pt x="434" y="0"/>
                  </a:moveTo>
                  <a:cubicBezTo>
                    <a:pt x="34" y="234"/>
                    <a:pt x="67" y="834"/>
                    <a:pt x="34" y="2102"/>
                  </a:cubicBezTo>
                  <a:cubicBezTo>
                    <a:pt x="1" y="2936"/>
                    <a:pt x="67" y="3769"/>
                    <a:pt x="201" y="4603"/>
                  </a:cubicBezTo>
                  <a:cubicBezTo>
                    <a:pt x="301" y="4904"/>
                    <a:pt x="1068" y="5904"/>
                    <a:pt x="4037" y="6205"/>
                  </a:cubicBezTo>
                  <a:cubicBezTo>
                    <a:pt x="4459" y="6252"/>
                    <a:pt x="4845" y="6273"/>
                    <a:pt x="5198" y="6273"/>
                  </a:cubicBezTo>
                  <a:cubicBezTo>
                    <a:pt x="7328" y="6273"/>
                    <a:pt x="8240" y="5504"/>
                    <a:pt x="8440" y="5104"/>
                  </a:cubicBezTo>
                  <a:cubicBezTo>
                    <a:pt x="8840" y="4003"/>
                    <a:pt x="9174" y="2902"/>
                    <a:pt x="9441" y="1768"/>
                  </a:cubicBezTo>
                  <a:cubicBezTo>
                    <a:pt x="9607" y="1101"/>
                    <a:pt x="9307" y="1001"/>
                    <a:pt x="9307" y="1001"/>
                  </a:cubicBezTo>
                  <a:lnTo>
                    <a:pt x="9107" y="1768"/>
                  </a:lnTo>
                  <a:cubicBezTo>
                    <a:pt x="9107" y="1768"/>
                    <a:pt x="8055" y="2621"/>
                    <a:pt x="5454" y="2621"/>
                  </a:cubicBezTo>
                  <a:cubicBezTo>
                    <a:pt x="5237" y="2621"/>
                    <a:pt x="5009" y="2615"/>
                    <a:pt x="4771" y="2602"/>
                  </a:cubicBezTo>
                  <a:cubicBezTo>
                    <a:pt x="1668" y="2435"/>
                    <a:pt x="468" y="901"/>
                    <a:pt x="468" y="901"/>
                  </a:cubicBezTo>
                  <a:lnTo>
                    <a:pt x="4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49"/>
            <p:cNvSpPr/>
            <p:nvPr/>
          </p:nvSpPr>
          <p:spPr>
            <a:xfrm>
              <a:off x="2430250" y="3649725"/>
              <a:ext cx="213500" cy="131525"/>
            </a:xfrm>
            <a:custGeom>
              <a:rect b="b" l="l" r="r" t="t"/>
              <a:pathLst>
                <a:path extrusionOk="0" h="5261" w="8540">
                  <a:moveTo>
                    <a:pt x="8173" y="0"/>
                  </a:moveTo>
                  <a:lnTo>
                    <a:pt x="8139" y="734"/>
                  </a:lnTo>
                  <a:cubicBezTo>
                    <a:pt x="8139" y="734"/>
                    <a:pt x="7606" y="1702"/>
                    <a:pt x="4703" y="1802"/>
                  </a:cubicBezTo>
                  <a:cubicBezTo>
                    <a:pt x="4574" y="1806"/>
                    <a:pt x="4447" y="1808"/>
                    <a:pt x="4323" y="1808"/>
                  </a:cubicBezTo>
                  <a:cubicBezTo>
                    <a:pt x="1682" y="1808"/>
                    <a:pt x="434" y="834"/>
                    <a:pt x="434" y="834"/>
                  </a:cubicBezTo>
                  <a:lnTo>
                    <a:pt x="267" y="234"/>
                  </a:lnTo>
                  <a:cubicBezTo>
                    <a:pt x="0" y="334"/>
                    <a:pt x="0" y="668"/>
                    <a:pt x="134" y="1368"/>
                  </a:cubicBezTo>
                  <a:cubicBezTo>
                    <a:pt x="234" y="2035"/>
                    <a:pt x="634" y="3570"/>
                    <a:pt x="734" y="4070"/>
                  </a:cubicBezTo>
                  <a:cubicBezTo>
                    <a:pt x="821" y="4476"/>
                    <a:pt x="2170" y="5261"/>
                    <a:pt x="4231" y="5261"/>
                  </a:cubicBezTo>
                  <a:cubicBezTo>
                    <a:pt x="4540" y="5261"/>
                    <a:pt x="4865" y="5243"/>
                    <a:pt x="5204" y="5204"/>
                  </a:cubicBezTo>
                  <a:cubicBezTo>
                    <a:pt x="7772" y="4904"/>
                    <a:pt x="8273" y="4237"/>
                    <a:pt x="8373" y="3570"/>
                  </a:cubicBezTo>
                  <a:cubicBezTo>
                    <a:pt x="8439" y="2869"/>
                    <a:pt x="8540" y="1101"/>
                    <a:pt x="8540" y="634"/>
                  </a:cubicBezTo>
                  <a:cubicBezTo>
                    <a:pt x="8540" y="167"/>
                    <a:pt x="8506" y="100"/>
                    <a:pt x="817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49"/>
            <p:cNvSpPr/>
            <p:nvPr/>
          </p:nvSpPr>
          <p:spPr>
            <a:xfrm>
              <a:off x="2430250" y="3649725"/>
              <a:ext cx="213500" cy="131525"/>
            </a:xfrm>
            <a:custGeom>
              <a:rect b="b" l="l" r="r" t="t"/>
              <a:pathLst>
                <a:path extrusionOk="0" h="5261" w="8540">
                  <a:moveTo>
                    <a:pt x="8173" y="0"/>
                  </a:moveTo>
                  <a:lnTo>
                    <a:pt x="8139" y="734"/>
                  </a:lnTo>
                  <a:cubicBezTo>
                    <a:pt x="8139" y="734"/>
                    <a:pt x="7606" y="1702"/>
                    <a:pt x="4703" y="1802"/>
                  </a:cubicBezTo>
                  <a:cubicBezTo>
                    <a:pt x="4574" y="1806"/>
                    <a:pt x="4447" y="1808"/>
                    <a:pt x="4323" y="1808"/>
                  </a:cubicBezTo>
                  <a:cubicBezTo>
                    <a:pt x="1682" y="1808"/>
                    <a:pt x="434" y="834"/>
                    <a:pt x="434" y="834"/>
                  </a:cubicBezTo>
                  <a:lnTo>
                    <a:pt x="267" y="234"/>
                  </a:lnTo>
                  <a:cubicBezTo>
                    <a:pt x="0" y="334"/>
                    <a:pt x="0" y="668"/>
                    <a:pt x="134" y="1368"/>
                  </a:cubicBezTo>
                  <a:cubicBezTo>
                    <a:pt x="234" y="2035"/>
                    <a:pt x="634" y="3570"/>
                    <a:pt x="734" y="4070"/>
                  </a:cubicBezTo>
                  <a:cubicBezTo>
                    <a:pt x="821" y="4476"/>
                    <a:pt x="2170" y="5261"/>
                    <a:pt x="4231" y="5261"/>
                  </a:cubicBezTo>
                  <a:cubicBezTo>
                    <a:pt x="4540" y="5261"/>
                    <a:pt x="4865" y="5243"/>
                    <a:pt x="5204" y="5204"/>
                  </a:cubicBezTo>
                  <a:cubicBezTo>
                    <a:pt x="7772" y="4904"/>
                    <a:pt x="8273" y="4237"/>
                    <a:pt x="8373" y="3570"/>
                  </a:cubicBezTo>
                  <a:cubicBezTo>
                    <a:pt x="8439" y="2869"/>
                    <a:pt x="8540" y="1101"/>
                    <a:pt x="8540" y="634"/>
                  </a:cubicBezTo>
                  <a:cubicBezTo>
                    <a:pt x="8540" y="167"/>
                    <a:pt x="8506" y="100"/>
                    <a:pt x="81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49"/>
            <p:cNvSpPr/>
            <p:nvPr/>
          </p:nvSpPr>
          <p:spPr>
            <a:xfrm>
              <a:off x="2003275" y="1376525"/>
              <a:ext cx="679675" cy="480475"/>
            </a:xfrm>
            <a:custGeom>
              <a:rect b="b" l="l" r="r" t="t"/>
              <a:pathLst>
                <a:path extrusionOk="0" h="19219" w="27187">
                  <a:moveTo>
                    <a:pt x="8267" y="0"/>
                  </a:moveTo>
                  <a:cubicBezTo>
                    <a:pt x="7705" y="0"/>
                    <a:pt x="7164" y="104"/>
                    <a:pt x="6672" y="364"/>
                  </a:cubicBezTo>
                  <a:cubicBezTo>
                    <a:pt x="5704" y="897"/>
                    <a:pt x="5004" y="1765"/>
                    <a:pt x="4637" y="2799"/>
                  </a:cubicBezTo>
                  <a:cubicBezTo>
                    <a:pt x="4070" y="4366"/>
                    <a:pt x="4203" y="6068"/>
                    <a:pt x="4237" y="7735"/>
                  </a:cubicBezTo>
                  <a:cubicBezTo>
                    <a:pt x="4270" y="8303"/>
                    <a:pt x="4170" y="8870"/>
                    <a:pt x="3970" y="9403"/>
                  </a:cubicBezTo>
                  <a:cubicBezTo>
                    <a:pt x="3764" y="9873"/>
                    <a:pt x="3300" y="10188"/>
                    <a:pt x="2804" y="10188"/>
                  </a:cubicBezTo>
                  <a:cubicBezTo>
                    <a:pt x="2737" y="10188"/>
                    <a:pt x="2670" y="10182"/>
                    <a:pt x="2602" y="10171"/>
                  </a:cubicBezTo>
                  <a:cubicBezTo>
                    <a:pt x="2035" y="10037"/>
                    <a:pt x="1768" y="9203"/>
                    <a:pt x="2202" y="8870"/>
                  </a:cubicBezTo>
                  <a:cubicBezTo>
                    <a:pt x="2155" y="8865"/>
                    <a:pt x="2110" y="8863"/>
                    <a:pt x="2065" y="8863"/>
                  </a:cubicBezTo>
                  <a:cubicBezTo>
                    <a:pt x="835" y="8863"/>
                    <a:pt x="409" y="10592"/>
                    <a:pt x="1568" y="11171"/>
                  </a:cubicBezTo>
                  <a:cubicBezTo>
                    <a:pt x="534" y="11338"/>
                    <a:pt x="0" y="12706"/>
                    <a:pt x="501" y="13606"/>
                  </a:cubicBezTo>
                  <a:cubicBezTo>
                    <a:pt x="913" y="14248"/>
                    <a:pt x="1593" y="14591"/>
                    <a:pt x="2303" y="14591"/>
                  </a:cubicBezTo>
                  <a:cubicBezTo>
                    <a:pt x="2627" y="14591"/>
                    <a:pt x="2956" y="14520"/>
                    <a:pt x="3269" y="14374"/>
                  </a:cubicBezTo>
                  <a:lnTo>
                    <a:pt x="3269" y="14374"/>
                  </a:lnTo>
                  <a:cubicBezTo>
                    <a:pt x="2869" y="15241"/>
                    <a:pt x="2635" y="16408"/>
                    <a:pt x="3770" y="17442"/>
                  </a:cubicBezTo>
                  <a:cubicBezTo>
                    <a:pt x="4365" y="17978"/>
                    <a:pt x="5160" y="18242"/>
                    <a:pt x="5869" y="18242"/>
                  </a:cubicBezTo>
                  <a:cubicBezTo>
                    <a:pt x="6352" y="18242"/>
                    <a:pt x="6794" y="18119"/>
                    <a:pt x="7105" y="17876"/>
                  </a:cubicBezTo>
                  <a:cubicBezTo>
                    <a:pt x="7601" y="18816"/>
                    <a:pt x="8179" y="18918"/>
                    <a:pt x="9062" y="18918"/>
                  </a:cubicBezTo>
                  <a:cubicBezTo>
                    <a:pt x="9308" y="18918"/>
                    <a:pt x="9577" y="18910"/>
                    <a:pt x="9874" y="18910"/>
                  </a:cubicBezTo>
                  <a:cubicBezTo>
                    <a:pt x="11242" y="18910"/>
                    <a:pt x="12509" y="18210"/>
                    <a:pt x="13243" y="17009"/>
                  </a:cubicBezTo>
                  <a:cubicBezTo>
                    <a:pt x="13243" y="18426"/>
                    <a:pt x="14819" y="19219"/>
                    <a:pt x="16090" y="19219"/>
                  </a:cubicBezTo>
                  <a:cubicBezTo>
                    <a:pt x="16165" y="19219"/>
                    <a:pt x="16239" y="19216"/>
                    <a:pt x="16312" y="19210"/>
                  </a:cubicBezTo>
                  <a:cubicBezTo>
                    <a:pt x="17146" y="19144"/>
                    <a:pt x="17946" y="18743"/>
                    <a:pt x="18547" y="18110"/>
                  </a:cubicBezTo>
                  <a:cubicBezTo>
                    <a:pt x="19177" y="18674"/>
                    <a:pt x="19907" y="18922"/>
                    <a:pt x="20619" y="18922"/>
                  </a:cubicBezTo>
                  <a:cubicBezTo>
                    <a:pt x="22433" y="18922"/>
                    <a:pt x="24124" y="17306"/>
                    <a:pt x="23717" y="15174"/>
                  </a:cubicBezTo>
                  <a:cubicBezTo>
                    <a:pt x="26186" y="15007"/>
                    <a:pt x="27186" y="11905"/>
                    <a:pt x="25285" y="10337"/>
                  </a:cubicBezTo>
                  <a:cubicBezTo>
                    <a:pt x="26219" y="9937"/>
                    <a:pt x="26819" y="9003"/>
                    <a:pt x="26352" y="7969"/>
                  </a:cubicBezTo>
                  <a:lnTo>
                    <a:pt x="26352" y="7969"/>
                  </a:lnTo>
                  <a:cubicBezTo>
                    <a:pt x="26167" y="8525"/>
                    <a:pt x="25792" y="8745"/>
                    <a:pt x="25295" y="8745"/>
                  </a:cubicBezTo>
                  <a:cubicBezTo>
                    <a:pt x="25166" y="8745"/>
                    <a:pt x="25029" y="8730"/>
                    <a:pt x="24885" y="8703"/>
                  </a:cubicBezTo>
                  <a:cubicBezTo>
                    <a:pt x="23484" y="8469"/>
                    <a:pt x="23183" y="7135"/>
                    <a:pt x="23083" y="6334"/>
                  </a:cubicBezTo>
                  <a:cubicBezTo>
                    <a:pt x="22983" y="5601"/>
                    <a:pt x="22283" y="5834"/>
                    <a:pt x="21749" y="5300"/>
                  </a:cubicBezTo>
                  <a:cubicBezTo>
                    <a:pt x="21182" y="4733"/>
                    <a:pt x="20515" y="4300"/>
                    <a:pt x="19781" y="3966"/>
                  </a:cubicBezTo>
                  <a:cubicBezTo>
                    <a:pt x="19414" y="3799"/>
                    <a:pt x="19014" y="3666"/>
                    <a:pt x="18647" y="3566"/>
                  </a:cubicBezTo>
                  <a:cubicBezTo>
                    <a:pt x="18247" y="3499"/>
                    <a:pt x="17880" y="3399"/>
                    <a:pt x="17546" y="3266"/>
                  </a:cubicBezTo>
                  <a:cubicBezTo>
                    <a:pt x="16779" y="2932"/>
                    <a:pt x="16045" y="2532"/>
                    <a:pt x="15278" y="2198"/>
                  </a:cubicBezTo>
                  <a:cubicBezTo>
                    <a:pt x="14511" y="1865"/>
                    <a:pt x="13610" y="1498"/>
                    <a:pt x="12776" y="1231"/>
                  </a:cubicBezTo>
                  <a:cubicBezTo>
                    <a:pt x="11483" y="767"/>
                    <a:pt x="9797" y="0"/>
                    <a:pt x="82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49"/>
            <p:cNvSpPr/>
            <p:nvPr/>
          </p:nvSpPr>
          <p:spPr>
            <a:xfrm>
              <a:off x="2502800" y="1427100"/>
              <a:ext cx="970700" cy="564800"/>
            </a:xfrm>
            <a:custGeom>
              <a:rect b="b" l="l" r="r" t="t"/>
              <a:pathLst>
                <a:path extrusionOk="0" h="22592" w="38828">
                  <a:moveTo>
                    <a:pt x="38053" y="0"/>
                  </a:moveTo>
                  <a:cubicBezTo>
                    <a:pt x="37359" y="0"/>
                    <a:pt x="36247" y="1251"/>
                    <a:pt x="35225" y="2410"/>
                  </a:cubicBezTo>
                  <a:cubicBezTo>
                    <a:pt x="34081" y="3620"/>
                    <a:pt x="32775" y="5247"/>
                    <a:pt x="32348" y="5247"/>
                  </a:cubicBezTo>
                  <a:cubicBezTo>
                    <a:pt x="32339" y="5247"/>
                    <a:pt x="32331" y="5247"/>
                    <a:pt x="32323" y="5245"/>
                  </a:cubicBezTo>
                  <a:cubicBezTo>
                    <a:pt x="31823" y="5179"/>
                    <a:pt x="32223" y="3511"/>
                    <a:pt x="31656" y="2610"/>
                  </a:cubicBezTo>
                  <a:cubicBezTo>
                    <a:pt x="31409" y="2193"/>
                    <a:pt x="31119" y="1998"/>
                    <a:pt x="30875" y="1998"/>
                  </a:cubicBezTo>
                  <a:cubicBezTo>
                    <a:pt x="30593" y="1998"/>
                    <a:pt x="30373" y="2260"/>
                    <a:pt x="30355" y="2744"/>
                  </a:cubicBezTo>
                  <a:cubicBezTo>
                    <a:pt x="30355" y="3511"/>
                    <a:pt x="29855" y="4645"/>
                    <a:pt x="29855" y="5946"/>
                  </a:cubicBezTo>
                  <a:cubicBezTo>
                    <a:pt x="29855" y="6580"/>
                    <a:pt x="30055" y="7947"/>
                    <a:pt x="29388" y="8581"/>
                  </a:cubicBezTo>
                  <a:cubicBezTo>
                    <a:pt x="28854" y="9115"/>
                    <a:pt x="18447" y="15419"/>
                    <a:pt x="18447" y="15419"/>
                  </a:cubicBezTo>
                  <a:cubicBezTo>
                    <a:pt x="18447" y="15419"/>
                    <a:pt x="12565" y="15578"/>
                    <a:pt x="9166" y="15578"/>
                  </a:cubicBezTo>
                  <a:cubicBezTo>
                    <a:pt x="8438" y="15578"/>
                    <a:pt x="7823" y="15571"/>
                    <a:pt x="7405" y="15553"/>
                  </a:cubicBezTo>
                  <a:cubicBezTo>
                    <a:pt x="5115" y="15469"/>
                    <a:pt x="4018" y="15222"/>
                    <a:pt x="1881" y="15222"/>
                  </a:cubicBezTo>
                  <a:cubicBezTo>
                    <a:pt x="1465" y="15222"/>
                    <a:pt x="1011" y="15231"/>
                    <a:pt x="501" y="15253"/>
                  </a:cubicBezTo>
                  <a:cubicBezTo>
                    <a:pt x="0" y="15920"/>
                    <a:pt x="1234" y="22191"/>
                    <a:pt x="4870" y="22591"/>
                  </a:cubicBezTo>
                  <a:cubicBezTo>
                    <a:pt x="4870" y="22591"/>
                    <a:pt x="13476" y="22424"/>
                    <a:pt x="16745" y="22291"/>
                  </a:cubicBezTo>
                  <a:cubicBezTo>
                    <a:pt x="19948" y="22158"/>
                    <a:pt x="20782" y="22158"/>
                    <a:pt x="21983" y="21324"/>
                  </a:cubicBezTo>
                  <a:cubicBezTo>
                    <a:pt x="24184" y="19823"/>
                    <a:pt x="26286" y="18188"/>
                    <a:pt x="28287" y="16453"/>
                  </a:cubicBezTo>
                  <a:cubicBezTo>
                    <a:pt x="31089" y="14118"/>
                    <a:pt x="32357" y="13118"/>
                    <a:pt x="32724" y="12918"/>
                  </a:cubicBezTo>
                  <a:cubicBezTo>
                    <a:pt x="33758" y="12250"/>
                    <a:pt x="34725" y="12117"/>
                    <a:pt x="35559" y="11583"/>
                  </a:cubicBezTo>
                  <a:cubicBezTo>
                    <a:pt x="36493" y="11050"/>
                    <a:pt x="37360" y="10349"/>
                    <a:pt x="38027" y="9482"/>
                  </a:cubicBezTo>
                  <a:cubicBezTo>
                    <a:pt x="38261" y="9215"/>
                    <a:pt x="38361" y="8848"/>
                    <a:pt x="38328" y="8514"/>
                  </a:cubicBezTo>
                  <a:cubicBezTo>
                    <a:pt x="38294" y="8348"/>
                    <a:pt x="38194" y="8181"/>
                    <a:pt x="38161" y="8014"/>
                  </a:cubicBezTo>
                  <a:cubicBezTo>
                    <a:pt x="38127" y="7714"/>
                    <a:pt x="38094" y="7414"/>
                    <a:pt x="38027" y="7147"/>
                  </a:cubicBezTo>
                  <a:cubicBezTo>
                    <a:pt x="37894" y="6780"/>
                    <a:pt x="37360" y="6613"/>
                    <a:pt x="37227" y="6246"/>
                  </a:cubicBezTo>
                  <a:cubicBezTo>
                    <a:pt x="37160" y="6079"/>
                    <a:pt x="37227" y="5579"/>
                    <a:pt x="37127" y="5446"/>
                  </a:cubicBezTo>
                  <a:cubicBezTo>
                    <a:pt x="36893" y="5179"/>
                    <a:pt x="36693" y="5145"/>
                    <a:pt x="36493" y="4979"/>
                  </a:cubicBezTo>
                  <a:cubicBezTo>
                    <a:pt x="36359" y="4879"/>
                    <a:pt x="36059" y="4712"/>
                    <a:pt x="36159" y="4512"/>
                  </a:cubicBezTo>
                  <a:cubicBezTo>
                    <a:pt x="36226" y="4311"/>
                    <a:pt x="36660" y="3878"/>
                    <a:pt x="37394" y="2744"/>
                  </a:cubicBezTo>
                  <a:cubicBezTo>
                    <a:pt x="38127" y="1610"/>
                    <a:pt x="38828" y="642"/>
                    <a:pt x="38428" y="175"/>
                  </a:cubicBezTo>
                  <a:cubicBezTo>
                    <a:pt x="38324" y="54"/>
                    <a:pt x="38198" y="0"/>
                    <a:pt x="38053" y="0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49"/>
            <p:cNvSpPr/>
            <p:nvPr/>
          </p:nvSpPr>
          <p:spPr>
            <a:xfrm>
              <a:off x="3326725" y="1561550"/>
              <a:ext cx="83400" cy="127625"/>
            </a:xfrm>
            <a:custGeom>
              <a:rect b="b" l="l" r="r" t="t"/>
              <a:pathLst>
                <a:path extrusionOk="0" h="5105" w="3336">
                  <a:moveTo>
                    <a:pt x="1835" y="1"/>
                  </a:moveTo>
                  <a:lnTo>
                    <a:pt x="1835" y="1"/>
                  </a:lnTo>
                  <a:cubicBezTo>
                    <a:pt x="1834" y="1"/>
                    <a:pt x="0" y="1469"/>
                    <a:pt x="67" y="2236"/>
                  </a:cubicBezTo>
                  <a:cubicBezTo>
                    <a:pt x="133" y="2703"/>
                    <a:pt x="467" y="3070"/>
                    <a:pt x="901" y="3237"/>
                  </a:cubicBezTo>
                  <a:cubicBezTo>
                    <a:pt x="867" y="3937"/>
                    <a:pt x="600" y="4604"/>
                    <a:pt x="133" y="5105"/>
                  </a:cubicBezTo>
                  <a:cubicBezTo>
                    <a:pt x="1245" y="4425"/>
                    <a:pt x="1328" y="3575"/>
                    <a:pt x="1334" y="3452"/>
                  </a:cubicBezTo>
                  <a:lnTo>
                    <a:pt x="1334" y="3452"/>
                  </a:lnTo>
                  <a:cubicBezTo>
                    <a:pt x="1313" y="4272"/>
                    <a:pt x="2268" y="4404"/>
                    <a:pt x="2268" y="4404"/>
                  </a:cubicBezTo>
                  <a:cubicBezTo>
                    <a:pt x="2290" y="4858"/>
                    <a:pt x="2592" y="4990"/>
                    <a:pt x="2893" y="4990"/>
                  </a:cubicBezTo>
                  <a:cubicBezTo>
                    <a:pt x="3056" y="4990"/>
                    <a:pt x="3219" y="4951"/>
                    <a:pt x="3336" y="4904"/>
                  </a:cubicBezTo>
                  <a:cubicBezTo>
                    <a:pt x="2869" y="4871"/>
                    <a:pt x="2502" y="4437"/>
                    <a:pt x="2535" y="3970"/>
                  </a:cubicBezTo>
                  <a:lnTo>
                    <a:pt x="2535" y="3970"/>
                  </a:lnTo>
                  <a:cubicBezTo>
                    <a:pt x="2483" y="3982"/>
                    <a:pt x="2431" y="3988"/>
                    <a:pt x="2379" y="3988"/>
                  </a:cubicBezTo>
                  <a:cubicBezTo>
                    <a:pt x="2134" y="3988"/>
                    <a:pt x="1906" y="3863"/>
                    <a:pt x="1768" y="3670"/>
                  </a:cubicBezTo>
                  <a:cubicBezTo>
                    <a:pt x="1601" y="3403"/>
                    <a:pt x="1568" y="3070"/>
                    <a:pt x="1701" y="2803"/>
                  </a:cubicBezTo>
                  <a:lnTo>
                    <a:pt x="1701" y="2803"/>
                  </a:lnTo>
                  <a:cubicBezTo>
                    <a:pt x="1568" y="2879"/>
                    <a:pt x="1424" y="2915"/>
                    <a:pt x="1282" y="2915"/>
                  </a:cubicBezTo>
                  <a:cubicBezTo>
                    <a:pt x="927" y="2915"/>
                    <a:pt x="586" y="2693"/>
                    <a:pt x="467" y="2336"/>
                  </a:cubicBezTo>
                  <a:cubicBezTo>
                    <a:pt x="267" y="1735"/>
                    <a:pt x="1201" y="902"/>
                    <a:pt x="1835" y="1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49"/>
            <p:cNvSpPr/>
            <p:nvPr/>
          </p:nvSpPr>
          <p:spPr>
            <a:xfrm>
              <a:off x="2101675" y="1807575"/>
              <a:ext cx="589600" cy="564400"/>
            </a:xfrm>
            <a:custGeom>
              <a:rect b="b" l="l" r="r" t="t"/>
              <a:pathLst>
                <a:path extrusionOk="0" h="22576" w="23584">
                  <a:moveTo>
                    <a:pt x="7272" y="0"/>
                  </a:moveTo>
                  <a:lnTo>
                    <a:pt x="2269" y="501"/>
                  </a:lnTo>
                  <a:cubicBezTo>
                    <a:pt x="3103" y="5838"/>
                    <a:pt x="467" y="11142"/>
                    <a:pt x="467" y="11142"/>
                  </a:cubicBezTo>
                  <a:cubicBezTo>
                    <a:pt x="334" y="14544"/>
                    <a:pt x="0" y="18480"/>
                    <a:pt x="1468" y="19247"/>
                  </a:cubicBezTo>
                  <a:cubicBezTo>
                    <a:pt x="1468" y="19714"/>
                    <a:pt x="1535" y="20148"/>
                    <a:pt x="1635" y="20582"/>
                  </a:cubicBezTo>
                  <a:cubicBezTo>
                    <a:pt x="3811" y="21709"/>
                    <a:pt x="7537" y="22575"/>
                    <a:pt x="11265" y="22575"/>
                  </a:cubicBezTo>
                  <a:cubicBezTo>
                    <a:pt x="13937" y="22575"/>
                    <a:pt x="16610" y="22130"/>
                    <a:pt x="18714" y="21015"/>
                  </a:cubicBezTo>
                  <a:lnTo>
                    <a:pt x="19081" y="19548"/>
                  </a:lnTo>
                  <a:cubicBezTo>
                    <a:pt x="20315" y="18714"/>
                    <a:pt x="20048" y="15178"/>
                    <a:pt x="20282" y="12643"/>
                  </a:cubicBezTo>
                  <a:cubicBezTo>
                    <a:pt x="23584" y="8139"/>
                    <a:pt x="19081" y="2369"/>
                    <a:pt x="16512" y="34"/>
                  </a:cubicBezTo>
                  <a:lnTo>
                    <a:pt x="13343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49"/>
            <p:cNvSpPr/>
            <p:nvPr/>
          </p:nvSpPr>
          <p:spPr>
            <a:xfrm>
              <a:off x="2135875" y="2288750"/>
              <a:ext cx="442825" cy="96450"/>
            </a:xfrm>
            <a:custGeom>
              <a:rect b="b" l="l" r="r" t="t"/>
              <a:pathLst>
                <a:path extrusionOk="0" h="3858" w="17713">
                  <a:moveTo>
                    <a:pt x="100" y="0"/>
                  </a:moveTo>
                  <a:lnTo>
                    <a:pt x="0" y="1235"/>
                  </a:lnTo>
                  <a:cubicBezTo>
                    <a:pt x="0" y="1235"/>
                    <a:pt x="1301" y="3570"/>
                    <a:pt x="8573" y="3836"/>
                  </a:cubicBezTo>
                  <a:cubicBezTo>
                    <a:pt x="8966" y="3851"/>
                    <a:pt x="9343" y="3858"/>
                    <a:pt x="9705" y="3858"/>
                  </a:cubicBezTo>
                  <a:cubicBezTo>
                    <a:pt x="16038" y="3858"/>
                    <a:pt x="17679" y="1768"/>
                    <a:pt x="17679" y="1768"/>
                  </a:cubicBezTo>
                  <a:lnTo>
                    <a:pt x="17713" y="301"/>
                  </a:lnTo>
                  <a:lnTo>
                    <a:pt x="17713" y="301"/>
                  </a:lnTo>
                  <a:cubicBezTo>
                    <a:pt x="15528" y="1709"/>
                    <a:pt x="12489" y="2269"/>
                    <a:pt x="9508" y="2269"/>
                  </a:cubicBezTo>
                  <a:cubicBezTo>
                    <a:pt x="5570" y="2269"/>
                    <a:pt x="1733" y="1291"/>
                    <a:pt x="100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49"/>
            <p:cNvSpPr/>
            <p:nvPr/>
          </p:nvSpPr>
          <p:spPr>
            <a:xfrm>
              <a:off x="2100000" y="1215475"/>
              <a:ext cx="543750" cy="548750"/>
            </a:xfrm>
            <a:custGeom>
              <a:rect b="b" l="l" r="r" t="t"/>
              <a:pathLst>
                <a:path extrusionOk="0" h="21950" w="21750">
                  <a:moveTo>
                    <a:pt x="8440" y="1"/>
                  </a:moveTo>
                  <a:lnTo>
                    <a:pt x="8440" y="1"/>
                  </a:lnTo>
                  <a:cubicBezTo>
                    <a:pt x="8640" y="668"/>
                    <a:pt x="8140" y="1368"/>
                    <a:pt x="7539" y="1735"/>
                  </a:cubicBezTo>
                  <a:cubicBezTo>
                    <a:pt x="6939" y="2102"/>
                    <a:pt x="6238" y="2269"/>
                    <a:pt x="5638" y="2636"/>
                  </a:cubicBezTo>
                  <a:cubicBezTo>
                    <a:pt x="5138" y="2936"/>
                    <a:pt x="4771" y="3370"/>
                    <a:pt x="4504" y="3870"/>
                  </a:cubicBezTo>
                  <a:cubicBezTo>
                    <a:pt x="4170" y="4471"/>
                    <a:pt x="3803" y="5771"/>
                    <a:pt x="4270" y="6439"/>
                  </a:cubicBezTo>
                  <a:cubicBezTo>
                    <a:pt x="1" y="8807"/>
                    <a:pt x="1535" y="14211"/>
                    <a:pt x="2903" y="16312"/>
                  </a:cubicBezTo>
                  <a:cubicBezTo>
                    <a:pt x="4337" y="18581"/>
                    <a:pt x="7306" y="21082"/>
                    <a:pt x="7306" y="21950"/>
                  </a:cubicBezTo>
                  <a:lnTo>
                    <a:pt x="18147" y="10808"/>
                  </a:lnTo>
                  <a:cubicBezTo>
                    <a:pt x="18147" y="10808"/>
                    <a:pt x="19081" y="12243"/>
                    <a:pt x="20115" y="12309"/>
                  </a:cubicBezTo>
                  <a:cubicBezTo>
                    <a:pt x="20156" y="12312"/>
                    <a:pt x="20196" y="12313"/>
                    <a:pt x="20234" y="12313"/>
                  </a:cubicBezTo>
                  <a:cubicBezTo>
                    <a:pt x="21190" y="12313"/>
                    <a:pt x="21283" y="11542"/>
                    <a:pt x="21283" y="11542"/>
                  </a:cubicBezTo>
                  <a:lnTo>
                    <a:pt x="21283" y="11542"/>
                  </a:lnTo>
                  <a:cubicBezTo>
                    <a:pt x="21189" y="11667"/>
                    <a:pt x="21062" y="11721"/>
                    <a:pt x="20936" y="11721"/>
                  </a:cubicBezTo>
                  <a:cubicBezTo>
                    <a:pt x="20658" y="11721"/>
                    <a:pt x="20380" y="11463"/>
                    <a:pt x="20449" y="11142"/>
                  </a:cubicBezTo>
                  <a:cubicBezTo>
                    <a:pt x="20615" y="10608"/>
                    <a:pt x="21549" y="10408"/>
                    <a:pt x="21683" y="9407"/>
                  </a:cubicBezTo>
                  <a:cubicBezTo>
                    <a:pt x="21750" y="8974"/>
                    <a:pt x="21616" y="8507"/>
                    <a:pt x="21349" y="8140"/>
                  </a:cubicBezTo>
                  <a:cubicBezTo>
                    <a:pt x="21016" y="7673"/>
                    <a:pt x="20849" y="7606"/>
                    <a:pt x="21049" y="7006"/>
                  </a:cubicBezTo>
                  <a:cubicBezTo>
                    <a:pt x="21483" y="5538"/>
                    <a:pt x="21016" y="3470"/>
                    <a:pt x="19448" y="2803"/>
                  </a:cubicBezTo>
                  <a:cubicBezTo>
                    <a:pt x="19137" y="2684"/>
                    <a:pt x="18812" y="2625"/>
                    <a:pt x="18489" y="2625"/>
                  </a:cubicBezTo>
                  <a:cubicBezTo>
                    <a:pt x="18085" y="2625"/>
                    <a:pt x="17684" y="2717"/>
                    <a:pt x="17313" y="2903"/>
                  </a:cubicBezTo>
                  <a:cubicBezTo>
                    <a:pt x="17246" y="2836"/>
                    <a:pt x="17180" y="2769"/>
                    <a:pt x="17113" y="2703"/>
                  </a:cubicBezTo>
                  <a:cubicBezTo>
                    <a:pt x="16919" y="2561"/>
                    <a:pt x="16701" y="2494"/>
                    <a:pt x="16487" y="2494"/>
                  </a:cubicBezTo>
                  <a:cubicBezTo>
                    <a:pt x="16147" y="2494"/>
                    <a:pt x="15816" y="2663"/>
                    <a:pt x="15612" y="2969"/>
                  </a:cubicBezTo>
                  <a:cubicBezTo>
                    <a:pt x="15779" y="2302"/>
                    <a:pt x="15545" y="1635"/>
                    <a:pt x="15011" y="1235"/>
                  </a:cubicBezTo>
                  <a:cubicBezTo>
                    <a:pt x="14681" y="987"/>
                    <a:pt x="14287" y="867"/>
                    <a:pt x="13884" y="867"/>
                  </a:cubicBezTo>
                  <a:cubicBezTo>
                    <a:pt x="13636" y="867"/>
                    <a:pt x="13385" y="912"/>
                    <a:pt x="13143" y="1001"/>
                  </a:cubicBezTo>
                  <a:cubicBezTo>
                    <a:pt x="12543" y="1235"/>
                    <a:pt x="12043" y="1702"/>
                    <a:pt x="11742" y="2302"/>
                  </a:cubicBezTo>
                  <a:cubicBezTo>
                    <a:pt x="11876" y="1869"/>
                    <a:pt x="11676" y="1402"/>
                    <a:pt x="11309" y="1202"/>
                  </a:cubicBezTo>
                  <a:cubicBezTo>
                    <a:pt x="11109" y="1118"/>
                    <a:pt x="10892" y="1076"/>
                    <a:pt x="10675" y="1076"/>
                  </a:cubicBezTo>
                  <a:cubicBezTo>
                    <a:pt x="10458" y="1076"/>
                    <a:pt x="10241" y="1118"/>
                    <a:pt x="10041" y="1202"/>
                  </a:cubicBezTo>
                  <a:cubicBezTo>
                    <a:pt x="9641" y="1402"/>
                    <a:pt x="9307" y="1635"/>
                    <a:pt x="9007" y="1935"/>
                  </a:cubicBezTo>
                  <a:cubicBezTo>
                    <a:pt x="9407" y="1268"/>
                    <a:pt x="9141" y="368"/>
                    <a:pt x="84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49"/>
            <p:cNvSpPr/>
            <p:nvPr/>
          </p:nvSpPr>
          <p:spPr>
            <a:xfrm>
              <a:off x="2184225" y="1371425"/>
              <a:ext cx="407825" cy="543275"/>
            </a:xfrm>
            <a:custGeom>
              <a:rect b="b" l="l" r="r" t="t"/>
              <a:pathLst>
                <a:path extrusionOk="0" h="21731" w="16313">
                  <a:moveTo>
                    <a:pt x="13711" y="0"/>
                  </a:moveTo>
                  <a:cubicBezTo>
                    <a:pt x="13410" y="1902"/>
                    <a:pt x="12977" y="3870"/>
                    <a:pt x="9975" y="5671"/>
                  </a:cubicBezTo>
                  <a:cubicBezTo>
                    <a:pt x="8401" y="6604"/>
                    <a:pt x="6623" y="7104"/>
                    <a:pt x="4819" y="7104"/>
                  </a:cubicBezTo>
                  <a:cubicBezTo>
                    <a:pt x="4559" y="7104"/>
                    <a:pt x="4298" y="7093"/>
                    <a:pt x="4037" y="7072"/>
                  </a:cubicBezTo>
                  <a:cubicBezTo>
                    <a:pt x="3520" y="6505"/>
                    <a:pt x="2970" y="6238"/>
                    <a:pt x="2436" y="6238"/>
                  </a:cubicBezTo>
                  <a:cubicBezTo>
                    <a:pt x="1902" y="6238"/>
                    <a:pt x="1385" y="6505"/>
                    <a:pt x="935" y="7005"/>
                  </a:cubicBezTo>
                  <a:cubicBezTo>
                    <a:pt x="1" y="7973"/>
                    <a:pt x="368" y="9874"/>
                    <a:pt x="1602" y="10842"/>
                  </a:cubicBezTo>
                  <a:cubicBezTo>
                    <a:pt x="1971" y="11137"/>
                    <a:pt x="2412" y="11279"/>
                    <a:pt x="2857" y="11279"/>
                  </a:cubicBezTo>
                  <a:cubicBezTo>
                    <a:pt x="3215" y="11279"/>
                    <a:pt x="3576" y="11187"/>
                    <a:pt x="3904" y="11008"/>
                  </a:cubicBezTo>
                  <a:lnTo>
                    <a:pt x="3937" y="17413"/>
                  </a:lnTo>
                  <a:lnTo>
                    <a:pt x="1969" y="17613"/>
                  </a:lnTo>
                  <a:cubicBezTo>
                    <a:pt x="1969" y="17613"/>
                    <a:pt x="4694" y="21731"/>
                    <a:pt x="9866" y="21731"/>
                  </a:cubicBezTo>
                  <a:cubicBezTo>
                    <a:pt x="10182" y="21731"/>
                    <a:pt x="10507" y="21715"/>
                    <a:pt x="10842" y="21683"/>
                  </a:cubicBezTo>
                  <a:cubicBezTo>
                    <a:pt x="14811" y="21316"/>
                    <a:pt x="11676" y="17446"/>
                    <a:pt x="11676" y="17446"/>
                  </a:cubicBezTo>
                  <a:lnTo>
                    <a:pt x="10175" y="17446"/>
                  </a:lnTo>
                  <a:lnTo>
                    <a:pt x="10175" y="14844"/>
                  </a:lnTo>
                  <a:cubicBezTo>
                    <a:pt x="11064" y="14989"/>
                    <a:pt x="11978" y="15121"/>
                    <a:pt x="12720" y="15121"/>
                  </a:cubicBezTo>
                  <a:cubicBezTo>
                    <a:pt x="13175" y="15121"/>
                    <a:pt x="13565" y="15071"/>
                    <a:pt x="13844" y="14944"/>
                  </a:cubicBezTo>
                  <a:cubicBezTo>
                    <a:pt x="14611" y="14578"/>
                    <a:pt x="16146" y="13377"/>
                    <a:pt x="16212" y="8473"/>
                  </a:cubicBezTo>
                  <a:cubicBezTo>
                    <a:pt x="16312" y="2702"/>
                    <a:pt x="15045" y="601"/>
                    <a:pt x="13711" y="0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49"/>
            <p:cNvSpPr/>
            <p:nvPr/>
          </p:nvSpPr>
          <p:spPr>
            <a:xfrm>
              <a:off x="2286800" y="1506525"/>
              <a:ext cx="40050" cy="81775"/>
            </a:xfrm>
            <a:custGeom>
              <a:rect b="b" l="l" r="r" t="t"/>
              <a:pathLst>
                <a:path extrusionOk="0" h="3271" w="1602">
                  <a:moveTo>
                    <a:pt x="1" y="0"/>
                  </a:moveTo>
                  <a:lnTo>
                    <a:pt x="1" y="3269"/>
                  </a:lnTo>
                  <a:cubicBezTo>
                    <a:pt x="20" y="3270"/>
                    <a:pt x="39" y="3270"/>
                    <a:pt x="58" y="3270"/>
                  </a:cubicBezTo>
                  <a:cubicBezTo>
                    <a:pt x="900" y="3270"/>
                    <a:pt x="1601" y="2550"/>
                    <a:pt x="1568" y="1702"/>
                  </a:cubicBezTo>
                  <a:cubicBezTo>
                    <a:pt x="1602" y="801"/>
                    <a:pt x="901" y="34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49"/>
            <p:cNvSpPr/>
            <p:nvPr/>
          </p:nvSpPr>
          <p:spPr>
            <a:xfrm>
              <a:off x="2533650" y="1521525"/>
              <a:ext cx="37550" cy="32125"/>
            </a:xfrm>
            <a:custGeom>
              <a:rect b="b" l="l" r="r" t="t"/>
              <a:pathLst>
                <a:path extrusionOk="0" h="1285" w="1502">
                  <a:moveTo>
                    <a:pt x="668" y="1"/>
                  </a:moveTo>
                  <a:cubicBezTo>
                    <a:pt x="301" y="1"/>
                    <a:pt x="0" y="268"/>
                    <a:pt x="0" y="635"/>
                  </a:cubicBezTo>
                  <a:cubicBezTo>
                    <a:pt x="0" y="1022"/>
                    <a:pt x="312" y="1285"/>
                    <a:pt x="647" y="1285"/>
                  </a:cubicBezTo>
                  <a:cubicBezTo>
                    <a:pt x="803" y="1285"/>
                    <a:pt x="964" y="1228"/>
                    <a:pt x="1101" y="1102"/>
                  </a:cubicBezTo>
                  <a:cubicBezTo>
                    <a:pt x="1501" y="735"/>
                    <a:pt x="1235" y="34"/>
                    <a:pt x="6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49"/>
            <p:cNvSpPr/>
            <p:nvPr/>
          </p:nvSpPr>
          <p:spPr>
            <a:xfrm>
              <a:off x="2416900" y="1533200"/>
              <a:ext cx="40875" cy="35425"/>
            </a:xfrm>
            <a:custGeom>
              <a:rect b="b" l="l" r="r" t="t"/>
              <a:pathLst>
                <a:path extrusionOk="0" h="1417" w="1635">
                  <a:moveTo>
                    <a:pt x="734" y="1"/>
                  </a:moveTo>
                  <a:cubicBezTo>
                    <a:pt x="334" y="1"/>
                    <a:pt x="0" y="301"/>
                    <a:pt x="0" y="701"/>
                  </a:cubicBezTo>
                  <a:cubicBezTo>
                    <a:pt x="0" y="1138"/>
                    <a:pt x="349" y="1416"/>
                    <a:pt x="707" y="1416"/>
                  </a:cubicBezTo>
                  <a:cubicBezTo>
                    <a:pt x="869" y="1416"/>
                    <a:pt x="1033" y="1359"/>
                    <a:pt x="1168" y="1235"/>
                  </a:cubicBezTo>
                  <a:cubicBezTo>
                    <a:pt x="1635" y="801"/>
                    <a:pt x="1335" y="34"/>
                    <a:pt x="7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49"/>
            <p:cNvSpPr/>
            <p:nvPr/>
          </p:nvSpPr>
          <p:spPr>
            <a:xfrm>
              <a:off x="2430250" y="1642450"/>
              <a:ext cx="63400" cy="42175"/>
            </a:xfrm>
            <a:custGeom>
              <a:rect b="b" l="l" r="r" t="t"/>
              <a:pathLst>
                <a:path extrusionOk="0" h="1687" w="2536">
                  <a:moveTo>
                    <a:pt x="200" y="1"/>
                  </a:moveTo>
                  <a:cubicBezTo>
                    <a:pt x="0" y="668"/>
                    <a:pt x="367" y="1402"/>
                    <a:pt x="1034" y="1635"/>
                  </a:cubicBezTo>
                  <a:cubicBezTo>
                    <a:pt x="1151" y="1670"/>
                    <a:pt x="1269" y="1687"/>
                    <a:pt x="1385" y="1687"/>
                  </a:cubicBezTo>
                  <a:cubicBezTo>
                    <a:pt x="1929" y="1687"/>
                    <a:pt x="2425" y="1318"/>
                    <a:pt x="2535" y="768"/>
                  </a:cubicBezTo>
                  <a:lnTo>
                    <a:pt x="200" y="1"/>
                  </a:ln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49"/>
            <p:cNvSpPr/>
            <p:nvPr/>
          </p:nvSpPr>
          <p:spPr>
            <a:xfrm>
              <a:off x="2434400" y="1655800"/>
              <a:ext cx="33400" cy="29200"/>
            </a:xfrm>
            <a:custGeom>
              <a:rect b="b" l="l" r="r" t="t"/>
              <a:pathLst>
                <a:path extrusionOk="0" h="1168" w="1336">
                  <a:moveTo>
                    <a:pt x="1" y="0"/>
                  </a:moveTo>
                  <a:cubicBezTo>
                    <a:pt x="68" y="501"/>
                    <a:pt x="401" y="934"/>
                    <a:pt x="868" y="1101"/>
                  </a:cubicBezTo>
                  <a:cubicBezTo>
                    <a:pt x="1035" y="1134"/>
                    <a:pt x="1202" y="1168"/>
                    <a:pt x="1335" y="1168"/>
                  </a:cubicBezTo>
                  <a:cubicBezTo>
                    <a:pt x="1335" y="501"/>
                    <a:pt x="835" y="0"/>
                    <a:pt x="201" y="0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49"/>
            <p:cNvSpPr/>
            <p:nvPr/>
          </p:nvSpPr>
          <p:spPr>
            <a:xfrm>
              <a:off x="2533650" y="1470550"/>
              <a:ext cx="45050" cy="33500"/>
            </a:xfrm>
            <a:custGeom>
              <a:rect b="b" l="l" r="r" t="t"/>
              <a:pathLst>
                <a:path extrusionOk="0" h="1340" w="1802">
                  <a:moveTo>
                    <a:pt x="784" y="0"/>
                  </a:moveTo>
                  <a:cubicBezTo>
                    <a:pt x="457" y="0"/>
                    <a:pt x="140" y="180"/>
                    <a:pt x="0" y="505"/>
                  </a:cubicBezTo>
                  <a:lnTo>
                    <a:pt x="1602" y="1339"/>
                  </a:lnTo>
                  <a:cubicBezTo>
                    <a:pt x="1802" y="906"/>
                    <a:pt x="1635" y="372"/>
                    <a:pt x="1201" y="105"/>
                  </a:cubicBezTo>
                  <a:cubicBezTo>
                    <a:pt x="1070" y="34"/>
                    <a:pt x="926" y="0"/>
                    <a:pt x="7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49"/>
            <p:cNvSpPr/>
            <p:nvPr/>
          </p:nvSpPr>
          <p:spPr>
            <a:xfrm>
              <a:off x="2489450" y="1533200"/>
              <a:ext cx="65075" cy="100100"/>
            </a:xfrm>
            <a:custGeom>
              <a:rect b="b" l="l" r="r" t="t"/>
              <a:pathLst>
                <a:path extrusionOk="0" h="4004" w="2603">
                  <a:moveTo>
                    <a:pt x="0" y="1"/>
                  </a:moveTo>
                  <a:lnTo>
                    <a:pt x="501" y="4004"/>
                  </a:lnTo>
                  <a:lnTo>
                    <a:pt x="2602" y="31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49"/>
            <p:cNvSpPr/>
            <p:nvPr/>
          </p:nvSpPr>
          <p:spPr>
            <a:xfrm>
              <a:off x="2311000" y="1683325"/>
              <a:ext cx="128450" cy="83400"/>
            </a:xfrm>
            <a:custGeom>
              <a:rect b="b" l="l" r="r" t="t"/>
              <a:pathLst>
                <a:path extrusionOk="0" h="3336" w="5138">
                  <a:moveTo>
                    <a:pt x="0" y="0"/>
                  </a:moveTo>
                  <a:cubicBezTo>
                    <a:pt x="200" y="634"/>
                    <a:pt x="567" y="1201"/>
                    <a:pt x="1101" y="1635"/>
                  </a:cubicBezTo>
                  <a:cubicBezTo>
                    <a:pt x="2035" y="2468"/>
                    <a:pt x="5137" y="3336"/>
                    <a:pt x="5137" y="3336"/>
                  </a:cubicBezTo>
                  <a:lnTo>
                    <a:pt x="5137" y="2368"/>
                  </a:lnTo>
                  <a:cubicBezTo>
                    <a:pt x="3603" y="2202"/>
                    <a:pt x="500" y="1268"/>
                    <a:pt x="0" y="0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49"/>
            <p:cNvSpPr/>
            <p:nvPr/>
          </p:nvSpPr>
          <p:spPr>
            <a:xfrm>
              <a:off x="2292650" y="2383275"/>
              <a:ext cx="161800" cy="57275"/>
            </a:xfrm>
            <a:custGeom>
              <a:rect b="b" l="l" r="r" t="t"/>
              <a:pathLst>
                <a:path extrusionOk="0" h="2291" w="6472">
                  <a:moveTo>
                    <a:pt x="6078" y="1"/>
                  </a:moveTo>
                  <a:cubicBezTo>
                    <a:pt x="5854" y="1"/>
                    <a:pt x="5426" y="294"/>
                    <a:pt x="4670" y="456"/>
                  </a:cubicBezTo>
                  <a:cubicBezTo>
                    <a:pt x="3469" y="723"/>
                    <a:pt x="3002" y="689"/>
                    <a:pt x="1768" y="1023"/>
                  </a:cubicBezTo>
                  <a:cubicBezTo>
                    <a:pt x="1201" y="1190"/>
                    <a:pt x="601" y="1323"/>
                    <a:pt x="0" y="1323"/>
                  </a:cubicBezTo>
                  <a:lnTo>
                    <a:pt x="4570" y="2290"/>
                  </a:lnTo>
                  <a:cubicBezTo>
                    <a:pt x="5037" y="2090"/>
                    <a:pt x="5471" y="1823"/>
                    <a:pt x="5871" y="1490"/>
                  </a:cubicBezTo>
                  <a:cubicBezTo>
                    <a:pt x="6338" y="1156"/>
                    <a:pt x="6471" y="522"/>
                    <a:pt x="6205" y="55"/>
                  </a:cubicBezTo>
                  <a:cubicBezTo>
                    <a:pt x="6173" y="17"/>
                    <a:pt x="6131" y="1"/>
                    <a:pt x="6078" y="1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49"/>
            <p:cNvSpPr/>
            <p:nvPr/>
          </p:nvSpPr>
          <p:spPr>
            <a:xfrm>
              <a:off x="2351850" y="2123625"/>
              <a:ext cx="488700" cy="570425"/>
            </a:xfrm>
            <a:custGeom>
              <a:rect b="b" l="l" r="r" t="t"/>
              <a:pathLst>
                <a:path extrusionOk="0" h="22817" w="19548">
                  <a:moveTo>
                    <a:pt x="19281" y="1"/>
                  </a:moveTo>
                  <a:lnTo>
                    <a:pt x="4337" y="3403"/>
                  </a:lnTo>
                  <a:lnTo>
                    <a:pt x="1" y="22450"/>
                  </a:lnTo>
                  <a:lnTo>
                    <a:pt x="301" y="22817"/>
                  </a:lnTo>
                  <a:lnTo>
                    <a:pt x="14544" y="19281"/>
                  </a:lnTo>
                  <a:lnTo>
                    <a:pt x="19548" y="368"/>
                  </a:lnTo>
                  <a:lnTo>
                    <a:pt x="1928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49"/>
            <p:cNvSpPr/>
            <p:nvPr/>
          </p:nvSpPr>
          <p:spPr>
            <a:xfrm>
              <a:off x="2359350" y="2132800"/>
              <a:ext cx="481200" cy="561250"/>
            </a:xfrm>
            <a:custGeom>
              <a:rect b="b" l="l" r="r" t="t"/>
              <a:pathLst>
                <a:path extrusionOk="0" h="22450" w="19248">
                  <a:moveTo>
                    <a:pt x="19248" y="1"/>
                  </a:moveTo>
                  <a:lnTo>
                    <a:pt x="4304" y="3436"/>
                  </a:lnTo>
                  <a:lnTo>
                    <a:pt x="1" y="22450"/>
                  </a:lnTo>
                  <a:lnTo>
                    <a:pt x="14244" y="18914"/>
                  </a:lnTo>
                  <a:lnTo>
                    <a:pt x="1924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49"/>
            <p:cNvSpPr/>
            <p:nvPr/>
          </p:nvSpPr>
          <p:spPr>
            <a:xfrm>
              <a:off x="2351850" y="2208700"/>
              <a:ext cx="115100" cy="485350"/>
            </a:xfrm>
            <a:custGeom>
              <a:rect b="b" l="l" r="r" t="t"/>
              <a:pathLst>
                <a:path extrusionOk="0" h="19414" w="4604">
                  <a:moveTo>
                    <a:pt x="4337" y="0"/>
                  </a:moveTo>
                  <a:lnTo>
                    <a:pt x="1" y="19047"/>
                  </a:lnTo>
                  <a:lnTo>
                    <a:pt x="301" y="19414"/>
                  </a:lnTo>
                  <a:lnTo>
                    <a:pt x="4604" y="400"/>
                  </a:lnTo>
                  <a:lnTo>
                    <a:pt x="43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49"/>
            <p:cNvSpPr/>
            <p:nvPr/>
          </p:nvSpPr>
          <p:spPr>
            <a:xfrm>
              <a:off x="2359350" y="2132800"/>
              <a:ext cx="481200" cy="561250"/>
            </a:xfrm>
            <a:custGeom>
              <a:rect b="b" l="l" r="r" t="t"/>
              <a:pathLst>
                <a:path extrusionOk="0" h="22450" w="19248">
                  <a:moveTo>
                    <a:pt x="19248" y="1"/>
                  </a:moveTo>
                  <a:lnTo>
                    <a:pt x="4304" y="3436"/>
                  </a:lnTo>
                  <a:lnTo>
                    <a:pt x="1" y="22450"/>
                  </a:lnTo>
                  <a:lnTo>
                    <a:pt x="14244" y="18914"/>
                  </a:lnTo>
                  <a:lnTo>
                    <a:pt x="1924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49"/>
            <p:cNvSpPr/>
            <p:nvPr/>
          </p:nvSpPr>
          <p:spPr>
            <a:xfrm>
              <a:off x="2548650" y="2189425"/>
              <a:ext cx="179550" cy="59325"/>
            </a:xfrm>
            <a:custGeom>
              <a:rect b="b" l="l" r="r" t="t"/>
              <a:pathLst>
                <a:path extrusionOk="0" h="2373" w="7182">
                  <a:moveTo>
                    <a:pt x="6806" y="1"/>
                  </a:moveTo>
                  <a:cubicBezTo>
                    <a:pt x="6461" y="1"/>
                    <a:pt x="5884" y="124"/>
                    <a:pt x="5205" y="337"/>
                  </a:cubicBezTo>
                  <a:lnTo>
                    <a:pt x="2536" y="838"/>
                  </a:lnTo>
                  <a:cubicBezTo>
                    <a:pt x="1368" y="1271"/>
                    <a:pt x="268" y="1505"/>
                    <a:pt x="168" y="1805"/>
                  </a:cubicBezTo>
                  <a:lnTo>
                    <a:pt x="1" y="2372"/>
                  </a:lnTo>
                  <a:lnTo>
                    <a:pt x="6972" y="771"/>
                  </a:lnTo>
                  <a:cubicBezTo>
                    <a:pt x="6972" y="771"/>
                    <a:pt x="7039" y="504"/>
                    <a:pt x="7139" y="204"/>
                  </a:cubicBezTo>
                  <a:cubicBezTo>
                    <a:pt x="7181" y="65"/>
                    <a:pt x="7054" y="1"/>
                    <a:pt x="68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49"/>
            <p:cNvSpPr/>
            <p:nvPr/>
          </p:nvSpPr>
          <p:spPr>
            <a:xfrm>
              <a:off x="2557825" y="2133625"/>
              <a:ext cx="194550" cy="64250"/>
            </a:xfrm>
            <a:custGeom>
              <a:rect b="b" l="l" r="r" t="t"/>
              <a:pathLst>
                <a:path extrusionOk="0" h="2570" w="7782">
                  <a:moveTo>
                    <a:pt x="5317" y="0"/>
                  </a:moveTo>
                  <a:cubicBezTo>
                    <a:pt x="5109" y="0"/>
                    <a:pt x="4853" y="20"/>
                    <a:pt x="4537" y="68"/>
                  </a:cubicBezTo>
                  <a:cubicBezTo>
                    <a:pt x="2336" y="401"/>
                    <a:pt x="2169" y="1469"/>
                    <a:pt x="2169" y="1469"/>
                  </a:cubicBezTo>
                  <a:cubicBezTo>
                    <a:pt x="1802" y="1569"/>
                    <a:pt x="1435" y="1669"/>
                    <a:pt x="1068" y="1736"/>
                  </a:cubicBezTo>
                  <a:cubicBezTo>
                    <a:pt x="334" y="1902"/>
                    <a:pt x="234" y="2002"/>
                    <a:pt x="168" y="2203"/>
                  </a:cubicBezTo>
                  <a:lnTo>
                    <a:pt x="1" y="2569"/>
                  </a:lnTo>
                  <a:lnTo>
                    <a:pt x="7640" y="835"/>
                  </a:lnTo>
                  <a:cubicBezTo>
                    <a:pt x="7640" y="835"/>
                    <a:pt x="7673" y="668"/>
                    <a:pt x="7740" y="501"/>
                  </a:cubicBezTo>
                  <a:cubicBezTo>
                    <a:pt x="7782" y="374"/>
                    <a:pt x="7663" y="328"/>
                    <a:pt x="7452" y="328"/>
                  </a:cubicBezTo>
                  <a:cubicBezTo>
                    <a:pt x="7330" y="328"/>
                    <a:pt x="7177" y="343"/>
                    <a:pt x="7006" y="368"/>
                  </a:cubicBezTo>
                  <a:lnTo>
                    <a:pt x="6138" y="568"/>
                  </a:lnTo>
                  <a:cubicBezTo>
                    <a:pt x="6138" y="568"/>
                    <a:pt x="6422" y="0"/>
                    <a:pt x="5317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49"/>
            <p:cNvSpPr/>
            <p:nvPr/>
          </p:nvSpPr>
          <p:spPr>
            <a:xfrm>
              <a:off x="2553650" y="2156975"/>
              <a:ext cx="181000" cy="92600"/>
            </a:xfrm>
            <a:custGeom>
              <a:rect b="b" l="l" r="r" t="t"/>
              <a:pathLst>
                <a:path extrusionOk="0" h="3704" w="7240">
                  <a:moveTo>
                    <a:pt x="7239" y="1"/>
                  </a:moveTo>
                  <a:lnTo>
                    <a:pt x="1135" y="1402"/>
                  </a:lnTo>
                  <a:lnTo>
                    <a:pt x="902" y="2069"/>
                  </a:lnTo>
                  <a:cubicBezTo>
                    <a:pt x="1180" y="1971"/>
                    <a:pt x="1436" y="1926"/>
                    <a:pt x="1632" y="1926"/>
                  </a:cubicBezTo>
                  <a:cubicBezTo>
                    <a:pt x="1904" y="1926"/>
                    <a:pt x="2061" y="2014"/>
                    <a:pt x="2002" y="2169"/>
                  </a:cubicBezTo>
                  <a:cubicBezTo>
                    <a:pt x="2002" y="2203"/>
                    <a:pt x="1969" y="2269"/>
                    <a:pt x="1936" y="2336"/>
                  </a:cubicBezTo>
                  <a:cubicBezTo>
                    <a:pt x="1035" y="2636"/>
                    <a:pt x="268" y="2870"/>
                    <a:pt x="168" y="3137"/>
                  </a:cubicBezTo>
                  <a:lnTo>
                    <a:pt x="1" y="3704"/>
                  </a:lnTo>
                  <a:lnTo>
                    <a:pt x="6939" y="2069"/>
                  </a:lnTo>
                  <a:lnTo>
                    <a:pt x="7139" y="1502"/>
                  </a:lnTo>
                  <a:cubicBezTo>
                    <a:pt x="7173" y="1385"/>
                    <a:pt x="7048" y="1327"/>
                    <a:pt x="6810" y="1327"/>
                  </a:cubicBezTo>
                  <a:cubicBezTo>
                    <a:pt x="6572" y="1327"/>
                    <a:pt x="6222" y="1385"/>
                    <a:pt x="5805" y="1502"/>
                  </a:cubicBezTo>
                  <a:lnTo>
                    <a:pt x="5838" y="1369"/>
                  </a:lnTo>
                  <a:cubicBezTo>
                    <a:pt x="6005" y="902"/>
                    <a:pt x="6239" y="902"/>
                    <a:pt x="6939" y="668"/>
                  </a:cubicBezTo>
                  <a:lnTo>
                    <a:pt x="723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49"/>
            <p:cNvSpPr/>
            <p:nvPr/>
          </p:nvSpPr>
          <p:spPr>
            <a:xfrm>
              <a:off x="1863175" y="1819000"/>
              <a:ext cx="693850" cy="753475"/>
            </a:xfrm>
            <a:custGeom>
              <a:rect b="b" l="l" r="r" t="t"/>
              <a:pathLst>
                <a:path extrusionOk="0" h="30139" w="27754">
                  <a:moveTo>
                    <a:pt x="11669" y="0"/>
                  </a:moveTo>
                  <a:cubicBezTo>
                    <a:pt x="8168" y="0"/>
                    <a:pt x="6880" y="1958"/>
                    <a:pt x="5437" y="5548"/>
                  </a:cubicBezTo>
                  <a:cubicBezTo>
                    <a:pt x="4403" y="8116"/>
                    <a:pt x="1435" y="17256"/>
                    <a:pt x="634" y="20392"/>
                  </a:cubicBezTo>
                  <a:cubicBezTo>
                    <a:pt x="167" y="22193"/>
                    <a:pt x="0" y="23794"/>
                    <a:pt x="1968" y="24895"/>
                  </a:cubicBezTo>
                  <a:cubicBezTo>
                    <a:pt x="3736" y="25895"/>
                    <a:pt x="9207" y="27663"/>
                    <a:pt x="13076" y="28764"/>
                  </a:cubicBezTo>
                  <a:cubicBezTo>
                    <a:pt x="15011" y="29331"/>
                    <a:pt x="16979" y="29732"/>
                    <a:pt x="18980" y="29965"/>
                  </a:cubicBezTo>
                  <a:cubicBezTo>
                    <a:pt x="20180" y="30078"/>
                    <a:pt x="21157" y="30139"/>
                    <a:pt x="21968" y="30139"/>
                  </a:cubicBezTo>
                  <a:cubicBezTo>
                    <a:pt x="24270" y="30139"/>
                    <a:pt x="25231" y="29648"/>
                    <a:pt x="26119" y="28464"/>
                  </a:cubicBezTo>
                  <a:cubicBezTo>
                    <a:pt x="26619" y="27763"/>
                    <a:pt x="26753" y="26729"/>
                    <a:pt x="27186" y="26162"/>
                  </a:cubicBezTo>
                  <a:cubicBezTo>
                    <a:pt x="27620" y="25595"/>
                    <a:pt x="27753" y="25362"/>
                    <a:pt x="27620" y="25062"/>
                  </a:cubicBezTo>
                  <a:cubicBezTo>
                    <a:pt x="27467" y="24772"/>
                    <a:pt x="27224" y="24684"/>
                    <a:pt x="26864" y="24684"/>
                  </a:cubicBezTo>
                  <a:cubicBezTo>
                    <a:pt x="26438" y="24684"/>
                    <a:pt x="25848" y="24807"/>
                    <a:pt x="25051" y="24861"/>
                  </a:cubicBezTo>
                  <a:cubicBezTo>
                    <a:pt x="24501" y="24911"/>
                    <a:pt x="23951" y="24936"/>
                    <a:pt x="23404" y="24936"/>
                  </a:cubicBezTo>
                  <a:cubicBezTo>
                    <a:pt x="22858" y="24936"/>
                    <a:pt x="22316" y="24911"/>
                    <a:pt x="21782" y="24861"/>
                  </a:cubicBezTo>
                  <a:lnTo>
                    <a:pt x="17179" y="23894"/>
                  </a:lnTo>
                  <a:cubicBezTo>
                    <a:pt x="16312" y="23894"/>
                    <a:pt x="14277" y="23327"/>
                    <a:pt x="12042" y="22426"/>
                  </a:cubicBezTo>
                  <a:cubicBezTo>
                    <a:pt x="10608" y="21893"/>
                    <a:pt x="9173" y="21225"/>
                    <a:pt x="7806" y="20492"/>
                  </a:cubicBezTo>
                  <a:cubicBezTo>
                    <a:pt x="8807" y="17156"/>
                    <a:pt x="10007" y="13854"/>
                    <a:pt x="11375" y="10651"/>
                  </a:cubicBezTo>
                  <a:cubicBezTo>
                    <a:pt x="13276" y="7949"/>
                    <a:pt x="14244" y="2479"/>
                    <a:pt x="12109" y="10"/>
                  </a:cubicBezTo>
                  <a:cubicBezTo>
                    <a:pt x="11959" y="4"/>
                    <a:pt x="11812" y="0"/>
                    <a:pt x="11669" y="0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49"/>
            <p:cNvSpPr/>
            <p:nvPr/>
          </p:nvSpPr>
          <p:spPr>
            <a:xfrm>
              <a:off x="1962400" y="2306325"/>
              <a:ext cx="100100" cy="24975"/>
            </a:xfrm>
            <a:custGeom>
              <a:rect b="b" l="l" r="r" t="t"/>
              <a:pathLst>
                <a:path extrusionOk="0" h="999" w="4004">
                  <a:moveTo>
                    <a:pt x="1982" y="1"/>
                  </a:moveTo>
                  <a:cubicBezTo>
                    <a:pt x="560" y="1"/>
                    <a:pt x="1" y="665"/>
                    <a:pt x="1" y="665"/>
                  </a:cubicBezTo>
                  <a:cubicBezTo>
                    <a:pt x="390" y="519"/>
                    <a:pt x="817" y="464"/>
                    <a:pt x="1240" y="464"/>
                  </a:cubicBezTo>
                  <a:cubicBezTo>
                    <a:pt x="2557" y="464"/>
                    <a:pt x="3837" y="999"/>
                    <a:pt x="3837" y="999"/>
                  </a:cubicBezTo>
                  <a:lnTo>
                    <a:pt x="4004" y="365"/>
                  </a:lnTo>
                  <a:cubicBezTo>
                    <a:pt x="3193" y="98"/>
                    <a:pt x="2525" y="1"/>
                    <a:pt x="1982" y="1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49"/>
            <p:cNvSpPr/>
            <p:nvPr/>
          </p:nvSpPr>
          <p:spPr>
            <a:xfrm>
              <a:off x="5432375" y="1740850"/>
              <a:ext cx="127625" cy="306925"/>
            </a:xfrm>
            <a:custGeom>
              <a:rect b="b" l="l" r="r" t="t"/>
              <a:pathLst>
                <a:path extrusionOk="0" h="12277" w="5105">
                  <a:moveTo>
                    <a:pt x="5104" y="1"/>
                  </a:moveTo>
                  <a:cubicBezTo>
                    <a:pt x="4070" y="668"/>
                    <a:pt x="3303" y="1535"/>
                    <a:pt x="2469" y="2903"/>
                  </a:cubicBezTo>
                  <a:cubicBezTo>
                    <a:pt x="368" y="6272"/>
                    <a:pt x="1" y="10542"/>
                    <a:pt x="1335" y="12276"/>
                  </a:cubicBezTo>
                  <a:lnTo>
                    <a:pt x="5104" y="6238"/>
                  </a:lnTo>
                  <a:lnTo>
                    <a:pt x="510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49"/>
            <p:cNvSpPr/>
            <p:nvPr/>
          </p:nvSpPr>
          <p:spPr>
            <a:xfrm>
              <a:off x="5476575" y="1878450"/>
              <a:ext cx="211850" cy="200900"/>
            </a:xfrm>
            <a:custGeom>
              <a:rect b="b" l="l" r="r" t="t"/>
              <a:pathLst>
                <a:path extrusionOk="0" h="8036" w="8474">
                  <a:moveTo>
                    <a:pt x="8473" y="1"/>
                  </a:moveTo>
                  <a:lnTo>
                    <a:pt x="3803" y="1135"/>
                  </a:lnTo>
                  <a:lnTo>
                    <a:pt x="1" y="7306"/>
                  </a:lnTo>
                  <a:cubicBezTo>
                    <a:pt x="475" y="7780"/>
                    <a:pt x="1101" y="8035"/>
                    <a:pt x="1747" y="8035"/>
                  </a:cubicBezTo>
                  <a:cubicBezTo>
                    <a:pt x="2010" y="8035"/>
                    <a:pt x="2276" y="7993"/>
                    <a:pt x="2536" y="7906"/>
                  </a:cubicBezTo>
                  <a:cubicBezTo>
                    <a:pt x="5104" y="7273"/>
                    <a:pt x="7706" y="3770"/>
                    <a:pt x="847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49"/>
            <p:cNvSpPr/>
            <p:nvPr/>
          </p:nvSpPr>
          <p:spPr>
            <a:xfrm>
              <a:off x="5579150" y="1724175"/>
              <a:ext cx="121775" cy="165150"/>
            </a:xfrm>
            <a:custGeom>
              <a:rect b="b" l="l" r="r" t="t"/>
              <a:pathLst>
                <a:path extrusionOk="0" h="6606" w="4871">
                  <a:moveTo>
                    <a:pt x="2502" y="1"/>
                  </a:moveTo>
                  <a:lnTo>
                    <a:pt x="1" y="6605"/>
                  </a:lnTo>
                  <a:lnTo>
                    <a:pt x="1" y="6605"/>
                  </a:lnTo>
                  <a:lnTo>
                    <a:pt x="4471" y="5504"/>
                  </a:lnTo>
                  <a:cubicBezTo>
                    <a:pt x="4871" y="2702"/>
                    <a:pt x="4104" y="601"/>
                    <a:pt x="250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49"/>
            <p:cNvSpPr/>
            <p:nvPr/>
          </p:nvSpPr>
          <p:spPr>
            <a:xfrm>
              <a:off x="5573325" y="1721600"/>
              <a:ext cx="56725" cy="150200"/>
            </a:xfrm>
            <a:custGeom>
              <a:rect b="b" l="l" r="r" t="t"/>
              <a:pathLst>
                <a:path extrusionOk="0" h="6008" w="2269">
                  <a:moveTo>
                    <a:pt x="1604" y="1"/>
                  </a:moveTo>
                  <a:cubicBezTo>
                    <a:pt x="1033" y="1"/>
                    <a:pt x="482" y="157"/>
                    <a:pt x="0" y="470"/>
                  </a:cubicBezTo>
                  <a:lnTo>
                    <a:pt x="0" y="6008"/>
                  </a:lnTo>
                  <a:lnTo>
                    <a:pt x="2268" y="70"/>
                  </a:lnTo>
                  <a:cubicBezTo>
                    <a:pt x="2046" y="24"/>
                    <a:pt x="1824" y="1"/>
                    <a:pt x="160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49"/>
            <p:cNvSpPr/>
            <p:nvPr/>
          </p:nvSpPr>
          <p:spPr>
            <a:xfrm>
              <a:off x="4668500" y="4397750"/>
              <a:ext cx="32550" cy="71550"/>
            </a:xfrm>
            <a:custGeom>
              <a:rect b="b" l="l" r="r" t="t"/>
              <a:pathLst>
                <a:path extrusionOk="0" h="2862" w="1302">
                  <a:moveTo>
                    <a:pt x="1235" y="1"/>
                  </a:moveTo>
                  <a:lnTo>
                    <a:pt x="67" y="701"/>
                  </a:lnTo>
                  <a:cubicBezTo>
                    <a:pt x="34" y="735"/>
                    <a:pt x="1" y="768"/>
                    <a:pt x="1" y="835"/>
                  </a:cubicBezTo>
                  <a:lnTo>
                    <a:pt x="1" y="1135"/>
                  </a:lnTo>
                  <a:lnTo>
                    <a:pt x="1" y="1202"/>
                  </a:lnTo>
                  <a:lnTo>
                    <a:pt x="67" y="1202"/>
                  </a:lnTo>
                  <a:lnTo>
                    <a:pt x="801" y="768"/>
                  </a:lnTo>
                  <a:lnTo>
                    <a:pt x="268" y="2736"/>
                  </a:lnTo>
                  <a:cubicBezTo>
                    <a:pt x="268" y="2769"/>
                    <a:pt x="268" y="2769"/>
                    <a:pt x="268" y="2803"/>
                  </a:cubicBezTo>
                  <a:cubicBezTo>
                    <a:pt x="234" y="2803"/>
                    <a:pt x="268" y="2836"/>
                    <a:pt x="268" y="2836"/>
                  </a:cubicBezTo>
                  <a:cubicBezTo>
                    <a:pt x="284" y="2853"/>
                    <a:pt x="293" y="2861"/>
                    <a:pt x="301" y="2861"/>
                  </a:cubicBezTo>
                  <a:cubicBezTo>
                    <a:pt x="309" y="2861"/>
                    <a:pt x="318" y="2853"/>
                    <a:pt x="334" y="2836"/>
                  </a:cubicBezTo>
                  <a:lnTo>
                    <a:pt x="668" y="2636"/>
                  </a:lnTo>
                  <a:cubicBezTo>
                    <a:pt x="701" y="2636"/>
                    <a:pt x="701" y="2603"/>
                    <a:pt x="701" y="2603"/>
                  </a:cubicBezTo>
                  <a:cubicBezTo>
                    <a:pt x="735" y="2569"/>
                    <a:pt x="735" y="2536"/>
                    <a:pt x="735" y="2536"/>
                  </a:cubicBezTo>
                  <a:lnTo>
                    <a:pt x="1268" y="568"/>
                  </a:lnTo>
                  <a:cubicBezTo>
                    <a:pt x="1302" y="501"/>
                    <a:pt x="1302" y="434"/>
                    <a:pt x="1302" y="368"/>
                  </a:cubicBezTo>
                  <a:lnTo>
                    <a:pt x="1302" y="67"/>
                  </a:lnTo>
                  <a:cubicBezTo>
                    <a:pt x="1302" y="34"/>
                    <a:pt x="1302" y="34"/>
                    <a:pt x="130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49"/>
            <p:cNvSpPr/>
            <p:nvPr/>
          </p:nvSpPr>
          <p:spPr>
            <a:xfrm>
              <a:off x="4706025" y="4380250"/>
              <a:ext cx="35900" cy="64225"/>
            </a:xfrm>
            <a:custGeom>
              <a:rect b="b" l="l" r="r" t="t"/>
              <a:pathLst>
                <a:path extrusionOk="0" h="2569" w="1436">
                  <a:moveTo>
                    <a:pt x="897" y="587"/>
                  </a:moveTo>
                  <a:cubicBezTo>
                    <a:pt x="918" y="587"/>
                    <a:pt x="935" y="610"/>
                    <a:pt x="935" y="634"/>
                  </a:cubicBezTo>
                  <a:cubicBezTo>
                    <a:pt x="968" y="634"/>
                    <a:pt x="968" y="667"/>
                    <a:pt x="968" y="701"/>
                  </a:cubicBezTo>
                  <a:cubicBezTo>
                    <a:pt x="1001" y="767"/>
                    <a:pt x="1001" y="801"/>
                    <a:pt x="968" y="868"/>
                  </a:cubicBezTo>
                  <a:lnTo>
                    <a:pt x="968" y="1401"/>
                  </a:lnTo>
                  <a:cubicBezTo>
                    <a:pt x="1001" y="1468"/>
                    <a:pt x="1001" y="1501"/>
                    <a:pt x="1001" y="1568"/>
                  </a:cubicBezTo>
                  <a:cubicBezTo>
                    <a:pt x="968" y="1601"/>
                    <a:pt x="968" y="1668"/>
                    <a:pt x="935" y="1701"/>
                  </a:cubicBezTo>
                  <a:cubicBezTo>
                    <a:pt x="901" y="1802"/>
                    <a:pt x="835" y="1902"/>
                    <a:pt x="735" y="1935"/>
                  </a:cubicBezTo>
                  <a:cubicBezTo>
                    <a:pt x="701" y="1968"/>
                    <a:pt x="668" y="1968"/>
                    <a:pt x="601" y="1968"/>
                  </a:cubicBezTo>
                  <a:cubicBezTo>
                    <a:pt x="568" y="1968"/>
                    <a:pt x="568" y="1968"/>
                    <a:pt x="534" y="1935"/>
                  </a:cubicBezTo>
                  <a:cubicBezTo>
                    <a:pt x="501" y="1935"/>
                    <a:pt x="501" y="1902"/>
                    <a:pt x="501" y="1868"/>
                  </a:cubicBezTo>
                  <a:cubicBezTo>
                    <a:pt x="468" y="1802"/>
                    <a:pt x="468" y="1768"/>
                    <a:pt x="501" y="1701"/>
                  </a:cubicBezTo>
                  <a:lnTo>
                    <a:pt x="501" y="1168"/>
                  </a:lnTo>
                  <a:cubicBezTo>
                    <a:pt x="501" y="1101"/>
                    <a:pt x="501" y="1034"/>
                    <a:pt x="501" y="1001"/>
                  </a:cubicBezTo>
                  <a:cubicBezTo>
                    <a:pt x="501" y="934"/>
                    <a:pt x="501" y="901"/>
                    <a:pt x="534" y="868"/>
                  </a:cubicBezTo>
                  <a:cubicBezTo>
                    <a:pt x="568" y="801"/>
                    <a:pt x="568" y="767"/>
                    <a:pt x="601" y="734"/>
                  </a:cubicBezTo>
                  <a:cubicBezTo>
                    <a:pt x="635" y="701"/>
                    <a:pt x="701" y="667"/>
                    <a:pt x="735" y="634"/>
                  </a:cubicBezTo>
                  <a:cubicBezTo>
                    <a:pt x="768" y="601"/>
                    <a:pt x="801" y="601"/>
                    <a:pt x="868" y="601"/>
                  </a:cubicBezTo>
                  <a:cubicBezTo>
                    <a:pt x="878" y="591"/>
                    <a:pt x="888" y="587"/>
                    <a:pt x="897" y="587"/>
                  </a:cubicBezTo>
                  <a:close/>
                  <a:moveTo>
                    <a:pt x="1035" y="0"/>
                  </a:moveTo>
                  <a:cubicBezTo>
                    <a:pt x="935" y="0"/>
                    <a:pt x="801" y="34"/>
                    <a:pt x="735" y="100"/>
                  </a:cubicBezTo>
                  <a:cubicBezTo>
                    <a:pt x="601" y="167"/>
                    <a:pt x="501" y="267"/>
                    <a:pt x="401" y="367"/>
                  </a:cubicBezTo>
                  <a:cubicBezTo>
                    <a:pt x="301" y="467"/>
                    <a:pt x="234" y="567"/>
                    <a:pt x="168" y="667"/>
                  </a:cubicBezTo>
                  <a:cubicBezTo>
                    <a:pt x="134" y="801"/>
                    <a:pt x="67" y="901"/>
                    <a:pt x="67" y="1034"/>
                  </a:cubicBezTo>
                  <a:cubicBezTo>
                    <a:pt x="34" y="1168"/>
                    <a:pt x="1" y="1268"/>
                    <a:pt x="1" y="1401"/>
                  </a:cubicBezTo>
                  <a:lnTo>
                    <a:pt x="1" y="1701"/>
                  </a:lnTo>
                  <a:lnTo>
                    <a:pt x="1" y="2002"/>
                  </a:lnTo>
                  <a:cubicBezTo>
                    <a:pt x="1" y="2102"/>
                    <a:pt x="34" y="2202"/>
                    <a:pt x="67" y="2302"/>
                  </a:cubicBezTo>
                  <a:cubicBezTo>
                    <a:pt x="67" y="2369"/>
                    <a:pt x="101" y="2469"/>
                    <a:pt x="168" y="2502"/>
                  </a:cubicBezTo>
                  <a:cubicBezTo>
                    <a:pt x="234" y="2569"/>
                    <a:pt x="334" y="2569"/>
                    <a:pt x="401" y="2569"/>
                  </a:cubicBezTo>
                  <a:cubicBezTo>
                    <a:pt x="501" y="2569"/>
                    <a:pt x="635" y="2535"/>
                    <a:pt x="735" y="2469"/>
                  </a:cubicBezTo>
                  <a:cubicBezTo>
                    <a:pt x="835" y="2402"/>
                    <a:pt x="935" y="2302"/>
                    <a:pt x="1035" y="2202"/>
                  </a:cubicBezTo>
                  <a:cubicBezTo>
                    <a:pt x="1135" y="2102"/>
                    <a:pt x="1202" y="2002"/>
                    <a:pt x="1268" y="1902"/>
                  </a:cubicBezTo>
                  <a:cubicBezTo>
                    <a:pt x="1302" y="1768"/>
                    <a:pt x="1368" y="1668"/>
                    <a:pt x="1402" y="1535"/>
                  </a:cubicBezTo>
                  <a:cubicBezTo>
                    <a:pt x="1402" y="1401"/>
                    <a:pt x="1435" y="1268"/>
                    <a:pt x="1435" y="1168"/>
                  </a:cubicBezTo>
                  <a:lnTo>
                    <a:pt x="1435" y="868"/>
                  </a:lnTo>
                  <a:lnTo>
                    <a:pt x="1435" y="567"/>
                  </a:lnTo>
                  <a:cubicBezTo>
                    <a:pt x="1435" y="467"/>
                    <a:pt x="1402" y="367"/>
                    <a:pt x="1402" y="267"/>
                  </a:cubicBezTo>
                  <a:cubicBezTo>
                    <a:pt x="1368" y="200"/>
                    <a:pt x="1335" y="100"/>
                    <a:pt x="1268" y="67"/>
                  </a:cubicBezTo>
                  <a:cubicBezTo>
                    <a:pt x="1202" y="0"/>
                    <a:pt x="1102" y="0"/>
                    <a:pt x="103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49"/>
            <p:cNvSpPr/>
            <p:nvPr/>
          </p:nvSpPr>
          <p:spPr>
            <a:xfrm>
              <a:off x="4746900" y="4346050"/>
              <a:ext cx="48375" cy="78425"/>
            </a:xfrm>
            <a:custGeom>
              <a:rect b="b" l="l" r="r" t="t"/>
              <a:pathLst>
                <a:path extrusionOk="0" h="3137" w="1935">
                  <a:moveTo>
                    <a:pt x="467" y="1035"/>
                  </a:moveTo>
                  <a:cubicBezTo>
                    <a:pt x="501" y="1068"/>
                    <a:pt x="501" y="1101"/>
                    <a:pt x="501" y="1168"/>
                  </a:cubicBezTo>
                  <a:cubicBezTo>
                    <a:pt x="501" y="1235"/>
                    <a:pt x="501" y="1302"/>
                    <a:pt x="501" y="1368"/>
                  </a:cubicBezTo>
                  <a:cubicBezTo>
                    <a:pt x="501" y="1402"/>
                    <a:pt x="501" y="1468"/>
                    <a:pt x="467" y="1502"/>
                  </a:cubicBezTo>
                  <a:cubicBezTo>
                    <a:pt x="467" y="1535"/>
                    <a:pt x="434" y="1568"/>
                    <a:pt x="401" y="1602"/>
                  </a:cubicBezTo>
                  <a:lnTo>
                    <a:pt x="334" y="1602"/>
                  </a:lnTo>
                  <a:cubicBezTo>
                    <a:pt x="300" y="1568"/>
                    <a:pt x="300" y="1502"/>
                    <a:pt x="300" y="1468"/>
                  </a:cubicBezTo>
                  <a:cubicBezTo>
                    <a:pt x="300" y="1402"/>
                    <a:pt x="300" y="1335"/>
                    <a:pt x="300" y="1268"/>
                  </a:cubicBezTo>
                  <a:cubicBezTo>
                    <a:pt x="300" y="1201"/>
                    <a:pt x="300" y="1168"/>
                    <a:pt x="334" y="1135"/>
                  </a:cubicBezTo>
                  <a:cubicBezTo>
                    <a:pt x="334" y="1101"/>
                    <a:pt x="367" y="1068"/>
                    <a:pt x="401" y="1035"/>
                  </a:cubicBezTo>
                  <a:close/>
                  <a:moveTo>
                    <a:pt x="567" y="668"/>
                  </a:moveTo>
                  <a:cubicBezTo>
                    <a:pt x="501" y="668"/>
                    <a:pt x="467" y="701"/>
                    <a:pt x="401" y="734"/>
                  </a:cubicBezTo>
                  <a:cubicBezTo>
                    <a:pt x="334" y="768"/>
                    <a:pt x="267" y="801"/>
                    <a:pt x="234" y="868"/>
                  </a:cubicBezTo>
                  <a:cubicBezTo>
                    <a:pt x="200" y="901"/>
                    <a:pt x="134" y="968"/>
                    <a:pt x="134" y="1035"/>
                  </a:cubicBezTo>
                  <a:cubicBezTo>
                    <a:pt x="100" y="1101"/>
                    <a:pt x="67" y="1135"/>
                    <a:pt x="34" y="1201"/>
                  </a:cubicBezTo>
                  <a:cubicBezTo>
                    <a:pt x="34" y="1268"/>
                    <a:pt x="34" y="1335"/>
                    <a:pt x="0" y="1402"/>
                  </a:cubicBezTo>
                  <a:lnTo>
                    <a:pt x="0" y="1535"/>
                  </a:lnTo>
                  <a:lnTo>
                    <a:pt x="0" y="1668"/>
                  </a:lnTo>
                  <a:cubicBezTo>
                    <a:pt x="34" y="1735"/>
                    <a:pt x="34" y="1769"/>
                    <a:pt x="34" y="1835"/>
                  </a:cubicBezTo>
                  <a:cubicBezTo>
                    <a:pt x="67" y="1869"/>
                    <a:pt x="67" y="1902"/>
                    <a:pt x="134" y="1935"/>
                  </a:cubicBezTo>
                  <a:cubicBezTo>
                    <a:pt x="134" y="1969"/>
                    <a:pt x="200" y="1969"/>
                    <a:pt x="234" y="1969"/>
                  </a:cubicBezTo>
                  <a:cubicBezTo>
                    <a:pt x="300" y="1969"/>
                    <a:pt x="334" y="1935"/>
                    <a:pt x="401" y="1902"/>
                  </a:cubicBezTo>
                  <a:cubicBezTo>
                    <a:pt x="467" y="1869"/>
                    <a:pt x="534" y="1835"/>
                    <a:pt x="567" y="1769"/>
                  </a:cubicBezTo>
                  <a:cubicBezTo>
                    <a:pt x="601" y="1735"/>
                    <a:pt x="667" y="1668"/>
                    <a:pt x="701" y="1602"/>
                  </a:cubicBezTo>
                  <a:cubicBezTo>
                    <a:pt x="701" y="1535"/>
                    <a:pt x="734" y="1468"/>
                    <a:pt x="767" y="1435"/>
                  </a:cubicBezTo>
                  <a:cubicBezTo>
                    <a:pt x="767" y="1368"/>
                    <a:pt x="801" y="1302"/>
                    <a:pt x="801" y="1235"/>
                  </a:cubicBezTo>
                  <a:lnTo>
                    <a:pt x="801" y="968"/>
                  </a:lnTo>
                  <a:cubicBezTo>
                    <a:pt x="801" y="901"/>
                    <a:pt x="767" y="868"/>
                    <a:pt x="767" y="801"/>
                  </a:cubicBezTo>
                  <a:cubicBezTo>
                    <a:pt x="734" y="768"/>
                    <a:pt x="734" y="734"/>
                    <a:pt x="701" y="701"/>
                  </a:cubicBezTo>
                  <a:cubicBezTo>
                    <a:pt x="667" y="668"/>
                    <a:pt x="601" y="668"/>
                    <a:pt x="567" y="668"/>
                  </a:cubicBezTo>
                  <a:close/>
                  <a:moveTo>
                    <a:pt x="1610" y="1510"/>
                  </a:moveTo>
                  <a:cubicBezTo>
                    <a:pt x="1626" y="1510"/>
                    <a:pt x="1635" y="1518"/>
                    <a:pt x="1635" y="1535"/>
                  </a:cubicBezTo>
                  <a:cubicBezTo>
                    <a:pt x="1635" y="1568"/>
                    <a:pt x="1635" y="1602"/>
                    <a:pt x="1635" y="1635"/>
                  </a:cubicBezTo>
                  <a:cubicBezTo>
                    <a:pt x="1635" y="1702"/>
                    <a:pt x="1635" y="1769"/>
                    <a:pt x="1635" y="1869"/>
                  </a:cubicBezTo>
                  <a:cubicBezTo>
                    <a:pt x="1635" y="1902"/>
                    <a:pt x="1635" y="1935"/>
                    <a:pt x="1635" y="2002"/>
                  </a:cubicBezTo>
                  <a:cubicBezTo>
                    <a:pt x="1601" y="2035"/>
                    <a:pt x="1568" y="2069"/>
                    <a:pt x="1535" y="2069"/>
                  </a:cubicBezTo>
                  <a:cubicBezTo>
                    <a:pt x="1518" y="2085"/>
                    <a:pt x="1501" y="2094"/>
                    <a:pt x="1489" y="2094"/>
                  </a:cubicBezTo>
                  <a:cubicBezTo>
                    <a:pt x="1476" y="2094"/>
                    <a:pt x="1468" y="2085"/>
                    <a:pt x="1468" y="2069"/>
                  </a:cubicBezTo>
                  <a:cubicBezTo>
                    <a:pt x="1435" y="2035"/>
                    <a:pt x="1435" y="2002"/>
                    <a:pt x="1435" y="1969"/>
                  </a:cubicBezTo>
                  <a:cubicBezTo>
                    <a:pt x="1435" y="1902"/>
                    <a:pt x="1435" y="1835"/>
                    <a:pt x="1435" y="1769"/>
                  </a:cubicBezTo>
                  <a:cubicBezTo>
                    <a:pt x="1435" y="1702"/>
                    <a:pt x="1468" y="1668"/>
                    <a:pt x="1468" y="1602"/>
                  </a:cubicBezTo>
                  <a:cubicBezTo>
                    <a:pt x="1468" y="1568"/>
                    <a:pt x="1501" y="1535"/>
                    <a:pt x="1535" y="1535"/>
                  </a:cubicBezTo>
                  <a:cubicBezTo>
                    <a:pt x="1568" y="1518"/>
                    <a:pt x="1593" y="1510"/>
                    <a:pt x="1610" y="1510"/>
                  </a:cubicBezTo>
                  <a:close/>
                  <a:moveTo>
                    <a:pt x="1743" y="1153"/>
                  </a:moveTo>
                  <a:cubicBezTo>
                    <a:pt x="1727" y="1153"/>
                    <a:pt x="1713" y="1157"/>
                    <a:pt x="1701" y="1168"/>
                  </a:cubicBezTo>
                  <a:cubicBezTo>
                    <a:pt x="1635" y="1168"/>
                    <a:pt x="1601" y="1168"/>
                    <a:pt x="1535" y="1201"/>
                  </a:cubicBezTo>
                  <a:cubicBezTo>
                    <a:pt x="1468" y="1235"/>
                    <a:pt x="1435" y="1302"/>
                    <a:pt x="1368" y="1335"/>
                  </a:cubicBezTo>
                  <a:cubicBezTo>
                    <a:pt x="1335" y="1402"/>
                    <a:pt x="1301" y="1435"/>
                    <a:pt x="1268" y="1502"/>
                  </a:cubicBezTo>
                  <a:cubicBezTo>
                    <a:pt x="1234" y="1568"/>
                    <a:pt x="1201" y="1635"/>
                    <a:pt x="1201" y="1702"/>
                  </a:cubicBezTo>
                  <a:cubicBezTo>
                    <a:pt x="1168" y="1769"/>
                    <a:pt x="1168" y="1835"/>
                    <a:pt x="1168" y="1902"/>
                  </a:cubicBezTo>
                  <a:lnTo>
                    <a:pt x="1168" y="2035"/>
                  </a:lnTo>
                  <a:cubicBezTo>
                    <a:pt x="1168" y="2069"/>
                    <a:pt x="1168" y="2102"/>
                    <a:pt x="1168" y="2135"/>
                  </a:cubicBezTo>
                  <a:cubicBezTo>
                    <a:pt x="1168" y="2202"/>
                    <a:pt x="1168" y="2269"/>
                    <a:pt x="1201" y="2302"/>
                  </a:cubicBezTo>
                  <a:cubicBezTo>
                    <a:pt x="1201" y="2369"/>
                    <a:pt x="1234" y="2402"/>
                    <a:pt x="1268" y="2436"/>
                  </a:cubicBezTo>
                  <a:cubicBezTo>
                    <a:pt x="1301" y="2436"/>
                    <a:pt x="1335" y="2469"/>
                    <a:pt x="1368" y="2469"/>
                  </a:cubicBezTo>
                  <a:cubicBezTo>
                    <a:pt x="1435" y="2436"/>
                    <a:pt x="1501" y="2436"/>
                    <a:pt x="1535" y="2402"/>
                  </a:cubicBezTo>
                  <a:cubicBezTo>
                    <a:pt x="1601" y="2369"/>
                    <a:pt x="1668" y="2302"/>
                    <a:pt x="1701" y="2269"/>
                  </a:cubicBezTo>
                  <a:cubicBezTo>
                    <a:pt x="1768" y="2202"/>
                    <a:pt x="1802" y="2135"/>
                    <a:pt x="1835" y="2102"/>
                  </a:cubicBezTo>
                  <a:cubicBezTo>
                    <a:pt x="1868" y="2035"/>
                    <a:pt x="1868" y="1969"/>
                    <a:pt x="1902" y="1902"/>
                  </a:cubicBezTo>
                  <a:cubicBezTo>
                    <a:pt x="1902" y="1835"/>
                    <a:pt x="1935" y="1769"/>
                    <a:pt x="1935" y="1702"/>
                  </a:cubicBezTo>
                  <a:lnTo>
                    <a:pt x="1935" y="1468"/>
                  </a:lnTo>
                  <a:cubicBezTo>
                    <a:pt x="1935" y="1402"/>
                    <a:pt x="1902" y="1335"/>
                    <a:pt x="1902" y="1302"/>
                  </a:cubicBezTo>
                  <a:cubicBezTo>
                    <a:pt x="1902" y="1235"/>
                    <a:pt x="1868" y="1201"/>
                    <a:pt x="1835" y="1168"/>
                  </a:cubicBezTo>
                  <a:cubicBezTo>
                    <a:pt x="1813" y="1168"/>
                    <a:pt x="1776" y="1153"/>
                    <a:pt x="1743" y="1153"/>
                  </a:cubicBezTo>
                  <a:close/>
                  <a:moveTo>
                    <a:pt x="1701" y="1"/>
                  </a:moveTo>
                  <a:lnTo>
                    <a:pt x="1501" y="101"/>
                  </a:lnTo>
                  <a:cubicBezTo>
                    <a:pt x="1468" y="134"/>
                    <a:pt x="1468" y="134"/>
                    <a:pt x="1435" y="167"/>
                  </a:cubicBezTo>
                  <a:cubicBezTo>
                    <a:pt x="1435" y="167"/>
                    <a:pt x="1401" y="201"/>
                    <a:pt x="1401" y="234"/>
                  </a:cubicBezTo>
                  <a:lnTo>
                    <a:pt x="200" y="3069"/>
                  </a:lnTo>
                  <a:cubicBezTo>
                    <a:pt x="167" y="3103"/>
                    <a:pt x="167" y="3103"/>
                    <a:pt x="200" y="3103"/>
                  </a:cubicBezTo>
                  <a:cubicBezTo>
                    <a:pt x="167" y="3103"/>
                    <a:pt x="167" y="3136"/>
                    <a:pt x="200" y="3136"/>
                  </a:cubicBezTo>
                  <a:lnTo>
                    <a:pt x="234" y="3136"/>
                  </a:lnTo>
                  <a:lnTo>
                    <a:pt x="434" y="3036"/>
                  </a:lnTo>
                  <a:cubicBezTo>
                    <a:pt x="467" y="3003"/>
                    <a:pt x="467" y="3003"/>
                    <a:pt x="501" y="2969"/>
                  </a:cubicBezTo>
                  <a:cubicBezTo>
                    <a:pt x="501" y="2969"/>
                    <a:pt x="534" y="2936"/>
                    <a:pt x="534" y="2903"/>
                  </a:cubicBezTo>
                  <a:lnTo>
                    <a:pt x="1735" y="67"/>
                  </a:lnTo>
                  <a:lnTo>
                    <a:pt x="1735" y="34"/>
                  </a:lnTo>
                  <a:cubicBezTo>
                    <a:pt x="1735" y="34"/>
                    <a:pt x="1735" y="1"/>
                    <a:pt x="173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49"/>
            <p:cNvSpPr/>
            <p:nvPr/>
          </p:nvSpPr>
          <p:spPr>
            <a:xfrm>
              <a:off x="4605950" y="4269325"/>
              <a:ext cx="79250" cy="101775"/>
            </a:xfrm>
            <a:custGeom>
              <a:rect b="b" l="l" r="r" t="t"/>
              <a:pathLst>
                <a:path extrusionOk="0" h="4071" w="3170">
                  <a:moveTo>
                    <a:pt x="2636" y="1"/>
                  </a:moveTo>
                  <a:cubicBezTo>
                    <a:pt x="1569" y="1068"/>
                    <a:pt x="668" y="2336"/>
                    <a:pt x="1" y="3703"/>
                  </a:cubicBezTo>
                  <a:lnTo>
                    <a:pt x="1335" y="4070"/>
                  </a:lnTo>
                  <a:cubicBezTo>
                    <a:pt x="1802" y="3136"/>
                    <a:pt x="2403" y="2269"/>
                    <a:pt x="3170" y="1502"/>
                  </a:cubicBezTo>
                  <a:lnTo>
                    <a:pt x="2636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49"/>
            <p:cNvSpPr/>
            <p:nvPr/>
          </p:nvSpPr>
          <p:spPr>
            <a:xfrm>
              <a:off x="4686850" y="4196775"/>
              <a:ext cx="90100" cy="93425"/>
            </a:xfrm>
            <a:custGeom>
              <a:rect b="b" l="l" r="r" t="t"/>
              <a:pathLst>
                <a:path extrusionOk="0" h="3737" w="3604">
                  <a:moveTo>
                    <a:pt x="3603" y="1"/>
                  </a:moveTo>
                  <a:lnTo>
                    <a:pt x="3603" y="1"/>
                  </a:lnTo>
                  <a:cubicBezTo>
                    <a:pt x="2969" y="134"/>
                    <a:pt x="2369" y="401"/>
                    <a:pt x="1802" y="735"/>
                  </a:cubicBezTo>
                  <a:cubicBezTo>
                    <a:pt x="1168" y="1101"/>
                    <a:pt x="534" y="1568"/>
                    <a:pt x="1" y="2069"/>
                  </a:cubicBezTo>
                  <a:lnTo>
                    <a:pt x="534" y="3737"/>
                  </a:lnTo>
                  <a:cubicBezTo>
                    <a:pt x="935" y="3370"/>
                    <a:pt x="1335" y="3070"/>
                    <a:pt x="1802" y="2836"/>
                  </a:cubicBezTo>
                  <a:cubicBezTo>
                    <a:pt x="2169" y="2603"/>
                    <a:pt x="2602" y="2436"/>
                    <a:pt x="3036" y="2302"/>
                  </a:cubicBezTo>
                  <a:lnTo>
                    <a:pt x="3603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49"/>
            <p:cNvSpPr/>
            <p:nvPr/>
          </p:nvSpPr>
          <p:spPr>
            <a:xfrm>
              <a:off x="4772750" y="4192650"/>
              <a:ext cx="86750" cy="72525"/>
            </a:xfrm>
            <a:custGeom>
              <a:rect b="b" l="l" r="r" t="t"/>
              <a:pathLst>
                <a:path extrusionOk="0" h="2901" w="3470">
                  <a:moveTo>
                    <a:pt x="1239" y="1"/>
                  </a:moveTo>
                  <a:cubicBezTo>
                    <a:pt x="1016" y="1"/>
                    <a:pt x="791" y="22"/>
                    <a:pt x="567" y="66"/>
                  </a:cubicBezTo>
                  <a:lnTo>
                    <a:pt x="0" y="2367"/>
                  </a:lnTo>
                  <a:cubicBezTo>
                    <a:pt x="130" y="2349"/>
                    <a:pt x="261" y="2339"/>
                    <a:pt x="392" y="2339"/>
                  </a:cubicBezTo>
                  <a:cubicBezTo>
                    <a:pt x="967" y="2339"/>
                    <a:pt x="1540" y="2521"/>
                    <a:pt x="2002" y="2901"/>
                  </a:cubicBezTo>
                  <a:lnTo>
                    <a:pt x="3469" y="833"/>
                  </a:lnTo>
                  <a:cubicBezTo>
                    <a:pt x="2842" y="284"/>
                    <a:pt x="2050" y="1"/>
                    <a:pt x="123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49"/>
            <p:cNvSpPr/>
            <p:nvPr/>
          </p:nvSpPr>
          <p:spPr>
            <a:xfrm>
              <a:off x="4575100" y="4375250"/>
              <a:ext cx="58400" cy="103425"/>
            </a:xfrm>
            <a:custGeom>
              <a:rect b="b" l="l" r="r" t="t"/>
              <a:pathLst>
                <a:path extrusionOk="0" h="4137" w="2336">
                  <a:moveTo>
                    <a:pt x="1001" y="0"/>
                  </a:moveTo>
                  <a:cubicBezTo>
                    <a:pt x="401" y="1301"/>
                    <a:pt x="67" y="2702"/>
                    <a:pt x="1" y="4136"/>
                  </a:cubicBezTo>
                  <a:lnTo>
                    <a:pt x="1635" y="3202"/>
                  </a:lnTo>
                  <a:cubicBezTo>
                    <a:pt x="1702" y="2202"/>
                    <a:pt x="1935" y="1234"/>
                    <a:pt x="2336" y="334"/>
                  </a:cubicBezTo>
                  <a:lnTo>
                    <a:pt x="100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49"/>
            <p:cNvSpPr/>
            <p:nvPr/>
          </p:nvSpPr>
          <p:spPr>
            <a:xfrm>
              <a:off x="4574275" y="4466975"/>
              <a:ext cx="58400" cy="98425"/>
            </a:xfrm>
            <a:custGeom>
              <a:rect b="b" l="l" r="r" t="t"/>
              <a:pathLst>
                <a:path extrusionOk="0" h="3937" w="2336">
                  <a:moveTo>
                    <a:pt x="1668" y="0"/>
                  </a:moveTo>
                  <a:lnTo>
                    <a:pt x="0" y="968"/>
                  </a:lnTo>
                  <a:cubicBezTo>
                    <a:pt x="0" y="2035"/>
                    <a:pt x="334" y="3103"/>
                    <a:pt x="1001" y="3937"/>
                  </a:cubicBezTo>
                  <a:lnTo>
                    <a:pt x="2335" y="2069"/>
                  </a:lnTo>
                  <a:cubicBezTo>
                    <a:pt x="1902" y="1468"/>
                    <a:pt x="1668" y="734"/>
                    <a:pt x="16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49"/>
            <p:cNvSpPr/>
            <p:nvPr/>
          </p:nvSpPr>
          <p:spPr>
            <a:xfrm>
              <a:off x="4603450" y="4540350"/>
              <a:ext cx="85925" cy="73375"/>
            </a:xfrm>
            <a:custGeom>
              <a:rect b="b" l="l" r="r" t="t"/>
              <a:pathLst>
                <a:path extrusionOk="0" h="2935" w="3437">
                  <a:moveTo>
                    <a:pt x="1469" y="1"/>
                  </a:moveTo>
                  <a:lnTo>
                    <a:pt x="1" y="2102"/>
                  </a:lnTo>
                  <a:cubicBezTo>
                    <a:pt x="602" y="2652"/>
                    <a:pt x="1409" y="2934"/>
                    <a:pt x="2228" y="2934"/>
                  </a:cubicBezTo>
                  <a:cubicBezTo>
                    <a:pt x="2453" y="2934"/>
                    <a:pt x="2680" y="2913"/>
                    <a:pt x="2903" y="2870"/>
                  </a:cubicBezTo>
                  <a:lnTo>
                    <a:pt x="3437" y="535"/>
                  </a:lnTo>
                  <a:lnTo>
                    <a:pt x="3437" y="535"/>
                  </a:lnTo>
                  <a:cubicBezTo>
                    <a:pt x="3294" y="562"/>
                    <a:pt x="3149" y="575"/>
                    <a:pt x="3005" y="575"/>
                  </a:cubicBezTo>
                  <a:cubicBezTo>
                    <a:pt x="2445" y="575"/>
                    <a:pt x="1893" y="373"/>
                    <a:pt x="146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49"/>
            <p:cNvSpPr/>
            <p:nvPr/>
          </p:nvSpPr>
          <p:spPr>
            <a:xfrm>
              <a:off x="4686025" y="4516175"/>
              <a:ext cx="90075" cy="93425"/>
            </a:xfrm>
            <a:custGeom>
              <a:rect b="b" l="l" r="r" t="t"/>
              <a:pathLst>
                <a:path extrusionOk="0" h="3737" w="3603">
                  <a:moveTo>
                    <a:pt x="3036" y="1"/>
                  </a:moveTo>
                  <a:cubicBezTo>
                    <a:pt x="2669" y="334"/>
                    <a:pt x="2235" y="634"/>
                    <a:pt x="1801" y="901"/>
                  </a:cubicBezTo>
                  <a:cubicBezTo>
                    <a:pt x="1401" y="1135"/>
                    <a:pt x="1001" y="1301"/>
                    <a:pt x="567" y="1402"/>
                  </a:cubicBezTo>
                  <a:lnTo>
                    <a:pt x="0" y="3737"/>
                  </a:lnTo>
                  <a:cubicBezTo>
                    <a:pt x="634" y="3570"/>
                    <a:pt x="1234" y="3336"/>
                    <a:pt x="1801" y="3003"/>
                  </a:cubicBezTo>
                  <a:cubicBezTo>
                    <a:pt x="2435" y="2602"/>
                    <a:pt x="3036" y="2169"/>
                    <a:pt x="3603" y="1668"/>
                  </a:cubicBezTo>
                  <a:lnTo>
                    <a:pt x="3036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49"/>
            <p:cNvSpPr/>
            <p:nvPr/>
          </p:nvSpPr>
          <p:spPr>
            <a:xfrm>
              <a:off x="4772750" y="4435275"/>
              <a:ext cx="86750" cy="111775"/>
            </a:xfrm>
            <a:custGeom>
              <a:rect b="b" l="l" r="r" t="t"/>
              <a:pathLst>
                <a:path extrusionOk="0" h="4471" w="3470">
                  <a:moveTo>
                    <a:pt x="2002" y="1"/>
                  </a:moveTo>
                  <a:cubicBezTo>
                    <a:pt x="1501" y="1035"/>
                    <a:pt x="801" y="1969"/>
                    <a:pt x="0" y="2803"/>
                  </a:cubicBezTo>
                  <a:lnTo>
                    <a:pt x="567" y="4471"/>
                  </a:lnTo>
                  <a:cubicBezTo>
                    <a:pt x="1768" y="3270"/>
                    <a:pt x="2736" y="1902"/>
                    <a:pt x="3469" y="368"/>
                  </a:cubicBezTo>
                  <a:lnTo>
                    <a:pt x="200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49"/>
            <p:cNvSpPr/>
            <p:nvPr/>
          </p:nvSpPr>
          <p:spPr>
            <a:xfrm>
              <a:off x="4829450" y="4220125"/>
              <a:ext cx="64250" cy="108450"/>
            </a:xfrm>
            <a:custGeom>
              <a:rect b="b" l="l" r="r" t="t"/>
              <a:pathLst>
                <a:path extrusionOk="0" h="4338" w="2570">
                  <a:moveTo>
                    <a:pt x="1468" y="1"/>
                  </a:moveTo>
                  <a:lnTo>
                    <a:pt x="1" y="2102"/>
                  </a:lnTo>
                  <a:cubicBezTo>
                    <a:pt x="501" y="2736"/>
                    <a:pt x="768" y="3537"/>
                    <a:pt x="768" y="4337"/>
                  </a:cubicBezTo>
                  <a:lnTo>
                    <a:pt x="2569" y="3303"/>
                  </a:lnTo>
                  <a:cubicBezTo>
                    <a:pt x="2536" y="1869"/>
                    <a:pt x="2135" y="735"/>
                    <a:pt x="146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49"/>
            <p:cNvSpPr/>
            <p:nvPr/>
          </p:nvSpPr>
          <p:spPr>
            <a:xfrm>
              <a:off x="4829450" y="4315200"/>
              <a:ext cx="64250" cy="115100"/>
            </a:xfrm>
            <a:custGeom>
              <a:rect b="b" l="l" r="r" t="t"/>
              <a:pathLst>
                <a:path extrusionOk="0" h="4604" w="2570">
                  <a:moveTo>
                    <a:pt x="2569" y="0"/>
                  </a:moveTo>
                  <a:lnTo>
                    <a:pt x="768" y="1068"/>
                  </a:lnTo>
                  <a:cubicBezTo>
                    <a:pt x="701" y="2135"/>
                    <a:pt x="434" y="3203"/>
                    <a:pt x="1" y="4203"/>
                  </a:cubicBezTo>
                  <a:lnTo>
                    <a:pt x="1468" y="4604"/>
                  </a:lnTo>
                  <a:cubicBezTo>
                    <a:pt x="2135" y="3169"/>
                    <a:pt x="2502" y="1602"/>
                    <a:pt x="256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49"/>
            <p:cNvSpPr/>
            <p:nvPr/>
          </p:nvSpPr>
          <p:spPr>
            <a:xfrm>
              <a:off x="3259175" y="2889175"/>
              <a:ext cx="346700" cy="311925"/>
            </a:xfrm>
            <a:custGeom>
              <a:rect b="b" l="l" r="r" t="t"/>
              <a:pathLst>
                <a:path extrusionOk="0" h="12477" w="13868">
                  <a:moveTo>
                    <a:pt x="10908" y="1"/>
                  </a:moveTo>
                  <a:cubicBezTo>
                    <a:pt x="10741" y="1"/>
                    <a:pt x="10574" y="134"/>
                    <a:pt x="10541" y="301"/>
                  </a:cubicBezTo>
                  <a:lnTo>
                    <a:pt x="8273" y="5071"/>
                  </a:lnTo>
                  <a:cubicBezTo>
                    <a:pt x="8273" y="5071"/>
                    <a:pt x="8239" y="5104"/>
                    <a:pt x="8239" y="5104"/>
                  </a:cubicBezTo>
                  <a:cubicBezTo>
                    <a:pt x="8206" y="5104"/>
                    <a:pt x="8173" y="5071"/>
                    <a:pt x="8139" y="5004"/>
                  </a:cubicBezTo>
                  <a:lnTo>
                    <a:pt x="6004" y="1335"/>
                  </a:lnTo>
                  <a:cubicBezTo>
                    <a:pt x="5871" y="1035"/>
                    <a:pt x="5671" y="1035"/>
                    <a:pt x="5571" y="1035"/>
                  </a:cubicBezTo>
                  <a:cubicBezTo>
                    <a:pt x="5404" y="1068"/>
                    <a:pt x="5271" y="1201"/>
                    <a:pt x="5237" y="1368"/>
                  </a:cubicBezTo>
                  <a:lnTo>
                    <a:pt x="2869" y="8140"/>
                  </a:lnTo>
                  <a:cubicBezTo>
                    <a:pt x="2835" y="8206"/>
                    <a:pt x="2802" y="8240"/>
                    <a:pt x="2802" y="8240"/>
                  </a:cubicBezTo>
                  <a:cubicBezTo>
                    <a:pt x="2769" y="8240"/>
                    <a:pt x="2702" y="8240"/>
                    <a:pt x="2669" y="8173"/>
                  </a:cubicBezTo>
                  <a:lnTo>
                    <a:pt x="2068" y="7573"/>
                  </a:lnTo>
                  <a:cubicBezTo>
                    <a:pt x="1966" y="7471"/>
                    <a:pt x="1825" y="7427"/>
                    <a:pt x="1690" y="7427"/>
                  </a:cubicBezTo>
                  <a:cubicBezTo>
                    <a:pt x="1648" y="7427"/>
                    <a:pt x="1607" y="7431"/>
                    <a:pt x="1568" y="7439"/>
                  </a:cubicBezTo>
                  <a:cubicBezTo>
                    <a:pt x="1401" y="7506"/>
                    <a:pt x="1268" y="7639"/>
                    <a:pt x="1234" y="7840"/>
                  </a:cubicBezTo>
                  <a:lnTo>
                    <a:pt x="33" y="12209"/>
                  </a:lnTo>
                  <a:cubicBezTo>
                    <a:pt x="0" y="12343"/>
                    <a:pt x="67" y="12443"/>
                    <a:pt x="167" y="12476"/>
                  </a:cubicBezTo>
                  <a:lnTo>
                    <a:pt x="234" y="12476"/>
                  </a:lnTo>
                  <a:cubicBezTo>
                    <a:pt x="300" y="12476"/>
                    <a:pt x="400" y="12443"/>
                    <a:pt x="434" y="12343"/>
                  </a:cubicBezTo>
                  <a:lnTo>
                    <a:pt x="1635" y="7940"/>
                  </a:lnTo>
                  <a:cubicBezTo>
                    <a:pt x="1668" y="7873"/>
                    <a:pt x="1701" y="7840"/>
                    <a:pt x="1701" y="7840"/>
                  </a:cubicBezTo>
                  <a:cubicBezTo>
                    <a:pt x="1735" y="7840"/>
                    <a:pt x="1768" y="7840"/>
                    <a:pt x="1801" y="7873"/>
                  </a:cubicBezTo>
                  <a:lnTo>
                    <a:pt x="2435" y="8473"/>
                  </a:lnTo>
                  <a:cubicBezTo>
                    <a:pt x="2518" y="8584"/>
                    <a:pt x="2670" y="8649"/>
                    <a:pt x="2814" y="8649"/>
                  </a:cubicBezTo>
                  <a:cubicBezTo>
                    <a:pt x="2844" y="8649"/>
                    <a:pt x="2874" y="8646"/>
                    <a:pt x="2902" y="8640"/>
                  </a:cubicBezTo>
                  <a:cubicBezTo>
                    <a:pt x="3069" y="8573"/>
                    <a:pt x="3236" y="8440"/>
                    <a:pt x="3269" y="8273"/>
                  </a:cubicBezTo>
                  <a:lnTo>
                    <a:pt x="5604" y="1502"/>
                  </a:lnTo>
                  <a:cubicBezTo>
                    <a:pt x="5604" y="1502"/>
                    <a:pt x="5604" y="1468"/>
                    <a:pt x="5604" y="1468"/>
                  </a:cubicBezTo>
                  <a:cubicBezTo>
                    <a:pt x="5637" y="1502"/>
                    <a:pt x="5637" y="1502"/>
                    <a:pt x="5671" y="1535"/>
                  </a:cubicBezTo>
                  <a:lnTo>
                    <a:pt x="7806" y="5238"/>
                  </a:lnTo>
                  <a:cubicBezTo>
                    <a:pt x="7872" y="5404"/>
                    <a:pt x="8073" y="5538"/>
                    <a:pt x="8239" y="5538"/>
                  </a:cubicBezTo>
                  <a:cubicBezTo>
                    <a:pt x="8406" y="5505"/>
                    <a:pt x="8573" y="5404"/>
                    <a:pt x="8640" y="5238"/>
                  </a:cubicBezTo>
                  <a:lnTo>
                    <a:pt x="10875" y="468"/>
                  </a:lnTo>
                  <a:cubicBezTo>
                    <a:pt x="10908" y="434"/>
                    <a:pt x="10908" y="401"/>
                    <a:pt x="10908" y="401"/>
                  </a:cubicBezTo>
                  <a:cubicBezTo>
                    <a:pt x="10975" y="434"/>
                    <a:pt x="10975" y="468"/>
                    <a:pt x="11008" y="501"/>
                  </a:cubicBezTo>
                  <a:lnTo>
                    <a:pt x="13410" y="4671"/>
                  </a:lnTo>
                  <a:cubicBezTo>
                    <a:pt x="13452" y="4744"/>
                    <a:pt x="13517" y="4775"/>
                    <a:pt x="13582" y="4775"/>
                  </a:cubicBezTo>
                  <a:cubicBezTo>
                    <a:pt x="13725" y="4775"/>
                    <a:pt x="13868" y="4630"/>
                    <a:pt x="13777" y="4470"/>
                  </a:cubicBezTo>
                  <a:lnTo>
                    <a:pt x="11375" y="301"/>
                  </a:lnTo>
                  <a:cubicBezTo>
                    <a:pt x="11275" y="134"/>
                    <a:pt x="11108" y="1"/>
                    <a:pt x="1090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49"/>
            <p:cNvSpPr/>
            <p:nvPr/>
          </p:nvSpPr>
          <p:spPr>
            <a:xfrm>
              <a:off x="3265000" y="2973300"/>
              <a:ext cx="333600" cy="368725"/>
            </a:xfrm>
            <a:custGeom>
              <a:rect b="b" l="l" r="r" t="t"/>
              <a:pathLst>
                <a:path extrusionOk="0" h="14749" w="13344">
                  <a:moveTo>
                    <a:pt x="10724" y="0"/>
                  </a:moveTo>
                  <a:cubicBezTo>
                    <a:pt x="10646" y="0"/>
                    <a:pt x="10576" y="67"/>
                    <a:pt x="10541" y="205"/>
                  </a:cubicBezTo>
                  <a:lnTo>
                    <a:pt x="8140" y="7910"/>
                  </a:lnTo>
                  <a:cubicBezTo>
                    <a:pt x="8106" y="8044"/>
                    <a:pt x="8040" y="8110"/>
                    <a:pt x="7960" y="8110"/>
                  </a:cubicBezTo>
                  <a:cubicBezTo>
                    <a:pt x="7881" y="8110"/>
                    <a:pt x="7790" y="8044"/>
                    <a:pt x="7706" y="7910"/>
                  </a:cubicBezTo>
                  <a:lnTo>
                    <a:pt x="5571" y="4241"/>
                  </a:lnTo>
                  <a:cubicBezTo>
                    <a:pt x="5505" y="4108"/>
                    <a:pt x="5421" y="4041"/>
                    <a:pt x="5346" y="4041"/>
                  </a:cubicBezTo>
                  <a:cubicBezTo>
                    <a:pt x="5271" y="4041"/>
                    <a:pt x="5204" y="4108"/>
                    <a:pt x="5171" y="4241"/>
                  </a:cubicBezTo>
                  <a:lnTo>
                    <a:pt x="2803" y="11013"/>
                  </a:lnTo>
                  <a:cubicBezTo>
                    <a:pt x="2771" y="11122"/>
                    <a:pt x="2718" y="11180"/>
                    <a:pt x="2657" y="11180"/>
                  </a:cubicBezTo>
                  <a:cubicBezTo>
                    <a:pt x="2587" y="11180"/>
                    <a:pt x="2507" y="11105"/>
                    <a:pt x="2436" y="10946"/>
                  </a:cubicBezTo>
                  <a:lnTo>
                    <a:pt x="1535" y="8644"/>
                  </a:lnTo>
                  <a:cubicBezTo>
                    <a:pt x="1466" y="8490"/>
                    <a:pt x="1398" y="8415"/>
                    <a:pt x="1334" y="8415"/>
                  </a:cubicBezTo>
                  <a:cubicBezTo>
                    <a:pt x="1273" y="8415"/>
                    <a:pt x="1217" y="8481"/>
                    <a:pt x="1168" y="8611"/>
                  </a:cubicBezTo>
                  <a:lnTo>
                    <a:pt x="1" y="13014"/>
                  </a:lnTo>
                  <a:lnTo>
                    <a:pt x="1" y="14749"/>
                  </a:lnTo>
                  <a:lnTo>
                    <a:pt x="13343" y="7043"/>
                  </a:lnTo>
                  <a:lnTo>
                    <a:pt x="13343" y="3240"/>
                  </a:lnTo>
                  <a:lnTo>
                    <a:pt x="10942" y="171"/>
                  </a:lnTo>
                  <a:cubicBezTo>
                    <a:pt x="10877" y="59"/>
                    <a:pt x="10797" y="0"/>
                    <a:pt x="1072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49"/>
            <p:cNvSpPr/>
            <p:nvPr/>
          </p:nvSpPr>
          <p:spPr>
            <a:xfrm>
              <a:off x="3378425" y="2897600"/>
              <a:ext cx="40050" cy="51250"/>
            </a:xfrm>
            <a:custGeom>
              <a:rect b="b" l="l" r="r" t="t"/>
              <a:pathLst>
                <a:path extrusionOk="0" h="2050" w="1602">
                  <a:moveTo>
                    <a:pt x="1144" y="0"/>
                  </a:moveTo>
                  <a:cubicBezTo>
                    <a:pt x="1040" y="0"/>
                    <a:pt x="923" y="32"/>
                    <a:pt x="801" y="97"/>
                  </a:cubicBezTo>
                  <a:cubicBezTo>
                    <a:pt x="334" y="397"/>
                    <a:pt x="34" y="931"/>
                    <a:pt x="0" y="1465"/>
                  </a:cubicBezTo>
                  <a:cubicBezTo>
                    <a:pt x="0" y="1839"/>
                    <a:pt x="181" y="2050"/>
                    <a:pt x="438" y="2050"/>
                  </a:cubicBezTo>
                  <a:cubicBezTo>
                    <a:pt x="548" y="2050"/>
                    <a:pt x="671" y="2012"/>
                    <a:pt x="801" y="1932"/>
                  </a:cubicBezTo>
                  <a:cubicBezTo>
                    <a:pt x="1268" y="1632"/>
                    <a:pt x="1568" y="1131"/>
                    <a:pt x="1601" y="564"/>
                  </a:cubicBezTo>
                  <a:cubicBezTo>
                    <a:pt x="1601" y="205"/>
                    <a:pt x="1412" y="0"/>
                    <a:pt x="114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49"/>
            <p:cNvSpPr/>
            <p:nvPr/>
          </p:nvSpPr>
          <p:spPr>
            <a:xfrm>
              <a:off x="3246650" y="3171375"/>
              <a:ext cx="401975" cy="235700"/>
            </a:xfrm>
            <a:custGeom>
              <a:rect b="b" l="l" r="r" t="t"/>
              <a:pathLst>
                <a:path extrusionOk="0" h="9428" w="16079">
                  <a:moveTo>
                    <a:pt x="15872" y="1"/>
                  </a:moveTo>
                  <a:cubicBezTo>
                    <a:pt x="15836" y="1"/>
                    <a:pt x="15803" y="8"/>
                    <a:pt x="15779" y="21"/>
                  </a:cubicBezTo>
                  <a:lnTo>
                    <a:pt x="134" y="9060"/>
                  </a:lnTo>
                  <a:cubicBezTo>
                    <a:pt x="34" y="9127"/>
                    <a:pt x="1" y="9227"/>
                    <a:pt x="67" y="9327"/>
                  </a:cubicBezTo>
                  <a:cubicBezTo>
                    <a:pt x="101" y="9394"/>
                    <a:pt x="168" y="9427"/>
                    <a:pt x="234" y="9427"/>
                  </a:cubicBezTo>
                  <a:cubicBezTo>
                    <a:pt x="268" y="9427"/>
                    <a:pt x="301" y="9427"/>
                    <a:pt x="334" y="9394"/>
                  </a:cubicBezTo>
                  <a:lnTo>
                    <a:pt x="15979" y="388"/>
                  </a:lnTo>
                  <a:cubicBezTo>
                    <a:pt x="16079" y="321"/>
                    <a:pt x="16079" y="187"/>
                    <a:pt x="16046" y="87"/>
                  </a:cubicBezTo>
                  <a:cubicBezTo>
                    <a:pt x="16003" y="24"/>
                    <a:pt x="15934" y="1"/>
                    <a:pt x="1587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49"/>
            <p:cNvSpPr/>
            <p:nvPr/>
          </p:nvSpPr>
          <p:spPr>
            <a:xfrm>
              <a:off x="3440950" y="3284675"/>
              <a:ext cx="10875" cy="205800"/>
            </a:xfrm>
            <a:custGeom>
              <a:rect b="b" l="l" r="r" t="t"/>
              <a:pathLst>
                <a:path extrusionOk="0" h="8232" w="435">
                  <a:moveTo>
                    <a:pt x="201" y="0"/>
                  </a:moveTo>
                  <a:cubicBezTo>
                    <a:pt x="101" y="0"/>
                    <a:pt x="1" y="75"/>
                    <a:pt x="1" y="225"/>
                  </a:cubicBezTo>
                  <a:lnTo>
                    <a:pt x="1" y="8031"/>
                  </a:lnTo>
                  <a:cubicBezTo>
                    <a:pt x="1" y="8131"/>
                    <a:pt x="68" y="8231"/>
                    <a:pt x="201" y="8231"/>
                  </a:cubicBezTo>
                  <a:cubicBezTo>
                    <a:pt x="301" y="8231"/>
                    <a:pt x="435" y="8131"/>
                    <a:pt x="401" y="8031"/>
                  </a:cubicBezTo>
                  <a:lnTo>
                    <a:pt x="401" y="225"/>
                  </a:lnTo>
                  <a:cubicBezTo>
                    <a:pt x="401" y="75"/>
                    <a:pt x="301" y="0"/>
                    <a:pt x="20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49"/>
            <p:cNvSpPr/>
            <p:nvPr/>
          </p:nvSpPr>
          <p:spPr>
            <a:xfrm>
              <a:off x="3843750" y="1640775"/>
              <a:ext cx="301900" cy="466775"/>
            </a:xfrm>
            <a:custGeom>
              <a:rect b="b" l="l" r="r" t="t"/>
              <a:pathLst>
                <a:path extrusionOk="0" h="18671" w="12076">
                  <a:moveTo>
                    <a:pt x="7639" y="1"/>
                  </a:moveTo>
                  <a:lnTo>
                    <a:pt x="7638" y="7"/>
                  </a:lnTo>
                  <a:lnTo>
                    <a:pt x="7638" y="7"/>
                  </a:lnTo>
                  <a:cubicBezTo>
                    <a:pt x="7650" y="5"/>
                    <a:pt x="7661" y="3"/>
                    <a:pt x="7673" y="1"/>
                  </a:cubicBezTo>
                  <a:close/>
                  <a:moveTo>
                    <a:pt x="7638" y="7"/>
                  </a:moveTo>
                  <a:lnTo>
                    <a:pt x="7638" y="7"/>
                  </a:lnTo>
                  <a:cubicBezTo>
                    <a:pt x="7116" y="111"/>
                    <a:pt x="6595" y="340"/>
                    <a:pt x="6138" y="601"/>
                  </a:cubicBezTo>
                  <a:cubicBezTo>
                    <a:pt x="2736" y="2569"/>
                    <a:pt x="0" y="8040"/>
                    <a:pt x="0" y="12843"/>
                  </a:cubicBezTo>
                  <a:cubicBezTo>
                    <a:pt x="0" y="16486"/>
                    <a:pt x="1573" y="18670"/>
                    <a:pt x="3817" y="18670"/>
                  </a:cubicBezTo>
                  <a:cubicBezTo>
                    <a:pt x="4532" y="18670"/>
                    <a:pt x="5316" y="18448"/>
                    <a:pt x="6138" y="17980"/>
                  </a:cubicBezTo>
                  <a:cubicBezTo>
                    <a:pt x="9007" y="16313"/>
                    <a:pt x="11409" y="12143"/>
                    <a:pt x="12076" y="8007"/>
                  </a:cubicBezTo>
                  <a:lnTo>
                    <a:pt x="12076" y="8007"/>
                  </a:lnTo>
                  <a:lnTo>
                    <a:pt x="10408" y="8373"/>
                  </a:lnTo>
                  <a:cubicBezTo>
                    <a:pt x="9908" y="11342"/>
                    <a:pt x="8173" y="14311"/>
                    <a:pt x="6138" y="15512"/>
                  </a:cubicBezTo>
                  <a:cubicBezTo>
                    <a:pt x="5552" y="15849"/>
                    <a:pt x="4994" y="16008"/>
                    <a:pt x="4483" y="16008"/>
                  </a:cubicBezTo>
                  <a:cubicBezTo>
                    <a:pt x="2870" y="16008"/>
                    <a:pt x="1735" y="14419"/>
                    <a:pt x="1735" y="11809"/>
                  </a:cubicBezTo>
                  <a:cubicBezTo>
                    <a:pt x="1768" y="8407"/>
                    <a:pt x="3703" y="4471"/>
                    <a:pt x="6138" y="3070"/>
                  </a:cubicBezTo>
                  <a:cubicBezTo>
                    <a:pt x="6472" y="2870"/>
                    <a:pt x="6839" y="2736"/>
                    <a:pt x="7239" y="2636"/>
                  </a:cubicBezTo>
                  <a:lnTo>
                    <a:pt x="7638" y="7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49"/>
            <p:cNvSpPr/>
            <p:nvPr/>
          </p:nvSpPr>
          <p:spPr>
            <a:xfrm>
              <a:off x="3931300" y="1772575"/>
              <a:ext cx="131800" cy="200950"/>
            </a:xfrm>
            <a:custGeom>
              <a:rect b="b" l="l" r="r" t="t"/>
              <a:pathLst>
                <a:path extrusionOk="0" h="8038" w="5272">
                  <a:moveTo>
                    <a:pt x="3640" y="1"/>
                  </a:moveTo>
                  <a:cubicBezTo>
                    <a:pt x="3332" y="1"/>
                    <a:pt x="2993" y="97"/>
                    <a:pt x="2636" y="299"/>
                  </a:cubicBezTo>
                  <a:cubicBezTo>
                    <a:pt x="1168" y="1133"/>
                    <a:pt x="1" y="3502"/>
                    <a:pt x="1" y="5537"/>
                  </a:cubicBezTo>
                  <a:cubicBezTo>
                    <a:pt x="1" y="7102"/>
                    <a:pt x="670" y="8037"/>
                    <a:pt x="1632" y="8037"/>
                  </a:cubicBezTo>
                  <a:cubicBezTo>
                    <a:pt x="1941" y="8037"/>
                    <a:pt x="2280" y="7941"/>
                    <a:pt x="2636" y="7738"/>
                  </a:cubicBezTo>
                  <a:cubicBezTo>
                    <a:pt x="4104" y="6904"/>
                    <a:pt x="5271" y="4536"/>
                    <a:pt x="5271" y="2501"/>
                  </a:cubicBezTo>
                  <a:cubicBezTo>
                    <a:pt x="5271" y="935"/>
                    <a:pt x="4602" y="1"/>
                    <a:pt x="364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49"/>
            <p:cNvSpPr/>
            <p:nvPr/>
          </p:nvSpPr>
          <p:spPr>
            <a:xfrm>
              <a:off x="4046400" y="1614450"/>
              <a:ext cx="125950" cy="211500"/>
            </a:xfrm>
            <a:custGeom>
              <a:rect b="b" l="l" r="r" t="t"/>
              <a:pathLst>
                <a:path extrusionOk="0" h="8460" w="5038">
                  <a:moveTo>
                    <a:pt x="1194" y="0"/>
                  </a:moveTo>
                  <a:cubicBezTo>
                    <a:pt x="937" y="0"/>
                    <a:pt x="673" y="29"/>
                    <a:pt x="401" y="86"/>
                  </a:cubicBezTo>
                  <a:lnTo>
                    <a:pt x="0" y="2755"/>
                  </a:lnTo>
                  <a:cubicBezTo>
                    <a:pt x="204" y="2709"/>
                    <a:pt x="402" y="2686"/>
                    <a:pt x="593" y="2686"/>
                  </a:cubicBezTo>
                  <a:cubicBezTo>
                    <a:pt x="2186" y="2686"/>
                    <a:pt x="3303" y="4267"/>
                    <a:pt x="3303" y="6858"/>
                  </a:cubicBezTo>
                  <a:cubicBezTo>
                    <a:pt x="3269" y="7392"/>
                    <a:pt x="3236" y="7925"/>
                    <a:pt x="3136" y="8459"/>
                  </a:cubicBezTo>
                  <a:lnTo>
                    <a:pt x="4837" y="8092"/>
                  </a:lnTo>
                  <a:cubicBezTo>
                    <a:pt x="4970" y="7325"/>
                    <a:pt x="5037" y="6591"/>
                    <a:pt x="5037" y="5824"/>
                  </a:cubicBezTo>
                  <a:cubicBezTo>
                    <a:pt x="5037" y="2199"/>
                    <a:pt x="3450" y="0"/>
                    <a:pt x="119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49"/>
            <p:cNvSpPr/>
            <p:nvPr/>
          </p:nvSpPr>
          <p:spPr>
            <a:xfrm>
              <a:off x="3926300" y="2398000"/>
              <a:ext cx="45075" cy="356950"/>
            </a:xfrm>
            <a:custGeom>
              <a:rect b="b" l="l" r="r" t="t"/>
              <a:pathLst>
                <a:path extrusionOk="0" h="14278" w="1803">
                  <a:moveTo>
                    <a:pt x="1802" y="0"/>
                  </a:moveTo>
                  <a:lnTo>
                    <a:pt x="1" y="1034"/>
                  </a:lnTo>
                  <a:lnTo>
                    <a:pt x="1" y="14277"/>
                  </a:lnTo>
                  <a:lnTo>
                    <a:pt x="1802" y="13243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49"/>
            <p:cNvSpPr/>
            <p:nvPr/>
          </p:nvSpPr>
          <p:spPr>
            <a:xfrm>
              <a:off x="4179000" y="2428025"/>
              <a:ext cx="45050" cy="180975"/>
            </a:xfrm>
            <a:custGeom>
              <a:rect b="b" l="l" r="r" t="t"/>
              <a:pathLst>
                <a:path extrusionOk="0" h="7239" w="1802">
                  <a:moveTo>
                    <a:pt x="1801" y="0"/>
                  </a:moveTo>
                  <a:lnTo>
                    <a:pt x="0" y="1034"/>
                  </a:lnTo>
                  <a:lnTo>
                    <a:pt x="0" y="7239"/>
                  </a:lnTo>
                  <a:lnTo>
                    <a:pt x="1801" y="6204"/>
                  </a:lnTo>
                  <a:lnTo>
                    <a:pt x="1801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49"/>
            <p:cNvSpPr/>
            <p:nvPr/>
          </p:nvSpPr>
          <p:spPr>
            <a:xfrm>
              <a:off x="4116450" y="2378800"/>
              <a:ext cx="44225" cy="266900"/>
            </a:xfrm>
            <a:custGeom>
              <a:rect b="b" l="l" r="r" t="t"/>
              <a:pathLst>
                <a:path extrusionOk="0" h="10676" w="1769">
                  <a:moveTo>
                    <a:pt x="1768" y="1"/>
                  </a:moveTo>
                  <a:lnTo>
                    <a:pt x="0" y="1035"/>
                  </a:lnTo>
                  <a:lnTo>
                    <a:pt x="0" y="10675"/>
                  </a:lnTo>
                  <a:lnTo>
                    <a:pt x="1768" y="9641"/>
                  </a:lnTo>
                  <a:lnTo>
                    <a:pt x="176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49"/>
            <p:cNvSpPr/>
            <p:nvPr/>
          </p:nvSpPr>
          <p:spPr>
            <a:xfrm>
              <a:off x="4053075" y="2529750"/>
              <a:ext cx="45050" cy="152625"/>
            </a:xfrm>
            <a:custGeom>
              <a:rect b="b" l="l" r="r" t="t"/>
              <a:pathLst>
                <a:path extrusionOk="0" h="6105" w="1802">
                  <a:moveTo>
                    <a:pt x="1801" y="1"/>
                  </a:moveTo>
                  <a:lnTo>
                    <a:pt x="0" y="1035"/>
                  </a:lnTo>
                  <a:lnTo>
                    <a:pt x="0" y="6105"/>
                  </a:lnTo>
                  <a:lnTo>
                    <a:pt x="1801" y="5071"/>
                  </a:lnTo>
                  <a:lnTo>
                    <a:pt x="180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49"/>
            <p:cNvSpPr/>
            <p:nvPr/>
          </p:nvSpPr>
          <p:spPr>
            <a:xfrm>
              <a:off x="3989675" y="2526425"/>
              <a:ext cx="45075" cy="192650"/>
            </a:xfrm>
            <a:custGeom>
              <a:rect b="b" l="l" r="r" t="t"/>
              <a:pathLst>
                <a:path extrusionOk="0" h="7706" w="1803">
                  <a:moveTo>
                    <a:pt x="1802" y="0"/>
                  </a:moveTo>
                  <a:lnTo>
                    <a:pt x="1" y="1034"/>
                  </a:lnTo>
                  <a:lnTo>
                    <a:pt x="1" y="7706"/>
                  </a:lnTo>
                  <a:lnTo>
                    <a:pt x="1802" y="6638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49"/>
            <p:cNvSpPr/>
            <p:nvPr/>
          </p:nvSpPr>
          <p:spPr>
            <a:xfrm>
              <a:off x="3892950" y="2572400"/>
              <a:ext cx="404450" cy="235900"/>
            </a:xfrm>
            <a:custGeom>
              <a:rect b="b" l="l" r="r" t="t"/>
              <a:pathLst>
                <a:path extrusionOk="0" h="9436" w="16178">
                  <a:moveTo>
                    <a:pt x="15880" y="0"/>
                  </a:moveTo>
                  <a:cubicBezTo>
                    <a:pt x="15848" y="0"/>
                    <a:pt x="15813" y="9"/>
                    <a:pt x="15778" y="29"/>
                  </a:cubicBezTo>
                  <a:lnTo>
                    <a:pt x="134" y="9069"/>
                  </a:lnTo>
                  <a:cubicBezTo>
                    <a:pt x="34" y="9102"/>
                    <a:pt x="1" y="9236"/>
                    <a:pt x="67" y="9336"/>
                  </a:cubicBezTo>
                  <a:cubicBezTo>
                    <a:pt x="101" y="9403"/>
                    <a:pt x="167" y="9436"/>
                    <a:pt x="234" y="9436"/>
                  </a:cubicBezTo>
                  <a:cubicBezTo>
                    <a:pt x="267" y="9436"/>
                    <a:pt x="301" y="9436"/>
                    <a:pt x="334" y="9403"/>
                  </a:cubicBezTo>
                  <a:lnTo>
                    <a:pt x="15979" y="396"/>
                  </a:lnTo>
                  <a:cubicBezTo>
                    <a:pt x="16177" y="283"/>
                    <a:pt x="16062" y="0"/>
                    <a:pt x="1588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49"/>
            <p:cNvSpPr/>
            <p:nvPr/>
          </p:nvSpPr>
          <p:spPr>
            <a:xfrm>
              <a:off x="4087250" y="2685900"/>
              <a:ext cx="10875" cy="205800"/>
            </a:xfrm>
            <a:custGeom>
              <a:rect b="b" l="l" r="r" t="t"/>
              <a:pathLst>
                <a:path extrusionOk="0" h="8232" w="435">
                  <a:moveTo>
                    <a:pt x="201" y="1"/>
                  </a:moveTo>
                  <a:cubicBezTo>
                    <a:pt x="101" y="1"/>
                    <a:pt x="1" y="76"/>
                    <a:pt x="1" y="226"/>
                  </a:cubicBezTo>
                  <a:lnTo>
                    <a:pt x="1" y="8032"/>
                  </a:lnTo>
                  <a:cubicBezTo>
                    <a:pt x="1" y="8132"/>
                    <a:pt x="101" y="8232"/>
                    <a:pt x="201" y="8232"/>
                  </a:cubicBezTo>
                  <a:cubicBezTo>
                    <a:pt x="334" y="8232"/>
                    <a:pt x="434" y="8132"/>
                    <a:pt x="401" y="8032"/>
                  </a:cubicBezTo>
                  <a:lnTo>
                    <a:pt x="401" y="226"/>
                  </a:lnTo>
                  <a:cubicBezTo>
                    <a:pt x="401" y="76"/>
                    <a:pt x="301" y="1"/>
                    <a:pt x="20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49"/>
            <p:cNvSpPr/>
            <p:nvPr/>
          </p:nvSpPr>
          <p:spPr>
            <a:xfrm>
              <a:off x="5191375" y="1351250"/>
              <a:ext cx="205175" cy="37700"/>
            </a:xfrm>
            <a:custGeom>
              <a:rect b="b" l="l" r="r" t="t"/>
              <a:pathLst>
                <a:path extrusionOk="0" h="1508" w="8207">
                  <a:moveTo>
                    <a:pt x="194" y="0"/>
                  </a:moveTo>
                  <a:cubicBezTo>
                    <a:pt x="109" y="0"/>
                    <a:pt x="34" y="87"/>
                    <a:pt x="34" y="174"/>
                  </a:cubicBezTo>
                  <a:cubicBezTo>
                    <a:pt x="1" y="274"/>
                    <a:pt x="67" y="374"/>
                    <a:pt x="201" y="374"/>
                  </a:cubicBezTo>
                  <a:lnTo>
                    <a:pt x="8006" y="1508"/>
                  </a:lnTo>
                  <a:lnTo>
                    <a:pt x="8040" y="1508"/>
                  </a:lnTo>
                  <a:cubicBezTo>
                    <a:pt x="8106" y="1508"/>
                    <a:pt x="8206" y="1441"/>
                    <a:pt x="8206" y="1341"/>
                  </a:cubicBezTo>
                  <a:cubicBezTo>
                    <a:pt x="8206" y="1241"/>
                    <a:pt x="8140" y="1141"/>
                    <a:pt x="8040" y="1141"/>
                  </a:cubicBezTo>
                  <a:lnTo>
                    <a:pt x="234" y="7"/>
                  </a:lnTo>
                  <a:cubicBezTo>
                    <a:pt x="221" y="2"/>
                    <a:pt x="207" y="0"/>
                    <a:pt x="19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49"/>
            <p:cNvSpPr/>
            <p:nvPr/>
          </p:nvSpPr>
          <p:spPr>
            <a:xfrm>
              <a:off x="5449050" y="2423625"/>
              <a:ext cx="252725" cy="47100"/>
            </a:xfrm>
            <a:custGeom>
              <a:rect b="b" l="l" r="r" t="t"/>
              <a:pathLst>
                <a:path extrusionOk="0" h="1884" w="10109">
                  <a:moveTo>
                    <a:pt x="183" y="1"/>
                  </a:moveTo>
                  <a:cubicBezTo>
                    <a:pt x="103" y="1"/>
                    <a:pt x="34" y="66"/>
                    <a:pt x="34" y="176"/>
                  </a:cubicBezTo>
                  <a:cubicBezTo>
                    <a:pt x="1" y="276"/>
                    <a:pt x="68" y="343"/>
                    <a:pt x="201" y="376"/>
                  </a:cubicBezTo>
                  <a:lnTo>
                    <a:pt x="9841" y="1877"/>
                  </a:lnTo>
                  <a:lnTo>
                    <a:pt x="9875" y="1877"/>
                  </a:lnTo>
                  <a:cubicBezTo>
                    <a:pt x="9888" y="1882"/>
                    <a:pt x="9902" y="1884"/>
                    <a:pt x="9915" y="1884"/>
                  </a:cubicBezTo>
                  <a:cubicBezTo>
                    <a:pt x="10000" y="1884"/>
                    <a:pt x="10075" y="1797"/>
                    <a:pt x="10075" y="1710"/>
                  </a:cubicBezTo>
                  <a:cubicBezTo>
                    <a:pt x="10108" y="1610"/>
                    <a:pt x="10041" y="1510"/>
                    <a:pt x="9908" y="1510"/>
                  </a:cubicBezTo>
                  <a:lnTo>
                    <a:pt x="234" y="9"/>
                  </a:lnTo>
                  <a:cubicBezTo>
                    <a:pt x="217" y="4"/>
                    <a:pt x="200" y="1"/>
                    <a:pt x="18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49"/>
            <p:cNvSpPr/>
            <p:nvPr/>
          </p:nvSpPr>
          <p:spPr>
            <a:xfrm>
              <a:off x="4833625" y="1974475"/>
              <a:ext cx="163550" cy="88300"/>
            </a:xfrm>
            <a:custGeom>
              <a:rect b="b" l="l" r="r" t="t"/>
              <a:pathLst>
                <a:path extrusionOk="0" h="3532" w="6542">
                  <a:moveTo>
                    <a:pt x="6272" y="0"/>
                  </a:moveTo>
                  <a:cubicBezTo>
                    <a:pt x="6240" y="0"/>
                    <a:pt x="6207" y="9"/>
                    <a:pt x="6171" y="29"/>
                  </a:cubicBezTo>
                  <a:lnTo>
                    <a:pt x="100" y="3165"/>
                  </a:lnTo>
                  <a:cubicBezTo>
                    <a:pt x="34" y="3231"/>
                    <a:pt x="0" y="3331"/>
                    <a:pt x="34" y="3432"/>
                  </a:cubicBezTo>
                  <a:cubicBezTo>
                    <a:pt x="67" y="3498"/>
                    <a:pt x="134" y="3532"/>
                    <a:pt x="201" y="3532"/>
                  </a:cubicBezTo>
                  <a:lnTo>
                    <a:pt x="301" y="3532"/>
                  </a:lnTo>
                  <a:lnTo>
                    <a:pt x="6372" y="363"/>
                  </a:lnTo>
                  <a:cubicBezTo>
                    <a:pt x="6542" y="278"/>
                    <a:pt x="6447" y="0"/>
                    <a:pt x="627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49"/>
            <p:cNvSpPr/>
            <p:nvPr/>
          </p:nvSpPr>
          <p:spPr>
            <a:xfrm>
              <a:off x="4648900" y="2318550"/>
              <a:ext cx="10875" cy="148675"/>
            </a:xfrm>
            <a:custGeom>
              <a:rect b="b" l="l" r="r" t="t"/>
              <a:pathLst>
                <a:path extrusionOk="0" h="5947" w="435">
                  <a:moveTo>
                    <a:pt x="218" y="1"/>
                  </a:moveTo>
                  <a:cubicBezTo>
                    <a:pt x="109" y="1"/>
                    <a:pt x="1" y="59"/>
                    <a:pt x="17" y="176"/>
                  </a:cubicBezTo>
                  <a:lnTo>
                    <a:pt x="17" y="5747"/>
                  </a:lnTo>
                  <a:cubicBezTo>
                    <a:pt x="17" y="5847"/>
                    <a:pt x="118" y="5947"/>
                    <a:pt x="218" y="5947"/>
                  </a:cubicBezTo>
                  <a:cubicBezTo>
                    <a:pt x="318" y="5947"/>
                    <a:pt x="418" y="5847"/>
                    <a:pt x="418" y="5747"/>
                  </a:cubicBezTo>
                  <a:lnTo>
                    <a:pt x="418" y="176"/>
                  </a:lnTo>
                  <a:cubicBezTo>
                    <a:pt x="434" y="59"/>
                    <a:pt x="326" y="1"/>
                    <a:pt x="21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49"/>
            <p:cNvSpPr/>
            <p:nvPr/>
          </p:nvSpPr>
          <p:spPr>
            <a:xfrm>
              <a:off x="4799925" y="3728700"/>
              <a:ext cx="454025" cy="229600"/>
            </a:xfrm>
            <a:custGeom>
              <a:rect b="b" l="l" r="r" t="t"/>
              <a:pathLst>
                <a:path extrusionOk="0" h="9184" w="18161">
                  <a:moveTo>
                    <a:pt x="282" y="1"/>
                  </a:moveTo>
                  <a:cubicBezTo>
                    <a:pt x="91" y="1"/>
                    <a:pt x="0" y="254"/>
                    <a:pt x="181" y="344"/>
                  </a:cubicBezTo>
                  <a:lnTo>
                    <a:pt x="17793" y="9184"/>
                  </a:lnTo>
                  <a:lnTo>
                    <a:pt x="17860" y="9184"/>
                  </a:lnTo>
                  <a:cubicBezTo>
                    <a:pt x="18060" y="9184"/>
                    <a:pt x="18160" y="8917"/>
                    <a:pt x="17960" y="8817"/>
                  </a:cubicBezTo>
                  <a:lnTo>
                    <a:pt x="348" y="10"/>
                  </a:lnTo>
                  <a:cubicBezTo>
                    <a:pt x="325" y="4"/>
                    <a:pt x="303" y="1"/>
                    <a:pt x="28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49"/>
            <p:cNvSpPr/>
            <p:nvPr/>
          </p:nvSpPr>
          <p:spPr>
            <a:xfrm>
              <a:off x="3429200" y="4345800"/>
              <a:ext cx="178575" cy="208750"/>
            </a:xfrm>
            <a:custGeom>
              <a:rect b="b" l="l" r="r" t="t"/>
              <a:pathLst>
                <a:path extrusionOk="0" h="8350" w="7143">
                  <a:moveTo>
                    <a:pt x="253" y="1"/>
                  </a:moveTo>
                  <a:cubicBezTo>
                    <a:pt x="117" y="1"/>
                    <a:pt x="1" y="156"/>
                    <a:pt x="104" y="311"/>
                  </a:cubicBezTo>
                  <a:lnTo>
                    <a:pt x="6775" y="8283"/>
                  </a:lnTo>
                  <a:cubicBezTo>
                    <a:pt x="6809" y="8350"/>
                    <a:pt x="6876" y="8350"/>
                    <a:pt x="6942" y="8350"/>
                  </a:cubicBezTo>
                  <a:cubicBezTo>
                    <a:pt x="6976" y="8350"/>
                    <a:pt x="7009" y="8350"/>
                    <a:pt x="7042" y="8317"/>
                  </a:cubicBezTo>
                  <a:cubicBezTo>
                    <a:pt x="7142" y="8250"/>
                    <a:pt x="7142" y="8116"/>
                    <a:pt x="7076" y="8050"/>
                  </a:cubicBezTo>
                  <a:lnTo>
                    <a:pt x="371" y="44"/>
                  </a:lnTo>
                  <a:cubicBezTo>
                    <a:pt x="333" y="14"/>
                    <a:pt x="292" y="1"/>
                    <a:pt x="25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49"/>
            <p:cNvSpPr/>
            <p:nvPr/>
          </p:nvSpPr>
          <p:spPr>
            <a:xfrm>
              <a:off x="3802050" y="4453300"/>
              <a:ext cx="191000" cy="148800"/>
            </a:xfrm>
            <a:custGeom>
              <a:rect b="b" l="l" r="r" t="t"/>
              <a:pathLst>
                <a:path extrusionOk="0" h="5952" w="7640">
                  <a:moveTo>
                    <a:pt x="7438" y="1"/>
                  </a:moveTo>
                  <a:cubicBezTo>
                    <a:pt x="7396" y="1"/>
                    <a:pt x="7351" y="17"/>
                    <a:pt x="7306" y="47"/>
                  </a:cubicBezTo>
                  <a:lnTo>
                    <a:pt x="101" y="5584"/>
                  </a:lnTo>
                  <a:cubicBezTo>
                    <a:pt x="34" y="5651"/>
                    <a:pt x="1" y="5785"/>
                    <a:pt x="67" y="5851"/>
                  </a:cubicBezTo>
                  <a:cubicBezTo>
                    <a:pt x="101" y="5918"/>
                    <a:pt x="167" y="5951"/>
                    <a:pt x="234" y="5951"/>
                  </a:cubicBezTo>
                  <a:cubicBezTo>
                    <a:pt x="267" y="5951"/>
                    <a:pt x="301" y="5918"/>
                    <a:pt x="334" y="5885"/>
                  </a:cubicBezTo>
                  <a:lnTo>
                    <a:pt x="7539" y="347"/>
                  </a:lnTo>
                  <a:cubicBezTo>
                    <a:pt x="7639" y="281"/>
                    <a:pt x="7639" y="147"/>
                    <a:pt x="7573" y="80"/>
                  </a:cubicBezTo>
                  <a:cubicBezTo>
                    <a:pt x="7536" y="25"/>
                    <a:pt x="7489" y="1"/>
                    <a:pt x="743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49"/>
            <p:cNvSpPr/>
            <p:nvPr/>
          </p:nvSpPr>
          <p:spPr>
            <a:xfrm>
              <a:off x="4185650" y="1864275"/>
              <a:ext cx="321100" cy="8375"/>
            </a:xfrm>
            <a:custGeom>
              <a:rect b="b" l="l" r="r" t="t"/>
              <a:pathLst>
                <a:path extrusionOk="0" h="335" w="12844">
                  <a:moveTo>
                    <a:pt x="12643" y="1"/>
                  </a:moveTo>
                  <a:lnTo>
                    <a:pt x="201" y="101"/>
                  </a:lnTo>
                  <a:cubicBezTo>
                    <a:pt x="101" y="101"/>
                    <a:pt x="1" y="134"/>
                    <a:pt x="34" y="201"/>
                  </a:cubicBezTo>
                  <a:cubicBezTo>
                    <a:pt x="34" y="267"/>
                    <a:pt x="101" y="334"/>
                    <a:pt x="201" y="334"/>
                  </a:cubicBezTo>
                  <a:lnTo>
                    <a:pt x="12643" y="234"/>
                  </a:lnTo>
                  <a:cubicBezTo>
                    <a:pt x="12743" y="234"/>
                    <a:pt x="12843" y="201"/>
                    <a:pt x="12843" y="134"/>
                  </a:cubicBezTo>
                  <a:cubicBezTo>
                    <a:pt x="12843" y="67"/>
                    <a:pt x="12743" y="1"/>
                    <a:pt x="1264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49"/>
            <p:cNvSpPr/>
            <p:nvPr/>
          </p:nvSpPr>
          <p:spPr>
            <a:xfrm>
              <a:off x="4715200" y="3815500"/>
              <a:ext cx="13375" cy="352950"/>
            </a:xfrm>
            <a:custGeom>
              <a:rect b="b" l="l" r="r" t="t"/>
              <a:pathLst>
                <a:path extrusionOk="0" h="14118" w="535">
                  <a:moveTo>
                    <a:pt x="239" y="1"/>
                  </a:moveTo>
                  <a:cubicBezTo>
                    <a:pt x="227" y="1"/>
                    <a:pt x="214" y="3"/>
                    <a:pt x="201" y="7"/>
                  </a:cubicBezTo>
                  <a:cubicBezTo>
                    <a:pt x="67" y="7"/>
                    <a:pt x="1" y="74"/>
                    <a:pt x="1" y="174"/>
                  </a:cubicBezTo>
                  <a:lnTo>
                    <a:pt x="167" y="13917"/>
                  </a:lnTo>
                  <a:cubicBezTo>
                    <a:pt x="167" y="14017"/>
                    <a:pt x="234" y="14118"/>
                    <a:pt x="368" y="14118"/>
                  </a:cubicBezTo>
                  <a:cubicBezTo>
                    <a:pt x="468" y="14118"/>
                    <a:pt x="534" y="14017"/>
                    <a:pt x="534" y="13917"/>
                  </a:cubicBezTo>
                  <a:lnTo>
                    <a:pt x="368" y="174"/>
                  </a:lnTo>
                  <a:cubicBezTo>
                    <a:pt x="368" y="88"/>
                    <a:pt x="318" y="1"/>
                    <a:pt x="23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49"/>
            <p:cNvSpPr/>
            <p:nvPr/>
          </p:nvSpPr>
          <p:spPr>
            <a:xfrm>
              <a:off x="5424875" y="2105050"/>
              <a:ext cx="79450" cy="231250"/>
            </a:xfrm>
            <a:custGeom>
              <a:rect b="b" l="l" r="r" t="t"/>
              <a:pathLst>
                <a:path extrusionOk="0" h="9250" w="3178">
                  <a:moveTo>
                    <a:pt x="2922" y="1"/>
                  </a:moveTo>
                  <a:cubicBezTo>
                    <a:pt x="2848" y="1"/>
                    <a:pt x="2782" y="33"/>
                    <a:pt x="2769" y="110"/>
                  </a:cubicBezTo>
                  <a:lnTo>
                    <a:pt x="34" y="9016"/>
                  </a:lnTo>
                  <a:cubicBezTo>
                    <a:pt x="1" y="9116"/>
                    <a:pt x="67" y="9216"/>
                    <a:pt x="167" y="9250"/>
                  </a:cubicBezTo>
                  <a:lnTo>
                    <a:pt x="201" y="9250"/>
                  </a:lnTo>
                  <a:cubicBezTo>
                    <a:pt x="301" y="9250"/>
                    <a:pt x="368" y="9183"/>
                    <a:pt x="401" y="9116"/>
                  </a:cubicBezTo>
                  <a:lnTo>
                    <a:pt x="3136" y="210"/>
                  </a:lnTo>
                  <a:cubicBezTo>
                    <a:pt x="3177" y="86"/>
                    <a:pt x="3040" y="1"/>
                    <a:pt x="292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49"/>
            <p:cNvSpPr/>
            <p:nvPr/>
          </p:nvSpPr>
          <p:spPr>
            <a:xfrm>
              <a:off x="4573425" y="3479950"/>
              <a:ext cx="292750" cy="370775"/>
            </a:xfrm>
            <a:custGeom>
              <a:rect b="b" l="l" r="r" t="t"/>
              <a:pathLst>
                <a:path extrusionOk="0" h="14831" w="11710">
                  <a:moveTo>
                    <a:pt x="8274" y="920"/>
                  </a:moveTo>
                  <a:cubicBezTo>
                    <a:pt x="8674" y="920"/>
                    <a:pt x="9074" y="1021"/>
                    <a:pt x="9441" y="1221"/>
                  </a:cubicBezTo>
                  <a:cubicBezTo>
                    <a:pt x="10308" y="1721"/>
                    <a:pt x="10775" y="2822"/>
                    <a:pt x="10775" y="4290"/>
                  </a:cubicBezTo>
                  <a:cubicBezTo>
                    <a:pt x="10775" y="7559"/>
                    <a:pt x="8474" y="11561"/>
                    <a:pt x="5638" y="13196"/>
                  </a:cubicBezTo>
                  <a:cubicBezTo>
                    <a:pt x="4856" y="13637"/>
                    <a:pt x="4123" y="13861"/>
                    <a:pt x="3473" y="13861"/>
                  </a:cubicBezTo>
                  <a:cubicBezTo>
                    <a:pt x="3042" y="13861"/>
                    <a:pt x="2649" y="13762"/>
                    <a:pt x="2303" y="13563"/>
                  </a:cubicBezTo>
                  <a:cubicBezTo>
                    <a:pt x="1435" y="13063"/>
                    <a:pt x="968" y="11995"/>
                    <a:pt x="968" y="10494"/>
                  </a:cubicBezTo>
                  <a:cubicBezTo>
                    <a:pt x="968" y="7225"/>
                    <a:pt x="3270" y="3222"/>
                    <a:pt x="6105" y="1588"/>
                  </a:cubicBezTo>
                  <a:cubicBezTo>
                    <a:pt x="6739" y="1187"/>
                    <a:pt x="7506" y="954"/>
                    <a:pt x="8274" y="920"/>
                  </a:cubicBezTo>
                  <a:close/>
                  <a:moveTo>
                    <a:pt x="8266" y="1"/>
                  </a:moveTo>
                  <a:cubicBezTo>
                    <a:pt x="7445" y="1"/>
                    <a:pt x="6547" y="265"/>
                    <a:pt x="5638" y="787"/>
                  </a:cubicBezTo>
                  <a:cubicBezTo>
                    <a:pt x="2536" y="2588"/>
                    <a:pt x="1" y="6925"/>
                    <a:pt x="1" y="10527"/>
                  </a:cubicBezTo>
                  <a:cubicBezTo>
                    <a:pt x="1" y="12362"/>
                    <a:pt x="668" y="13730"/>
                    <a:pt x="1836" y="14397"/>
                  </a:cubicBezTo>
                  <a:cubicBezTo>
                    <a:pt x="2336" y="14697"/>
                    <a:pt x="2903" y="14830"/>
                    <a:pt x="3470" y="14830"/>
                  </a:cubicBezTo>
                  <a:cubicBezTo>
                    <a:pt x="4404" y="14797"/>
                    <a:pt x="5305" y="14530"/>
                    <a:pt x="6105" y="14030"/>
                  </a:cubicBezTo>
                  <a:cubicBezTo>
                    <a:pt x="9208" y="12229"/>
                    <a:pt x="11709" y="7859"/>
                    <a:pt x="11709" y="4290"/>
                  </a:cubicBezTo>
                  <a:cubicBezTo>
                    <a:pt x="11709" y="2455"/>
                    <a:pt x="11076" y="1087"/>
                    <a:pt x="9908" y="420"/>
                  </a:cubicBezTo>
                  <a:cubicBezTo>
                    <a:pt x="9417" y="140"/>
                    <a:pt x="8862" y="1"/>
                    <a:pt x="826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49"/>
            <p:cNvSpPr/>
            <p:nvPr/>
          </p:nvSpPr>
          <p:spPr>
            <a:xfrm>
              <a:off x="4640975" y="3562400"/>
              <a:ext cx="158475" cy="204850"/>
            </a:xfrm>
            <a:custGeom>
              <a:rect b="b" l="l" r="r" t="t"/>
              <a:pathLst>
                <a:path extrusionOk="0" h="8194" w="6339">
                  <a:moveTo>
                    <a:pt x="4580" y="0"/>
                  </a:moveTo>
                  <a:cubicBezTo>
                    <a:pt x="4157" y="0"/>
                    <a:pt x="3679" y="137"/>
                    <a:pt x="3170" y="424"/>
                  </a:cubicBezTo>
                  <a:cubicBezTo>
                    <a:pt x="1302" y="1659"/>
                    <a:pt x="101" y="3694"/>
                    <a:pt x="1" y="5928"/>
                  </a:cubicBezTo>
                  <a:cubicBezTo>
                    <a:pt x="1" y="7371"/>
                    <a:pt x="705" y="8193"/>
                    <a:pt x="1745" y="8193"/>
                  </a:cubicBezTo>
                  <a:cubicBezTo>
                    <a:pt x="2172" y="8193"/>
                    <a:pt x="2655" y="8054"/>
                    <a:pt x="3170" y="7763"/>
                  </a:cubicBezTo>
                  <a:cubicBezTo>
                    <a:pt x="5038" y="6529"/>
                    <a:pt x="6205" y="4494"/>
                    <a:pt x="6339" y="2259"/>
                  </a:cubicBezTo>
                  <a:cubicBezTo>
                    <a:pt x="6339" y="834"/>
                    <a:pt x="5628" y="0"/>
                    <a:pt x="458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49"/>
            <p:cNvSpPr/>
            <p:nvPr/>
          </p:nvSpPr>
          <p:spPr>
            <a:xfrm>
              <a:off x="3957175" y="4127075"/>
              <a:ext cx="292725" cy="370775"/>
            </a:xfrm>
            <a:custGeom>
              <a:rect b="b" l="l" r="r" t="t"/>
              <a:pathLst>
                <a:path extrusionOk="0" h="14831" w="11709">
                  <a:moveTo>
                    <a:pt x="8274" y="925"/>
                  </a:moveTo>
                  <a:cubicBezTo>
                    <a:pt x="8703" y="925"/>
                    <a:pt x="9098" y="1023"/>
                    <a:pt x="9440" y="1221"/>
                  </a:cubicBezTo>
                  <a:cubicBezTo>
                    <a:pt x="10307" y="1721"/>
                    <a:pt x="10774" y="2822"/>
                    <a:pt x="10774" y="4290"/>
                  </a:cubicBezTo>
                  <a:cubicBezTo>
                    <a:pt x="10774" y="7559"/>
                    <a:pt x="8473" y="11562"/>
                    <a:pt x="5637" y="13196"/>
                  </a:cubicBezTo>
                  <a:cubicBezTo>
                    <a:pt x="4855" y="13637"/>
                    <a:pt x="4122" y="13861"/>
                    <a:pt x="3472" y="13861"/>
                  </a:cubicBezTo>
                  <a:cubicBezTo>
                    <a:pt x="3041" y="13861"/>
                    <a:pt x="2648" y="13763"/>
                    <a:pt x="2302" y="13563"/>
                  </a:cubicBezTo>
                  <a:cubicBezTo>
                    <a:pt x="1434" y="13096"/>
                    <a:pt x="967" y="11995"/>
                    <a:pt x="967" y="10494"/>
                  </a:cubicBezTo>
                  <a:cubicBezTo>
                    <a:pt x="967" y="7225"/>
                    <a:pt x="3269" y="3256"/>
                    <a:pt x="6104" y="1621"/>
                  </a:cubicBezTo>
                  <a:cubicBezTo>
                    <a:pt x="6872" y="1157"/>
                    <a:pt x="7614" y="925"/>
                    <a:pt x="8274" y="925"/>
                  </a:cubicBezTo>
                  <a:close/>
                  <a:moveTo>
                    <a:pt x="8263" y="1"/>
                  </a:moveTo>
                  <a:cubicBezTo>
                    <a:pt x="7438" y="1"/>
                    <a:pt x="6532" y="265"/>
                    <a:pt x="5604" y="787"/>
                  </a:cubicBezTo>
                  <a:cubicBezTo>
                    <a:pt x="2502" y="2589"/>
                    <a:pt x="0" y="6958"/>
                    <a:pt x="0" y="10528"/>
                  </a:cubicBezTo>
                  <a:cubicBezTo>
                    <a:pt x="0" y="12362"/>
                    <a:pt x="634" y="13730"/>
                    <a:pt x="1835" y="14397"/>
                  </a:cubicBezTo>
                  <a:cubicBezTo>
                    <a:pt x="2302" y="14697"/>
                    <a:pt x="2869" y="14831"/>
                    <a:pt x="3469" y="14831"/>
                  </a:cubicBezTo>
                  <a:cubicBezTo>
                    <a:pt x="4403" y="14797"/>
                    <a:pt x="5304" y="14530"/>
                    <a:pt x="6104" y="14030"/>
                  </a:cubicBezTo>
                  <a:cubicBezTo>
                    <a:pt x="9207" y="12229"/>
                    <a:pt x="11708" y="7892"/>
                    <a:pt x="11708" y="4323"/>
                  </a:cubicBezTo>
                  <a:cubicBezTo>
                    <a:pt x="11708" y="2488"/>
                    <a:pt x="11075" y="1087"/>
                    <a:pt x="9907" y="420"/>
                  </a:cubicBezTo>
                  <a:cubicBezTo>
                    <a:pt x="9416" y="140"/>
                    <a:pt x="8861" y="1"/>
                    <a:pt x="826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49"/>
            <p:cNvSpPr/>
            <p:nvPr/>
          </p:nvSpPr>
          <p:spPr>
            <a:xfrm>
              <a:off x="4023875" y="4209375"/>
              <a:ext cx="159300" cy="205000"/>
            </a:xfrm>
            <a:custGeom>
              <a:rect b="b" l="l" r="r" t="t"/>
              <a:pathLst>
                <a:path extrusionOk="0" h="8200" w="6372">
                  <a:moveTo>
                    <a:pt x="4613" y="1"/>
                  </a:moveTo>
                  <a:cubicBezTo>
                    <a:pt x="4187" y="1"/>
                    <a:pt x="3708" y="139"/>
                    <a:pt x="3203" y="431"/>
                  </a:cubicBezTo>
                  <a:cubicBezTo>
                    <a:pt x="1302" y="1665"/>
                    <a:pt x="134" y="3700"/>
                    <a:pt x="1" y="5935"/>
                  </a:cubicBezTo>
                  <a:cubicBezTo>
                    <a:pt x="1" y="7377"/>
                    <a:pt x="721" y="8199"/>
                    <a:pt x="1771" y="8199"/>
                  </a:cubicBezTo>
                  <a:cubicBezTo>
                    <a:pt x="2202" y="8199"/>
                    <a:pt x="2688" y="8061"/>
                    <a:pt x="3203" y="7769"/>
                  </a:cubicBezTo>
                  <a:cubicBezTo>
                    <a:pt x="5071" y="6535"/>
                    <a:pt x="6238" y="4500"/>
                    <a:pt x="6372" y="2265"/>
                  </a:cubicBezTo>
                  <a:cubicBezTo>
                    <a:pt x="6372" y="823"/>
                    <a:pt x="5651" y="1"/>
                    <a:pt x="461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49"/>
            <p:cNvSpPr/>
            <p:nvPr/>
          </p:nvSpPr>
          <p:spPr>
            <a:xfrm>
              <a:off x="3278350" y="4134700"/>
              <a:ext cx="220175" cy="278100"/>
            </a:xfrm>
            <a:custGeom>
              <a:rect b="b" l="l" r="r" t="t"/>
              <a:pathLst>
                <a:path extrusionOk="0" h="11124" w="8807">
                  <a:moveTo>
                    <a:pt x="6238" y="682"/>
                  </a:moveTo>
                  <a:lnTo>
                    <a:pt x="6238" y="716"/>
                  </a:lnTo>
                  <a:cubicBezTo>
                    <a:pt x="6288" y="710"/>
                    <a:pt x="6338" y="707"/>
                    <a:pt x="6388" y="707"/>
                  </a:cubicBezTo>
                  <a:cubicBezTo>
                    <a:pt x="6637" y="707"/>
                    <a:pt x="6883" y="777"/>
                    <a:pt x="7105" y="916"/>
                  </a:cubicBezTo>
                  <a:cubicBezTo>
                    <a:pt x="7739" y="1283"/>
                    <a:pt x="8106" y="2117"/>
                    <a:pt x="8106" y="3218"/>
                  </a:cubicBezTo>
                  <a:cubicBezTo>
                    <a:pt x="8106" y="5653"/>
                    <a:pt x="6372" y="8655"/>
                    <a:pt x="4237" y="9889"/>
                  </a:cubicBezTo>
                  <a:cubicBezTo>
                    <a:pt x="3662" y="10226"/>
                    <a:pt x="3122" y="10398"/>
                    <a:pt x="2638" y="10398"/>
                  </a:cubicBezTo>
                  <a:cubicBezTo>
                    <a:pt x="2309" y="10398"/>
                    <a:pt x="2005" y="10318"/>
                    <a:pt x="1735" y="10156"/>
                  </a:cubicBezTo>
                  <a:cubicBezTo>
                    <a:pt x="1101" y="9789"/>
                    <a:pt x="734" y="8988"/>
                    <a:pt x="734" y="7854"/>
                  </a:cubicBezTo>
                  <a:cubicBezTo>
                    <a:pt x="734" y="5419"/>
                    <a:pt x="2469" y="2417"/>
                    <a:pt x="4604" y="1183"/>
                  </a:cubicBezTo>
                  <a:cubicBezTo>
                    <a:pt x="5071" y="883"/>
                    <a:pt x="5638" y="716"/>
                    <a:pt x="6238" y="682"/>
                  </a:cubicBezTo>
                  <a:close/>
                  <a:moveTo>
                    <a:pt x="6204" y="0"/>
                  </a:moveTo>
                  <a:cubicBezTo>
                    <a:pt x="5587" y="0"/>
                    <a:pt x="4912" y="196"/>
                    <a:pt x="4237" y="582"/>
                  </a:cubicBezTo>
                  <a:cubicBezTo>
                    <a:pt x="1902" y="1917"/>
                    <a:pt x="0" y="5186"/>
                    <a:pt x="0" y="7888"/>
                  </a:cubicBezTo>
                  <a:cubicBezTo>
                    <a:pt x="0" y="9255"/>
                    <a:pt x="501" y="10289"/>
                    <a:pt x="1368" y="10790"/>
                  </a:cubicBezTo>
                  <a:cubicBezTo>
                    <a:pt x="1768" y="11023"/>
                    <a:pt x="2169" y="11123"/>
                    <a:pt x="2636" y="11123"/>
                  </a:cubicBezTo>
                  <a:cubicBezTo>
                    <a:pt x="3303" y="11090"/>
                    <a:pt x="4003" y="10890"/>
                    <a:pt x="4570" y="10523"/>
                  </a:cubicBezTo>
                  <a:cubicBezTo>
                    <a:pt x="6905" y="9188"/>
                    <a:pt x="8807" y="5919"/>
                    <a:pt x="8807" y="3218"/>
                  </a:cubicBezTo>
                  <a:cubicBezTo>
                    <a:pt x="8807" y="1850"/>
                    <a:pt x="8306" y="816"/>
                    <a:pt x="7439" y="315"/>
                  </a:cubicBezTo>
                  <a:cubicBezTo>
                    <a:pt x="7073" y="105"/>
                    <a:pt x="6654" y="0"/>
                    <a:pt x="620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49"/>
            <p:cNvSpPr/>
            <p:nvPr/>
          </p:nvSpPr>
          <p:spPr>
            <a:xfrm>
              <a:off x="3329225" y="4196800"/>
              <a:ext cx="119275" cy="153425"/>
            </a:xfrm>
            <a:custGeom>
              <a:rect b="b" l="l" r="r" t="t"/>
              <a:pathLst>
                <a:path extrusionOk="0" h="6137" w="4771">
                  <a:moveTo>
                    <a:pt x="3468" y="0"/>
                  </a:moveTo>
                  <a:cubicBezTo>
                    <a:pt x="3147" y="0"/>
                    <a:pt x="2785" y="108"/>
                    <a:pt x="2402" y="333"/>
                  </a:cubicBezTo>
                  <a:cubicBezTo>
                    <a:pt x="967" y="1234"/>
                    <a:pt x="100" y="2768"/>
                    <a:pt x="0" y="4436"/>
                  </a:cubicBezTo>
                  <a:cubicBezTo>
                    <a:pt x="0" y="5519"/>
                    <a:pt x="532" y="6137"/>
                    <a:pt x="1314" y="6137"/>
                  </a:cubicBezTo>
                  <a:cubicBezTo>
                    <a:pt x="1640" y="6137"/>
                    <a:pt x="2009" y="6030"/>
                    <a:pt x="2402" y="5804"/>
                  </a:cubicBezTo>
                  <a:cubicBezTo>
                    <a:pt x="3803" y="4903"/>
                    <a:pt x="4670" y="3369"/>
                    <a:pt x="4770" y="1701"/>
                  </a:cubicBezTo>
                  <a:cubicBezTo>
                    <a:pt x="4770" y="618"/>
                    <a:pt x="4238" y="0"/>
                    <a:pt x="346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49"/>
            <p:cNvSpPr/>
            <p:nvPr/>
          </p:nvSpPr>
          <p:spPr>
            <a:xfrm>
              <a:off x="3658625" y="3716950"/>
              <a:ext cx="225175" cy="285550"/>
            </a:xfrm>
            <a:custGeom>
              <a:rect b="b" l="l" r="r" t="t"/>
              <a:pathLst>
                <a:path extrusionOk="0" h="11422" w="9007">
                  <a:moveTo>
                    <a:pt x="6352" y="731"/>
                  </a:moveTo>
                  <a:cubicBezTo>
                    <a:pt x="6678" y="731"/>
                    <a:pt x="6977" y="803"/>
                    <a:pt x="7239" y="947"/>
                  </a:cubicBezTo>
                  <a:cubicBezTo>
                    <a:pt x="7906" y="1348"/>
                    <a:pt x="8273" y="2182"/>
                    <a:pt x="8273" y="3316"/>
                  </a:cubicBezTo>
                  <a:cubicBezTo>
                    <a:pt x="8273" y="5851"/>
                    <a:pt x="6471" y="8920"/>
                    <a:pt x="4303" y="10154"/>
                  </a:cubicBezTo>
                  <a:cubicBezTo>
                    <a:pt x="3716" y="10498"/>
                    <a:pt x="3141" y="10670"/>
                    <a:pt x="2638" y="10670"/>
                  </a:cubicBezTo>
                  <a:cubicBezTo>
                    <a:pt x="2312" y="10670"/>
                    <a:pt x="2017" y="10598"/>
                    <a:pt x="1768" y="10454"/>
                  </a:cubicBezTo>
                  <a:cubicBezTo>
                    <a:pt x="1101" y="10054"/>
                    <a:pt x="734" y="9220"/>
                    <a:pt x="734" y="8086"/>
                  </a:cubicBezTo>
                  <a:cubicBezTo>
                    <a:pt x="734" y="5584"/>
                    <a:pt x="2502" y="2515"/>
                    <a:pt x="4670" y="1248"/>
                  </a:cubicBezTo>
                  <a:cubicBezTo>
                    <a:pt x="5278" y="903"/>
                    <a:pt x="5848" y="731"/>
                    <a:pt x="6352" y="731"/>
                  </a:cubicBezTo>
                  <a:close/>
                  <a:moveTo>
                    <a:pt x="6358" y="1"/>
                  </a:moveTo>
                  <a:cubicBezTo>
                    <a:pt x="5726" y="1"/>
                    <a:pt x="5037" y="205"/>
                    <a:pt x="4337" y="614"/>
                  </a:cubicBezTo>
                  <a:cubicBezTo>
                    <a:pt x="1935" y="1981"/>
                    <a:pt x="0" y="5350"/>
                    <a:pt x="0" y="8086"/>
                  </a:cubicBezTo>
                  <a:cubicBezTo>
                    <a:pt x="0" y="9487"/>
                    <a:pt x="501" y="10554"/>
                    <a:pt x="1401" y="11088"/>
                  </a:cubicBezTo>
                  <a:cubicBezTo>
                    <a:pt x="1768" y="11288"/>
                    <a:pt x="2202" y="11421"/>
                    <a:pt x="2635" y="11421"/>
                  </a:cubicBezTo>
                  <a:cubicBezTo>
                    <a:pt x="3369" y="11388"/>
                    <a:pt x="4070" y="11188"/>
                    <a:pt x="4670" y="10788"/>
                  </a:cubicBezTo>
                  <a:cubicBezTo>
                    <a:pt x="7072" y="9420"/>
                    <a:pt x="9007" y="6051"/>
                    <a:pt x="9007" y="3316"/>
                  </a:cubicBezTo>
                  <a:cubicBezTo>
                    <a:pt x="9007" y="1915"/>
                    <a:pt x="8506" y="847"/>
                    <a:pt x="7606" y="314"/>
                  </a:cubicBezTo>
                  <a:cubicBezTo>
                    <a:pt x="7230" y="105"/>
                    <a:pt x="6809" y="1"/>
                    <a:pt x="635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49"/>
            <p:cNvSpPr/>
            <p:nvPr/>
          </p:nvSpPr>
          <p:spPr>
            <a:xfrm>
              <a:off x="3710325" y="3780825"/>
              <a:ext cx="121775" cy="157275"/>
            </a:xfrm>
            <a:custGeom>
              <a:rect b="b" l="l" r="r" t="t"/>
              <a:pathLst>
                <a:path extrusionOk="0" h="6291" w="4871">
                  <a:moveTo>
                    <a:pt x="3512" y="1"/>
                  </a:moveTo>
                  <a:cubicBezTo>
                    <a:pt x="3186" y="1"/>
                    <a:pt x="2821" y="106"/>
                    <a:pt x="2435" y="327"/>
                  </a:cubicBezTo>
                  <a:cubicBezTo>
                    <a:pt x="1001" y="1261"/>
                    <a:pt x="67" y="2829"/>
                    <a:pt x="0" y="4563"/>
                  </a:cubicBezTo>
                  <a:cubicBezTo>
                    <a:pt x="0" y="5655"/>
                    <a:pt x="540" y="6291"/>
                    <a:pt x="1344" y="6291"/>
                  </a:cubicBezTo>
                  <a:cubicBezTo>
                    <a:pt x="1671" y="6291"/>
                    <a:pt x="2041" y="6186"/>
                    <a:pt x="2435" y="5964"/>
                  </a:cubicBezTo>
                  <a:cubicBezTo>
                    <a:pt x="3870" y="5030"/>
                    <a:pt x="4770" y="3463"/>
                    <a:pt x="4870" y="1728"/>
                  </a:cubicBezTo>
                  <a:cubicBezTo>
                    <a:pt x="4870" y="637"/>
                    <a:pt x="4314" y="1"/>
                    <a:pt x="351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49"/>
            <p:cNvSpPr/>
            <p:nvPr/>
          </p:nvSpPr>
          <p:spPr>
            <a:xfrm>
              <a:off x="4069750" y="3587475"/>
              <a:ext cx="179325" cy="228225"/>
            </a:xfrm>
            <a:custGeom>
              <a:rect b="b" l="l" r="r" t="t"/>
              <a:pathLst>
                <a:path extrusionOk="0" h="9129" w="7173">
                  <a:moveTo>
                    <a:pt x="5051" y="607"/>
                  </a:moveTo>
                  <a:cubicBezTo>
                    <a:pt x="5315" y="607"/>
                    <a:pt x="5557" y="669"/>
                    <a:pt x="5771" y="789"/>
                  </a:cubicBezTo>
                  <a:cubicBezTo>
                    <a:pt x="6338" y="1089"/>
                    <a:pt x="6605" y="1756"/>
                    <a:pt x="6605" y="2657"/>
                  </a:cubicBezTo>
                  <a:cubicBezTo>
                    <a:pt x="6505" y="4892"/>
                    <a:pt x="5337" y="6894"/>
                    <a:pt x="3469" y="8128"/>
                  </a:cubicBezTo>
                  <a:cubicBezTo>
                    <a:pt x="2990" y="8407"/>
                    <a:pt x="2547" y="8543"/>
                    <a:pt x="2154" y="8543"/>
                  </a:cubicBezTo>
                  <a:cubicBezTo>
                    <a:pt x="1890" y="8543"/>
                    <a:pt x="1649" y="8482"/>
                    <a:pt x="1435" y="8361"/>
                  </a:cubicBezTo>
                  <a:cubicBezTo>
                    <a:pt x="868" y="8061"/>
                    <a:pt x="601" y="7394"/>
                    <a:pt x="601" y="6460"/>
                  </a:cubicBezTo>
                  <a:cubicBezTo>
                    <a:pt x="701" y="4258"/>
                    <a:pt x="1868" y="2224"/>
                    <a:pt x="3736" y="1023"/>
                  </a:cubicBezTo>
                  <a:cubicBezTo>
                    <a:pt x="4215" y="743"/>
                    <a:pt x="4658" y="607"/>
                    <a:pt x="5051" y="607"/>
                  </a:cubicBezTo>
                  <a:close/>
                  <a:moveTo>
                    <a:pt x="5074" y="1"/>
                  </a:moveTo>
                  <a:cubicBezTo>
                    <a:pt x="4576" y="1"/>
                    <a:pt x="4028" y="161"/>
                    <a:pt x="3469" y="489"/>
                  </a:cubicBezTo>
                  <a:cubicBezTo>
                    <a:pt x="1568" y="1590"/>
                    <a:pt x="0" y="4292"/>
                    <a:pt x="0" y="6460"/>
                  </a:cubicBezTo>
                  <a:cubicBezTo>
                    <a:pt x="0" y="7594"/>
                    <a:pt x="401" y="8428"/>
                    <a:pt x="1134" y="8862"/>
                  </a:cubicBezTo>
                  <a:cubicBezTo>
                    <a:pt x="1435" y="9028"/>
                    <a:pt x="1768" y="9128"/>
                    <a:pt x="2135" y="9128"/>
                  </a:cubicBezTo>
                  <a:cubicBezTo>
                    <a:pt x="2702" y="9095"/>
                    <a:pt x="3269" y="8928"/>
                    <a:pt x="3736" y="8628"/>
                  </a:cubicBezTo>
                  <a:cubicBezTo>
                    <a:pt x="5638" y="7527"/>
                    <a:pt x="7172" y="4859"/>
                    <a:pt x="7172" y="2657"/>
                  </a:cubicBezTo>
                  <a:cubicBezTo>
                    <a:pt x="7172" y="1523"/>
                    <a:pt x="6805" y="689"/>
                    <a:pt x="6071" y="255"/>
                  </a:cubicBezTo>
                  <a:cubicBezTo>
                    <a:pt x="5776" y="86"/>
                    <a:pt x="5438" y="1"/>
                    <a:pt x="507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49"/>
            <p:cNvSpPr/>
            <p:nvPr/>
          </p:nvSpPr>
          <p:spPr>
            <a:xfrm>
              <a:off x="4111450" y="363870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806" y="0"/>
                  </a:moveTo>
                  <a:cubicBezTo>
                    <a:pt x="2544" y="0"/>
                    <a:pt x="2248" y="89"/>
                    <a:pt x="1935" y="275"/>
                  </a:cubicBezTo>
                  <a:cubicBezTo>
                    <a:pt x="801" y="1008"/>
                    <a:pt x="67" y="2276"/>
                    <a:pt x="0" y="3644"/>
                  </a:cubicBezTo>
                  <a:cubicBezTo>
                    <a:pt x="0" y="4524"/>
                    <a:pt x="442" y="5031"/>
                    <a:pt x="1083" y="5031"/>
                  </a:cubicBezTo>
                  <a:cubicBezTo>
                    <a:pt x="1340" y="5031"/>
                    <a:pt x="1629" y="4950"/>
                    <a:pt x="1935" y="4778"/>
                  </a:cubicBezTo>
                  <a:cubicBezTo>
                    <a:pt x="3069" y="4011"/>
                    <a:pt x="3803" y="2776"/>
                    <a:pt x="3870" y="1409"/>
                  </a:cubicBezTo>
                  <a:cubicBezTo>
                    <a:pt x="3870" y="513"/>
                    <a:pt x="3436" y="0"/>
                    <a:pt x="280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49"/>
            <p:cNvSpPr/>
            <p:nvPr/>
          </p:nvSpPr>
          <p:spPr>
            <a:xfrm>
              <a:off x="3350900" y="3468700"/>
              <a:ext cx="180150" cy="227750"/>
            </a:xfrm>
            <a:custGeom>
              <a:rect b="b" l="l" r="r" t="t"/>
              <a:pathLst>
                <a:path extrusionOk="0" h="9110" w="7206">
                  <a:moveTo>
                    <a:pt x="5051" y="588"/>
                  </a:moveTo>
                  <a:cubicBezTo>
                    <a:pt x="5315" y="588"/>
                    <a:pt x="5557" y="649"/>
                    <a:pt x="5771" y="770"/>
                  </a:cubicBezTo>
                  <a:cubicBezTo>
                    <a:pt x="6338" y="1070"/>
                    <a:pt x="6605" y="1737"/>
                    <a:pt x="6605" y="2638"/>
                  </a:cubicBezTo>
                  <a:cubicBezTo>
                    <a:pt x="6505" y="4873"/>
                    <a:pt x="5338" y="6908"/>
                    <a:pt x="3470" y="8109"/>
                  </a:cubicBezTo>
                  <a:cubicBezTo>
                    <a:pt x="2987" y="8390"/>
                    <a:pt x="2540" y="8539"/>
                    <a:pt x="2145" y="8539"/>
                  </a:cubicBezTo>
                  <a:cubicBezTo>
                    <a:pt x="1884" y="8539"/>
                    <a:pt x="1646" y="8474"/>
                    <a:pt x="1435" y="8342"/>
                  </a:cubicBezTo>
                  <a:cubicBezTo>
                    <a:pt x="868" y="8042"/>
                    <a:pt x="601" y="7375"/>
                    <a:pt x="601" y="6474"/>
                  </a:cubicBezTo>
                  <a:cubicBezTo>
                    <a:pt x="701" y="4239"/>
                    <a:pt x="1868" y="2204"/>
                    <a:pt x="3736" y="1004"/>
                  </a:cubicBezTo>
                  <a:cubicBezTo>
                    <a:pt x="4215" y="724"/>
                    <a:pt x="4658" y="588"/>
                    <a:pt x="5051" y="588"/>
                  </a:cubicBezTo>
                  <a:close/>
                  <a:moveTo>
                    <a:pt x="5087" y="1"/>
                  </a:moveTo>
                  <a:cubicBezTo>
                    <a:pt x="4586" y="1"/>
                    <a:pt x="4033" y="173"/>
                    <a:pt x="3470" y="503"/>
                  </a:cubicBezTo>
                  <a:cubicBezTo>
                    <a:pt x="1568" y="1604"/>
                    <a:pt x="0" y="4273"/>
                    <a:pt x="0" y="6474"/>
                  </a:cubicBezTo>
                  <a:cubicBezTo>
                    <a:pt x="0" y="7608"/>
                    <a:pt x="401" y="8442"/>
                    <a:pt x="1135" y="8843"/>
                  </a:cubicBezTo>
                  <a:cubicBezTo>
                    <a:pt x="1435" y="9043"/>
                    <a:pt x="1768" y="9109"/>
                    <a:pt x="2135" y="9109"/>
                  </a:cubicBezTo>
                  <a:cubicBezTo>
                    <a:pt x="2702" y="9076"/>
                    <a:pt x="3269" y="8909"/>
                    <a:pt x="3736" y="8609"/>
                  </a:cubicBezTo>
                  <a:cubicBezTo>
                    <a:pt x="5638" y="7542"/>
                    <a:pt x="7206" y="4840"/>
                    <a:pt x="7206" y="2638"/>
                  </a:cubicBezTo>
                  <a:cubicBezTo>
                    <a:pt x="7206" y="1504"/>
                    <a:pt x="6805" y="670"/>
                    <a:pt x="6071" y="270"/>
                  </a:cubicBezTo>
                  <a:cubicBezTo>
                    <a:pt x="5779" y="89"/>
                    <a:pt x="5446" y="1"/>
                    <a:pt x="508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49"/>
            <p:cNvSpPr/>
            <p:nvPr/>
          </p:nvSpPr>
          <p:spPr>
            <a:xfrm>
              <a:off x="3392600" y="351995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787" y="1"/>
                  </a:moveTo>
                  <a:cubicBezTo>
                    <a:pt x="2530" y="1"/>
                    <a:pt x="2241" y="83"/>
                    <a:pt x="1935" y="254"/>
                  </a:cubicBezTo>
                  <a:cubicBezTo>
                    <a:pt x="767" y="1022"/>
                    <a:pt x="67" y="2256"/>
                    <a:pt x="0" y="3624"/>
                  </a:cubicBezTo>
                  <a:cubicBezTo>
                    <a:pt x="0" y="4519"/>
                    <a:pt x="433" y="5032"/>
                    <a:pt x="1064" y="5032"/>
                  </a:cubicBezTo>
                  <a:cubicBezTo>
                    <a:pt x="1326" y="5032"/>
                    <a:pt x="1622" y="4944"/>
                    <a:pt x="1935" y="4758"/>
                  </a:cubicBezTo>
                  <a:cubicBezTo>
                    <a:pt x="3069" y="4024"/>
                    <a:pt x="3803" y="2756"/>
                    <a:pt x="3870" y="1389"/>
                  </a:cubicBezTo>
                  <a:cubicBezTo>
                    <a:pt x="3870" y="508"/>
                    <a:pt x="3428" y="1"/>
                    <a:pt x="278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49"/>
            <p:cNvSpPr/>
            <p:nvPr/>
          </p:nvSpPr>
          <p:spPr>
            <a:xfrm>
              <a:off x="5040425" y="3303925"/>
              <a:ext cx="129925" cy="157350"/>
            </a:xfrm>
            <a:custGeom>
              <a:rect b="b" l="l" r="r" t="t"/>
              <a:pathLst>
                <a:path extrusionOk="0" h="6294" w="5197">
                  <a:moveTo>
                    <a:pt x="3439" y="399"/>
                  </a:moveTo>
                  <a:cubicBezTo>
                    <a:pt x="4144" y="399"/>
                    <a:pt x="4796" y="1042"/>
                    <a:pt x="4604" y="1857"/>
                  </a:cubicBezTo>
                  <a:cubicBezTo>
                    <a:pt x="4504" y="3392"/>
                    <a:pt x="3704" y="4793"/>
                    <a:pt x="2436" y="5626"/>
                  </a:cubicBezTo>
                  <a:cubicBezTo>
                    <a:pt x="2192" y="5852"/>
                    <a:pt x="1908" y="5950"/>
                    <a:pt x="1633" y="5950"/>
                  </a:cubicBezTo>
                  <a:cubicBezTo>
                    <a:pt x="929" y="5950"/>
                    <a:pt x="276" y="5307"/>
                    <a:pt x="468" y="4492"/>
                  </a:cubicBezTo>
                  <a:cubicBezTo>
                    <a:pt x="535" y="2958"/>
                    <a:pt x="1369" y="1557"/>
                    <a:pt x="2636" y="723"/>
                  </a:cubicBezTo>
                  <a:cubicBezTo>
                    <a:pt x="2880" y="498"/>
                    <a:pt x="3164" y="399"/>
                    <a:pt x="3439" y="399"/>
                  </a:cubicBezTo>
                  <a:close/>
                  <a:moveTo>
                    <a:pt x="3462" y="0"/>
                  </a:moveTo>
                  <a:cubicBezTo>
                    <a:pt x="3113" y="0"/>
                    <a:pt x="2752" y="120"/>
                    <a:pt x="2436" y="389"/>
                  </a:cubicBezTo>
                  <a:cubicBezTo>
                    <a:pt x="1035" y="1290"/>
                    <a:pt x="168" y="2824"/>
                    <a:pt x="68" y="4492"/>
                  </a:cubicBezTo>
                  <a:cubicBezTo>
                    <a:pt x="1" y="5126"/>
                    <a:pt x="301" y="5760"/>
                    <a:pt x="835" y="6127"/>
                  </a:cubicBezTo>
                  <a:cubicBezTo>
                    <a:pt x="1035" y="6260"/>
                    <a:pt x="1269" y="6294"/>
                    <a:pt x="1535" y="6294"/>
                  </a:cubicBezTo>
                  <a:cubicBezTo>
                    <a:pt x="1902" y="6294"/>
                    <a:pt x="2303" y="6160"/>
                    <a:pt x="2636" y="5960"/>
                  </a:cubicBezTo>
                  <a:cubicBezTo>
                    <a:pt x="4037" y="5059"/>
                    <a:pt x="4904" y="3525"/>
                    <a:pt x="5005" y="1857"/>
                  </a:cubicBezTo>
                  <a:cubicBezTo>
                    <a:pt x="5197" y="799"/>
                    <a:pt x="4366" y="0"/>
                    <a:pt x="346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49"/>
            <p:cNvSpPr/>
            <p:nvPr/>
          </p:nvSpPr>
          <p:spPr>
            <a:xfrm>
              <a:off x="5070450" y="3340275"/>
              <a:ext cx="67575" cy="86025"/>
            </a:xfrm>
            <a:custGeom>
              <a:rect b="b" l="l" r="r" t="t"/>
              <a:pathLst>
                <a:path extrusionOk="0" h="3441" w="2703">
                  <a:moveTo>
                    <a:pt x="1927" y="1"/>
                  </a:moveTo>
                  <a:cubicBezTo>
                    <a:pt x="1746" y="1"/>
                    <a:pt x="1545" y="55"/>
                    <a:pt x="1335" y="170"/>
                  </a:cubicBezTo>
                  <a:cubicBezTo>
                    <a:pt x="568" y="670"/>
                    <a:pt x="68" y="1537"/>
                    <a:pt x="1" y="2505"/>
                  </a:cubicBezTo>
                  <a:cubicBezTo>
                    <a:pt x="1" y="3100"/>
                    <a:pt x="307" y="3441"/>
                    <a:pt x="750" y="3441"/>
                  </a:cubicBezTo>
                  <a:cubicBezTo>
                    <a:pt x="927" y="3441"/>
                    <a:pt x="1125" y="3386"/>
                    <a:pt x="1335" y="3272"/>
                  </a:cubicBezTo>
                  <a:cubicBezTo>
                    <a:pt x="2136" y="2738"/>
                    <a:pt x="2636" y="1904"/>
                    <a:pt x="2703" y="937"/>
                  </a:cubicBezTo>
                  <a:cubicBezTo>
                    <a:pt x="2703" y="341"/>
                    <a:pt x="2379" y="1"/>
                    <a:pt x="192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49"/>
            <p:cNvSpPr/>
            <p:nvPr/>
          </p:nvSpPr>
          <p:spPr>
            <a:xfrm>
              <a:off x="5323150" y="3266225"/>
              <a:ext cx="130600" cy="157525"/>
            </a:xfrm>
            <a:custGeom>
              <a:rect b="b" l="l" r="r" t="t"/>
              <a:pathLst>
                <a:path extrusionOk="0" h="6301" w="5224">
                  <a:moveTo>
                    <a:pt x="3569" y="430"/>
                  </a:moveTo>
                  <a:cubicBezTo>
                    <a:pt x="3736" y="430"/>
                    <a:pt x="3903" y="496"/>
                    <a:pt x="4036" y="563"/>
                  </a:cubicBezTo>
                  <a:cubicBezTo>
                    <a:pt x="4437" y="863"/>
                    <a:pt x="4670" y="1364"/>
                    <a:pt x="4603" y="1864"/>
                  </a:cubicBezTo>
                  <a:cubicBezTo>
                    <a:pt x="4537" y="3398"/>
                    <a:pt x="3736" y="4799"/>
                    <a:pt x="2435" y="5633"/>
                  </a:cubicBezTo>
                  <a:cubicBezTo>
                    <a:pt x="2193" y="5847"/>
                    <a:pt x="1913" y="5942"/>
                    <a:pt x="1640" y="5942"/>
                  </a:cubicBezTo>
                  <a:cubicBezTo>
                    <a:pt x="932" y="5942"/>
                    <a:pt x="275" y="5308"/>
                    <a:pt x="467" y="4466"/>
                  </a:cubicBezTo>
                  <a:cubicBezTo>
                    <a:pt x="567" y="2965"/>
                    <a:pt x="1368" y="1564"/>
                    <a:pt x="2635" y="730"/>
                  </a:cubicBezTo>
                  <a:cubicBezTo>
                    <a:pt x="2902" y="563"/>
                    <a:pt x="3236" y="463"/>
                    <a:pt x="3569" y="430"/>
                  </a:cubicBezTo>
                  <a:close/>
                  <a:moveTo>
                    <a:pt x="3429" y="1"/>
                  </a:moveTo>
                  <a:cubicBezTo>
                    <a:pt x="3088" y="1"/>
                    <a:pt x="2740" y="112"/>
                    <a:pt x="2435" y="363"/>
                  </a:cubicBezTo>
                  <a:cubicBezTo>
                    <a:pt x="1034" y="1297"/>
                    <a:pt x="167" y="2831"/>
                    <a:pt x="67" y="4499"/>
                  </a:cubicBezTo>
                  <a:cubicBezTo>
                    <a:pt x="0" y="5133"/>
                    <a:pt x="300" y="5767"/>
                    <a:pt x="834" y="6134"/>
                  </a:cubicBezTo>
                  <a:cubicBezTo>
                    <a:pt x="1034" y="6267"/>
                    <a:pt x="1268" y="6301"/>
                    <a:pt x="1534" y="6301"/>
                  </a:cubicBezTo>
                  <a:cubicBezTo>
                    <a:pt x="1901" y="6301"/>
                    <a:pt x="2302" y="6200"/>
                    <a:pt x="2635" y="6000"/>
                  </a:cubicBezTo>
                  <a:cubicBezTo>
                    <a:pt x="4036" y="5066"/>
                    <a:pt x="4937" y="3565"/>
                    <a:pt x="5004" y="1897"/>
                  </a:cubicBezTo>
                  <a:cubicBezTo>
                    <a:pt x="5223" y="824"/>
                    <a:pt x="4355" y="1"/>
                    <a:pt x="342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49"/>
            <p:cNvSpPr/>
            <p:nvPr/>
          </p:nvSpPr>
          <p:spPr>
            <a:xfrm>
              <a:off x="5353150" y="3302400"/>
              <a:ext cx="66750" cy="86350"/>
            </a:xfrm>
            <a:custGeom>
              <a:rect b="b" l="l" r="r" t="t"/>
              <a:pathLst>
                <a:path extrusionOk="0" h="3454" w="2670">
                  <a:moveTo>
                    <a:pt x="1925" y="0"/>
                  </a:moveTo>
                  <a:cubicBezTo>
                    <a:pt x="1747" y="0"/>
                    <a:pt x="1547" y="59"/>
                    <a:pt x="1335" y="184"/>
                  </a:cubicBezTo>
                  <a:cubicBezTo>
                    <a:pt x="535" y="684"/>
                    <a:pt x="34" y="1551"/>
                    <a:pt x="1" y="2485"/>
                  </a:cubicBezTo>
                  <a:cubicBezTo>
                    <a:pt x="1" y="3106"/>
                    <a:pt x="309" y="3454"/>
                    <a:pt x="753" y="3454"/>
                  </a:cubicBezTo>
                  <a:cubicBezTo>
                    <a:pt x="930" y="3454"/>
                    <a:pt x="1127" y="3399"/>
                    <a:pt x="1335" y="3286"/>
                  </a:cubicBezTo>
                  <a:cubicBezTo>
                    <a:pt x="2136" y="2752"/>
                    <a:pt x="2636" y="1885"/>
                    <a:pt x="2669" y="951"/>
                  </a:cubicBezTo>
                  <a:cubicBezTo>
                    <a:pt x="2669" y="357"/>
                    <a:pt x="2365" y="0"/>
                    <a:pt x="192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49"/>
            <p:cNvSpPr/>
            <p:nvPr/>
          </p:nvSpPr>
          <p:spPr>
            <a:xfrm>
              <a:off x="3098225" y="3913675"/>
              <a:ext cx="129950" cy="158050"/>
            </a:xfrm>
            <a:custGeom>
              <a:rect b="b" l="l" r="r" t="t"/>
              <a:pathLst>
                <a:path extrusionOk="0" h="6322" w="5198">
                  <a:moveTo>
                    <a:pt x="3439" y="393"/>
                  </a:moveTo>
                  <a:cubicBezTo>
                    <a:pt x="4143" y="393"/>
                    <a:pt x="4795" y="1036"/>
                    <a:pt x="4603" y="1851"/>
                  </a:cubicBezTo>
                  <a:cubicBezTo>
                    <a:pt x="4537" y="3386"/>
                    <a:pt x="3736" y="4787"/>
                    <a:pt x="2435" y="5621"/>
                  </a:cubicBezTo>
                  <a:cubicBezTo>
                    <a:pt x="2191" y="5846"/>
                    <a:pt x="1908" y="5944"/>
                    <a:pt x="1632" y="5944"/>
                  </a:cubicBezTo>
                  <a:cubicBezTo>
                    <a:pt x="928" y="5944"/>
                    <a:pt x="275" y="5302"/>
                    <a:pt x="467" y="4486"/>
                  </a:cubicBezTo>
                  <a:cubicBezTo>
                    <a:pt x="567" y="2952"/>
                    <a:pt x="1368" y="1551"/>
                    <a:pt x="2635" y="717"/>
                  </a:cubicBezTo>
                  <a:cubicBezTo>
                    <a:pt x="2879" y="492"/>
                    <a:pt x="3163" y="393"/>
                    <a:pt x="3439" y="393"/>
                  </a:cubicBezTo>
                  <a:close/>
                  <a:moveTo>
                    <a:pt x="3448" y="0"/>
                  </a:moveTo>
                  <a:cubicBezTo>
                    <a:pt x="3103" y="0"/>
                    <a:pt x="2747" y="117"/>
                    <a:pt x="2435" y="384"/>
                  </a:cubicBezTo>
                  <a:cubicBezTo>
                    <a:pt x="1034" y="1284"/>
                    <a:pt x="167" y="2819"/>
                    <a:pt x="67" y="4486"/>
                  </a:cubicBezTo>
                  <a:cubicBezTo>
                    <a:pt x="0" y="5120"/>
                    <a:pt x="300" y="5754"/>
                    <a:pt x="834" y="6121"/>
                  </a:cubicBezTo>
                  <a:cubicBezTo>
                    <a:pt x="1034" y="6254"/>
                    <a:pt x="1301" y="6321"/>
                    <a:pt x="1535" y="6321"/>
                  </a:cubicBezTo>
                  <a:cubicBezTo>
                    <a:pt x="1935" y="6288"/>
                    <a:pt x="2302" y="6188"/>
                    <a:pt x="2635" y="5954"/>
                  </a:cubicBezTo>
                  <a:cubicBezTo>
                    <a:pt x="4036" y="5054"/>
                    <a:pt x="4937" y="3519"/>
                    <a:pt x="5004" y="1851"/>
                  </a:cubicBezTo>
                  <a:cubicBezTo>
                    <a:pt x="5197" y="812"/>
                    <a:pt x="4357" y="0"/>
                    <a:pt x="344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49"/>
            <p:cNvSpPr/>
            <p:nvPr/>
          </p:nvSpPr>
          <p:spPr>
            <a:xfrm>
              <a:off x="3128250" y="3949875"/>
              <a:ext cx="67550" cy="86400"/>
            </a:xfrm>
            <a:custGeom>
              <a:rect b="b" l="l" r="r" t="t"/>
              <a:pathLst>
                <a:path extrusionOk="0" h="3456" w="2702">
                  <a:moveTo>
                    <a:pt x="1941" y="1"/>
                  </a:moveTo>
                  <a:cubicBezTo>
                    <a:pt x="1759" y="1"/>
                    <a:pt x="1554" y="55"/>
                    <a:pt x="1334" y="170"/>
                  </a:cubicBezTo>
                  <a:cubicBezTo>
                    <a:pt x="567" y="703"/>
                    <a:pt x="67" y="1537"/>
                    <a:pt x="0" y="2505"/>
                  </a:cubicBezTo>
                  <a:cubicBezTo>
                    <a:pt x="0" y="3098"/>
                    <a:pt x="304" y="3455"/>
                    <a:pt x="744" y="3455"/>
                  </a:cubicBezTo>
                  <a:cubicBezTo>
                    <a:pt x="923" y="3455"/>
                    <a:pt x="1123" y="3397"/>
                    <a:pt x="1334" y="3272"/>
                  </a:cubicBezTo>
                  <a:cubicBezTo>
                    <a:pt x="2135" y="2772"/>
                    <a:pt x="2635" y="1904"/>
                    <a:pt x="2702" y="937"/>
                  </a:cubicBezTo>
                  <a:cubicBezTo>
                    <a:pt x="2702" y="341"/>
                    <a:pt x="2396" y="1"/>
                    <a:pt x="194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49"/>
            <p:cNvSpPr/>
            <p:nvPr/>
          </p:nvSpPr>
          <p:spPr>
            <a:xfrm>
              <a:off x="3918800" y="3267750"/>
              <a:ext cx="129350" cy="157675"/>
            </a:xfrm>
            <a:custGeom>
              <a:rect b="b" l="l" r="r" t="t"/>
              <a:pathLst>
                <a:path extrusionOk="0" h="6307" w="5174">
                  <a:moveTo>
                    <a:pt x="3432" y="406"/>
                  </a:moveTo>
                  <a:cubicBezTo>
                    <a:pt x="4121" y="406"/>
                    <a:pt x="4771" y="1036"/>
                    <a:pt x="4604" y="1870"/>
                  </a:cubicBezTo>
                  <a:cubicBezTo>
                    <a:pt x="4504" y="3371"/>
                    <a:pt x="3703" y="4772"/>
                    <a:pt x="2436" y="5606"/>
                  </a:cubicBezTo>
                  <a:cubicBezTo>
                    <a:pt x="2192" y="5831"/>
                    <a:pt x="1908" y="5929"/>
                    <a:pt x="1632" y="5929"/>
                  </a:cubicBezTo>
                  <a:cubicBezTo>
                    <a:pt x="928" y="5929"/>
                    <a:pt x="276" y="5287"/>
                    <a:pt x="468" y="4472"/>
                  </a:cubicBezTo>
                  <a:cubicBezTo>
                    <a:pt x="534" y="2937"/>
                    <a:pt x="1335" y="1570"/>
                    <a:pt x="2636" y="736"/>
                  </a:cubicBezTo>
                  <a:cubicBezTo>
                    <a:pt x="2874" y="507"/>
                    <a:pt x="3156" y="406"/>
                    <a:pt x="3432" y="406"/>
                  </a:cubicBezTo>
                  <a:close/>
                  <a:moveTo>
                    <a:pt x="3435" y="0"/>
                  </a:moveTo>
                  <a:cubicBezTo>
                    <a:pt x="3095" y="0"/>
                    <a:pt x="2745" y="114"/>
                    <a:pt x="2436" y="369"/>
                  </a:cubicBezTo>
                  <a:cubicBezTo>
                    <a:pt x="1035" y="1303"/>
                    <a:pt x="134" y="2804"/>
                    <a:pt x="67" y="4472"/>
                  </a:cubicBezTo>
                  <a:cubicBezTo>
                    <a:pt x="1" y="5139"/>
                    <a:pt x="267" y="5773"/>
                    <a:pt x="801" y="6139"/>
                  </a:cubicBezTo>
                  <a:cubicBezTo>
                    <a:pt x="1035" y="6240"/>
                    <a:pt x="1268" y="6306"/>
                    <a:pt x="1502" y="6306"/>
                  </a:cubicBezTo>
                  <a:cubicBezTo>
                    <a:pt x="1902" y="6306"/>
                    <a:pt x="2302" y="6173"/>
                    <a:pt x="2636" y="5973"/>
                  </a:cubicBezTo>
                  <a:cubicBezTo>
                    <a:pt x="4037" y="5039"/>
                    <a:pt x="4904" y="3538"/>
                    <a:pt x="5004" y="1870"/>
                  </a:cubicBezTo>
                  <a:cubicBezTo>
                    <a:pt x="5174" y="803"/>
                    <a:pt x="4339" y="0"/>
                    <a:pt x="343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49"/>
            <p:cNvSpPr/>
            <p:nvPr/>
          </p:nvSpPr>
          <p:spPr>
            <a:xfrm>
              <a:off x="3948825" y="330390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39" y="1"/>
                  </a:moveTo>
                  <a:cubicBezTo>
                    <a:pt x="1757" y="1"/>
                    <a:pt x="1552" y="62"/>
                    <a:pt x="1335" y="190"/>
                  </a:cubicBezTo>
                  <a:cubicBezTo>
                    <a:pt x="534" y="691"/>
                    <a:pt x="34" y="1558"/>
                    <a:pt x="0" y="2492"/>
                  </a:cubicBezTo>
                  <a:cubicBezTo>
                    <a:pt x="0" y="3103"/>
                    <a:pt x="298" y="3449"/>
                    <a:pt x="730" y="3449"/>
                  </a:cubicBezTo>
                  <a:cubicBezTo>
                    <a:pt x="912" y="3449"/>
                    <a:pt x="1118" y="3387"/>
                    <a:pt x="1335" y="3259"/>
                  </a:cubicBezTo>
                  <a:cubicBezTo>
                    <a:pt x="2102" y="2759"/>
                    <a:pt x="2602" y="1891"/>
                    <a:pt x="2669" y="957"/>
                  </a:cubicBezTo>
                  <a:cubicBezTo>
                    <a:pt x="2669" y="347"/>
                    <a:pt x="2371" y="1"/>
                    <a:pt x="193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49"/>
            <p:cNvSpPr/>
            <p:nvPr/>
          </p:nvSpPr>
          <p:spPr>
            <a:xfrm>
              <a:off x="4306575" y="2740325"/>
              <a:ext cx="129950" cy="158050"/>
            </a:xfrm>
            <a:custGeom>
              <a:rect b="b" l="l" r="r" t="t"/>
              <a:pathLst>
                <a:path extrusionOk="0" h="6322" w="5198">
                  <a:moveTo>
                    <a:pt x="3537" y="451"/>
                  </a:moveTo>
                  <a:cubicBezTo>
                    <a:pt x="3703" y="451"/>
                    <a:pt x="3903" y="484"/>
                    <a:pt x="4037" y="551"/>
                  </a:cubicBezTo>
                  <a:cubicBezTo>
                    <a:pt x="4437" y="851"/>
                    <a:pt x="4671" y="1351"/>
                    <a:pt x="4604" y="1852"/>
                  </a:cubicBezTo>
                  <a:cubicBezTo>
                    <a:pt x="4504" y="3386"/>
                    <a:pt x="3703" y="4787"/>
                    <a:pt x="2436" y="5621"/>
                  </a:cubicBezTo>
                  <a:cubicBezTo>
                    <a:pt x="2192" y="5846"/>
                    <a:pt x="1908" y="5945"/>
                    <a:pt x="1633" y="5945"/>
                  </a:cubicBezTo>
                  <a:cubicBezTo>
                    <a:pt x="928" y="5945"/>
                    <a:pt x="276" y="5302"/>
                    <a:pt x="468" y="4487"/>
                  </a:cubicBezTo>
                  <a:cubicBezTo>
                    <a:pt x="534" y="2952"/>
                    <a:pt x="1368" y="1551"/>
                    <a:pt x="2636" y="717"/>
                  </a:cubicBezTo>
                  <a:cubicBezTo>
                    <a:pt x="2903" y="551"/>
                    <a:pt x="3236" y="451"/>
                    <a:pt x="3537" y="451"/>
                  </a:cubicBezTo>
                  <a:close/>
                  <a:moveTo>
                    <a:pt x="3449" y="0"/>
                  </a:moveTo>
                  <a:cubicBezTo>
                    <a:pt x="3103" y="0"/>
                    <a:pt x="2748" y="118"/>
                    <a:pt x="2436" y="384"/>
                  </a:cubicBezTo>
                  <a:cubicBezTo>
                    <a:pt x="1035" y="1285"/>
                    <a:pt x="134" y="2819"/>
                    <a:pt x="67" y="4487"/>
                  </a:cubicBezTo>
                  <a:cubicBezTo>
                    <a:pt x="1" y="5121"/>
                    <a:pt x="301" y="5754"/>
                    <a:pt x="835" y="6121"/>
                  </a:cubicBezTo>
                  <a:cubicBezTo>
                    <a:pt x="1035" y="6255"/>
                    <a:pt x="1268" y="6322"/>
                    <a:pt x="1535" y="6322"/>
                  </a:cubicBezTo>
                  <a:cubicBezTo>
                    <a:pt x="1902" y="6288"/>
                    <a:pt x="2302" y="6188"/>
                    <a:pt x="2636" y="5988"/>
                  </a:cubicBezTo>
                  <a:cubicBezTo>
                    <a:pt x="4037" y="5054"/>
                    <a:pt x="4904" y="3520"/>
                    <a:pt x="5004" y="1852"/>
                  </a:cubicBezTo>
                  <a:cubicBezTo>
                    <a:pt x="5198" y="812"/>
                    <a:pt x="4357" y="0"/>
                    <a:pt x="344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49"/>
            <p:cNvSpPr/>
            <p:nvPr/>
          </p:nvSpPr>
          <p:spPr>
            <a:xfrm>
              <a:off x="4335775" y="2776575"/>
              <a:ext cx="67575" cy="86500"/>
            </a:xfrm>
            <a:custGeom>
              <a:rect b="b" l="l" r="r" t="t"/>
              <a:pathLst>
                <a:path extrusionOk="0" h="3460" w="2703">
                  <a:moveTo>
                    <a:pt x="1950" y="0"/>
                  </a:moveTo>
                  <a:cubicBezTo>
                    <a:pt x="1773" y="0"/>
                    <a:pt x="1576" y="55"/>
                    <a:pt x="1368" y="168"/>
                  </a:cubicBezTo>
                  <a:cubicBezTo>
                    <a:pt x="567" y="702"/>
                    <a:pt x="67" y="1569"/>
                    <a:pt x="0" y="2503"/>
                  </a:cubicBezTo>
                  <a:cubicBezTo>
                    <a:pt x="0" y="3114"/>
                    <a:pt x="298" y="3460"/>
                    <a:pt x="742" y="3460"/>
                  </a:cubicBezTo>
                  <a:cubicBezTo>
                    <a:pt x="928" y="3460"/>
                    <a:pt x="1141" y="3399"/>
                    <a:pt x="1368" y="3270"/>
                  </a:cubicBezTo>
                  <a:cubicBezTo>
                    <a:pt x="2135" y="2770"/>
                    <a:pt x="2635" y="1903"/>
                    <a:pt x="2702" y="969"/>
                  </a:cubicBezTo>
                  <a:cubicBezTo>
                    <a:pt x="2702" y="347"/>
                    <a:pt x="2394" y="0"/>
                    <a:pt x="195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49"/>
            <p:cNvSpPr/>
            <p:nvPr/>
          </p:nvSpPr>
          <p:spPr>
            <a:xfrm>
              <a:off x="4505900" y="3239400"/>
              <a:ext cx="129950" cy="157675"/>
            </a:xfrm>
            <a:custGeom>
              <a:rect b="b" l="l" r="r" t="t"/>
              <a:pathLst>
                <a:path extrusionOk="0" h="6307" w="5198">
                  <a:moveTo>
                    <a:pt x="3451" y="406"/>
                  </a:moveTo>
                  <a:cubicBezTo>
                    <a:pt x="4151" y="406"/>
                    <a:pt x="4794" y="1036"/>
                    <a:pt x="4603" y="1870"/>
                  </a:cubicBezTo>
                  <a:cubicBezTo>
                    <a:pt x="4503" y="3371"/>
                    <a:pt x="3703" y="4772"/>
                    <a:pt x="2435" y="5606"/>
                  </a:cubicBezTo>
                  <a:cubicBezTo>
                    <a:pt x="2191" y="5831"/>
                    <a:pt x="1908" y="5929"/>
                    <a:pt x="1632" y="5929"/>
                  </a:cubicBezTo>
                  <a:cubicBezTo>
                    <a:pt x="928" y="5929"/>
                    <a:pt x="275" y="5287"/>
                    <a:pt x="467" y="4471"/>
                  </a:cubicBezTo>
                  <a:cubicBezTo>
                    <a:pt x="534" y="2937"/>
                    <a:pt x="1368" y="1569"/>
                    <a:pt x="2635" y="735"/>
                  </a:cubicBezTo>
                  <a:cubicBezTo>
                    <a:pt x="2883" y="507"/>
                    <a:pt x="3172" y="406"/>
                    <a:pt x="3451" y="406"/>
                  </a:cubicBezTo>
                  <a:close/>
                  <a:moveTo>
                    <a:pt x="3440" y="0"/>
                  </a:moveTo>
                  <a:cubicBezTo>
                    <a:pt x="3097" y="0"/>
                    <a:pt x="2745" y="113"/>
                    <a:pt x="2435" y="369"/>
                  </a:cubicBezTo>
                  <a:cubicBezTo>
                    <a:pt x="1034" y="1303"/>
                    <a:pt x="167" y="2804"/>
                    <a:pt x="67" y="4471"/>
                  </a:cubicBezTo>
                  <a:cubicBezTo>
                    <a:pt x="0" y="5139"/>
                    <a:pt x="300" y="5772"/>
                    <a:pt x="834" y="6139"/>
                  </a:cubicBezTo>
                  <a:cubicBezTo>
                    <a:pt x="1034" y="6239"/>
                    <a:pt x="1268" y="6306"/>
                    <a:pt x="1534" y="6306"/>
                  </a:cubicBezTo>
                  <a:cubicBezTo>
                    <a:pt x="1901" y="6306"/>
                    <a:pt x="2302" y="6173"/>
                    <a:pt x="2635" y="5973"/>
                  </a:cubicBezTo>
                  <a:cubicBezTo>
                    <a:pt x="4036" y="5072"/>
                    <a:pt x="4904" y="3537"/>
                    <a:pt x="5004" y="1870"/>
                  </a:cubicBezTo>
                  <a:cubicBezTo>
                    <a:pt x="5198" y="803"/>
                    <a:pt x="4352" y="0"/>
                    <a:pt x="344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49"/>
            <p:cNvSpPr/>
            <p:nvPr/>
          </p:nvSpPr>
          <p:spPr>
            <a:xfrm>
              <a:off x="4535900" y="3275550"/>
              <a:ext cx="66750" cy="86525"/>
            </a:xfrm>
            <a:custGeom>
              <a:rect b="b" l="l" r="r" t="t"/>
              <a:pathLst>
                <a:path extrusionOk="0" h="3461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0"/>
                    <a:pt x="34" y="1558"/>
                    <a:pt x="1" y="2492"/>
                  </a:cubicBezTo>
                  <a:cubicBezTo>
                    <a:pt x="1" y="3113"/>
                    <a:pt x="309" y="3460"/>
                    <a:pt x="753" y="3460"/>
                  </a:cubicBezTo>
                  <a:cubicBezTo>
                    <a:pt x="930" y="3460"/>
                    <a:pt x="1127" y="3406"/>
                    <a:pt x="1335" y="3292"/>
                  </a:cubicBezTo>
                  <a:cubicBezTo>
                    <a:pt x="2136" y="2759"/>
                    <a:pt x="2636" y="1891"/>
                    <a:pt x="2669" y="957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49"/>
            <p:cNvSpPr/>
            <p:nvPr/>
          </p:nvSpPr>
          <p:spPr>
            <a:xfrm>
              <a:off x="4541750" y="2454950"/>
              <a:ext cx="175150" cy="222425"/>
            </a:xfrm>
            <a:custGeom>
              <a:rect b="b" l="l" r="r" t="t"/>
              <a:pathLst>
                <a:path extrusionOk="0" h="8897" w="7006">
                  <a:moveTo>
                    <a:pt x="4937" y="558"/>
                  </a:moveTo>
                  <a:cubicBezTo>
                    <a:pt x="5204" y="558"/>
                    <a:pt x="5438" y="624"/>
                    <a:pt x="5671" y="758"/>
                  </a:cubicBezTo>
                  <a:cubicBezTo>
                    <a:pt x="6171" y="1058"/>
                    <a:pt x="6472" y="1692"/>
                    <a:pt x="6472" y="2592"/>
                  </a:cubicBezTo>
                  <a:cubicBezTo>
                    <a:pt x="6338" y="4761"/>
                    <a:pt x="5204" y="6729"/>
                    <a:pt x="3369" y="7929"/>
                  </a:cubicBezTo>
                  <a:cubicBezTo>
                    <a:pt x="2900" y="8195"/>
                    <a:pt x="2455" y="8336"/>
                    <a:pt x="2058" y="8336"/>
                  </a:cubicBezTo>
                  <a:cubicBezTo>
                    <a:pt x="1807" y="8336"/>
                    <a:pt x="1575" y="8279"/>
                    <a:pt x="1368" y="8163"/>
                  </a:cubicBezTo>
                  <a:cubicBezTo>
                    <a:pt x="868" y="7863"/>
                    <a:pt x="567" y="7196"/>
                    <a:pt x="567" y="6328"/>
                  </a:cubicBezTo>
                  <a:cubicBezTo>
                    <a:pt x="701" y="4127"/>
                    <a:pt x="1835" y="2159"/>
                    <a:pt x="3670" y="991"/>
                  </a:cubicBezTo>
                  <a:cubicBezTo>
                    <a:pt x="4037" y="724"/>
                    <a:pt x="4504" y="591"/>
                    <a:pt x="4937" y="558"/>
                  </a:cubicBezTo>
                  <a:close/>
                  <a:moveTo>
                    <a:pt x="4927" y="0"/>
                  </a:moveTo>
                  <a:cubicBezTo>
                    <a:pt x="4437" y="0"/>
                    <a:pt x="3903" y="152"/>
                    <a:pt x="3369" y="457"/>
                  </a:cubicBezTo>
                  <a:cubicBezTo>
                    <a:pt x="1501" y="1558"/>
                    <a:pt x="0" y="4160"/>
                    <a:pt x="0" y="6295"/>
                  </a:cubicBezTo>
                  <a:cubicBezTo>
                    <a:pt x="0" y="7396"/>
                    <a:pt x="401" y="8230"/>
                    <a:pt x="1101" y="8630"/>
                  </a:cubicBezTo>
                  <a:cubicBezTo>
                    <a:pt x="1401" y="8797"/>
                    <a:pt x="1735" y="8897"/>
                    <a:pt x="2069" y="8897"/>
                  </a:cubicBezTo>
                  <a:cubicBezTo>
                    <a:pt x="2636" y="8863"/>
                    <a:pt x="3169" y="8697"/>
                    <a:pt x="3670" y="8430"/>
                  </a:cubicBezTo>
                  <a:cubicBezTo>
                    <a:pt x="5504" y="7329"/>
                    <a:pt x="7005" y="4727"/>
                    <a:pt x="7005" y="2592"/>
                  </a:cubicBezTo>
                  <a:cubicBezTo>
                    <a:pt x="7005" y="1492"/>
                    <a:pt x="6638" y="658"/>
                    <a:pt x="5938" y="257"/>
                  </a:cubicBezTo>
                  <a:cubicBezTo>
                    <a:pt x="5638" y="86"/>
                    <a:pt x="5295" y="0"/>
                    <a:pt x="492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49"/>
            <p:cNvSpPr/>
            <p:nvPr/>
          </p:nvSpPr>
          <p:spPr>
            <a:xfrm>
              <a:off x="4577600" y="2504850"/>
              <a:ext cx="104275" cy="123200"/>
            </a:xfrm>
            <a:custGeom>
              <a:rect b="b" l="l" r="r" t="t"/>
              <a:pathLst>
                <a:path extrusionOk="0" h="4928" w="4171">
                  <a:moveTo>
                    <a:pt x="2930" y="1"/>
                  </a:moveTo>
                  <a:cubicBezTo>
                    <a:pt x="2206" y="1"/>
                    <a:pt x="1321" y="657"/>
                    <a:pt x="735" y="1697"/>
                  </a:cubicBezTo>
                  <a:cubicBezTo>
                    <a:pt x="1" y="2965"/>
                    <a:pt x="1" y="4366"/>
                    <a:pt x="735" y="4799"/>
                  </a:cubicBezTo>
                  <a:cubicBezTo>
                    <a:pt x="882" y="4886"/>
                    <a:pt x="1048" y="4928"/>
                    <a:pt x="1225" y="4928"/>
                  </a:cubicBezTo>
                  <a:cubicBezTo>
                    <a:pt x="1933" y="4928"/>
                    <a:pt x="2823" y="4271"/>
                    <a:pt x="3437" y="3232"/>
                  </a:cubicBezTo>
                  <a:cubicBezTo>
                    <a:pt x="4170" y="1964"/>
                    <a:pt x="4170" y="563"/>
                    <a:pt x="3437" y="129"/>
                  </a:cubicBezTo>
                  <a:cubicBezTo>
                    <a:pt x="3283" y="42"/>
                    <a:pt x="3111" y="1"/>
                    <a:pt x="293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49"/>
            <p:cNvSpPr/>
            <p:nvPr/>
          </p:nvSpPr>
          <p:spPr>
            <a:xfrm>
              <a:off x="4779425" y="2918650"/>
              <a:ext cx="207875" cy="577650"/>
            </a:xfrm>
            <a:custGeom>
              <a:rect b="b" l="l" r="r" t="t"/>
              <a:pathLst>
                <a:path extrusionOk="0" h="23106" w="8315">
                  <a:moveTo>
                    <a:pt x="8064" y="0"/>
                  </a:moveTo>
                  <a:cubicBezTo>
                    <a:pt x="7995" y="0"/>
                    <a:pt x="7930" y="37"/>
                    <a:pt x="7906" y="123"/>
                  </a:cubicBezTo>
                  <a:lnTo>
                    <a:pt x="34" y="22872"/>
                  </a:lnTo>
                  <a:cubicBezTo>
                    <a:pt x="0" y="22972"/>
                    <a:pt x="34" y="23072"/>
                    <a:pt x="134" y="23106"/>
                  </a:cubicBezTo>
                  <a:lnTo>
                    <a:pt x="200" y="23106"/>
                  </a:lnTo>
                  <a:cubicBezTo>
                    <a:pt x="267" y="23106"/>
                    <a:pt x="367" y="23039"/>
                    <a:pt x="400" y="22972"/>
                  </a:cubicBezTo>
                  <a:lnTo>
                    <a:pt x="8273" y="256"/>
                  </a:lnTo>
                  <a:cubicBezTo>
                    <a:pt x="8315" y="108"/>
                    <a:pt x="8184" y="0"/>
                    <a:pt x="806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49"/>
            <p:cNvSpPr/>
            <p:nvPr/>
          </p:nvSpPr>
          <p:spPr>
            <a:xfrm>
              <a:off x="4576325" y="3370650"/>
              <a:ext cx="92200" cy="191525"/>
            </a:xfrm>
            <a:custGeom>
              <a:rect b="b" l="l" r="r" t="t"/>
              <a:pathLst>
                <a:path extrusionOk="0" h="7661" w="3688">
                  <a:moveTo>
                    <a:pt x="238" y="0"/>
                  </a:moveTo>
                  <a:cubicBezTo>
                    <a:pt x="117" y="0"/>
                    <a:pt x="1" y="108"/>
                    <a:pt x="85" y="256"/>
                  </a:cubicBezTo>
                  <a:lnTo>
                    <a:pt x="3287" y="7561"/>
                  </a:lnTo>
                  <a:cubicBezTo>
                    <a:pt x="3321" y="7627"/>
                    <a:pt x="3387" y="7661"/>
                    <a:pt x="3454" y="7661"/>
                  </a:cubicBezTo>
                  <a:lnTo>
                    <a:pt x="3554" y="7661"/>
                  </a:lnTo>
                  <a:cubicBezTo>
                    <a:pt x="3654" y="7594"/>
                    <a:pt x="3688" y="7494"/>
                    <a:pt x="3654" y="7394"/>
                  </a:cubicBezTo>
                  <a:lnTo>
                    <a:pt x="419" y="122"/>
                  </a:lnTo>
                  <a:cubicBezTo>
                    <a:pt x="382" y="36"/>
                    <a:pt x="309" y="0"/>
                    <a:pt x="23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49"/>
            <p:cNvSpPr/>
            <p:nvPr/>
          </p:nvSpPr>
          <p:spPr>
            <a:xfrm>
              <a:off x="4849475" y="3411650"/>
              <a:ext cx="204300" cy="180550"/>
            </a:xfrm>
            <a:custGeom>
              <a:rect b="b" l="l" r="r" t="t"/>
              <a:pathLst>
                <a:path extrusionOk="0" h="7222" w="8172">
                  <a:moveTo>
                    <a:pt x="7872" y="1"/>
                  </a:moveTo>
                  <a:cubicBezTo>
                    <a:pt x="7835" y="1"/>
                    <a:pt x="7800" y="15"/>
                    <a:pt x="7772" y="50"/>
                  </a:cubicBezTo>
                  <a:lnTo>
                    <a:pt x="67" y="6888"/>
                  </a:lnTo>
                  <a:cubicBezTo>
                    <a:pt x="0" y="6955"/>
                    <a:pt x="0" y="7088"/>
                    <a:pt x="67" y="7155"/>
                  </a:cubicBezTo>
                  <a:cubicBezTo>
                    <a:pt x="100" y="7188"/>
                    <a:pt x="134" y="7222"/>
                    <a:pt x="200" y="7222"/>
                  </a:cubicBezTo>
                  <a:cubicBezTo>
                    <a:pt x="234" y="7222"/>
                    <a:pt x="267" y="7188"/>
                    <a:pt x="300" y="7155"/>
                  </a:cubicBezTo>
                  <a:lnTo>
                    <a:pt x="8039" y="317"/>
                  </a:lnTo>
                  <a:cubicBezTo>
                    <a:pt x="8171" y="211"/>
                    <a:pt x="8010" y="1"/>
                    <a:pt x="787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49"/>
            <p:cNvSpPr/>
            <p:nvPr/>
          </p:nvSpPr>
          <p:spPr>
            <a:xfrm>
              <a:off x="5156350" y="3345325"/>
              <a:ext cx="181000" cy="16725"/>
            </a:xfrm>
            <a:custGeom>
              <a:rect b="b" l="l" r="r" t="t"/>
              <a:pathLst>
                <a:path extrusionOk="0" h="669" w="7240">
                  <a:moveTo>
                    <a:pt x="201" y="1"/>
                  </a:moveTo>
                  <a:cubicBezTo>
                    <a:pt x="67" y="1"/>
                    <a:pt x="1" y="101"/>
                    <a:pt x="1" y="201"/>
                  </a:cubicBezTo>
                  <a:cubicBezTo>
                    <a:pt x="1" y="301"/>
                    <a:pt x="67" y="368"/>
                    <a:pt x="167" y="401"/>
                  </a:cubicBezTo>
                  <a:lnTo>
                    <a:pt x="7039" y="668"/>
                  </a:lnTo>
                  <a:cubicBezTo>
                    <a:pt x="7139" y="668"/>
                    <a:pt x="7239" y="568"/>
                    <a:pt x="7239" y="468"/>
                  </a:cubicBezTo>
                  <a:cubicBezTo>
                    <a:pt x="7239" y="368"/>
                    <a:pt x="7172" y="268"/>
                    <a:pt x="7039" y="268"/>
                  </a:cubicBezTo>
                  <a:lnTo>
                    <a:pt x="20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49"/>
            <p:cNvSpPr/>
            <p:nvPr/>
          </p:nvSpPr>
          <p:spPr>
            <a:xfrm>
              <a:off x="4577600" y="2654850"/>
              <a:ext cx="57575" cy="597950"/>
            </a:xfrm>
            <a:custGeom>
              <a:rect b="b" l="l" r="r" t="t"/>
              <a:pathLst>
                <a:path extrusionOk="0" h="23918" w="2303">
                  <a:moveTo>
                    <a:pt x="2102" y="0"/>
                  </a:moveTo>
                  <a:cubicBezTo>
                    <a:pt x="2002" y="0"/>
                    <a:pt x="1902" y="67"/>
                    <a:pt x="1902" y="167"/>
                  </a:cubicBezTo>
                  <a:lnTo>
                    <a:pt x="1" y="23684"/>
                  </a:lnTo>
                  <a:cubicBezTo>
                    <a:pt x="1" y="23817"/>
                    <a:pt x="67" y="23884"/>
                    <a:pt x="168" y="23917"/>
                  </a:cubicBezTo>
                  <a:cubicBezTo>
                    <a:pt x="268" y="23917"/>
                    <a:pt x="368" y="23817"/>
                    <a:pt x="368" y="23717"/>
                  </a:cubicBezTo>
                  <a:lnTo>
                    <a:pt x="2302" y="200"/>
                  </a:lnTo>
                  <a:cubicBezTo>
                    <a:pt x="2302" y="100"/>
                    <a:pt x="2202" y="0"/>
                    <a:pt x="210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49"/>
            <p:cNvSpPr/>
            <p:nvPr/>
          </p:nvSpPr>
          <p:spPr>
            <a:xfrm>
              <a:off x="4025550" y="2880125"/>
              <a:ext cx="304575" cy="410200"/>
            </a:xfrm>
            <a:custGeom>
              <a:rect b="b" l="l" r="r" t="t"/>
              <a:pathLst>
                <a:path extrusionOk="0" h="16408" w="12183">
                  <a:moveTo>
                    <a:pt x="11918" y="0"/>
                  </a:moveTo>
                  <a:cubicBezTo>
                    <a:pt x="11869" y="0"/>
                    <a:pt x="11819" y="19"/>
                    <a:pt x="11775" y="62"/>
                  </a:cubicBezTo>
                  <a:lnTo>
                    <a:pt x="67" y="16107"/>
                  </a:lnTo>
                  <a:cubicBezTo>
                    <a:pt x="0" y="16174"/>
                    <a:pt x="0" y="16307"/>
                    <a:pt x="100" y="16374"/>
                  </a:cubicBezTo>
                  <a:cubicBezTo>
                    <a:pt x="134" y="16374"/>
                    <a:pt x="167" y="16407"/>
                    <a:pt x="200" y="16407"/>
                  </a:cubicBezTo>
                  <a:cubicBezTo>
                    <a:pt x="267" y="16407"/>
                    <a:pt x="334" y="16374"/>
                    <a:pt x="367" y="16341"/>
                  </a:cubicBezTo>
                  <a:lnTo>
                    <a:pt x="12109" y="296"/>
                  </a:lnTo>
                  <a:cubicBezTo>
                    <a:pt x="12183" y="148"/>
                    <a:pt x="12057" y="0"/>
                    <a:pt x="1191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49"/>
            <p:cNvSpPr/>
            <p:nvPr/>
          </p:nvSpPr>
          <p:spPr>
            <a:xfrm>
              <a:off x="3998175" y="3394125"/>
              <a:ext cx="132475" cy="245150"/>
            </a:xfrm>
            <a:custGeom>
              <a:rect b="b" l="l" r="r" t="t"/>
              <a:pathLst>
                <a:path extrusionOk="0" h="9806" w="5299">
                  <a:moveTo>
                    <a:pt x="291" y="1"/>
                  </a:moveTo>
                  <a:cubicBezTo>
                    <a:pt x="156" y="1"/>
                    <a:pt x="0" y="142"/>
                    <a:pt x="95" y="284"/>
                  </a:cubicBezTo>
                  <a:lnTo>
                    <a:pt x="4931" y="9691"/>
                  </a:lnTo>
                  <a:cubicBezTo>
                    <a:pt x="4959" y="9745"/>
                    <a:pt x="5008" y="9800"/>
                    <a:pt x="5062" y="9800"/>
                  </a:cubicBezTo>
                  <a:cubicBezTo>
                    <a:pt x="5074" y="9800"/>
                    <a:pt x="5086" y="9797"/>
                    <a:pt x="5098" y="9791"/>
                  </a:cubicBezTo>
                  <a:cubicBezTo>
                    <a:pt x="5109" y="9802"/>
                    <a:pt x="5120" y="9806"/>
                    <a:pt x="5132" y="9806"/>
                  </a:cubicBezTo>
                  <a:cubicBezTo>
                    <a:pt x="5154" y="9806"/>
                    <a:pt x="5176" y="9791"/>
                    <a:pt x="5198" y="9791"/>
                  </a:cubicBezTo>
                  <a:cubicBezTo>
                    <a:pt x="5265" y="9724"/>
                    <a:pt x="5298" y="9624"/>
                    <a:pt x="5265" y="9524"/>
                  </a:cubicBezTo>
                  <a:lnTo>
                    <a:pt x="428" y="84"/>
                  </a:lnTo>
                  <a:cubicBezTo>
                    <a:pt x="399" y="25"/>
                    <a:pt x="347" y="1"/>
                    <a:pt x="29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49"/>
            <p:cNvSpPr/>
            <p:nvPr/>
          </p:nvSpPr>
          <p:spPr>
            <a:xfrm>
              <a:off x="4196500" y="3799750"/>
              <a:ext cx="409700" cy="355350"/>
            </a:xfrm>
            <a:custGeom>
              <a:rect b="b" l="l" r="r" t="t"/>
              <a:pathLst>
                <a:path extrusionOk="0" h="14214" w="16388">
                  <a:moveTo>
                    <a:pt x="16123" y="1"/>
                  </a:moveTo>
                  <a:cubicBezTo>
                    <a:pt x="16088" y="1"/>
                    <a:pt x="16050" y="12"/>
                    <a:pt x="16012" y="37"/>
                  </a:cubicBezTo>
                  <a:lnTo>
                    <a:pt x="134" y="13880"/>
                  </a:lnTo>
                  <a:cubicBezTo>
                    <a:pt x="1" y="13980"/>
                    <a:pt x="67" y="14214"/>
                    <a:pt x="267" y="14214"/>
                  </a:cubicBezTo>
                  <a:cubicBezTo>
                    <a:pt x="301" y="14214"/>
                    <a:pt x="334" y="14180"/>
                    <a:pt x="367" y="14180"/>
                  </a:cubicBezTo>
                  <a:lnTo>
                    <a:pt x="16279" y="337"/>
                  </a:lnTo>
                  <a:cubicBezTo>
                    <a:pt x="16387" y="202"/>
                    <a:pt x="16276" y="1"/>
                    <a:pt x="1612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49"/>
            <p:cNvSpPr/>
            <p:nvPr/>
          </p:nvSpPr>
          <p:spPr>
            <a:xfrm>
              <a:off x="4098100" y="3792100"/>
              <a:ext cx="66725" cy="369675"/>
            </a:xfrm>
            <a:custGeom>
              <a:rect b="b" l="l" r="r" t="t"/>
              <a:pathLst>
                <a:path extrusionOk="0" h="14787" w="2669">
                  <a:moveTo>
                    <a:pt x="2451" y="1"/>
                  </a:moveTo>
                  <a:cubicBezTo>
                    <a:pt x="2370" y="1"/>
                    <a:pt x="2296" y="66"/>
                    <a:pt x="2269" y="176"/>
                  </a:cubicBezTo>
                  <a:lnTo>
                    <a:pt x="34" y="14553"/>
                  </a:lnTo>
                  <a:cubicBezTo>
                    <a:pt x="0" y="14653"/>
                    <a:pt x="67" y="14753"/>
                    <a:pt x="201" y="14787"/>
                  </a:cubicBezTo>
                  <a:lnTo>
                    <a:pt x="234" y="14787"/>
                  </a:lnTo>
                  <a:cubicBezTo>
                    <a:pt x="301" y="14787"/>
                    <a:pt x="401" y="14720"/>
                    <a:pt x="401" y="14620"/>
                  </a:cubicBezTo>
                  <a:lnTo>
                    <a:pt x="2669" y="210"/>
                  </a:lnTo>
                  <a:cubicBezTo>
                    <a:pt x="2669" y="110"/>
                    <a:pt x="2602" y="9"/>
                    <a:pt x="2502" y="9"/>
                  </a:cubicBezTo>
                  <a:cubicBezTo>
                    <a:pt x="2485" y="4"/>
                    <a:pt x="2468" y="1"/>
                    <a:pt x="245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49"/>
            <p:cNvSpPr/>
            <p:nvPr/>
          </p:nvSpPr>
          <p:spPr>
            <a:xfrm>
              <a:off x="3803225" y="3943275"/>
              <a:ext cx="257375" cy="256875"/>
            </a:xfrm>
            <a:custGeom>
              <a:rect b="b" l="l" r="r" t="t"/>
              <a:pathLst>
                <a:path extrusionOk="0" h="10275" w="10295">
                  <a:moveTo>
                    <a:pt x="303" y="0"/>
                  </a:moveTo>
                  <a:cubicBezTo>
                    <a:pt x="160" y="0"/>
                    <a:pt x="1" y="206"/>
                    <a:pt x="154" y="334"/>
                  </a:cubicBezTo>
                  <a:lnTo>
                    <a:pt x="9927" y="10241"/>
                  </a:lnTo>
                  <a:cubicBezTo>
                    <a:pt x="9961" y="10274"/>
                    <a:pt x="10027" y="10274"/>
                    <a:pt x="10061" y="10274"/>
                  </a:cubicBezTo>
                  <a:cubicBezTo>
                    <a:pt x="10128" y="10274"/>
                    <a:pt x="10194" y="10274"/>
                    <a:pt x="10228" y="10241"/>
                  </a:cubicBezTo>
                  <a:cubicBezTo>
                    <a:pt x="10294" y="10141"/>
                    <a:pt x="10294" y="10041"/>
                    <a:pt x="10228" y="9974"/>
                  </a:cubicBezTo>
                  <a:lnTo>
                    <a:pt x="421" y="67"/>
                  </a:lnTo>
                  <a:cubicBezTo>
                    <a:pt x="389" y="20"/>
                    <a:pt x="347" y="0"/>
                    <a:pt x="30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49"/>
            <p:cNvSpPr/>
            <p:nvPr/>
          </p:nvSpPr>
          <p:spPr>
            <a:xfrm>
              <a:off x="3512675" y="4239300"/>
              <a:ext cx="472025" cy="89275"/>
            </a:xfrm>
            <a:custGeom>
              <a:rect b="b" l="l" r="r" t="t"/>
              <a:pathLst>
                <a:path extrusionOk="0" h="3571" w="18881">
                  <a:moveTo>
                    <a:pt x="234" y="1"/>
                  </a:moveTo>
                  <a:cubicBezTo>
                    <a:pt x="134" y="1"/>
                    <a:pt x="34" y="68"/>
                    <a:pt x="1" y="168"/>
                  </a:cubicBezTo>
                  <a:cubicBezTo>
                    <a:pt x="1" y="268"/>
                    <a:pt x="67" y="368"/>
                    <a:pt x="167" y="401"/>
                  </a:cubicBezTo>
                  <a:lnTo>
                    <a:pt x="18647" y="3570"/>
                  </a:lnTo>
                  <a:lnTo>
                    <a:pt x="18681" y="3570"/>
                  </a:lnTo>
                  <a:cubicBezTo>
                    <a:pt x="18781" y="3570"/>
                    <a:pt x="18847" y="3503"/>
                    <a:pt x="18881" y="3403"/>
                  </a:cubicBezTo>
                  <a:cubicBezTo>
                    <a:pt x="18881" y="3303"/>
                    <a:pt x="18814" y="3203"/>
                    <a:pt x="18714" y="3203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49"/>
            <p:cNvSpPr/>
            <p:nvPr/>
          </p:nvSpPr>
          <p:spPr>
            <a:xfrm>
              <a:off x="3392600" y="3677250"/>
              <a:ext cx="45050" cy="480350"/>
            </a:xfrm>
            <a:custGeom>
              <a:rect b="b" l="l" r="r" t="t"/>
              <a:pathLst>
                <a:path extrusionOk="0" h="19214" w="1802">
                  <a:moveTo>
                    <a:pt x="1635" y="0"/>
                  </a:moveTo>
                  <a:cubicBezTo>
                    <a:pt x="1535" y="0"/>
                    <a:pt x="1435" y="67"/>
                    <a:pt x="1435" y="200"/>
                  </a:cubicBezTo>
                  <a:lnTo>
                    <a:pt x="34" y="19014"/>
                  </a:lnTo>
                  <a:cubicBezTo>
                    <a:pt x="0" y="19114"/>
                    <a:pt x="100" y="19214"/>
                    <a:pt x="200" y="19214"/>
                  </a:cubicBezTo>
                  <a:cubicBezTo>
                    <a:pt x="300" y="19214"/>
                    <a:pt x="401" y="19147"/>
                    <a:pt x="401" y="19047"/>
                  </a:cubicBezTo>
                  <a:lnTo>
                    <a:pt x="1802" y="200"/>
                  </a:lnTo>
                  <a:cubicBezTo>
                    <a:pt x="1802" y="100"/>
                    <a:pt x="1735" y="34"/>
                    <a:pt x="163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49"/>
            <p:cNvSpPr/>
            <p:nvPr/>
          </p:nvSpPr>
          <p:spPr>
            <a:xfrm>
              <a:off x="3176600" y="4037925"/>
              <a:ext cx="161825" cy="176400"/>
            </a:xfrm>
            <a:custGeom>
              <a:rect b="b" l="l" r="r" t="t"/>
              <a:pathLst>
                <a:path extrusionOk="0" h="7056" w="6473">
                  <a:moveTo>
                    <a:pt x="201" y="0"/>
                  </a:moveTo>
                  <a:cubicBezTo>
                    <a:pt x="151" y="0"/>
                    <a:pt x="101" y="17"/>
                    <a:pt x="67" y="50"/>
                  </a:cubicBezTo>
                  <a:cubicBezTo>
                    <a:pt x="1" y="117"/>
                    <a:pt x="1" y="250"/>
                    <a:pt x="67" y="317"/>
                  </a:cubicBezTo>
                  <a:lnTo>
                    <a:pt x="6105" y="6988"/>
                  </a:lnTo>
                  <a:cubicBezTo>
                    <a:pt x="6138" y="7022"/>
                    <a:pt x="6172" y="7055"/>
                    <a:pt x="6239" y="7055"/>
                  </a:cubicBezTo>
                  <a:cubicBezTo>
                    <a:pt x="6405" y="7055"/>
                    <a:pt x="6472" y="6855"/>
                    <a:pt x="6372" y="6722"/>
                  </a:cubicBezTo>
                  <a:lnTo>
                    <a:pt x="334" y="50"/>
                  </a:lnTo>
                  <a:cubicBezTo>
                    <a:pt x="301" y="17"/>
                    <a:pt x="251" y="0"/>
                    <a:pt x="20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49"/>
            <p:cNvSpPr/>
            <p:nvPr/>
          </p:nvSpPr>
          <p:spPr>
            <a:xfrm>
              <a:off x="5243075" y="3415900"/>
              <a:ext cx="113450" cy="288875"/>
            </a:xfrm>
            <a:custGeom>
              <a:rect b="b" l="l" r="r" t="t"/>
              <a:pathLst>
                <a:path extrusionOk="0" h="11555" w="4538">
                  <a:moveTo>
                    <a:pt x="4391" y="0"/>
                  </a:moveTo>
                  <a:cubicBezTo>
                    <a:pt x="4355" y="0"/>
                    <a:pt x="4337" y="31"/>
                    <a:pt x="4337" y="80"/>
                  </a:cubicBezTo>
                  <a:lnTo>
                    <a:pt x="34" y="11422"/>
                  </a:lnTo>
                  <a:cubicBezTo>
                    <a:pt x="1" y="11488"/>
                    <a:pt x="34" y="11522"/>
                    <a:pt x="101" y="11555"/>
                  </a:cubicBezTo>
                  <a:lnTo>
                    <a:pt x="134" y="11555"/>
                  </a:lnTo>
                  <a:cubicBezTo>
                    <a:pt x="168" y="11555"/>
                    <a:pt x="234" y="11555"/>
                    <a:pt x="234" y="11522"/>
                  </a:cubicBezTo>
                  <a:lnTo>
                    <a:pt x="4504" y="147"/>
                  </a:lnTo>
                  <a:cubicBezTo>
                    <a:pt x="4537" y="113"/>
                    <a:pt x="4471" y="13"/>
                    <a:pt x="4437" y="13"/>
                  </a:cubicBezTo>
                  <a:cubicBezTo>
                    <a:pt x="4419" y="4"/>
                    <a:pt x="4404" y="0"/>
                    <a:pt x="439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49"/>
            <p:cNvSpPr/>
            <p:nvPr/>
          </p:nvSpPr>
          <p:spPr>
            <a:xfrm>
              <a:off x="5417375" y="3377025"/>
              <a:ext cx="94250" cy="133450"/>
            </a:xfrm>
            <a:custGeom>
              <a:rect b="b" l="l" r="r" t="t"/>
              <a:pathLst>
                <a:path extrusionOk="0" h="5338" w="3770">
                  <a:moveTo>
                    <a:pt x="67" y="1"/>
                  </a:moveTo>
                  <a:cubicBezTo>
                    <a:pt x="34" y="34"/>
                    <a:pt x="0" y="101"/>
                    <a:pt x="34" y="134"/>
                  </a:cubicBezTo>
                  <a:lnTo>
                    <a:pt x="3603" y="5304"/>
                  </a:lnTo>
                  <a:cubicBezTo>
                    <a:pt x="3603" y="5304"/>
                    <a:pt x="3636" y="5338"/>
                    <a:pt x="3670" y="5338"/>
                  </a:cubicBezTo>
                  <a:cubicBezTo>
                    <a:pt x="3703" y="5338"/>
                    <a:pt x="3703" y="5338"/>
                    <a:pt x="3703" y="5304"/>
                  </a:cubicBezTo>
                  <a:cubicBezTo>
                    <a:pt x="3770" y="5304"/>
                    <a:pt x="3770" y="5238"/>
                    <a:pt x="3736" y="5204"/>
                  </a:cubicBezTo>
                  <a:lnTo>
                    <a:pt x="167" y="34"/>
                  </a:lnTo>
                  <a:cubicBezTo>
                    <a:pt x="167" y="1"/>
                    <a:pt x="100" y="1"/>
                    <a:pt x="6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49"/>
            <p:cNvSpPr/>
            <p:nvPr/>
          </p:nvSpPr>
          <p:spPr>
            <a:xfrm>
              <a:off x="4401650" y="3032075"/>
              <a:ext cx="136775" cy="255750"/>
            </a:xfrm>
            <a:custGeom>
              <a:rect b="b" l="l" r="r" t="t"/>
              <a:pathLst>
                <a:path extrusionOk="0" h="10230" w="5471">
                  <a:moveTo>
                    <a:pt x="185" y="0"/>
                  </a:moveTo>
                  <a:cubicBezTo>
                    <a:pt x="167" y="0"/>
                    <a:pt x="148" y="8"/>
                    <a:pt x="134" y="22"/>
                  </a:cubicBezTo>
                  <a:cubicBezTo>
                    <a:pt x="100" y="22"/>
                    <a:pt x="0" y="122"/>
                    <a:pt x="34" y="155"/>
                  </a:cubicBezTo>
                  <a:lnTo>
                    <a:pt x="5204" y="10229"/>
                  </a:lnTo>
                  <a:lnTo>
                    <a:pt x="5371" y="10229"/>
                  </a:lnTo>
                  <a:lnTo>
                    <a:pt x="5404" y="10196"/>
                  </a:lnTo>
                  <a:cubicBezTo>
                    <a:pt x="5438" y="10196"/>
                    <a:pt x="5471" y="10129"/>
                    <a:pt x="5438" y="10096"/>
                  </a:cubicBezTo>
                  <a:lnTo>
                    <a:pt x="234" y="55"/>
                  </a:lnTo>
                  <a:cubicBezTo>
                    <a:pt x="234" y="16"/>
                    <a:pt x="211" y="0"/>
                    <a:pt x="18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49"/>
            <p:cNvSpPr/>
            <p:nvPr/>
          </p:nvSpPr>
          <p:spPr>
            <a:xfrm>
              <a:off x="3999700" y="2893000"/>
              <a:ext cx="95075" cy="383150"/>
            </a:xfrm>
            <a:custGeom>
              <a:rect b="b" l="l" r="r" t="t"/>
              <a:pathLst>
                <a:path extrusionOk="0" h="15326" w="3803">
                  <a:moveTo>
                    <a:pt x="3654" y="1"/>
                  </a:moveTo>
                  <a:cubicBezTo>
                    <a:pt x="3603" y="1"/>
                    <a:pt x="3536" y="24"/>
                    <a:pt x="3536" y="48"/>
                  </a:cubicBezTo>
                  <a:lnTo>
                    <a:pt x="0" y="15225"/>
                  </a:lnTo>
                  <a:cubicBezTo>
                    <a:pt x="0" y="15259"/>
                    <a:pt x="100" y="15325"/>
                    <a:pt x="134" y="15325"/>
                  </a:cubicBezTo>
                  <a:cubicBezTo>
                    <a:pt x="167" y="15325"/>
                    <a:pt x="200" y="15292"/>
                    <a:pt x="200" y="15259"/>
                  </a:cubicBezTo>
                  <a:lnTo>
                    <a:pt x="3770" y="114"/>
                  </a:lnTo>
                  <a:cubicBezTo>
                    <a:pt x="3803" y="48"/>
                    <a:pt x="3770" y="14"/>
                    <a:pt x="3703" y="14"/>
                  </a:cubicBezTo>
                  <a:cubicBezTo>
                    <a:pt x="3693" y="5"/>
                    <a:pt x="3675" y="1"/>
                    <a:pt x="365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49"/>
            <p:cNvSpPr/>
            <p:nvPr/>
          </p:nvSpPr>
          <p:spPr>
            <a:xfrm>
              <a:off x="4197325" y="3417050"/>
              <a:ext cx="81750" cy="180150"/>
            </a:xfrm>
            <a:custGeom>
              <a:rect b="b" l="l" r="r" t="t"/>
              <a:pathLst>
                <a:path extrusionOk="0" h="7206" w="3270">
                  <a:moveTo>
                    <a:pt x="3103" y="1"/>
                  </a:moveTo>
                  <a:cubicBezTo>
                    <a:pt x="3070" y="1"/>
                    <a:pt x="3003" y="1"/>
                    <a:pt x="3003" y="67"/>
                  </a:cubicBezTo>
                  <a:lnTo>
                    <a:pt x="34" y="7106"/>
                  </a:lnTo>
                  <a:cubicBezTo>
                    <a:pt x="1" y="7139"/>
                    <a:pt x="34" y="7206"/>
                    <a:pt x="68" y="7206"/>
                  </a:cubicBezTo>
                  <a:lnTo>
                    <a:pt x="101" y="7206"/>
                  </a:lnTo>
                  <a:cubicBezTo>
                    <a:pt x="168" y="7206"/>
                    <a:pt x="234" y="7172"/>
                    <a:pt x="268" y="7139"/>
                  </a:cubicBezTo>
                  <a:lnTo>
                    <a:pt x="3237" y="67"/>
                  </a:lnTo>
                  <a:cubicBezTo>
                    <a:pt x="3270" y="34"/>
                    <a:pt x="3136" y="34"/>
                    <a:pt x="310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49"/>
            <p:cNvSpPr/>
            <p:nvPr/>
          </p:nvSpPr>
          <p:spPr>
            <a:xfrm>
              <a:off x="5213050" y="365915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1"/>
                    <a:pt x="34" y="1558"/>
                    <a:pt x="1" y="2492"/>
                  </a:cubicBezTo>
                  <a:cubicBezTo>
                    <a:pt x="1" y="3103"/>
                    <a:pt x="299" y="3449"/>
                    <a:pt x="731" y="3449"/>
                  </a:cubicBezTo>
                  <a:cubicBezTo>
                    <a:pt x="913" y="3449"/>
                    <a:pt x="1118" y="3388"/>
                    <a:pt x="1335" y="3259"/>
                  </a:cubicBezTo>
                  <a:cubicBezTo>
                    <a:pt x="2136" y="2759"/>
                    <a:pt x="2603" y="1892"/>
                    <a:pt x="2669" y="958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49"/>
            <p:cNvSpPr/>
            <p:nvPr/>
          </p:nvSpPr>
          <p:spPr>
            <a:xfrm>
              <a:off x="4367450" y="2982200"/>
              <a:ext cx="76750" cy="100025"/>
            </a:xfrm>
            <a:custGeom>
              <a:rect b="b" l="l" r="r" t="t"/>
              <a:pathLst>
                <a:path extrusionOk="0" h="4001" w="3070">
                  <a:moveTo>
                    <a:pt x="2232" y="0"/>
                  </a:moveTo>
                  <a:cubicBezTo>
                    <a:pt x="2025" y="0"/>
                    <a:pt x="1788" y="70"/>
                    <a:pt x="1535" y="216"/>
                  </a:cubicBezTo>
                  <a:cubicBezTo>
                    <a:pt x="635" y="816"/>
                    <a:pt x="67" y="1817"/>
                    <a:pt x="1" y="2884"/>
                  </a:cubicBezTo>
                  <a:cubicBezTo>
                    <a:pt x="1" y="3593"/>
                    <a:pt x="352" y="4000"/>
                    <a:pt x="853" y="4000"/>
                  </a:cubicBezTo>
                  <a:cubicBezTo>
                    <a:pt x="1060" y="4000"/>
                    <a:pt x="1292" y="3931"/>
                    <a:pt x="1535" y="3785"/>
                  </a:cubicBezTo>
                  <a:cubicBezTo>
                    <a:pt x="2436" y="3185"/>
                    <a:pt x="3036" y="2184"/>
                    <a:pt x="3070" y="1116"/>
                  </a:cubicBezTo>
                  <a:cubicBezTo>
                    <a:pt x="3070" y="408"/>
                    <a:pt x="2735" y="0"/>
                    <a:pt x="223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49"/>
            <p:cNvSpPr/>
            <p:nvPr/>
          </p:nvSpPr>
          <p:spPr>
            <a:xfrm>
              <a:off x="4244875" y="3380625"/>
              <a:ext cx="59225" cy="76225"/>
            </a:xfrm>
            <a:custGeom>
              <a:rect b="b" l="l" r="r" t="t"/>
              <a:pathLst>
                <a:path extrusionOk="0" h="3049" w="2369">
                  <a:moveTo>
                    <a:pt x="1700" y="1"/>
                  </a:moveTo>
                  <a:cubicBezTo>
                    <a:pt x="1540" y="1"/>
                    <a:pt x="1359" y="51"/>
                    <a:pt x="1168" y="157"/>
                  </a:cubicBezTo>
                  <a:cubicBezTo>
                    <a:pt x="467" y="624"/>
                    <a:pt x="34" y="1391"/>
                    <a:pt x="0" y="2225"/>
                  </a:cubicBezTo>
                  <a:cubicBezTo>
                    <a:pt x="0" y="2746"/>
                    <a:pt x="270" y="3049"/>
                    <a:pt x="653" y="3049"/>
                  </a:cubicBezTo>
                  <a:cubicBezTo>
                    <a:pt x="809" y="3049"/>
                    <a:pt x="984" y="2998"/>
                    <a:pt x="1168" y="2892"/>
                  </a:cubicBezTo>
                  <a:cubicBezTo>
                    <a:pt x="1868" y="2458"/>
                    <a:pt x="2302" y="1691"/>
                    <a:pt x="2369" y="857"/>
                  </a:cubicBezTo>
                  <a:cubicBezTo>
                    <a:pt x="2369" y="311"/>
                    <a:pt x="2098" y="1"/>
                    <a:pt x="170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49"/>
            <p:cNvSpPr/>
            <p:nvPr/>
          </p:nvSpPr>
          <p:spPr>
            <a:xfrm>
              <a:off x="4063075" y="2856925"/>
              <a:ext cx="58400" cy="76200"/>
            </a:xfrm>
            <a:custGeom>
              <a:rect b="b" l="l" r="r" t="t"/>
              <a:pathLst>
                <a:path extrusionOk="0" h="3048" w="2336">
                  <a:moveTo>
                    <a:pt x="1694" y="1"/>
                  </a:moveTo>
                  <a:cubicBezTo>
                    <a:pt x="1538" y="1"/>
                    <a:pt x="1360" y="51"/>
                    <a:pt x="1168" y="156"/>
                  </a:cubicBezTo>
                  <a:cubicBezTo>
                    <a:pt x="467" y="623"/>
                    <a:pt x="34" y="1357"/>
                    <a:pt x="0" y="2191"/>
                  </a:cubicBezTo>
                  <a:cubicBezTo>
                    <a:pt x="0" y="2738"/>
                    <a:pt x="254" y="3048"/>
                    <a:pt x="642" y="3048"/>
                  </a:cubicBezTo>
                  <a:cubicBezTo>
                    <a:pt x="798" y="3048"/>
                    <a:pt x="976" y="2997"/>
                    <a:pt x="1168" y="2892"/>
                  </a:cubicBezTo>
                  <a:cubicBezTo>
                    <a:pt x="1868" y="2425"/>
                    <a:pt x="2302" y="1658"/>
                    <a:pt x="2335" y="857"/>
                  </a:cubicBezTo>
                  <a:cubicBezTo>
                    <a:pt x="2335" y="310"/>
                    <a:pt x="2081" y="1"/>
                    <a:pt x="169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49"/>
            <p:cNvSpPr/>
            <p:nvPr/>
          </p:nvSpPr>
          <p:spPr>
            <a:xfrm>
              <a:off x="5486600" y="3479350"/>
              <a:ext cx="45050" cy="57775"/>
            </a:xfrm>
            <a:custGeom>
              <a:rect b="b" l="l" r="r" t="t"/>
              <a:pathLst>
                <a:path extrusionOk="0" h="2311" w="1802">
                  <a:moveTo>
                    <a:pt x="1291" y="0"/>
                  </a:moveTo>
                  <a:cubicBezTo>
                    <a:pt x="1173" y="0"/>
                    <a:pt x="1041" y="36"/>
                    <a:pt x="901" y="111"/>
                  </a:cubicBezTo>
                  <a:cubicBezTo>
                    <a:pt x="367" y="444"/>
                    <a:pt x="33" y="1045"/>
                    <a:pt x="0" y="1678"/>
                  </a:cubicBezTo>
                  <a:cubicBezTo>
                    <a:pt x="0" y="2076"/>
                    <a:pt x="197" y="2310"/>
                    <a:pt x="488" y="2310"/>
                  </a:cubicBezTo>
                  <a:cubicBezTo>
                    <a:pt x="611" y="2310"/>
                    <a:pt x="752" y="2268"/>
                    <a:pt x="901" y="2179"/>
                  </a:cubicBezTo>
                  <a:cubicBezTo>
                    <a:pt x="1434" y="1845"/>
                    <a:pt x="1768" y="1278"/>
                    <a:pt x="1801" y="644"/>
                  </a:cubicBezTo>
                  <a:cubicBezTo>
                    <a:pt x="1801" y="236"/>
                    <a:pt x="1594" y="0"/>
                    <a:pt x="129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49"/>
            <p:cNvSpPr/>
            <p:nvPr/>
          </p:nvSpPr>
          <p:spPr>
            <a:xfrm>
              <a:off x="4640975" y="3562400"/>
              <a:ext cx="158475" cy="204850"/>
            </a:xfrm>
            <a:custGeom>
              <a:rect b="b" l="l" r="r" t="t"/>
              <a:pathLst>
                <a:path extrusionOk="0" h="8194" w="6339">
                  <a:moveTo>
                    <a:pt x="4580" y="0"/>
                  </a:moveTo>
                  <a:cubicBezTo>
                    <a:pt x="4157" y="0"/>
                    <a:pt x="3679" y="137"/>
                    <a:pt x="3170" y="424"/>
                  </a:cubicBezTo>
                  <a:cubicBezTo>
                    <a:pt x="1302" y="1659"/>
                    <a:pt x="101" y="3694"/>
                    <a:pt x="1" y="5928"/>
                  </a:cubicBezTo>
                  <a:cubicBezTo>
                    <a:pt x="1" y="7371"/>
                    <a:pt x="705" y="8193"/>
                    <a:pt x="1745" y="8193"/>
                  </a:cubicBezTo>
                  <a:cubicBezTo>
                    <a:pt x="2172" y="8193"/>
                    <a:pt x="2655" y="8054"/>
                    <a:pt x="3170" y="7763"/>
                  </a:cubicBezTo>
                  <a:cubicBezTo>
                    <a:pt x="5038" y="6529"/>
                    <a:pt x="6205" y="4494"/>
                    <a:pt x="6339" y="2259"/>
                  </a:cubicBezTo>
                  <a:cubicBezTo>
                    <a:pt x="6339" y="834"/>
                    <a:pt x="5628" y="0"/>
                    <a:pt x="45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49"/>
            <p:cNvSpPr/>
            <p:nvPr/>
          </p:nvSpPr>
          <p:spPr>
            <a:xfrm>
              <a:off x="4023875" y="4209375"/>
              <a:ext cx="159300" cy="205000"/>
            </a:xfrm>
            <a:custGeom>
              <a:rect b="b" l="l" r="r" t="t"/>
              <a:pathLst>
                <a:path extrusionOk="0" h="8200" w="6372">
                  <a:moveTo>
                    <a:pt x="4613" y="1"/>
                  </a:moveTo>
                  <a:cubicBezTo>
                    <a:pt x="4187" y="1"/>
                    <a:pt x="3708" y="139"/>
                    <a:pt x="3203" y="431"/>
                  </a:cubicBezTo>
                  <a:cubicBezTo>
                    <a:pt x="1302" y="1665"/>
                    <a:pt x="134" y="3700"/>
                    <a:pt x="1" y="5935"/>
                  </a:cubicBezTo>
                  <a:cubicBezTo>
                    <a:pt x="1" y="7377"/>
                    <a:pt x="721" y="8199"/>
                    <a:pt x="1771" y="8199"/>
                  </a:cubicBezTo>
                  <a:cubicBezTo>
                    <a:pt x="2202" y="8199"/>
                    <a:pt x="2688" y="8061"/>
                    <a:pt x="3203" y="7769"/>
                  </a:cubicBezTo>
                  <a:cubicBezTo>
                    <a:pt x="5071" y="6535"/>
                    <a:pt x="6238" y="4500"/>
                    <a:pt x="6372" y="2265"/>
                  </a:cubicBezTo>
                  <a:cubicBezTo>
                    <a:pt x="6372" y="823"/>
                    <a:pt x="5651" y="1"/>
                    <a:pt x="461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49"/>
            <p:cNvSpPr/>
            <p:nvPr/>
          </p:nvSpPr>
          <p:spPr>
            <a:xfrm>
              <a:off x="3329225" y="4196800"/>
              <a:ext cx="119275" cy="153425"/>
            </a:xfrm>
            <a:custGeom>
              <a:rect b="b" l="l" r="r" t="t"/>
              <a:pathLst>
                <a:path extrusionOk="0" h="6137" w="4771">
                  <a:moveTo>
                    <a:pt x="3468" y="0"/>
                  </a:moveTo>
                  <a:cubicBezTo>
                    <a:pt x="3147" y="0"/>
                    <a:pt x="2785" y="108"/>
                    <a:pt x="2402" y="333"/>
                  </a:cubicBezTo>
                  <a:cubicBezTo>
                    <a:pt x="967" y="1234"/>
                    <a:pt x="100" y="2768"/>
                    <a:pt x="0" y="4436"/>
                  </a:cubicBezTo>
                  <a:cubicBezTo>
                    <a:pt x="0" y="5519"/>
                    <a:pt x="532" y="6137"/>
                    <a:pt x="1314" y="6137"/>
                  </a:cubicBezTo>
                  <a:cubicBezTo>
                    <a:pt x="1640" y="6137"/>
                    <a:pt x="2009" y="6030"/>
                    <a:pt x="2402" y="5804"/>
                  </a:cubicBezTo>
                  <a:cubicBezTo>
                    <a:pt x="3803" y="4903"/>
                    <a:pt x="4670" y="3369"/>
                    <a:pt x="4770" y="1701"/>
                  </a:cubicBezTo>
                  <a:cubicBezTo>
                    <a:pt x="4770" y="618"/>
                    <a:pt x="4238" y="0"/>
                    <a:pt x="34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49"/>
            <p:cNvSpPr/>
            <p:nvPr/>
          </p:nvSpPr>
          <p:spPr>
            <a:xfrm>
              <a:off x="3710325" y="3780825"/>
              <a:ext cx="121775" cy="157275"/>
            </a:xfrm>
            <a:custGeom>
              <a:rect b="b" l="l" r="r" t="t"/>
              <a:pathLst>
                <a:path extrusionOk="0" h="6291" w="4871">
                  <a:moveTo>
                    <a:pt x="3512" y="1"/>
                  </a:moveTo>
                  <a:cubicBezTo>
                    <a:pt x="3186" y="1"/>
                    <a:pt x="2821" y="106"/>
                    <a:pt x="2435" y="327"/>
                  </a:cubicBezTo>
                  <a:cubicBezTo>
                    <a:pt x="1001" y="1261"/>
                    <a:pt x="67" y="2829"/>
                    <a:pt x="0" y="4563"/>
                  </a:cubicBezTo>
                  <a:cubicBezTo>
                    <a:pt x="0" y="5655"/>
                    <a:pt x="540" y="6291"/>
                    <a:pt x="1344" y="6291"/>
                  </a:cubicBezTo>
                  <a:cubicBezTo>
                    <a:pt x="1671" y="6291"/>
                    <a:pt x="2041" y="6186"/>
                    <a:pt x="2435" y="5964"/>
                  </a:cubicBezTo>
                  <a:cubicBezTo>
                    <a:pt x="3870" y="5030"/>
                    <a:pt x="4770" y="3463"/>
                    <a:pt x="4870" y="1728"/>
                  </a:cubicBezTo>
                  <a:cubicBezTo>
                    <a:pt x="4870" y="637"/>
                    <a:pt x="4314" y="1"/>
                    <a:pt x="35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49"/>
            <p:cNvSpPr/>
            <p:nvPr/>
          </p:nvSpPr>
          <p:spPr>
            <a:xfrm>
              <a:off x="4111450" y="363870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806" y="0"/>
                  </a:moveTo>
                  <a:cubicBezTo>
                    <a:pt x="2544" y="0"/>
                    <a:pt x="2248" y="89"/>
                    <a:pt x="1935" y="275"/>
                  </a:cubicBezTo>
                  <a:cubicBezTo>
                    <a:pt x="801" y="1008"/>
                    <a:pt x="67" y="2276"/>
                    <a:pt x="0" y="3644"/>
                  </a:cubicBezTo>
                  <a:cubicBezTo>
                    <a:pt x="0" y="4524"/>
                    <a:pt x="442" y="5031"/>
                    <a:pt x="1083" y="5031"/>
                  </a:cubicBezTo>
                  <a:cubicBezTo>
                    <a:pt x="1340" y="5031"/>
                    <a:pt x="1629" y="4950"/>
                    <a:pt x="1935" y="4778"/>
                  </a:cubicBezTo>
                  <a:cubicBezTo>
                    <a:pt x="3069" y="4011"/>
                    <a:pt x="3803" y="2776"/>
                    <a:pt x="3870" y="1409"/>
                  </a:cubicBezTo>
                  <a:cubicBezTo>
                    <a:pt x="3870" y="513"/>
                    <a:pt x="3436" y="0"/>
                    <a:pt x="28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49"/>
            <p:cNvSpPr/>
            <p:nvPr/>
          </p:nvSpPr>
          <p:spPr>
            <a:xfrm>
              <a:off x="3392600" y="351995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787" y="1"/>
                  </a:moveTo>
                  <a:cubicBezTo>
                    <a:pt x="2530" y="1"/>
                    <a:pt x="2241" y="83"/>
                    <a:pt x="1935" y="254"/>
                  </a:cubicBezTo>
                  <a:cubicBezTo>
                    <a:pt x="767" y="1022"/>
                    <a:pt x="67" y="2256"/>
                    <a:pt x="0" y="3624"/>
                  </a:cubicBezTo>
                  <a:cubicBezTo>
                    <a:pt x="0" y="4519"/>
                    <a:pt x="433" y="5032"/>
                    <a:pt x="1064" y="5032"/>
                  </a:cubicBezTo>
                  <a:cubicBezTo>
                    <a:pt x="1326" y="5032"/>
                    <a:pt x="1622" y="4944"/>
                    <a:pt x="1935" y="4758"/>
                  </a:cubicBezTo>
                  <a:cubicBezTo>
                    <a:pt x="3069" y="4024"/>
                    <a:pt x="3803" y="2756"/>
                    <a:pt x="3870" y="1389"/>
                  </a:cubicBezTo>
                  <a:cubicBezTo>
                    <a:pt x="3870" y="508"/>
                    <a:pt x="3428" y="1"/>
                    <a:pt x="278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49"/>
            <p:cNvSpPr/>
            <p:nvPr/>
          </p:nvSpPr>
          <p:spPr>
            <a:xfrm>
              <a:off x="5070450" y="3340275"/>
              <a:ext cx="67575" cy="86025"/>
            </a:xfrm>
            <a:custGeom>
              <a:rect b="b" l="l" r="r" t="t"/>
              <a:pathLst>
                <a:path extrusionOk="0" h="3441" w="2703">
                  <a:moveTo>
                    <a:pt x="1927" y="1"/>
                  </a:moveTo>
                  <a:cubicBezTo>
                    <a:pt x="1746" y="1"/>
                    <a:pt x="1545" y="55"/>
                    <a:pt x="1335" y="170"/>
                  </a:cubicBezTo>
                  <a:cubicBezTo>
                    <a:pt x="568" y="670"/>
                    <a:pt x="68" y="1537"/>
                    <a:pt x="1" y="2505"/>
                  </a:cubicBezTo>
                  <a:cubicBezTo>
                    <a:pt x="1" y="3100"/>
                    <a:pt x="307" y="3441"/>
                    <a:pt x="750" y="3441"/>
                  </a:cubicBezTo>
                  <a:cubicBezTo>
                    <a:pt x="927" y="3441"/>
                    <a:pt x="1125" y="3386"/>
                    <a:pt x="1335" y="3272"/>
                  </a:cubicBezTo>
                  <a:cubicBezTo>
                    <a:pt x="2136" y="2738"/>
                    <a:pt x="2636" y="1904"/>
                    <a:pt x="2703" y="937"/>
                  </a:cubicBezTo>
                  <a:cubicBezTo>
                    <a:pt x="2703" y="341"/>
                    <a:pt x="2379" y="1"/>
                    <a:pt x="192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49"/>
            <p:cNvSpPr/>
            <p:nvPr/>
          </p:nvSpPr>
          <p:spPr>
            <a:xfrm>
              <a:off x="5353150" y="3302400"/>
              <a:ext cx="66750" cy="86350"/>
            </a:xfrm>
            <a:custGeom>
              <a:rect b="b" l="l" r="r" t="t"/>
              <a:pathLst>
                <a:path extrusionOk="0" h="3454" w="2670">
                  <a:moveTo>
                    <a:pt x="1925" y="0"/>
                  </a:moveTo>
                  <a:cubicBezTo>
                    <a:pt x="1747" y="0"/>
                    <a:pt x="1547" y="59"/>
                    <a:pt x="1335" y="184"/>
                  </a:cubicBezTo>
                  <a:cubicBezTo>
                    <a:pt x="535" y="684"/>
                    <a:pt x="34" y="1551"/>
                    <a:pt x="1" y="2485"/>
                  </a:cubicBezTo>
                  <a:cubicBezTo>
                    <a:pt x="1" y="3106"/>
                    <a:pt x="309" y="3454"/>
                    <a:pt x="753" y="3454"/>
                  </a:cubicBezTo>
                  <a:cubicBezTo>
                    <a:pt x="930" y="3454"/>
                    <a:pt x="1127" y="3399"/>
                    <a:pt x="1335" y="3286"/>
                  </a:cubicBezTo>
                  <a:cubicBezTo>
                    <a:pt x="2136" y="2752"/>
                    <a:pt x="2636" y="1885"/>
                    <a:pt x="2669" y="951"/>
                  </a:cubicBezTo>
                  <a:cubicBezTo>
                    <a:pt x="2669" y="357"/>
                    <a:pt x="2365" y="0"/>
                    <a:pt x="19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49"/>
            <p:cNvSpPr/>
            <p:nvPr/>
          </p:nvSpPr>
          <p:spPr>
            <a:xfrm>
              <a:off x="3128250" y="3949875"/>
              <a:ext cx="67550" cy="86400"/>
            </a:xfrm>
            <a:custGeom>
              <a:rect b="b" l="l" r="r" t="t"/>
              <a:pathLst>
                <a:path extrusionOk="0" h="3456" w="2702">
                  <a:moveTo>
                    <a:pt x="1941" y="1"/>
                  </a:moveTo>
                  <a:cubicBezTo>
                    <a:pt x="1759" y="1"/>
                    <a:pt x="1554" y="55"/>
                    <a:pt x="1334" y="170"/>
                  </a:cubicBezTo>
                  <a:cubicBezTo>
                    <a:pt x="567" y="703"/>
                    <a:pt x="67" y="1537"/>
                    <a:pt x="0" y="2505"/>
                  </a:cubicBezTo>
                  <a:cubicBezTo>
                    <a:pt x="0" y="3098"/>
                    <a:pt x="304" y="3455"/>
                    <a:pt x="744" y="3455"/>
                  </a:cubicBezTo>
                  <a:cubicBezTo>
                    <a:pt x="923" y="3455"/>
                    <a:pt x="1123" y="3397"/>
                    <a:pt x="1334" y="3272"/>
                  </a:cubicBezTo>
                  <a:cubicBezTo>
                    <a:pt x="2135" y="2772"/>
                    <a:pt x="2635" y="1904"/>
                    <a:pt x="2702" y="937"/>
                  </a:cubicBezTo>
                  <a:cubicBezTo>
                    <a:pt x="2702" y="341"/>
                    <a:pt x="2396" y="1"/>
                    <a:pt x="194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49"/>
            <p:cNvSpPr/>
            <p:nvPr/>
          </p:nvSpPr>
          <p:spPr>
            <a:xfrm>
              <a:off x="3948825" y="330390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39" y="1"/>
                  </a:moveTo>
                  <a:cubicBezTo>
                    <a:pt x="1757" y="1"/>
                    <a:pt x="1552" y="62"/>
                    <a:pt x="1335" y="190"/>
                  </a:cubicBezTo>
                  <a:cubicBezTo>
                    <a:pt x="534" y="691"/>
                    <a:pt x="34" y="1558"/>
                    <a:pt x="0" y="2492"/>
                  </a:cubicBezTo>
                  <a:cubicBezTo>
                    <a:pt x="0" y="3103"/>
                    <a:pt x="298" y="3449"/>
                    <a:pt x="730" y="3449"/>
                  </a:cubicBezTo>
                  <a:cubicBezTo>
                    <a:pt x="912" y="3449"/>
                    <a:pt x="1118" y="3387"/>
                    <a:pt x="1335" y="3259"/>
                  </a:cubicBezTo>
                  <a:cubicBezTo>
                    <a:pt x="2102" y="2759"/>
                    <a:pt x="2602" y="1891"/>
                    <a:pt x="2669" y="957"/>
                  </a:cubicBezTo>
                  <a:cubicBezTo>
                    <a:pt x="2669" y="347"/>
                    <a:pt x="2371" y="1"/>
                    <a:pt x="19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49"/>
            <p:cNvSpPr/>
            <p:nvPr/>
          </p:nvSpPr>
          <p:spPr>
            <a:xfrm>
              <a:off x="4335775" y="2776575"/>
              <a:ext cx="67575" cy="86500"/>
            </a:xfrm>
            <a:custGeom>
              <a:rect b="b" l="l" r="r" t="t"/>
              <a:pathLst>
                <a:path extrusionOk="0" h="3460" w="2703">
                  <a:moveTo>
                    <a:pt x="1950" y="0"/>
                  </a:moveTo>
                  <a:cubicBezTo>
                    <a:pt x="1773" y="0"/>
                    <a:pt x="1576" y="55"/>
                    <a:pt x="1368" y="168"/>
                  </a:cubicBezTo>
                  <a:cubicBezTo>
                    <a:pt x="567" y="702"/>
                    <a:pt x="67" y="1569"/>
                    <a:pt x="0" y="2503"/>
                  </a:cubicBezTo>
                  <a:cubicBezTo>
                    <a:pt x="0" y="3114"/>
                    <a:pt x="298" y="3460"/>
                    <a:pt x="742" y="3460"/>
                  </a:cubicBezTo>
                  <a:cubicBezTo>
                    <a:pt x="928" y="3460"/>
                    <a:pt x="1141" y="3399"/>
                    <a:pt x="1368" y="3270"/>
                  </a:cubicBezTo>
                  <a:cubicBezTo>
                    <a:pt x="2135" y="2770"/>
                    <a:pt x="2635" y="1903"/>
                    <a:pt x="2702" y="969"/>
                  </a:cubicBezTo>
                  <a:cubicBezTo>
                    <a:pt x="2702" y="347"/>
                    <a:pt x="2394" y="0"/>
                    <a:pt x="195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49"/>
            <p:cNvSpPr/>
            <p:nvPr/>
          </p:nvSpPr>
          <p:spPr>
            <a:xfrm>
              <a:off x="4535900" y="3275550"/>
              <a:ext cx="66750" cy="86525"/>
            </a:xfrm>
            <a:custGeom>
              <a:rect b="b" l="l" r="r" t="t"/>
              <a:pathLst>
                <a:path extrusionOk="0" h="3461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0"/>
                    <a:pt x="34" y="1558"/>
                    <a:pt x="1" y="2492"/>
                  </a:cubicBezTo>
                  <a:cubicBezTo>
                    <a:pt x="1" y="3113"/>
                    <a:pt x="309" y="3460"/>
                    <a:pt x="753" y="3460"/>
                  </a:cubicBezTo>
                  <a:cubicBezTo>
                    <a:pt x="930" y="3460"/>
                    <a:pt x="1127" y="3406"/>
                    <a:pt x="1335" y="3292"/>
                  </a:cubicBezTo>
                  <a:cubicBezTo>
                    <a:pt x="2136" y="2759"/>
                    <a:pt x="2636" y="1891"/>
                    <a:pt x="2669" y="957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49"/>
            <p:cNvSpPr/>
            <p:nvPr/>
          </p:nvSpPr>
          <p:spPr>
            <a:xfrm>
              <a:off x="4577600" y="2504850"/>
              <a:ext cx="104275" cy="123200"/>
            </a:xfrm>
            <a:custGeom>
              <a:rect b="b" l="l" r="r" t="t"/>
              <a:pathLst>
                <a:path extrusionOk="0" h="4928" w="4171">
                  <a:moveTo>
                    <a:pt x="2930" y="1"/>
                  </a:moveTo>
                  <a:cubicBezTo>
                    <a:pt x="2206" y="1"/>
                    <a:pt x="1321" y="657"/>
                    <a:pt x="735" y="1697"/>
                  </a:cubicBezTo>
                  <a:cubicBezTo>
                    <a:pt x="1" y="2965"/>
                    <a:pt x="1" y="4366"/>
                    <a:pt x="735" y="4799"/>
                  </a:cubicBezTo>
                  <a:cubicBezTo>
                    <a:pt x="882" y="4886"/>
                    <a:pt x="1048" y="4928"/>
                    <a:pt x="1225" y="4928"/>
                  </a:cubicBezTo>
                  <a:cubicBezTo>
                    <a:pt x="1933" y="4928"/>
                    <a:pt x="2823" y="4271"/>
                    <a:pt x="3437" y="3232"/>
                  </a:cubicBezTo>
                  <a:cubicBezTo>
                    <a:pt x="4170" y="1964"/>
                    <a:pt x="4170" y="563"/>
                    <a:pt x="3437" y="129"/>
                  </a:cubicBezTo>
                  <a:cubicBezTo>
                    <a:pt x="3283" y="42"/>
                    <a:pt x="3111" y="1"/>
                    <a:pt x="293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49"/>
            <p:cNvSpPr/>
            <p:nvPr/>
          </p:nvSpPr>
          <p:spPr>
            <a:xfrm>
              <a:off x="5213050" y="365915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1"/>
                    <a:pt x="34" y="1558"/>
                    <a:pt x="1" y="2492"/>
                  </a:cubicBezTo>
                  <a:cubicBezTo>
                    <a:pt x="1" y="3103"/>
                    <a:pt x="299" y="3449"/>
                    <a:pt x="731" y="3449"/>
                  </a:cubicBezTo>
                  <a:cubicBezTo>
                    <a:pt x="913" y="3449"/>
                    <a:pt x="1118" y="3388"/>
                    <a:pt x="1335" y="3259"/>
                  </a:cubicBezTo>
                  <a:cubicBezTo>
                    <a:pt x="2136" y="2759"/>
                    <a:pt x="2603" y="1892"/>
                    <a:pt x="2669" y="958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49"/>
            <p:cNvSpPr/>
            <p:nvPr/>
          </p:nvSpPr>
          <p:spPr>
            <a:xfrm>
              <a:off x="4367450" y="2982200"/>
              <a:ext cx="76750" cy="100025"/>
            </a:xfrm>
            <a:custGeom>
              <a:rect b="b" l="l" r="r" t="t"/>
              <a:pathLst>
                <a:path extrusionOk="0" h="4001" w="3070">
                  <a:moveTo>
                    <a:pt x="2232" y="0"/>
                  </a:moveTo>
                  <a:cubicBezTo>
                    <a:pt x="2025" y="0"/>
                    <a:pt x="1788" y="70"/>
                    <a:pt x="1535" y="216"/>
                  </a:cubicBezTo>
                  <a:cubicBezTo>
                    <a:pt x="635" y="816"/>
                    <a:pt x="67" y="1817"/>
                    <a:pt x="1" y="2884"/>
                  </a:cubicBezTo>
                  <a:cubicBezTo>
                    <a:pt x="1" y="3593"/>
                    <a:pt x="352" y="4000"/>
                    <a:pt x="853" y="4000"/>
                  </a:cubicBezTo>
                  <a:cubicBezTo>
                    <a:pt x="1060" y="4000"/>
                    <a:pt x="1292" y="3931"/>
                    <a:pt x="1535" y="3785"/>
                  </a:cubicBezTo>
                  <a:cubicBezTo>
                    <a:pt x="2436" y="3185"/>
                    <a:pt x="3036" y="2184"/>
                    <a:pt x="3070" y="1116"/>
                  </a:cubicBezTo>
                  <a:cubicBezTo>
                    <a:pt x="3070" y="408"/>
                    <a:pt x="2735" y="0"/>
                    <a:pt x="223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49"/>
            <p:cNvSpPr/>
            <p:nvPr/>
          </p:nvSpPr>
          <p:spPr>
            <a:xfrm>
              <a:off x="4244875" y="3380625"/>
              <a:ext cx="59225" cy="76225"/>
            </a:xfrm>
            <a:custGeom>
              <a:rect b="b" l="l" r="r" t="t"/>
              <a:pathLst>
                <a:path extrusionOk="0" h="3049" w="2369">
                  <a:moveTo>
                    <a:pt x="1700" y="1"/>
                  </a:moveTo>
                  <a:cubicBezTo>
                    <a:pt x="1540" y="1"/>
                    <a:pt x="1359" y="51"/>
                    <a:pt x="1168" y="157"/>
                  </a:cubicBezTo>
                  <a:cubicBezTo>
                    <a:pt x="467" y="624"/>
                    <a:pt x="34" y="1391"/>
                    <a:pt x="0" y="2225"/>
                  </a:cubicBezTo>
                  <a:cubicBezTo>
                    <a:pt x="0" y="2746"/>
                    <a:pt x="270" y="3049"/>
                    <a:pt x="653" y="3049"/>
                  </a:cubicBezTo>
                  <a:cubicBezTo>
                    <a:pt x="809" y="3049"/>
                    <a:pt x="984" y="2998"/>
                    <a:pt x="1168" y="2892"/>
                  </a:cubicBezTo>
                  <a:cubicBezTo>
                    <a:pt x="1868" y="2458"/>
                    <a:pt x="2302" y="1691"/>
                    <a:pt x="2369" y="857"/>
                  </a:cubicBezTo>
                  <a:cubicBezTo>
                    <a:pt x="2369" y="311"/>
                    <a:pt x="2098" y="1"/>
                    <a:pt x="17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49"/>
            <p:cNvSpPr/>
            <p:nvPr/>
          </p:nvSpPr>
          <p:spPr>
            <a:xfrm>
              <a:off x="4063075" y="2856925"/>
              <a:ext cx="58400" cy="76200"/>
            </a:xfrm>
            <a:custGeom>
              <a:rect b="b" l="l" r="r" t="t"/>
              <a:pathLst>
                <a:path extrusionOk="0" h="3048" w="2336">
                  <a:moveTo>
                    <a:pt x="1694" y="1"/>
                  </a:moveTo>
                  <a:cubicBezTo>
                    <a:pt x="1538" y="1"/>
                    <a:pt x="1360" y="51"/>
                    <a:pt x="1168" y="156"/>
                  </a:cubicBezTo>
                  <a:cubicBezTo>
                    <a:pt x="467" y="623"/>
                    <a:pt x="34" y="1357"/>
                    <a:pt x="0" y="2191"/>
                  </a:cubicBezTo>
                  <a:cubicBezTo>
                    <a:pt x="0" y="2738"/>
                    <a:pt x="254" y="3048"/>
                    <a:pt x="642" y="3048"/>
                  </a:cubicBezTo>
                  <a:cubicBezTo>
                    <a:pt x="798" y="3048"/>
                    <a:pt x="976" y="2997"/>
                    <a:pt x="1168" y="2892"/>
                  </a:cubicBezTo>
                  <a:cubicBezTo>
                    <a:pt x="1868" y="2425"/>
                    <a:pt x="2302" y="1658"/>
                    <a:pt x="2335" y="857"/>
                  </a:cubicBezTo>
                  <a:cubicBezTo>
                    <a:pt x="2335" y="310"/>
                    <a:pt x="2081" y="1"/>
                    <a:pt x="16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49"/>
            <p:cNvSpPr/>
            <p:nvPr/>
          </p:nvSpPr>
          <p:spPr>
            <a:xfrm>
              <a:off x="5486600" y="3479350"/>
              <a:ext cx="45050" cy="57775"/>
            </a:xfrm>
            <a:custGeom>
              <a:rect b="b" l="l" r="r" t="t"/>
              <a:pathLst>
                <a:path extrusionOk="0" h="2311" w="1802">
                  <a:moveTo>
                    <a:pt x="1291" y="0"/>
                  </a:moveTo>
                  <a:cubicBezTo>
                    <a:pt x="1173" y="0"/>
                    <a:pt x="1041" y="36"/>
                    <a:pt x="901" y="111"/>
                  </a:cubicBezTo>
                  <a:cubicBezTo>
                    <a:pt x="367" y="444"/>
                    <a:pt x="33" y="1045"/>
                    <a:pt x="0" y="1678"/>
                  </a:cubicBezTo>
                  <a:cubicBezTo>
                    <a:pt x="0" y="2076"/>
                    <a:pt x="197" y="2310"/>
                    <a:pt x="488" y="2310"/>
                  </a:cubicBezTo>
                  <a:cubicBezTo>
                    <a:pt x="611" y="2310"/>
                    <a:pt x="752" y="2268"/>
                    <a:pt x="901" y="2179"/>
                  </a:cubicBezTo>
                  <a:cubicBezTo>
                    <a:pt x="1434" y="1845"/>
                    <a:pt x="1768" y="1278"/>
                    <a:pt x="1801" y="644"/>
                  </a:cubicBezTo>
                  <a:cubicBezTo>
                    <a:pt x="1801" y="236"/>
                    <a:pt x="1594" y="0"/>
                    <a:pt x="129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49"/>
            <p:cNvSpPr/>
            <p:nvPr/>
          </p:nvSpPr>
          <p:spPr>
            <a:xfrm>
              <a:off x="4784175" y="1506675"/>
              <a:ext cx="230425" cy="429350"/>
            </a:xfrm>
            <a:custGeom>
              <a:rect b="b" l="l" r="r" t="t"/>
              <a:pathLst>
                <a:path extrusionOk="0" h="17174" w="9217">
                  <a:moveTo>
                    <a:pt x="258" y="0"/>
                  </a:moveTo>
                  <a:cubicBezTo>
                    <a:pt x="123" y="0"/>
                    <a:pt x="0" y="140"/>
                    <a:pt x="110" y="295"/>
                  </a:cubicBezTo>
                  <a:lnTo>
                    <a:pt x="8817" y="17073"/>
                  </a:lnTo>
                  <a:cubicBezTo>
                    <a:pt x="8850" y="17140"/>
                    <a:pt x="8917" y="17173"/>
                    <a:pt x="8983" y="17173"/>
                  </a:cubicBezTo>
                  <a:lnTo>
                    <a:pt x="9083" y="17173"/>
                  </a:lnTo>
                  <a:cubicBezTo>
                    <a:pt x="9150" y="17107"/>
                    <a:pt x="9217" y="17006"/>
                    <a:pt x="9150" y="16906"/>
                  </a:cubicBezTo>
                  <a:lnTo>
                    <a:pt x="444" y="128"/>
                  </a:lnTo>
                  <a:cubicBezTo>
                    <a:pt x="399" y="37"/>
                    <a:pt x="327" y="0"/>
                    <a:pt x="25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49"/>
            <p:cNvSpPr/>
            <p:nvPr/>
          </p:nvSpPr>
          <p:spPr>
            <a:xfrm>
              <a:off x="5074625" y="1641000"/>
              <a:ext cx="206000" cy="265825"/>
            </a:xfrm>
            <a:custGeom>
              <a:rect b="b" l="l" r="r" t="t"/>
              <a:pathLst>
                <a:path extrusionOk="0" h="10633" w="8240">
                  <a:moveTo>
                    <a:pt x="8140" y="0"/>
                  </a:moveTo>
                  <a:cubicBezTo>
                    <a:pt x="8115" y="0"/>
                    <a:pt x="8090" y="9"/>
                    <a:pt x="8073" y="25"/>
                  </a:cubicBezTo>
                  <a:lnTo>
                    <a:pt x="34" y="10499"/>
                  </a:lnTo>
                  <a:cubicBezTo>
                    <a:pt x="1" y="10533"/>
                    <a:pt x="1" y="10599"/>
                    <a:pt x="34" y="10633"/>
                  </a:cubicBezTo>
                  <a:lnTo>
                    <a:pt x="67" y="10633"/>
                  </a:lnTo>
                  <a:cubicBezTo>
                    <a:pt x="101" y="10633"/>
                    <a:pt x="134" y="10633"/>
                    <a:pt x="167" y="10599"/>
                  </a:cubicBezTo>
                  <a:lnTo>
                    <a:pt x="8206" y="159"/>
                  </a:lnTo>
                  <a:cubicBezTo>
                    <a:pt x="8240" y="125"/>
                    <a:pt x="8240" y="59"/>
                    <a:pt x="8206" y="25"/>
                  </a:cubicBezTo>
                  <a:cubicBezTo>
                    <a:pt x="8190" y="9"/>
                    <a:pt x="8165" y="0"/>
                    <a:pt x="814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49"/>
            <p:cNvSpPr/>
            <p:nvPr/>
          </p:nvSpPr>
          <p:spPr>
            <a:xfrm>
              <a:off x="5045450" y="1679975"/>
              <a:ext cx="60900" cy="221850"/>
            </a:xfrm>
            <a:custGeom>
              <a:rect b="b" l="l" r="r" t="t"/>
              <a:pathLst>
                <a:path extrusionOk="0" h="8874" w="2436">
                  <a:moveTo>
                    <a:pt x="2368" y="1"/>
                  </a:moveTo>
                  <a:cubicBezTo>
                    <a:pt x="2302" y="1"/>
                    <a:pt x="2268" y="34"/>
                    <a:pt x="2268" y="67"/>
                  </a:cubicBezTo>
                  <a:lnTo>
                    <a:pt x="0" y="8774"/>
                  </a:lnTo>
                  <a:cubicBezTo>
                    <a:pt x="0" y="8807"/>
                    <a:pt x="33" y="8840"/>
                    <a:pt x="67" y="8874"/>
                  </a:cubicBezTo>
                  <a:lnTo>
                    <a:pt x="100" y="8874"/>
                  </a:lnTo>
                  <a:cubicBezTo>
                    <a:pt x="134" y="8874"/>
                    <a:pt x="167" y="8840"/>
                    <a:pt x="167" y="8807"/>
                  </a:cubicBezTo>
                  <a:lnTo>
                    <a:pt x="2435" y="101"/>
                  </a:lnTo>
                  <a:cubicBezTo>
                    <a:pt x="2435" y="67"/>
                    <a:pt x="2402" y="1"/>
                    <a:pt x="236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49"/>
            <p:cNvSpPr/>
            <p:nvPr/>
          </p:nvSpPr>
          <p:spPr>
            <a:xfrm>
              <a:off x="5040425" y="2006675"/>
              <a:ext cx="46725" cy="228725"/>
            </a:xfrm>
            <a:custGeom>
              <a:rect b="b" l="l" r="r" t="t"/>
              <a:pathLst>
                <a:path extrusionOk="0" h="9149" w="1869">
                  <a:moveTo>
                    <a:pt x="219" y="0"/>
                  </a:moveTo>
                  <a:cubicBezTo>
                    <a:pt x="202" y="0"/>
                    <a:pt x="185" y="3"/>
                    <a:pt x="168" y="9"/>
                  </a:cubicBezTo>
                  <a:cubicBezTo>
                    <a:pt x="68" y="9"/>
                    <a:pt x="1" y="109"/>
                    <a:pt x="1" y="209"/>
                  </a:cubicBezTo>
                  <a:lnTo>
                    <a:pt x="1469" y="8982"/>
                  </a:lnTo>
                  <a:cubicBezTo>
                    <a:pt x="1502" y="9082"/>
                    <a:pt x="1569" y="9149"/>
                    <a:pt x="1669" y="9149"/>
                  </a:cubicBezTo>
                  <a:lnTo>
                    <a:pt x="1702" y="9149"/>
                  </a:lnTo>
                  <a:cubicBezTo>
                    <a:pt x="1802" y="9115"/>
                    <a:pt x="1869" y="9015"/>
                    <a:pt x="1836" y="8915"/>
                  </a:cubicBezTo>
                  <a:lnTo>
                    <a:pt x="368" y="175"/>
                  </a:lnTo>
                  <a:cubicBezTo>
                    <a:pt x="368" y="65"/>
                    <a:pt x="299" y="0"/>
                    <a:pt x="21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49"/>
            <p:cNvSpPr/>
            <p:nvPr/>
          </p:nvSpPr>
          <p:spPr>
            <a:xfrm>
              <a:off x="5130500" y="2020225"/>
              <a:ext cx="71750" cy="196825"/>
            </a:xfrm>
            <a:custGeom>
              <a:rect b="b" l="l" r="r" t="t"/>
              <a:pathLst>
                <a:path extrusionOk="0" h="7873" w="2870">
                  <a:moveTo>
                    <a:pt x="2803" y="0"/>
                  </a:moveTo>
                  <a:cubicBezTo>
                    <a:pt x="2769" y="0"/>
                    <a:pt x="2702" y="0"/>
                    <a:pt x="2702" y="67"/>
                  </a:cubicBezTo>
                  <a:lnTo>
                    <a:pt x="1" y="7739"/>
                  </a:lnTo>
                  <a:cubicBezTo>
                    <a:pt x="1" y="7806"/>
                    <a:pt x="1" y="7839"/>
                    <a:pt x="67" y="7873"/>
                  </a:cubicBezTo>
                  <a:lnTo>
                    <a:pt x="101" y="7873"/>
                  </a:lnTo>
                  <a:cubicBezTo>
                    <a:pt x="134" y="7873"/>
                    <a:pt x="134" y="7839"/>
                    <a:pt x="167" y="7806"/>
                  </a:cubicBezTo>
                  <a:lnTo>
                    <a:pt x="2869" y="100"/>
                  </a:lnTo>
                  <a:cubicBezTo>
                    <a:pt x="2869" y="67"/>
                    <a:pt x="2836" y="34"/>
                    <a:pt x="280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49"/>
            <p:cNvSpPr/>
            <p:nvPr/>
          </p:nvSpPr>
          <p:spPr>
            <a:xfrm>
              <a:off x="4949550" y="2317925"/>
              <a:ext cx="81750" cy="30050"/>
            </a:xfrm>
            <a:custGeom>
              <a:rect b="b" l="l" r="r" t="t"/>
              <a:pathLst>
                <a:path extrusionOk="0" h="1202" w="3270">
                  <a:moveTo>
                    <a:pt x="3169" y="1"/>
                  </a:moveTo>
                  <a:lnTo>
                    <a:pt x="67" y="1035"/>
                  </a:lnTo>
                  <a:cubicBezTo>
                    <a:pt x="0" y="1068"/>
                    <a:pt x="0" y="1102"/>
                    <a:pt x="0" y="1135"/>
                  </a:cubicBezTo>
                  <a:cubicBezTo>
                    <a:pt x="0" y="1168"/>
                    <a:pt x="33" y="1202"/>
                    <a:pt x="67" y="1202"/>
                  </a:cubicBezTo>
                  <a:lnTo>
                    <a:pt x="100" y="1202"/>
                  </a:lnTo>
                  <a:lnTo>
                    <a:pt x="3202" y="168"/>
                  </a:lnTo>
                  <a:cubicBezTo>
                    <a:pt x="3269" y="134"/>
                    <a:pt x="3269" y="101"/>
                    <a:pt x="3269" y="68"/>
                  </a:cubicBezTo>
                  <a:cubicBezTo>
                    <a:pt x="3236" y="1"/>
                    <a:pt x="3202" y="1"/>
                    <a:pt x="316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49"/>
            <p:cNvSpPr/>
            <p:nvPr/>
          </p:nvSpPr>
          <p:spPr>
            <a:xfrm>
              <a:off x="5041275" y="2374000"/>
              <a:ext cx="49675" cy="319225"/>
            </a:xfrm>
            <a:custGeom>
              <a:rect b="b" l="l" r="r" t="t"/>
              <a:pathLst>
                <a:path extrusionOk="0" h="12769" w="1987">
                  <a:moveTo>
                    <a:pt x="1790" y="0"/>
                  </a:moveTo>
                  <a:cubicBezTo>
                    <a:pt x="1704" y="0"/>
                    <a:pt x="1617" y="51"/>
                    <a:pt x="1601" y="160"/>
                  </a:cubicBezTo>
                  <a:lnTo>
                    <a:pt x="0" y="12535"/>
                  </a:lnTo>
                  <a:cubicBezTo>
                    <a:pt x="0" y="12635"/>
                    <a:pt x="67" y="12735"/>
                    <a:pt x="167" y="12769"/>
                  </a:cubicBezTo>
                  <a:lnTo>
                    <a:pt x="200" y="12769"/>
                  </a:lnTo>
                  <a:cubicBezTo>
                    <a:pt x="301" y="12769"/>
                    <a:pt x="367" y="12702"/>
                    <a:pt x="401" y="12602"/>
                  </a:cubicBezTo>
                  <a:lnTo>
                    <a:pt x="1968" y="193"/>
                  </a:lnTo>
                  <a:cubicBezTo>
                    <a:pt x="1986" y="68"/>
                    <a:pt x="1889" y="0"/>
                    <a:pt x="179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49"/>
            <p:cNvSpPr/>
            <p:nvPr/>
          </p:nvSpPr>
          <p:spPr>
            <a:xfrm>
              <a:off x="5117150" y="2476800"/>
              <a:ext cx="226025" cy="232275"/>
            </a:xfrm>
            <a:custGeom>
              <a:rect b="b" l="l" r="r" t="t"/>
              <a:pathLst>
                <a:path extrusionOk="0" h="9291" w="9041">
                  <a:moveTo>
                    <a:pt x="8820" y="0"/>
                  </a:moveTo>
                  <a:cubicBezTo>
                    <a:pt x="8774" y="0"/>
                    <a:pt x="8724" y="17"/>
                    <a:pt x="8674" y="50"/>
                  </a:cubicBezTo>
                  <a:lnTo>
                    <a:pt x="68" y="8957"/>
                  </a:lnTo>
                  <a:cubicBezTo>
                    <a:pt x="1" y="9024"/>
                    <a:pt x="1" y="9157"/>
                    <a:pt x="68" y="9224"/>
                  </a:cubicBezTo>
                  <a:cubicBezTo>
                    <a:pt x="101" y="9257"/>
                    <a:pt x="134" y="9290"/>
                    <a:pt x="201" y="9290"/>
                  </a:cubicBezTo>
                  <a:cubicBezTo>
                    <a:pt x="234" y="9290"/>
                    <a:pt x="301" y="9257"/>
                    <a:pt x="334" y="9224"/>
                  </a:cubicBezTo>
                  <a:lnTo>
                    <a:pt x="8941" y="317"/>
                  </a:lnTo>
                  <a:cubicBezTo>
                    <a:pt x="9041" y="251"/>
                    <a:pt x="9041" y="117"/>
                    <a:pt x="8941" y="50"/>
                  </a:cubicBezTo>
                  <a:cubicBezTo>
                    <a:pt x="8907" y="17"/>
                    <a:pt x="8866" y="0"/>
                    <a:pt x="882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49"/>
            <p:cNvSpPr/>
            <p:nvPr/>
          </p:nvSpPr>
          <p:spPr>
            <a:xfrm>
              <a:off x="4907000" y="2715175"/>
              <a:ext cx="71750" cy="41425"/>
            </a:xfrm>
            <a:custGeom>
              <a:rect b="b" l="l" r="r" t="t"/>
              <a:pathLst>
                <a:path extrusionOk="0" h="1657" w="2870">
                  <a:moveTo>
                    <a:pt x="66" y="0"/>
                  </a:moveTo>
                  <a:cubicBezTo>
                    <a:pt x="40" y="0"/>
                    <a:pt x="20" y="17"/>
                    <a:pt x="1" y="56"/>
                  </a:cubicBezTo>
                  <a:cubicBezTo>
                    <a:pt x="1" y="89"/>
                    <a:pt x="1" y="122"/>
                    <a:pt x="34" y="156"/>
                  </a:cubicBezTo>
                  <a:lnTo>
                    <a:pt x="2703" y="1657"/>
                  </a:lnTo>
                  <a:lnTo>
                    <a:pt x="2769" y="1657"/>
                  </a:lnTo>
                  <a:cubicBezTo>
                    <a:pt x="2803" y="1657"/>
                    <a:pt x="2836" y="1623"/>
                    <a:pt x="2836" y="1590"/>
                  </a:cubicBezTo>
                  <a:cubicBezTo>
                    <a:pt x="2870" y="1557"/>
                    <a:pt x="2836" y="1490"/>
                    <a:pt x="2803" y="1490"/>
                  </a:cubicBezTo>
                  <a:lnTo>
                    <a:pt x="134" y="22"/>
                  </a:lnTo>
                  <a:cubicBezTo>
                    <a:pt x="107" y="8"/>
                    <a:pt x="85" y="0"/>
                    <a:pt x="6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49"/>
            <p:cNvSpPr/>
            <p:nvPr/>
          </p:nvSpPr>
          <p:spPr>
            <a:xfrm>
              <a:off x="4833625" y="2830175"/>
              <a:ext cx="113425" cy="90725"/>
            </a:xfrm>
            <a:custGeom>
              <a:rect b="b" l="l" r="r" t="t"/>
              <a:pathLst>
                <a:path extrusionOk="0" h="3629" w="4537">
                  <a:moveTo>
                    <a:pt x="4437" y="1"/>
                  </a:moveTo>
                  <a:cubicBezTo>
                    <a:pt x="4412" y="1"/>
                    <a:pt x="4387" y="9"/>
                    <a:pt x="4370" y="26"/>
                  </a:cubicBezTo>
                  <a:lnTo>
                    <a:pt x="34" y="3461"/>
                  </a:lnTo>
                  <a:cubicBezTo>
                    <a:pt x="0" y="3495"/>
                    <a:pt x="0" y="3561"/>
                    <a:pt x="34" y="3595"/>
                  </a:cubicBezTo>
                  <a:cubicBezTo>
                    <a:pt x="67" y="3595"/>
                    <a:pt x="67" y="3628"/>
                    <a:pt x="100" y="3628"/>
                  </a:cubicBezTo>
                  <a:cubicBezTo>
                    <a:pt x="134" y="3628"/>
                    <a:pt x="134" y="3595"/>
                    <a:pt x="167" y="3595"/>
                  </a:cubicBezTo>
                  <a:lnTo>
                    <a:pt x="4504" y="159"/>
                  </a:lnTo>
                  <a:cubicBezTo>
                    <a:pt x="4537" y="126"/>
                    <a:pt x="4537" y="59"/>
                    <a:pt x="4504" y="26"/>
                  </a:cubicBezTo>
                  <a:cubicBezTo>
                    <a:pt x="4487" y="9"/>
                    <a:pt x="4462" y="1"/>
                    <a:pt x="443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49"/>
            <p:cNvSpPr/>
            <p:nvPr/>
          </p:nvSpPr>
          <p:spPr>
            <a:xfrm>
              <a:off x="4768575" y="2702875"/>
              <a:ext cx="70075" cy="218025"/>
            </a:xfrm>
            <a:custGeom>
              <a:rect b="b" l="l" r="r" t="t"/>
              <a:pathLst>
                <a:path extrusionOk="0" h="8721" w="2803">
                  <a:moveTo>
                    <a:pt x="117" y="0"/>
                  </a:moveTo>
                  <a:cubicBezTo>
                    <a:pt x="103" y="0"/>
                    <a:pt x="87" y="4"/>
                    <a:pt x="67" y="14"/>
                  </a:cubicBezTo>
                  <a:cubicBezTo>
                    <a:pt x="34" y="14"/>
                    <a:pt x="1" y="47"/>
                    <a:pt x="34" y="114"/>
                  </a:cubicBezTo>
                  <a:lnTo>
                    <a:pt x="2636" y="8653"/>
                  </a:lnTo>
                  <a:cubicBezTo>
                    <a:pt x="2636" y="8687"/>
                    <a:pt x="2669" y="8720"/>
                    <a:pt x="2702" y="8720"/>
                  </a:cubicBezTo>
                  <a:lnTo>
                    <a:pt x="2736" y="8720"/>
                  </a:lnTo>
                  <a:cubicBezTo>
                    <a:pt x="2803" y="8687"/>
                    <a:pt x="2803" y="8653"/>
                    <a:pt x="2803" y="8587"/>
                  </a:cubicBezTo>
                  <a:lnTo>
                    <a:pt x="167" y="47"/>
                  </a:lnTo>
                  <a:cubicBezTo>
                    <a:pt x="167" y="24"/>
                    <a:pt x="151" y="0"/>
                    <a:pt x="11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49"/>
            <p:cNvSpPr/>
            <p:nvPr/>
          </p:nvSpPr>
          <p:spPr>
            <a:xfrm>
              <a:off x="4731050" y="2900525"/>
              <a:ext cx="108425" cy="20375"/>
            </a:xfrm>
            <a:custGeom>
              <a:rect b="b" l="l" r="r" t="t"/>
              <a:pathLst>
                <a:path extrusionOk="0" h="815" w="4337">
                  <a:moveTo>
                    <a:pt x="54" y="0"/>
                  </a:moveTo>
                  <a:cubicBezTo>
                    <a:pt x="18" y="0"/>
                    <a:pt x="0" y="31"/>
                    <a:pt x="0" y="80"/>
                  </a:cubicBezTo>
                  <a:cubicBezTo>
                    <a:pt x="0" y="114"/>
                    <a:pt x="34" y="180"/>
                    <a:pt x="67" y="180"/>
                  </a:cubicBezTo>
                  <a:lnTo>
                    <a:pt x="4203" y="814"/>
                  </a:lnTo>
                  <a:lnTo>
                    <a:pt x="4237" y="814"/>
                  </a:lnTo>
                  <a:cubicBezTo>
                    <a:pt x="4337" y="814"/>
                    <a:pt x="4337" y="647"/>
                    <a:pt x="4237" y="647"/>
                  </a:cubicBezTo>
                  <a:lnTo>
                    <a:pt x="101" y="14"/>
                  </a:lnTo>
                  <a:cubicBezTo>
                    <a:pt x="83" y="5"/>
                    <a:pt x="67" y="0"/>
                    <a:pt x="5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49"/>
            <p:cNvSpPr/>
            <p:nvPr/>
          </p:nvSpPr>
          <p:spPr>
            <a:xfrm>
              <a:off x="5117150" y="2799100"/>
              <a:ext cx="377800" cy="42575"/>
            </a:xfrm>
            <a:custGeom>
              <a:rect b="b" l="l" r="r" t="t"/>
              <a:pathLst>
                <a:path extrusionOk="0" h="1703" w="15112">
                  <a:moveTo>
                    <a:pt x="234" y="1"/>
                  </a:moveTo>
                  <a:cubicBezTo>
                    <a:pt x="134" y="1"/>
                    <a:pt x="34" y="101"/>
                    <a:pt x="1" y="201"/>
                  </a:cubicBezTo>
                  <a:cubicBezTo>
                    <a:pt x="1" y="301"/>
                    <a:pt x="68" y="401"/>
                    <a:pt x="201" y="401"/>
                  </a:cubicBezTo>
                  <a:lnTo>
                    <a:pt x="14911" y="1702"/>
                  </a:lnTo>
                  <a:cubicBezTo>
                    <a:pt x="15012" y="1702"/>
                    <a:pt x="15112" y="1636"/>
                    <a:pt x="15112" y="1502"/>
                  </a:cubicBezTo>
                  <a:cubicBezTo>
                    <a:pt x="15112" y="1402"/>
                    <a:pt x="15045" y="1302"/>
                    <a:pt x="14945" y="1302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49"/>
            <p:cNvSpPr/>
            <p:nvPr/>
          </p:nvSpPr>
          <p:spPr>
            <a:xfrm>
              <a:off x="4934525" y="2671075"/>
              <a:ext cx="206000" cy="262325"/>
            </a:xfrm>
            <a:custGeom>
              <a:rect b="b" l="l" r="r" t="t"/>
              <a:pathLst>
                <a:path extrusionOk="0" h="10493" w="8240">
                  <a:moveTo>
                    <a:pt x="5810" y="682"/>
                  </a:moveTo>
                  <a:cubicBezTo>
                    <a:pt x="6117" y="682"/>
                    <a:pt x="6397" y="751"/>
                    <a:pt x="6639" y="886"/>
                  </a:cubicBezTo>
                  <a:cubicBezTo>
                    <a:pt x="7239" y="1253"/>
                    <a:pt x="7573" y="2020"/>
                    <a:pt x="7573" y="3054"/>
                  </a:cubicBezTo>
                  <a:cubicBezTo>
                    <a:pt x="7573" y="5355"/>
                    <a:pt x="5938" y="8191"/>
                    <a:pt x="3937" y="9358"/>
                  </a:cubicBezTo>
                  <a:cubicBezTo>
                    <a:pt x="3388" y="9663"/>
                    <a:pt x="2864" y="9820"/>
                    <a:pt x="2402" y="9820"/>
                  </a:cubicBezTo>
                  <a:cubicBezTo>
                    <a:pt x="2106" y="9820"/>
                    <a:pt x="1836" y="9755"/>
                    <a:pt x="1602" y="9625"/>
                  </a:cubicBezTo>
                  <a:cubicBezTo>
                    <a:pt x="1001" y="9258"/>
                    <a:pt x="668" y="8491"/>
                    <a:pt x="668" y="7457"/>
                  </a:cubicBezTo>
                  <a:cubicBezTo>
                    <a:pt x="668" y="5122"/>
                    <a:pt x="2269" y="2320"/>
                    <a:pt x="4304" y="1152"/>
                  </a:cubicBezTo>
                  <a:cubicBezTo>
                    <a:pt x="4841" y="834"/>
                    <a:pt x="5355" y="682"/>
                    <a:pt x="5810" y="682"/>
                  </a:cubicBezTo>
                  <a:close/>
                  <a:moveTo>
                    <a:pt x="5790" y="1"/>
                  </a:moveTo>
                  <a:cubicBezTo>
                    <a:pt x="5215" y="1"/>
                    <a:pt x="4587" y="189"/>
                    <a:pt x="3937" y="552"/>
                  </a:cubicBezTo>
                  <a:cubicBezTo>
                    <a:pt x="1769" y="1820"/>
                    <a:pt x="1" y="4922"/>
                    <a:pt x="1" y="7457"/>
                  </a:cubicBezTo>
                  <a:cubicBezTo>
                    <a:pt x="1" y="8758"/>
                    <a:pt x="434" y="9725"/>
                    <a:pt x="1268" y="10192"/>
                  </a:cubicBezTo>
                  <a:cubicBezTo>
                    <a:pt x="1602" y="10392"/>
                    <a:pt x="2002" y="10493"/>
                    <a:pt x="2436" y="10493"/>
                  </a:cubicBezTo>
                  <a:cubicBezTo>
                    <a:pt x="3069" y="10459"/>
                    <a:pt x="3737" y="10259"/>
                    <a:pt x="4304" y="9925"/>
                  </a:cubicBezTo>
                  <a:cubicBezTo>
                    <a:pt x="6472" y="8658"/>
                    <a:pt x="8240" y="5589"/>
                    <a:pt x="8240" y="3054"/>
                  </a:cubicBezTo>
                  <a:cubicBezTo>
                    <a:pt x="8240" y="1753"/>
                    <a:pt x="7806" y="786"/>
                    <a:pt x="6972" y="319"/>
                  </a:cubicBezTo>
                  <a:cubicBezTo>
                    <a:pt x="6616" y="105"/>
                    <a:pt x="6218" y="1"/>
                    <a:pt x="579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49"/>
            <p:cNvSpPr/>
            <p:nvPr/>
          </p:nvSpPr>
          <p:spPr>
            <a:xfrm>
              <a:off x="4981225" y="2729925"/>
              <a:ext cx="112600" cy="145075"/>
            </a:xfrm>
            <a:custGeom>
              <a:rect b="b" l="l" r="r" t="t"/>
              <a:pathLst>
                <a:path extrusionOk="0" h="5803" w="4504">
                  <a:moveTo>
                    <a:pt x="3264" y="0"/>
                  </a:moveTo>
                  <a:cubicBezTo>
                    <a:pt x="2964" y="0"/>
                    <a:pt x="2626" y="97"/>
                    <a:pt x="2269" y="300"/>
                  </a:cubicBezTo>
                  <a:cubicBezTo>
                    <a:pt x="935" y="1167"/>
                    <a:pt x="101" y="2601"/>
                    <a:pt x="1" y="4202"/>
                  </a:cubicBezTo>
                  <a:cubicBezTo>
                    <a:pt x="1" y="5221"/>
                    <a:pt x="506" y="5803"/>
                    <a:pt x="1253" y="5803"/>
                  </a:cubicBezTo>
                  <a:cubicBezTo>
                    <a:pt x="1557" y="5803"/>
                    <a:pt x="1902" y="5706"/>
                    <a:pt x="2269" y="5503"/>
                  </a:cubicBezTo>
                  <a:cubicBezTo>
                    <a:pt x="3570" y="4636"/>
                    <a:pt x="4404" y="3168"/>
                    <a:pt x="4504" y="1600"/>
                  </a:cubicBezTo>
                  <a:cubicBezTo>
                    <a:pt x="4504" y="581"/>
                    <a:pt x="3999" y="0"/>
                    <a:pt x="326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49"/>
            <p:cNvSpPr/>
            <p:nvPr/>
          </p:nvSpPr>
          <p:spPr>
            <a:xfrm>
              <a:off x="5467400" y="2716175"/>
              <a:ext cx="206850" cy="262250"/>
            </a:xfrm>
            <a:custGeom>
              <a:rect b="b" l="l" r="r" t="t"/>
              <a:pathLst>
                <a:path extrusionOk="0" h="10490" w="8274">
                  <a:moveTo>
                    <a:pt x="5838" y="683"/>
                  </a:moveTo>
                  <a:cubicBezTo>
                    <a:pt x="6105" y="683"/>
                    <a:pt x="6405" y="749"/>
                    <a:pt x="6639" y="883"/>
                  </a:cubicBezTo>
                  <a:cubicBezTo>
                    <a:pt x="7273" y="1250"/>
                    <a:pt x="7606" y="2017"/>
                    <a:pt x="7606" y="3051"/>
                  </a:cubicBezTo>
                  <a:cubicBezTo>
                    <a:pt x="7606" y="5353"/>
                    <a:pt x="5972" y="8188"/>
                    <a:pt x="3970" y="9356"/>
                  </a:cubicBezTo>
                  <a:cubicBezTo>
                    <a:pt x="3421" y="9661"/>
                    <a:pt x="2885" y="9817"/>
                    <a:pt x="2414" y="9817"/>
                  </a:cubicBezTo>
                  <a:cubicBezTo>
                    <a:pt x="2112" y="9817"/>
                    <a:pt x="1836" y="9753"/>
                    <a:pt x="1602" y="9623"/>
                  </a:cubicBezTo>
                  <a:cubicBezTo>
                    <a:pt x="1002" y="9256"/>
                    <a:pt x="668" y="8488"/>
                    <a:pt x="668" y="7454"/>
                  </a:cubicBezTo>
                  <a:cubicBezTo>
                    <a:pt x="668" y="5119"/>
                    <a:pt x="2302" y="2317"/>
                    <a:pt x="4304" y="1150"/>
                  </a:cubicBezTo>
                  <a:cubicBezTo>
                    <a:pt x="4771" y="850"/>
                    <a:pt x="5271" y="716"/>
                    <a:pt x="5838" y="683"/>
                  </a:cubicBezTo>
                  <a:close/>
                  <a:moveTo>
                    <a:pt x="5833" y="1"/>
                  </a:moveTo>
                  <a:cubicBezTo>
                    <a:pt x="5260" y="1"/>
                    <a:pt x="4626" y="197"/>
                    <a:pt x="3970" y="583"/>
                  </a:cubicBezTo>
                  <a:cubicBezTo>
                    <a:pt x="1769" y="1850"/>
                    <a:pt x="1" y="4919"/>
                    <a:pt x="1" y="7454"/>
                  </a:cubicBezTo>
                  <a:cubicBezTo>
                    <a:pt x="1" y="8755"/>
                    <a:pt x="434" y="9723"/>
                    <a:pt x="1268" y="10190"/>
                  </a:cubicBezTo>
                  <a:cubicBezTo>
                    <a:pt x="1635" y="10390"/>
                    <a:pt x="2036" y="10490"/>
                    <a:pt x="2436" y="10490"/>
                  </a:cubicBezTo>
                  <a:cubicBezTo>
                    <a:pt x="3103" y="10490"/>
                    <a:pt x="3737" y="10290"/>
                    <a:pt x="4304" y="9923"/>
                  </a:cubicBezTo>
                  <a:cubicBezTo>
                    <a:pt x="6472" y="8655"/>
                    <a:pt x="8273" y="5586"/>
                    <a:pt x="8273" y="3051"/>
                  </a:cubicBezTo>
                  <a:cubicBezTo>
                    <a:pt x="8273" y="1750"/>
                    <a:pt x="7806" y="783"/>
                    <a:pt x="6972" y="316"/>
                  </a:cubicBezTo>
                  <a:cubicBezTo>
                    <a:pt x="6635" y="105"/>
                    <a:pt x="6250" y="1"/>
                    <a:pt x="583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49"/>
            <p:cNvSpPr/>
            <p:nvPr/>
          </p:nvSpPr>
          <p:spPr>
            <a:xfrm>
              <a:off x="5514950" y="2774950"/>
              <a:ext cx="111775" cy="145075"/>
            </a:xfrm>
            <a:custGeom>
              <a:rect b="b" l="l" r="r" t="t"/>
              <a:pathLst>
                <a:path extrusionOk="0" h="5803" w="4471">
                  <a:moveTo>
                    <a:pt x="3230" y="0"/>
                  </a:moveTo>
                  <a:cubicBezTo>
                    <a:pt x="2930" y="0"/>
                    <a:pt x="2593" y="97"/>
                    <a:pt x="2235" y="300"/>
                  </a:cubicBezTo>
                  <a:cubicBezTo>
                    <a:pt x="901" y="1167"/>
                    <a:pt x="67" y="2602"/>
                    <a:pt x="0" y="4203"/>
                  </a:cubicBezTo>
                  <a:cubicBezTo>
                    <a:pt x="0" y="5222"/>
                    <a:pt x="488" y="5803"/>
                    <a:pt x="1226" y="5803"/>
                  </a:cubicBezTo>
                  <a:cubicBezTo>
                    <a:pt x="1526" y="5803"/>
                    <a:pt x="1868" y="5706"/>
                    <a:pt x="2235" y="5504"/>
                  </a:cubicBezTo>
                  <a:cubicBezTo>
                    <a:pt x="3569" y="4636"/>
                    <a:pt x="4370" y="3169"/>
                    <a:pt x="4470" y="1601"/>
                  </a:cubicBezTo>
                  <a:cubicBezTo>
                    <a:pt x="4470" y="582"/>
                    <a:pt x="3965" y="0"/>
                    <a:pt x="323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49"/>
            <p:cNvSpPr/>
            <p:nvPr/>
          </p:nvSpPr>
          <p:spPr>
            <a:xfrm>
              <a:off x="5326475" y="2325225"/>
              <a:ext cx="143450" cy="182025"/>
            </a:xfrm>
            <a:custGeom>
              <a:rect b="b" l="l" r="r" t="t"/>
              <a:pathLst>
                <a:path extrusionOk="0" h="7281" w="5738">
                  <a:moveTo>
                    <a:pt x="4070" y="476"/>
                  </a:moveTo>
                  <a:cubicBezTo>
                    <a:pt x="4270" y="476"/>
                    <a:pt x="4437" y="509"/>
                    <a:pt x="4637" y="610"/>
                  </a:cubicBezTo>
                  <a:cubicBezTo>
                    <a:pt x="5037" y="876"/>
                    <a:pt x="5271" y="1410"/>
                    <a:pt x="5271" y="2111"/>
                  </a:cubicBezTo>
                  <a:cubicBezTo>
                    <a:pt x="5171" y="3879"/>
                    <a:pt x="4237" y="5513"/>
                    <a:pt x="2769" y="6480"/>
                  </a:cubicBezTo>
                  <a:cubicBezTo>
                    <a:pt x="2382" y="6705"/>
                    <a:pt x="2019" y="6817"/>
                    <a:pt x="1697" y="6817"/>
                  </a:cubicBezTo>
                  <a:cubicBezTo>
                    <a:pt x="1492" y="6817"/>
                    <a:pt x="1303" y="6771"/>
                    <a:pt x="1135" y="6681"/>
                  </a:cubicBezTo>
                  <a:cubicBezTo>
                    <a:pt x="701" y="6414"/>
                    <a:pt x="467" y="5880"/>
                    <a:pt x="467" y="5179"/>
                  </a:cubicBezTo>
                  <a:cubicBezTo>
                    <a:pt x="568" y="3378"/>
                    <a:pt x="1502" y="1777"/>
                    <a:pt x="3003" y="810"/>
                  </a:cubicBezTo>
                  <a:cubicBezTo>
                    <a:pt x="3303" y="610"/>
                    <a:pt x="3670" y="476"/>
                    <a:pt x="4070" y="476"/>
                  </a:cubicBezTo>
                  <a:close/>
                  <a:moveTo>
                    <a:pt x="4051" y="1"/>
                  </a:moveTo>
                  <a:cubicBezTo>
                    <a:pt x="3653" y="1"/>
                    <a:pt x="3217" y="137"/>
                    <a:pt x="2769" y="409"/>
                  </a:cubicBezTo>
                  <a:cubicBezTo>
                    <a:pt x="1135" y="1443"/>
                    <a:pt x="101" y="3211"/>
                    <a:pt x="0" y="5179"/>
                  </a:cubicBezTo>
                  <a:cubicBezTo>
                    <a:pt x="0" y="6080"/>
                    <a:pt x="334" y="6747"/>
                    <a:pt x="901" y="7081"/>
                  </a:cubicBezTo>
                  <a:cubicBezTo>
                    <a:pt x="1135" y="7214"/>
                    <a:pt x="1435" y="7281"/>
                    <a:pt x="1702" y="7281"/>
                  </a:cubicBezTo>
                  <a:cubicBezTo>
                    <a:pt x="2169" y="7248"/>
                    <a:pt x="2602" y="7114"/>
                    <a:pt x="2969" y="6881"/>
                  </a:cubicBezTo>
                  <a:cubicBezTo>
                    <a:pt x="4604" y="5813"/>
                    <a:pt x="5638" y="4045"/>
                    <a:pt x="5738" y="2111"/>
                  </a:cubicBezTo>
                  <a:cubicBezTo>
                    <a:pt x="5738" y="1210"/>
                    <a:pt x="5404" y="543"/>
                    <a:pt x="4837" y="209"/>
                  </a:cubicBezTo>
                  <a:cubicBezTo>
                    <a:pt x="4601" y="70"/>
                    <a:pt x="4336" y="1"/>
                    <a:pt x="405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49"/>
            <p:cNvSpPr/>
            <p:nvPr/>
          </p:nvSpPr>
          <p:spPr>
            <a:xfrm>
              <a:off x="5359825" y="2365925"/>
              <a:ext cx="77575" cy="100850"/>
            </a:xfrm>
            <a:custGeom>
              <a:rect b="b" l="l" r="r" t="t"/>
              <a:pathLst>
                <a:path extrusionOk="0" h="4034" w="3103">
                  <a:moveTo>
                    <a:pt x="2239" y="0"/>
                  </a:moveTo>
                  <a:cubicBezTo>
                    <a:pt x="2027" y="0"/>
                    <a:pt x="1788" y="70"/>
                    <a:pt x="1535" y="216"/>
                  </a:cubicBezTo>
                  <a:cubicBezTo>
                    <a:pt x="635" y="816"/>
                    <a:pt x="34" y="1817"/>
                    <a:pt x="1" y="2918"/>
                  </a:cubicBezTo>
                  <a:cubicBezTo>
                    <a:pt x="1" y="3626"/>
                    <a:pt x="352" y="4034"/>
                    <a:pt x="853" y="4034"/>
                  </a:cubicBezTo>
                  <a:cubicBezTo>
                    <a:pt x="1060" y="4034"/>
                    <a:pt x="1292" y="3964"/>
                    <a:pt x="1535" y="3818"/>
                  </a:cubicBezTo>
                  <a:cubicBezTo>
                    <a:pt x="2469" y="3218"/>
                    <a:pt x="3036" y="2217"/>
                    <a:pt x="3103" y="1116"/>
                  </a:cubicBezTo>
                  <a:cubicBezTo>
                    <a:pt x="3103" y="408"/>
                    <a:pt x="2752" y="0"/>
                    <a:pt x="223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49"/>
            <p:cNvSpPr/>
            <p:nvPr/>
          </p:nvSpPr>
          <p:spPr>
            <a:xfrm>
              <a:off x="5022100" y="2207575"/>
              <a:ext cx="143450" cy="182100"/>
            </a:xfrm>
            <a:custGeom>
              <a:rect b="b" l="l" r="r" t="t"/>
              <a:pathLst>
                <a:path extrusionOk="0" h="7284" w="5738">
                  <a:moveTo>
                    <a:pt x="4024" y="450"/>
                  </a:moveTo>
                  <a:cubicBezTo>
                    <a:pt x="4243" y="450"/>
                    <a:pt x="4440" y="503"/>
                    <a:pt x="4603" y="612"/>
                  </a:cubicBezTo>
                  <a:cubicBezTo>
                    <a:pt x="5037" y="846"/>
                    <a:pt x="5271" y="1379"/>
                    <a:pt x="5271" y="2113"/>
                  </a:cubicBezTo>
                  <a:cubicBezTo>
                    <a:pt x="5170" y="3881"/>
                    <a:pt x="4236" y="5516"/>
                    <a:pt x="2769" y="6483"/>
                  </a:cubicBezTo>
                  <a:cubicBezTo>
                    <a:pt x="2394" y="6700"/>
                    <a:pt x="2042" y="6812"/>
                    <a:pt x="1728" y="6812"/>
                  </a:cubicBezTo>
                  <a:cubicBezTo>
                    <a:pt x="1511" y="6812"/>
                    <a:pt x="1311" y="6759"/>
                    <a:pt x="1134" y="6650"/>
                  </a:cubicBezTo>
                  <a:cubicBezTo>
                    <a:pt x="701" y="6416"/>
                    <a:pt x="467" y="5883"/>
                    <a:pt x="467" y="5149"/>
                  </a:cubicBezTo>
                  <a:cubicBezTo>
                    <a:pt x="567" y="3381"/>
                    <a:pt x="1501" y="1746"/>
                    <a:pt x="2969" y="779"/>
                  </a:cubicBezTo>
                  <a:cubicBezTo>
                    <a:pt x="3344" y="562"/>
                    <a:pt x="3707" y="450"/>
                    <a:pt x="4024" y="450"/>
                  </a:cubicBezTo>
                  <a:close/>
                  <a:moveTo>
                    <a:pt x="4033" y="1"/>
                  </a:moveTo>
                  <a:cubicBezTo>
                    <a:pt x="3635" y="1"/>
                    <a:pt x="3196" y="129"/>
                    <a:pt x="2735" y="379"/>
                  </a:cubicBezTo>
                  <a:cubicBezTo>
                    <a:pt x="1134" y="1446"/>
                    <a:pt x="100" y="3214"/>
                    <a:pt x="0" y="5149"/>
                  </a:cubicBezTo>
                  <a:cubicBezTo>
                    <a:pt x="0" y="6049"/>
                    <a:pt x="300" y="6750"/>
                    <a:pt x="867" y="7050"/>
                  </a:cubicBezTo>
                  <a:cubicBezTo>
                    <a:pt x="1134" y="7217"/>
                    <a:pt x="1401" y="7284"/>
                    <a:pt x="1701" y="7284"/>
                  </a:cubicBezTo>
                  <a:cubicBezTo>
                    <a:pt x="2135" y="7250"/>
                    <a:pt x="2569" y="7117"/>
                    <a:pt x="2969" y="6883"/>
                  </a:cubicBezTo>
                  <a:cubicBezTo>
                    <a:pt x="4603" y="5816"/>
                    <a:pt x="5604" y="4048"/>
                    <a:pt x="5738" y="2113"/>
                  </a:cubicBezTo>
                  <a:cubicBezTo>
                    <a:pt x="5738" y="1213"/>
                    <a:pt x="5404" y="545"/>
                    <a:pt x="4837" y="212"/>
                  </a:cubicBezTo>
                  <a:cubicBezTo>
                    <a:pt x="4596" y="70"/>
                    <a:pt x="4326" y="1"/>
                    <a:pt x="403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49"/>
            <p:cNvSpPr/>
            <p:nvPr/>
          </p:nvSpPr>
          <p:spPr>
            <a:xfrm>
              <a:off x="5054625" y="2248325"/>
              <a:ext cx="78400" cy="100050"/>
            </a:xfrm>
            <a:custGeom>
              <a:rect b="b" l="l" r="r" t="t"/>
              <a:pathLst>
                <a:path extrusionOk="0" h="4002" w="3136">
                  <a:moveTo>
                    <a:pt x="2272" y="1"/>
                  </a:moveTo>
                  <a:cubicBezTo>
                    <a:pt x="2060" y="1"/>
                    <a:pt x="1821" y="70"/>
                    <a:pt x="1568" y="216"/>
                  </a:cubicBezTo>
                  <a:cubicBezTo>
                    <a:pt x="634" y="817"/>
                    <a:pt x="67" y="1818"/>
                    <a:pt x="0" y="2918"/>
                  </a:cubicBezTo>
                  <a:cubicBezTo>
                    <a:pt x="0" y="3602"/>
                    <a:pt x="349" y="4002"/>
                    <a:pt x="860" y="4002"/>
                  </a:cubicBezTo>
                  <a:cubicBezTo>
                    <a:pt x="1073" y="4002"/>
                    <a:pt x="1313" y="3933"/>
                    <a:pt x="1568" y="3786"/>
                  </a:cubicBezTo>
                  <a:cubicBezTo>
                    <a:pt x="2468" y="3185"/>
                    <a:pt x="3069" y="2184"/>
                    <a:pt x="3136" y="1117"/>
                  </a:cubicBezTo>
                  <a:cubicBezTo>
                    <a:pt x="3136" y="409"/>
                    <a:pt x="2784" y="1"/>
                    <a:pt x="227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49"/>
            <p:cNvSpPr/>
            <p:nvPr/>
          </p:nvSpPr>
          <p:spPr>
            <a:xfrm>
              <a:off x="4983725" y="1892250"/>
              <a:ext cx="109575" cy="133825"/>
            </a:xfrm>
            <a:custGeom>
              <a:rect b="b" l="l" r="r" t="t"/>
              <a:pathLst>
                <a:path extrusionOk="0" h="5353" w="4383">
                  <a:moveTo>
                    <a:pt x="2909" y="347"/>
                  </a:moveTo>
                  <a:cubicBezTo>
                    <a:pt x="3501" y="347"/>
                    <a:pt x="4047" y="887"/>
                    <a:pt x="3903" y="1583"/>
                  </a:cubicBezTo>
                  <a:cubicBezTo>
                    <a:pt x="3837" y="2884"/>
                    <a:pt x="3136" y="4085"/>
                    <a:pt x="2069" y="4786"/>
                  </a:cubicBezTo>
                  <a:cubicBezTo>
                    <a:pt x="1863" y="4973"/>
                    <a:pt x="1623" y="5055"/>
                    <a:pt x="1389" y="5055"/>
                  </a:cubicBezTo>
                  <a:cubicBezTo>
                    <a:pt x="790" y="5055"/>
                    <a:pt x="233" y="4514"/>
                    <a:pt x="401" y="3818"/>
                  </a:cubicBezTo>
                  <a:cubicBezTo>
                    <a:pt x="468" y="2518"/>
                    <a:pt x="1135" y="1317"/>
                    <a:pt x="2236" y="616"/>
                  </a:cubicBezTo>
                  <a:cubicBezTo>
                    <a:pt x="2441" y="429"/>
                    <a:pt x="2679" y="347"/>
                    <a:pt x="2909" y="347"/>
                  </a:cubicBezTo>
                  <a:close/>
                  <a:moveTo>
                    <a:pt x="2917" y="1"/>
                  </a:moveTo>
                  <a:cubicBezTo>
                    <a:pt x="2629" y="1"/>
                    <a:pt x="2333" y="97"/>
                    <a:pt x="2069" y="316"/>
                  </a:cubicBezTo>
                  <a:cubicBezTo>
                    <a:pt x="868" y="1116"/>
                    <a:pt x="134" y="2384"/>
                    <a:pt x="34" y="3818"/>
                  </a:cubicBezTo>
                  <a:cubicBezTo>
                    <a:pt x="1" y="4352"/>
                    <a:pt x="234" y="4919"/>
                    <a:pt x="701" y="5219"/>
                  </a:cubicBezTo>
                  <a:cubicBezTo>
                    <a:pt x="868" y="5320"/>
                    <a:pt x="1068" y="5353"/>
                    <a:pt x="1302" y="5353"/>
                  </a:cubicBezTo>
                  <a:cubicBezTo>
                    <a:pt x="1635" y="5353"/>
                    <a:pt x="1935" y="5253"/>
                    <a:pt x="2236" y="5053"/>
                  </a:cubicBezTo>
                  <a:cubicBezTo>
                    <a:pt x="3436" y="4285"/>
                    <a:pt x="4170" y="2985"/>
                    <a:pt x="4237" y="1583"/>
                  </a:cubicBezTo>
                  <a:cubicBezTo>
                    <a:pt x="4383" y="686"/>
                    <a:pt x="3682" y="1"/>
                    <a:pt x="291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49"/>
            <p:cNvSpPr/>
            <p:nvPr/>
          </p:nvSpPr>
          <p:spPr>
            <a:xfrm>
              <a:off x="5008750" y="1922900"/>
              <a:ext cx="57575" cy="73750"/>
            </a:xfrm>
            <a:custGeom>
              <a:rect b="b" l="l" r="r" t="t"/>
              <a:pathLst>
                <a:path extrusionOk="0" h="2950" w="2303">
                  <a:moveTo>
                    <a:pt x="1662" y="1"/>
                  </a:moveTo>
                  <a:cubicBezTo>
                    <a:pt x="1510" y="1"/>
                    <a:pt x="1342" y="51"/>
                    <a:pt x="1168" y="157"/>
                  </a:cubicBezTo>
                  <a:cubicBezTo>
                    <a:pt x="467" y="591"/>
                    <a:pt x="67" y="1325"/>
                    <a:pt x="0" y="2125"/>
                  </a:cubicBezTo>
                  <a:cubicBezTo>
                    <a:pt x="0" y="2647"/>
                    <a:pt x="270" y="2949"/>
                    <a:pt x="653" y="2949"/>
                  </a:cubicBezTo>
                  <a:cubicBezTo>
                    <a:pt x="809" y="2949"/>
                    <a:pt x="984" y="2899"/>
                    <a:pt x="1168" y="2793"/>
                  </a:cubicBezTo>
                  <a:cubicBezTo>
                    <a:pt x="1835" y="2359"/>
                    <a:pt x="2269" y="1625"/>
                    <a:pt x="2302" y="825"/>
                  </a:cubicBezTo>
                  <a:cubicBezTo>
                    <a:pt x="2302" y="303"/>
                    <a:pt x="2033" y="1"/>
                    <a:pt x="166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49"/>
            <p:cNvSpPr/>
            <p:nvPr/>
          </p:nvSpPr>
          <p:spPr>
            <a:xfrm>
              <a:off x="5183875" y="20010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33" y="1"/>
                  </a:moveTo>
                  <a:cubicBezTo>
                    <a:pt x="843" y="1"/>
                    <a:pt x="741" y="32"/>
                    <a:pt x="634" y="100"/>
                  </a:cubicBezTo>
                  <a:cubicBezTo>
                    <a:pt x="267" y="334"/>
                    <a:pt x="0" y="767"/>
                    <a:pt x="0" y="1234"/>
                  </a:cubicBezTo>
                  <a:cubicBezTo>
                    <a:pt x="0" y="1519"/>
                    <a:pt x="153" y="1686"/>
                    <a:pt x="361" y="1686"/>
                  </a:cubicBezTo>
                  <a:cubicBezTo>
                    <a:pt x="445" y="1686"/>
                    <a:pt x="538" y="1659"/>
                    <a:pt x="634" y="1601"/>
                  </a:cubicBezTo>
                  <a:cubicBezTo>
                    <a:pt x="1034" y="1334"/>
                    <a:pt x="1268" y="934"/>
                    <a:pt x="1301" y="467"/>
                  </a:cubicBezTo>
                  <a:cubicBezTo>
                    <a:pt x="1301" y="184"/>
                    <a:pt x="1151" y="1"/>
                    <a:pt x="93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49"/>
            <p:cNvSpPr/>
            <p:nvPr/>
          </p:nvSpPr>
          <p:spPr>
            <a:xfrm>
              <a:off x="4935350" y="2325000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0"/>
                  </a:moveTo>
                  <a:cubicBezTo>
                    <a:pt x="840" y="0"/>
                    <a:pt x="740" y="27"/>
                    <a:pt x="635" y="85"/>
                  </a:cubicBezTo>
                  <a:cubicBezTo>
                    <a:pt x="268" y="352"/>
                    <a:pt x="1" y="752"/>
                    <a:pt x="1" y="1219"/>
                  </a:cubicBezTo>
                  <a:cubicBezTo>
                    <a:pt x="1" y="1502"/>
                    <a:pt x="151" y="1685"/>
                    <a:pt x="358" y="1685"/>
                  </a:cubicBezTo>
                  <a:cubicBezTo>
                    <a:pt x="443" y="1685"/>
                    <a:pt x="537" y="1654"/>
                    <a:pt x="635" y="1586"/>
                  </a:cubicBezTo>
                  <a:cubicBezTo>
                    <a:pt x="1035" y="1352"/>
                    <a:pt x="1269" y="919"/>
                    <a:pt x="1302" y="452"/>
                  </a:cubicBezTo>
                  <a:cubicBezTo>
                    <a:pt x="1302" y="167"/>
                    <a:pt x="1150" y="0"/>
                    <a:pt x="92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49"/>
            <p:cNvSpPr/>
            <p:nvPr/>
          </p:nvSpPr>
          <p:spPr>
            <a:xfrm>
              <a:off x="4892825" y="26965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45" y="1"/>
                  </a:moveTo>
                  <a:cubicBezTo>
                    <a:pt x="860" y="1"/>
                    <a:pt x="765" y="32"/>
                    <a:pt x="668" y="100"/>
                  </a:cubicBezTo>
                  <a:cubicBezTo>
                    <a:pt x="268" y="334"/>
                    <a:pt x="34" y="767"/>
                    <a:pt x="1" y="1234"/>
                  </a:cubicBezTo>
                  <a:cubicBezTo>
                    <a:pt x="1" y="1519"/>
                    <a:pt x="153" y="1686"/>
                    <a:pt x="373" y="1686"/>
                  </a:cubicBezTo>
                  <a:cubicBezTo>
                    <a:pt x="462" y="1686"/>
                    <a:pt x="562" y="1659"/>
                    <a:pt x="668" y="1601"/>
                  </a:cubicBezTo>
                  <a:cubicBezTo>
                    <a:pt x="1035" y="1334"/>
                    <a:pt x="1268" y="934"/>
                    <a:pt x="1302" y="467"/>
                  </a:cubicBezTo>
                  <a:cubicBezTo>
                    <a:pt x="1302" y="184"/>
                    <a:pt x="1151" y="1"/>
                    <a:pt x="94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49"/>
            <p:cNvSpPr/>
            <p:nvPr/>
          </p:nvSpPr>
          <p:spPr>
            <a:xfrm>
              <a:off x="4751075" y="2679100"/>
              <a:ext cx="40050" cy="51575"/>
            </a:xfrm>
            <a:custGeom>
              <a:rect b="b" l="l" r="r" t="t"/>
              <a:pathLst>
                <a:path extrusionOk="0" h="2063" w="1602">
                  <a:moveTo>
                    <a:pt x="1144" y="1"/>
                  </a:moveTo>
                  <a:cubicBezTo>
                    <a:pt x="1039" y="1"/>
                    <a:pt x="923" y="32"/>
                    <a:pt x="801" y="98"/>
                  </a:cubicBezTo>
                  <a:cubicBezTo>
                    <a:pt x="334" y="431"/>
                    <a:pt x="33" y="932"/>
                    <a:pt x="0" y="1499"/>
                  </a:cubicBezTo>
                  <a:cubicBezTo>
                    <a:pt x="0" y="1858"/>
                    <a:pt x="190" y="2063"/>
                    <a:pt x="457" y="2063"/>
                  </a:cubicBezTo>
                  <a:cubicBezTo>
                    <a:pt x="562" y="2063"/>
                    <a:pt x="679" y="2031"/>
                    <a:pt x="801" y="1966"/>
                  </a:cubicBezTo>
                  <a:cubicBezTo>
                    <a:pt x="1268" y="1665"/>
                    <a:pt x="1568" y="1132"/>
                    <a:pt x="1601" y="565"/>
                  </a:cubicBezTo>
                  <a:cubicBezTo>
                    <a:pt x="1601" y="205"/>
                    <a:pt x="1412" y="1"/>
                    <a:pt x="114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49"/>
            <p:cNvSpPr/>
            <p:nvPr/>
          </p:nvSpPr>
          <p:spPr>
            <a:xfrm>
              <a:off x="4720200" y="2886550"/>
              <a:ext cx="25050" cy="32425"/>
            </a:xfrm>
            <a:custGeom>
              <a:rect b="b" l="l" r="r" t="t"/>
              <a:pathLst>
                <a:path extrusionOk="0" h="1297" w="1002">
                  <a:moveTo>
                    <a:pt x="721" y="0"/>
                  </a:moveTo>
                  <a:cubicBezTo>
                    <a:pt x="654" y="0"/>
                    <a:pt x="579" y="24"/>
                    <a:pt x="501" y="72"/>
                  </a:cubicBezTo>
                  <a:cubicBezTo>
                    <a:pt x="201" y="272"/>
                    <a:pt x="1" y="573"/>
                    <a:pt x="1" y="940"/>
                  </a:cubicBezTo>
                  <a:cubicBezTo>
                    <a:pt x="1" y="1178"/>
                    <a:pt x="120" y="1297"/>
                    <a:pt x="285" y="1297"/>
                  </a:cubicBezTo>
                  <a:cubicBezTo>
                    <a:pt x="351" y="1297"/>
                    <a:pt x="425" y="1278"/>
                    <a:pt x="501" y="1240"/>
                  </a:cubicBezTo>
                  <a:cubicBezTo>
                    <a:pt x="801" y="1040"/>
                    <a:pt x="968" y="706"/>
                    <a:pt x="1002" y="372"/>
                  </a:cubicBezTo>
                  <a:cubicBezTo>
                    <a:pt x="1002" y="136"/>
                    <a:pt x="885" y="0"/>
                    <a:pt x="72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49"/>
            <p:cNvSpPr/>
            <p:nvPr/>
          </p:nvSpPr>
          <p:spPr>
            <a:xfrm>
              <a:off x="4810275" y="2884750"/>
              <a:ext cx="51725" cy="67250"/>
            </a:xfrm>
            <a:custGeom>
              <a:rect b="b" l="l" r="r" t="t"/>
              <a:pathLst>
                <a:path extrusionOk="0" h="2690" w="2069">
                  <a:moveTo>
                    <a:pt x="1496" y="1"/>
                  </a:moveTo>
                  <a:cubicBezTo>
                    <a:pt x="1357" y="1"/>
                    <a:pt x="1200" y="47"/>
                    <a:pt x="1034" y="144"/>
                  </a:cubicBezTo>
                  <a:cubicBezTo>
                    <a:pt x="434" y="545"/>
                    <a:pt x="34" y="1212"/>
                    <a:pt x="0" y="1946"/>
                  </a:cubicBezTo>
                  <a:cubicBezTo>
                    <a:pt x="0" y="2418"/>
                    <a:pt x="235" y="2690"/>
                    <a:pt x="572" y="2690"/>
                  </a:cubicBezTo>
                  <a:cubicBezTo>
                    <a:pt x="712" y="2690"/>
                    <a:pt x="869" y="2643"/>
                    <a:pt x="1034" y="2546"/>
                  </a:cubicBezTo>
                  <a:cubicBezTo>
                    <a:pt x="1668" y="2146"/>
                    <a:pt x="2035" y="1479"/>
                    <a:pt x="2069" y="745"/>
                  </a:cubicBezTo>
                  <a:cubicBezTo>
                    <a:pt x="2069" y="272"/>
                    <a:pt x="1834" y="1"/>
                    <a:pt x="149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49"/>
            <p:cNvSpPr/>
            <p:nvPr/>
          </p:nvSpPr>
          <p:spPr>
            <a:xfrm>
              <a:off x="5251425" y="1607650"/>
              <a:ext cx="54225" cy="70775"/>
            </a:xfrm>
            <a:custGeom>
              <a:rect b="b" l="l" r="r" t="t"/>
              <a:pathLst>
                <a:path extrusionOk="0" h="2831" w="2169">
                  <a:moveTo>
                    <a:pt x="1585" y="1"/>
                  </a:moveTo>
                  <a:cubicBezTo>
                    <a:pt x="1440" y="1"/>
                    <a:pt x="1276" y="51"/>
                    <a:pt x="1101" y="158"/>
                  </a:cubicBezTo>
                  <a:cubicBezTo>
                    <a:pt x="434" y="559"/>
                    <a:pt x="34" y="1259"/>
                    <a:pt x="0" y="2060"/>
                  </a:cubicBezTo>
                  <a:cubicBezTo>
                    <a:pt x="0" y="2540"/>
                    <a:pt x="243" y="2830"/>
                    <a:pt x="615" y="2830"/>
                  </a:cubicBezTo>
                  <a:cubicBezTo>
                    <a:pt x="760" y="2830"/>
                    <a:pt x="924" y="2787"/>
                    <a:pt x="1101" y="2693"/>
                  </a:cubicBezTo>
                  <a:cubicBezTo>
                    <a:pt x="1735" y="2260"/>
                    <a:pt x="2135" y="1559"/>
                    <a:pt x="2169" y="792"/>
                  </a:cubicBezTo>
                  <a:cubicBezTo>
                    <a:pt x="2169" y="296"/>
                    <a:pt x="1935" y="1"/>
                    <a:pt x="158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49"/>
            <p:cNvSpPr/>
            <p:nvPr/>
          </p:nvSpPr>
          <p:spPr>
            <a:xfrm>
              <a:off x="5087975" y="1661175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1"/>
                  </a:moveTo>
                  <a:cubicBezTo>
                    <a:pt x="840" y="1"/>
                    <a:pt x="740" y="28"/>
                    <a:pt x="634" y="85"/>
                  </a:cubicBezTo>
                  <a:cubicBezTo>
                    <a:pt x="267" y="352"/>
                    <a:pt x="0" y="753"/>
                    <a:pt x="0" y="1220"/>
                  </a:cubicBezTo>
                  <a:cubicBezTo>
                    <a:pt x="0" y="1503"/>
                    <a:pt x="151" y="1686"/>
                    <a:pt x="357" y="1686"/>
                  </a:cubicBezTo>
                  <a:cubicBezTo>
                    <a:pt x="442" y="1686"/>
                    <a:pt x="537" y="1655"/>
                    <a:pt x="634" y="1587"/>
                  </a:cubicBezTo>
                  <a:cubicBezTo>
                    <a:pt x="1034" y="1353"/>
                    <a:pt x="1268" y="919"/>
                    <a:pt x="1301" y="452"/>
                  </a:cubicBezTo>
                  <a:cubicBezTo>
                    <a:pt x="1301" y="167"/>
                    <a:pt x="1149" y="1"/>
                    <a:pt x="92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49"/>
            <p:cNvSpPr/>
            <p:nvPr/>
          </p:nvSpPr>
          <p:spPr>
            <a:xfrm>
              <a:off x="4981225" y="2729925"/>
              <a:ext cx="112600" cy="145075"/>
            </a:xfrm>
            <a:custGeom>
              <a:rect b="b" l="l" r="r" t="t"/>
              <a:pathLst>
                <a:path extrusionOk="0" h="5803" w="4504">
                  <a:moveTo>
                    <a:pt x="3264" y="0"/>
                  </a:moveTo>
                  <a:cubicBezTo>
                    <a:pt x="2964" y="0"/>
                    <a:pt x="2626" y="97"/>
                    <a:pt x="2269" y="300"/>
                  </a:cubicBezTo>
                  <a:cubicBezTo>
                    <a:pt x="935" y="1167"/>
                    <a:pt x="101" y="2601"/>
                    <a:pt x="1" y="4202"/>
                  </a:cubicBezTo>
                  <a:cubicBezTo>
                    <a:pt x="1" y="5221"/>
                    <a:pt x="506" y="5803"/>
                    <a:pt x="1253" y="5803"/>
                  </a:cubicBezTo>
                  <a:cubicBezTo>
                    <a:pt x="1557" y="5803"/>
                    <a:pt x="1902" y="5706"/>
                    <a:pt x="2269" y="5503"/>
                  </a:cubicBezTo>
                  <a:cubicBezTo>
                    <a:pt x="3570" y="4636"/>
                    <a:pt x="4404" y="3168"/>
                    <a:pt x="4504" y="1600"/>
                  </a:cubicBezTo>
                  <a:cubicBezTo>
                    <a:pt x="4504" y="581"/>
                    <a:pt x="3999" y="0"/>
                    <a:pt x="326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49"/>
            <p:cNvSpPr/>
            <p:nvPr/>
          </p:nvSpPr>
          <p:spPr>
            <a:xfrm>
              <a:off x="5514950" y="2774950"/>
              <a:ext cx="111775" cy="145075"/>
            </a:xfrm>
            <a:custGeom>
              <a:rect b="b" l="l" r="r" t="t"/>
              <a:pathLst>
                <a:path extrusionOk="0" h="5803" w="4471">
                  <a:moveTo>
                    <a:pt x="3230" y="0"/>
                  </a:moveTo>
                  <a:cubicBezTo>
                    <a:pt x="2930" y="0"/>
                    <a:pt x="2593" y="97"/>
                    <a:pt x="2235" y="300"/>
                  </a:cubicBezTo>
                  <a:cubicBezTo>
                    <a:pt x="901" y="1167"/>
                    <a:pt x="67" y="2602"/>
                    <a:pt x="0" y="4203"/>
                  </a:cubicBezTo>
                  <a:cubicBezTo>
                    <a:pt x="0" y="5222"/>
                    <a:pt x="488" y="5803"/>
                    <a:pt x="1226" y="5803"/>
                  </a:cubicBezTo>
                  <a:cubicBezTo>
                    <a:pt x="1526" y="5803"/>
                    <a:pt x="1868" y="5706"/>
                    <a:pt x="2235" y="5504"/>
                  </a:cubicBezTo>
                  <a:cubicBezTo>
                    <a:pt x="3569" y="4636"/>
                    <a:pt x="4370" y="3169"/>
                    <a:pt x="4470" y="1601"/>
                  </a:cubicBezTo>
                  <a:cubicBezTo>
                    <a:pt x="4470" y="582"/>
                    <a:pt x="3965" y="0"/>
                    <a:pt x="32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49"/>
            <p:cNvSpPr/>
            <p:nvPr/>
          </p:nvSpPr>
          <p:spPr>
            <a:xfrm>
              <a:off x="5359825" y="2365925"/>
              <a:ext cx="77575" cy="100850"/>
            </a:xfrm>
            <a:custGeom>
              <a:rect b="b" l="l" r="r" t="t"/>
              <a:pathLst>
                <a:path extrusionOk="0" h="4034" w="3103">
                  <a:moveTo>
                    <a:pt x="2239" y="0"/>
                  </a:moveTo>
                  <a:cubicBezTo>
                    <a:pt x="2027" y="0"/>
                    <a:pt x="1788" y="70"/>
                    <a:pt x="1535" y="216"/>
                  </a:cubicBezTo>
                  <a:cubicBezTo>
                    <a:pt x="635" y="816"/>
                    <a:pt x="34" y="1817"/>
                    <a:pt x="1" y="2918"/>
                  </a:cubicBezTo>
                  <a:cubicBezTo>
                    <a:pt x="1" y="3626"/>
                    <a:pt x="352" y="4034"/>
                    <a:pt x="853" y="4034"/>
                  </a:cubicBezTo>
                  <a:cubicBezTo>
                    <a:pt x="1060" y="4034"/>
                    <a:pt x="1292" y="3964"/>
                    <a:pt x="1535" y="3818"/>
                  </a:cubicBezTo>
                  <a:cubicBezTo>
                    <a:pt x="2469" y="3218"/>
                    <a:pt x="3036" y="2217"/>
                    <a:pt x="3103" y="1116"/>
                  </a:cubicBezTo>
                  <a:cubicBezTo>
                    <a:pt x="3103" y="408"/>
                    <a:pt x="2752" y="0"/>
                    <a:pt x="223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49"/>
            <p:cNvSpPr/>
            <p:nvPr/>
          </p:nvSpPr>
          <p:spPr>
            <a:xfrm>
              <a:off x="5054625" y="2248325"/>
              <a:ext cx="78400" cy="100050"/>
            </a:xfrm>
            <a:custGeom>
              <a:rect b="b" l="l" r="r" t="t"/>
              <a:pathLst>
                <a:path extrusionOk="0" h="4002" w="3136">
                  <a:moveTo>
                    <a:pt x="2272" y="1"/>
                  </a:moveTo>
                  <a:cubicBezTo>
                    <a:pt x="2060" y="1"/>
                    <a:pt x="1821" y="70"/>
                    <a:pt x="1568" y="216"/>
                  </a:cubicBezTo>
                  <a:cubicBezTo>
                    <a:pt x="634" y="817"/>
                    <a:pt x="67" y="1818"/>
                    <a:pt x="0" y="2918"/>
                  </a:cubicBezTo>
                  <a:cubicBezTo>
                    <a:pt x="0" y="3602"/>
                    <a:pt x="349" y="4002"/>
                    <a:pt x="860" y="4002"/>
                  </a:cubicBezTo>
                  <a:cubicBezTo>
                    <a:pt x="1073" y="4002"/>
                    <a:pt x="1313" y="3933"/>
                    <a:pt x="1568" y="3786"/>
                  </a:cubicBezTo>
                  <a:cubicBezTo>
                    <a:pt x="2468" y="3185"/>
                    <a:pt x="3069" y="2184"/>
                    <a:pt x="3136" y="1117"/>
                  </a:cubicBezTo>
                  <a:cubicBezTo>
                    <a:pt x="3136" y="409"/>
                    <a:pt x="2784" y="1"/>
                    <a:pt x="22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49"/>
            <p:cNvSpPr/>
            <p:nvPr/>
          </p:nvSpPr>
          <p:spPr>
            <a:xfrm>
              <a:off x="5008750" y="1922900"/>
              <a:ext cx="57575" cy="73750"/>
            </a:xfrm>
            <a:custGeom>
              <a:rect b="b" l="l" r="r" t="t"/>
              <a:pathLst>
                <a:path extrusionOk="0" h="2950" w="2303">
                  <a:moveTo>
                    <a:pt x="1662" y="1"/>
                  </a:moveTo>
                  <a:cubicBezTo>
                    <a:pt x="1510" y="1"/>
                    <a:pt x="1342" y="51"/>
                    <a:pt x="1168" y="157"/>
                  </a:cubicBezTo>
                  <a:cubicBezTo>
                    <a:pt x="467" y="591"/>
                    <a:pt x="67" y="1325"/>
                    <a:pt x="0" y="2125"/>
                  </a:cubicBezTo>
                  <a:cubicBezTo>
                    <a:pt x="0" y="2647"/>
                    <a:pt x="270" y="2949"/>
                    <a:pt x="653" y="2949"/>
                  </a:cubicBezTo>
                  <a:cubicBezTo>
                    <a:pt x="809" y="2949"/>
                    <a:pt x="984" y="2899"/>
                    <a:pt x="1168" y="2793"/>
                  </a:cubicBezTo>
                  <a:cubicBezTo>
                    <a:pt x="1835" y="2359"/>
                    <a:pt x="2269" y="1625"/>
                    <a:pt x="2302" y="825"/>
                  </a:cubicBezTo>
                  <a:cubicBezTo>
                    <a:pt x="2302" y="303"/>
                    <a:pt x="2033" y="1"/>
                    <a:pt x="166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49"/>
            <p:cNvSpPr/>
            <p:nvPr/>
          </p:nvSpPr>
          <p:spPr>
            <a:xfrm>
              <a:off x="5183875" y="20010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33" y="1"/>
                  </a:moveTo>
                  <a:cubicBezTo>
                    <a:pt x="843" y="1"/>
                    <a:pt x="741" y="32"/>
                    <a:pt x="634" y="100"/>
                  </a:cubicBezTo>
                  <a:cubicBezTo>
                    <a:pt x="267" y="334"/>
                    <a:pt x="0" y="767"/>
                    <a:pt x="0" y="1234"/>
                  </a:cubicBezTo>
                  <a:cubicBezTo>
                    <a:pt x="0" y="1519"/>
                    <a:pt x="153" y="1686"/>
                    <a:pt x="361" y="1686"/>
                  </a:cubicBezTo>
                  <a:cubicBezTo>
                    <a:pt x="445" y="1686"/>
                    <a:pt x="538" y="1659"/>
                    <a:pt x="634" y="1601"/>
                  </a:cubicBezTo>
                  <a:cubicBezTo>
                    <a:pt x="1034" y="1334"/>
                    <a:pt x="1268" y="934"/>
                    <a:pt x="1301" y="467"/>
                  </a:cubicBezTo>
                  <a:cubicBezTo>
                    <a:pt x="1301" y="184"/>
                    <a:pt x="1151" y="1"/>
                    <a:pt x="93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49"/>
            <p:cNvSpPr/>
            <p:nvPr/>
          </p:nvSpPr>
          <p:spPr>
            <a:xfrm>
              <a:off x="4935350" y="2325000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0"/>
                  </a:moveTo>
                  <a:cubicBezTo>
                    <a:pt x="840" y="0"/>
                    <a:pt x="740" y="27"/>
                    <a:pt x="635" y="85"/>
                  </a:cubicBezTo>
                  <a:cubicBezTo>
                    <a:pt x="268" y="352"/>
                    <a:pt x="1" y="752"/>
                    <a:pt x="1" y="1219"/>
                  </a:cubicBezTo>
                  <a:cubicBezTo>
                    <a:pt x="1" y="1502"/>
                    <a:pt x="151" y="1685"/>
                    <a:pt x="358" y="1685"/>
                  </a:cubicBezTo>
                  <a:cubicBezTo>
                    <a:pt x="443" y="1685"/>
                    <a:pt x="537" y="1654"/>
                    <a:pt x="635" y="1586"/>
                  </a:cubicBezTo>
                  <a:cubicBezTo>
                    <a:pt x="1035" y="1352"/>
                    <a:pt x="1269" y="919"/>
                    <a:pt x="1302" y="452"/>
                  </a:cubicBezTo>
                  <a:cubicBezTo>
                    <a:pt x="1302" y="167"/>
                    <a:pt x="1150" y="0"/>
                    <a:pt x="9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49"/>
            <p:cNvSpPr/>
            <p:nvPr/>
          </p:nvSpPr>
          <p:spPr>
            <a:xfrm>
              <a:off x="4892825" y="26965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45" y="1"/>
                  </a:moveTo>
                  <a:cubicBezTo>
                    <a:pt x="860" y="1"/>
                    <a:pt x="765" y="32"/>
                    <a:pt x="668" y="100"/>
                  </a:cubicBezTo>
                  <a:cubicBezTo>
                    <a:pt x="268" y="334"/>
                    <a:pt x="34" y="767"/>
                    <a:pt x="1" y="1234"/>
                  </a:cubicBezTo>
                  <a:cubicBezTo>
                    <a:pt x="1" y="1519"/>
                    <a:pt x="153" y="1686"/>
                    <a:pt x="373" y="1686"/>
                  </a:cubicBezTo>
                  <a:cubicBezTo>
                    <a:pt x="462" y="1686"/>
                    <a:pt x="562" y="1659"/>
                    <a:pt x="668" y="1601"/>
                  </a:cubicBezTo>
                  <a:cubicBezTo>
                    <a:pt x="1035" y="1334"/>
                    <a:pt x="1268" y="934"/>
                    <a:pt x="1302" y="467"/>
                  </a:cubicBezTo>
                  <a:cubicBezTo>
                    <a:pt x="1302" y="184"/>
                    <a:pt x="1151" y="1"/>
                    <a:pt x="94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49"/>
            <p:cNvSpPr/>
            <p:nvPr/>
          </p:nvSpPr>
          <p:spPr>
            <a:xfrm>
              <a:off x="4751075" y="2679100"/>
              <a:ext cx="40050" cy="51575"/>
            </a:xfrm>
            <a:custGeom>
              <a:rect b="b" l="l" r="r" t="t"/>
              <a:pathLst>
                <a:path extrusionOk="0" h="2063" w="1602">
                  <a:moveTo>
                    <a:pt x="1144" y="1"/>
                  </a:moveTo>
                  <a:cubicBezTo>
                    <a:pt x="1039" y="1"/>
                    <a:pt x="923" y="32"/>
                    <a:pt x="801" y="98"/>
                  </a:cubicBezTo>
                  <a:cubicBezTo>
                    <a:pt x="334" y="431"/>
                    <a:pt x="33" y="932"/>
                    <a:pt x="0" y="1499"/>
                  </a:cubicBezTo>
                  <a:cubicBezTo>
                    <a:pt x="0" y="1858"/>
                    <a:pt x="190" y="2063"/>
                    <a:pt x="457" y="2063"/>
                  </a:cubicBezTo>
                  <a:cubicBezTo>
                    <a:pt x="562" y="2063"/>
                    <a:pt x="679" y="2031"/>
                    <a:pt x="801" y="1966"/>
                  </a:cubicBezTo>
                  <a:cubicBezTo>
                    <a:pt x="1268" y="1665"/>
                    <a:pt x="1568" y="1132"/>
                    <a:pt x="1601" y="565"/>
                  </a:cubicBezTo>
                  <a:cubicBezTo>
                    <a:pt x="1601" y="205"/>
                    <a:pt x="1412" y="1"/>
                    <a:pt x="11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49"/>
            <p:cNvSpPr/>
            <p:nvPr/>
          </p:nvSpPr>
          <p:spPr>
            <a:xfrm>
              <a:off x="4720200" y="2886550"/>
              <a:ext cx="25050" cy="32425"/>
            </a:xfrm>
            <a:custGeom>
              <a:rect b="b" l="l" r="r" t="t"/>
              <a:pathLst>
                <a:path extrusionOk="0" h="1297" w="1002">
                  <a:moveTo>
                    <a:pt x="721" y="0"/>
                  </a:moveTo>
                  <a:cubicBezTo>
                    <a:pt x="654" y="0"/>
                    <a:pt x="579" y="24"/>
                    <a:pt x="501" y="72"/>
                  </a:cubicBezTo>
                  <a:cubicBezTo>
                    <a:pt x="201" y="272"/>
                    <a:pt x="1" y="573"/>
                    <a:pt x="1" y="940"/>
                  </a:cubicBezTo>
                  <a:cubicBezTo>
                    <a:pt x="1" y="1178"/>
                    <a:pt x="120" y="1297"/>
                    <a:pt x="285" y="1297"/>
                  </a:cubicBezTo>
                  <a:cubicBezTo>
                    <a:pt x="351" y="1297"/>
                    <a:pt x="425" y="1278"/>
                    <a:pt x="501" y="1240"/>
                  </a:cubicBezTo>
                  <a:cubicBezTo>
                    <a:pt x="801" y="1040"/>
                    <a:pt x="968" y="706"/>
                    <a:pt x="1002" y="372"/>
                  </a:cubicBezTo>
                  <a:cubicBezTo>
                    <a:pt x="1002" y="136"/>
                    <a:pt x="885" y="0"/>
                    <a:pt x="7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49"/>
            <p:cNvSpPr/>
            <p:nvPr/>
          </p:nvSpPr>
          <p:spPr>
            <a:xfrm>
              <a:off x="4810275" y="2884750"/>
              <a:ext cx="51725" cy="67250"/>
            </a:xfrm>
            <a:custGeom>
              <a:rect b="b" l="l" r="r" t="t"/>
              <a:pathLst>
                <a:path extrusionOk="0" h="2690" w="2069">
                  <a:moveTo>
                    <a:pt x="1496" y="1"/>
                  </a:moveTo>
                  <a:cubicBezTo>
                    <a:pt x="1357" y="1"/>
                    <a:pt x="1200" y="47"/>
                    <a:pt x="1034" y="144"/>
                  </a:cubicBezTo>
                  <a:cubicBezTo>
                    <a:pt x="434" y="545"/>
                    <a:pt x="34" y="1212"/>
                    <a:pt x="0" y="1946"/>
                  </a:cubicBezTo>
                  <a:cubicBezTo>
                    <a:pt x="0" y="2418"/>
                    <a:pt x="235" y="2690"/>
                    <a:pt x="572" y="2690"/>
                  </a:cubicBezTo>
                  <a:cubicBezTo>
                    <a:pt x="712" y="2690"/>
                    <a:pt x="869" y="2643"/>
                    <a:pt x="1034" y="2546"/>
                  </a:cubicBezTo>
                  <a:cubicBezTo>
                    <a:pt x="1668" y="2146"/>
                    <a:pt x="2035" y="1479"/>
                    <a:pt x="2069" y="745"/>
                  </a:cubicBezTo>
                  <a:cubicBezTo>
                    <a:pt x="2069" y="272"/>
                    <a:pt x="1834" y="1"/>
                    <a:pt x="1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49"/>
            <p:cNvSpPr/>
            <p:nvPr/>
          </p:nvSpPr>
          <p:spPr>
            <a:xfrm>
              <a:off x="5251425" y="1607650"/>
              <a:ext cx="54225" cy="70775"/>
            </a:xfrm>
            <a:custGeom>
              <a:rect b="b" l="l" r="r" t="t"/>
              <a:pathLst>
                <a:path extrusionOk="0" h="2831" w="2169">
                  <a:moveTo>
                    <a:pt x="1585" y="1"/>
                  </a:moveTo>
                  <a:cubicBezTo>
                    <a:pt x="1440" y="1"/>
                    <a:pt x="1276" y="51"/>
                    <a:pt x="1101" y="158"/>
                  </a:cubicBezTo>
                  <a:cubicBezTo>
                    <a:pt x="434" y="559"/>
                    <a:pt x="34" y="1259"/>
                    <a:pt x="0" y="2060"/>
                  </a:cubicBezTo>
                  <a:cubicBezTo>
                    <a:pt x="0" y="2540"/>
                    <a:pt x="243" y="2830"/>
                    <a:pt x="615" y="2830"/>
                  </a:cubicBezTo>
                  <a:cubicBezTo>
                    <a:pt x="760" y="2830"/>
                    <a:pt x="924" y="2787"/>
                    <a:pt x="1101" y="2693"/>
                  </a:cubicBezTo>
                  <a:cubicBezTo>
                    <a:pt x="1735" y="2260"/>
                    <a:pt x="2135" y="1559"/>
                    <a:pt x="2169" y="792"/>
                  </a:cubicBezTo>
                  <a:cubicBezTo>
                    <a:pt x="2169" y="296"/>
                    <a:pt x="1935" y="1"/>
                    <a:pt x="158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49"/>
            <p:cNvSpPr/>
            <p:nvPr/>
          </p:nvSpPr>
          <p:spPr>
            <a:xfrm>
              <a:off x="5087975" y="1661175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1"/>
                  </a:moveTo>
                  <a:cubicBezTo>
                    <a:pt x="840" y="1"/>
                    <a:pt x="740" y="28"/>
                    <a:pt x="634" y="85"/>
                  </a:cubicBezTo>
                  <a:cubicBezTo>
                    <a:pt x="267" y="352"/>
                    <a:pt x="0" y="753"/>
                    <a:pt x="0" y="1220"/>
                  </a:cubicBezTo>
                  <a:cubicBezTo>
                    <a:pt x="0" y="1503"/>
                    <a:pt x="151" y="1686"/>
                    <a:pt x="357" y="1686"/>
                  </a:cubicBezTo>
                  <a:cubicBezTo>
                    <a:pt x="442" y="1686"/>
                    <a:pt x="537" y="1655"/>
                    <a:pt x="634" y="1587"/>
                  </a:cubicBezTo>
                  <a:cubicBezTo>
                    <a:pt x="1034" y="1353"/>
                    <a:pt x="1268" y="919"/>
                    <a:pt x="1301" y="452"/>
                  </a:cubicBezTo>
                  <a:cubicBezTo>
                    <a:pt x="1301" y="167"/>
                    <a:pt x="1149" y="1"/>
                    <a:pt x="92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49"/>
            <p:cNvSpPr/>
            <p:nvPr/>
          </p:nvSpPr>
          <p:spPr>
            <a:xfrm>
              <a:off x="4612625" y="1532650"/>
              <a:ext cx="68425" cy="107325"/>
            </a:xfrm>
            <a:custGeom>
              <a:rect b="b" l="l" r="r" t="t"/>
              <a:pathLst>
                <a:path extrusionOk="0" h="4293" w="2737">
                  <a:moveTo>
                    <a:pt x="2618" y="1"/>
                  </a:moveTo>
                  <a:cubicBezTo>
                    <a:pt x="2592" y="1"/>
                    <a:pt x="2569" y="17"/>
                    <a:pt x="2569" y="56"/>
                  </a:cubicBezTo>
                  <a:lnTo>
                    <a:pt x="34" y="4159"/>
                  </a:lnTo>
                  <a:cubicBezTo>
                    <a:pt x="1" y="4192"/>
                    <a:pt x="1" y="4259"/>
                    <a:pt x="34" y="4292"/>
                  </a:cubicBezTo>
                  <a:lnTo>
                    <a:pt x="101" y="4292"/>
                  </a:lnTo>
                  <a:cubicBezTo>
                    <a:pt x="134" y="4292"/>
                    <a:pt x="134" y="4259"/>
                    <a:pt x="168" y="4259"/>
                  </a:cubicBezTo>
                  <a:lnTo>
                    <a:pt x="2703" y="123"/>
                  </a:lnTo>
                  <a:cubicBezTo>
                    <a:pt x="2736" y="89"/>
                    <a:pt x="2703" y="56"/>
                    <a:pt x="2669" y="23"/>
                  </a:cubicBezTo>
                  <a:cubicBezTo>
                    <a:pt x="2656" y="9"/>
                    <a:pt x="2636" y="1"/>
                    <a:pt x="261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49"/>
            <p:cNvSpPr/>
            <p:nvPr/>
          </p:nvSpPr>
          <p:spPr>
            <a:xfrm>
              <a:off x="4676850" y="1548225"/>
              <a:ext cx="33375" cy="216000"/>
            </a:xfrm>
            <a:custGeom>
              <a:rect b="b" l="l" r="r" t="t"/>
              <a:pathLst>
                <a:path extrusionOk="0" h="8640" w="1335">
                  <a:moveTo>
                    <a:pt x="1268" y="0"/>
                  </a:moveTo>
                  <a:cubicBezTo>
                    <a:pt x="1234" y="0"/>
                    <a:pt x="1168" y="34"/>
                    <a:pt x="1168" y="100"/>
                  </a:cubicBezTo>
                  <a:lnTo>
                    <a:pt x="0" y="8540"/>
                  </a:lnTo>
                  <a:cubicBezTo>
                    <a:pt x="0" y="8606"/>
                    <a:pt x="0" y="8640"/>
                    <a:pt x="67" y="8640"/>
                  </a:cubicBezTo>
                  <a:cubicBezTo>
                    <a:pt x="100" y="8640"/>
                    <a:pt x="167" y="8640"/>
                    <a:pt x="167" y="8573"/>
                  </a:cubicBezTo>
                  <a:lnTo>
                    <a:pt x="1335" y="100"/>
                  </a:lnTo>
                  <a:cubicBezTo>
                    <a:pt x="1335" y="67"/>
                    <a:pt x="1335" y="0"/>
                    <a:pt x="12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49"/>
            <p:cNvSpPr/>
            <p:nvPr/>
          </p:nvSpPr>
          <p:spPr>
            <a:xfrm>
              <a:off x="4591775" y="1760525"/>
              <a:ext cx="88425" cy="176325"/>
            </a:xfrm>
            <a:custGeom>
              <a:rect b="b" l="l" r="r" t="t"/>
              <a:pathLst>
                <a:path extrusionOk="0" h="7053" w="3537">
                  <a:moveTo>
                    <a:pt x="3452" y="0"/>
                  </a:moveTo>
                  <a:cubicBezTo>
                    <a:pt x="3417" y="0"/>
                    <a:pt x="3393" y="24"/>
                    <a:pt x="3370" y="48"/>
                  </a:cubicBezTo>
                  <a:lnTo>
                    <a:pt x="34" y="6919"/>
                  </a:lnTo>
                  <a:cubicBezTo>
                    <a:pt x="1" y="6986"/>
                    <a:pt x="34" y="7019"/>
                    <a:pt x="68" y="7053"/>
                  </a:cubicBezTo>
                  <a:lnTo>
                    <a:pt x="101" y="7053"/>
                  </a:lnTo>
                  <a:cubicBezTo>
                    <a:pt x="134" y="7053"/>
                    <a:pt x="168" y="7019"/>
                    <a:pt x="201" y="7019"/>
                  </a:cubicBezTo>
                  <a:lnTo>
                    <a:pt x="3537" y="114"/>
                  </a:lnTo>
                  <a:cubicBezTo>
                    <a:pt x="3537" y="81"/>
                    <a:pt x="3537" y="14"/>
                    <a:pt x="3503" y="14"/>
                  </a:cubicBezTo>
                  <a:cubicBezTo>
                    <a:pt x="3484" y="5"/>
                    <a:pt x="3467" y="0"/>
                    <a:pt x="345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49"/>
            <p:cNvSpPr/>
            <p:nvPr/>
          </p:nvSpPr>
          <p:spPr>
            <a:xfrm>
              <a:off x="4499225" y="1760325"/>
              <a:ext cx="181825" cy="106475"/>
            </a:xfrm>
            <a:custGeom>
              <a:rect b="b" l="l" r="r" t="t"/>
              <a:pathLst>
                <a:path extrusionOk="0" h="4259" w="7273">
                  <a:moveTo>
                    <a:pt x="7193" y="0"/>
                  </a:moveTo>
                  <a:cubicBezTo>
                    <a:pt x="7172" y="0"/>
                    <a:pt x="7152" y="8"/>
                    <a:pt x="7139" y="22"/>
                  </a:cubicBezTo>
                  <a:lnTo>
                    <a:pt x="67" y="4092"/>
                  </a:lnTo>
                  <a:cubicBezTo>
                    <a:pt x="0" y="4125"/>
                    <a:pt x="0" y="4159"/>
                    <a:pt x="34" y="4225"/>
                  </a:cubicBezTo>
                  <a:cubicBezTo>
                    <a:pt x="34" y="4225"/>
                    <a:pt x="67" y="4259"/>
                    <a:pt x="100" y="4259"/>
                  </a:cubicBezTo>
                  <a:cubicBezTo>
                    <a:pt x="100" y="4259"/>
                    <a:pt x="134" y="4259"/>
                    <a:pt x="134" y="4225"/>
                  </a:cubicBezTo>
                  <a:lnTo>
                    <a:pt x="7239" y="156"/>
                  </a:lnTo>
                  <a:cubicBezTo>
                    <a:pt x="7272" y="122"/>
                    <a:pt x="7272" y="89"/>
                    <a:pt x="7272" y="56"/>
                  </a:cubicBezTo>
                  <a:cubicBezTo>
                    <a:pt x="7253" y="17"/>
                    <a:pt x="7222" y="0"/>
                    <a:pt x="719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49"/>
            <p:cNvSpPr/>
            <p:nvPr/>
          </p:nvSpPr>
          <p:spPr>
            <a:xfrm>
              <a:off x="4747725" y="890550"/>
              <a:ext cx="42550" cy="436700"/>
            </a:xfrm>
            <a:custGeom>
              <a:rect b="b" l="l" r="r" t="t"/>
              <a:pathLst>
                <a:path extrusionOk="0" h="17468" w="1702">
                  <a:moveTo>
                    <a:pt x="1505" y="1"/>
                  </a:moveTo>
                  <a:cubicBezTo>
                    <a:pt x="1412" y="1"/>
                    <a:pt x="1318" y="59"/>
                    <a:pt x="1302" y="188"/>
                  </a:cubicBezTo>
                  <a:lnTo>
                    <a:pt x="1" y="17234"/>
                  </a:lnTo>
                  <a:cubicBezTo>
                    <a:pt x="1" y="17367"/>
                    <a:pt x="67" y="17434"/>
                    <a:pt x="167" y="17468"/>
                  </a:cubicBezTo>
                  <a:cubicBezTo>
                    <a:pt x="267" y="17468"/>
                    <a:pt x="368" y="17367"/>
                    <a:pt x="368" y="17267"/>
                  </a:cubicBezTo>
                  <a:lnTo>
                    <a:pt x="1702" y="188"/>
                  </a:lnTo>
                  <a:cubicBezTo>
                    <a:pt x="1702" y="68"/>
                    <a:pt x="1604" y="1"/>
                    <a:pt x="150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49"/>
            <p:cNvSpPr/>
            <p:nvPr/>
          </p:nvSpPr>
          <p:spPr>
            <a:xfrm>
              <a:off x="4808600" y="663475"/>
              <a:ext cx="323850" cy="648775"/>
            </a:xfrm>
            <a:custGeom>
              <a:rect b="b" l="l" r="r" t="t"/>
              <a:pathLst>
                <a:path extrusionOk="0" h="25951" w="12954">
                  <a:moveTo>
                    <a:pt x="12716" y="1"/>
                  </a:moveTo>
                  <a:cubicBezTo>
                    <a:pt x="12653" y="1"/>
                    <a:pt x="12588" y="30"/>
                    <a:pt x="12543" y="98"/>
                  </a:cubicBezTo>
                  <a:lnTo>
                    <a:pt x="34" y="25683"/>
                  </a:lnTo>
                  <a:cubicBezTo>
                    <a:pt x="1" y="25783"/>
                    <a:pt x="34" y="25883"/>
                    <a:pt x="134" y="25950"/>
                  </a:cubicBezTo>
                  <a:lnTo>
                    <a:pt x="201" y="25950"/>
                  </a:lnTo>
                  <a:cubicBezTo>
                    <a:pt x="268" y="25950"/>
                    <a:pt x="334" y="25917"/>
                    <a:pt x="401" y="25850"/>
                  </a:cubicBezTo>
                  <a:lnTo>
                    <a:pt x="12910" y="265"/>
                  </a:lnTo>
                  <a:cubicBezTo>
                    <a:pt x="12954" y="111"/>
                    <a:pt x="12838" y="1"/>
                    <a:pt x="1271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49"/>
            <p:cNvSpPr/>
            <p:nvPr/>
          </p:nvSpPr>
          <p:spPr>
            <a:xfrm>
              <a:off x="4538950" y="1331975"/>
              <a:ext cx="147925" cy="81175"/>
            </a:xfrm>
            <a:custGeom>
              <a:rect b="b" l="l" r="r" t="t"/>
              <a:pathLst>
                <a:path extrusionOk="0" h="3247" w="5917">
                  <a:moveTo>
                    <a:pt x="283" y="0"/>
                  </a:moveTo>
                  <a:cubicBezTo>
                    <a:pt x="114" y="0"/>
                    <a:pt x="1" y="225"/>
                    <a:pt x="179" y="344"/>
                  </a:cubicBezTo>
                  <a:lnTo>
                    <a:pt x="5616" y="3213"/>
                  </a:lnTo>
                  <a:cubicBezTo>
                    <a:pt x="5616" y="3213"/>
                    <a:pt x="5650" y="3213"/>
                    <a:pt x="5683" y="3246"/>
                  </a:cubicBezTo>
                  <a:cubicBezTo>
                    <a:pt x="5750" y="3246"/>
                    <a:pt x="5816" y="3180"/>
                    <a:pt x="5850" y="3113"/>
                  </a:cubicBezTo>
                  <a:cubicBezTo>
                    <a:pt x="5917" y="3046"/>
                    <a:pt x="5883" y="2913"/>
                    <a:pt x="5783" y="2879"/>
                  </a:cubicBezTo>
                  <a:lnTo>
                    <a:pt x="346" y="11"/>
                  </a:lnTo>
                  <a:cubicBezTo>
                    <a:pt x="324" y="3"/>
                    <a:pt x="303" y="0"/>
                    <a:pt x="28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49"/>
            <p:cNvSpPr/>
            <p:nvPr/>
          </p:nvSpPr>
          <p:spPr>
            <a:xfrm>
              <a:off x="3657775" y="990325"/>
              <a:ext cx="582950" cy="123450"/>
            </a:xfrm>
            <a:custGeom>
              <a:rect b="b" l="l" r="r" t="t"/>
              <a:pathLst>
                <a:path extrusionOk="0" h="4938" w="23318">
                  <a:moveTo>
                    <a:pt x="23084" y="0"/>
                  </a:moveTo>
                  <a:lnTo>
                    <a:pt x="168" y="4570"/>
                  </a:lnTo>
                  <a:cubicBezTo>
                    <a:pt x="68" y="4570"/>
                    <a:pt x="1" y="4670"/>
                    <a:pt x="34" y="4804"/>
                  </a:cubicBezTo>
                  <a:cubicBezTo>
                    <a:pt x="34" y="4870"/>
                    <a:pt x="101" y="4937"/>
                    <a:pt x="201" y="4937"/>
                  </a:cubicBezTo>
                  <a:lnTo>
                    <a:pt x="234" y="4937"/>
                  </a:lnTo>
                  <a:lnTo>
                    <a:pt x="23151" y="400"/>
                  </a:lnTo>
                  <a:cubicBezTo>
                    <a:pt x="23251" y="367"/>
                    <a:pt x="23317" y="267"/>
                    <a:pt x="23284" y="167"/>
                  </a:cubicBezTo>
                  <a:cubicBezTo>
                    <a:pt x="23284" y="67"/>
                    <a:pt x="23184" y="0"/>
                    <a:pt x="2308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49"/>
            <p:cNvSpPr/>
            <p:nvPr/>
          </p:nvSpPr>
          <p:spPr>
            <a:xfrm>
              <a:off x="4287400" y="1332950"/>
              <a:ext cx="165750" cy="63525"/>
            </a:xfrm>
            <a:custGeom>
              <a:rect b="b" l="l" r="r" t="t"/>
              <a:pathLst>
                <a:path extrusionOk="0" h="2541" w="6630">
                  <a:moveTo>
                    <a:pt x="6498" y="1"/>
                  </a:moveTo>
                  <a:cubicBezTo>
                    <a:pt x="6490" y="1"/>
                    <a:pt x="6481" y="2"/>
                    <a:pt x="6472" y="5"/>
                  </a:cubicBezTo>
                  <a:lnTo>
                    <a:pt x="67" y="2373"/>
                  </a:lnTo>
                  <a:cubicBezTo>
                    <a:pt x="0" y="2407"/>
                    <a:pt x="0" y="2440"/>
                    <a:pt x="0" y="2507"/>
                  </a:cubicBezTo>
                  <a:cubicBezTo>
                    <a:pt x="34" y="2507"/>
                    <a:pt x="67" y="2540"/>
                    <a:pt x="101" y="2540"/>
                  </a:cubicBezTo>
                  <a:lnTo>
                    <a:pt x="6538" y="172"/>
                  </a:lnTo>
                  <a:cubicBezTo>
                    <a:pt x="6630" y="141"/>
                    <a:pt x="6583" y="1"/>
                    <a:pt x="649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49"/>
            <p:cNvSpPr/>
            <p:nvPr/>
          </p:nvSpPr>
          <p:spPr>
            <a:xfrm>
              <a:off x="4399975" y="1145725"/>
              <a:ext cx="89250" cy="129825"/>
            </a:xfrm>
            <a:custGeom>
              <a:rect b="b" l="l" r="r" t="t"/>
              <a:pathLst>
                <a:path extrusionOk="0" h="5193" w="3570">
                  <a:moveTo>
                    <a:pt x="119" y="0"/>
                  </a:moveTo>
                  <a:cubicBezTo>
                    <a:pt x="101" y="0"/>
                    <a:pt x="81" y="8"/>
                    <a:pt x="67" y="22"/>
                  </a:cubicBezTo>
                  <a:cubicBezTo>
                    <a:pt x="34" y="55"/>
                    <a:pt x="1" y="89"/>
                    <a:pt x="34" y="122"/>
                  </a:cubicBezTo>
                  <a:lnTo>
                    <a:pt x="3403" y="5126"/>
                  </a:lnTo>
                  <a:cubicBezTo>
                    <a:pt x="3436" y="5159"/>
                    <a:pt x="3470" y="5159"/>
                    <a:pt x="3470" y="5192"/>
                  </a:cubicBezTo>
                  <a:cubicBezTo>
                    <a:pt x="3503" y="5159"/>
                    <a:pt x="3537" y="5159"/>
                    <a:pt x="3537" y="5159"/>
                  </a:cubicBezTo>
                  <a:cubicBezTo>
                    <a:pt x="3570" y="5126"/>
                    <a:pt x="3570" y="5092"/>
                    <a:pt x="3570" y="5059"/>
                  </a:cubicBezTo>
                  <a:lnTo>
                    <a:pt x="167" y="55"/>
                  </a:lnTo>
                  <a:cubicBezTo>
                    <a:pt x="167" y="16"/>
                    <a:pt x="145" y="0"/>
                    <a:pt x="11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49"/>
            <p:cNvSpPr/>
            <p:nvPr/>
          </p:nvSpPr>
          <p:spPr>
            <a:xfrm>
              <a:off x="4415000" y="1392275"/>
              <a:ext cx="63400" cy="162975"/>
            </a:xfrm>
            <a:custGeom>
              <a:rect b="b" l="l" r="r" t="t"/>
              <a:pathLst>
                <a:path extrusionOk="0" h="6519" w="2536">
                  <a:moveTo>
                    <a:pt x="2469" y="0"/>
                  </a:moveTo>
                  <a:cubicBezTo>
                    <a:pt x="2402" y="0"/>
                    <a:pt x="2368" y="34"/>
                    <a:pt x="2368" y="67"/>
                  </a:cubicBezTo>
                  <a:lnTo>
                    <a:pt x="0" y="6405"/>
                  </a:lnTo>
                  <a:cubicBezTo>
                    <a:pt x="0" y="6438"/>
                    <a:pt x="33" y="6505"/>
                    <a:pt x="67" y="6505"/>
                  </a:cubicBezTo>
                  <a:lnTo>
                    <a:pt x="100" y="6505"/>
                  </a:lnTo>
                  <a:cubicBezTo>
                    <a:pt x="110" y="6515"/>
                    <a:pt x="120" y="6519"/>
                    <a:pt x="130" y="6519"/>
                  </a:cubicBezTo>
                  <a:cubicBezTo>
                    <a:pt x="153" y="6519"/>
                    <a:pt x="177" y="6495"/>
                    <a:pt x="200" y="6472"/>
                  </a:cubicBezTo>
                  <a:lnTo>
                    <a:pt x="2502" y="134"/>
                  </a:lnTo>
                  <a:cubicBezTo>
                    <a:pt x="2535" y="67"/>
                    <a:pt x="2502" y="34"/>
                    <a:pt x="246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49"/>
            <p:cNvSpPr/>
            <p:nvPr/>
          </p:nvSpPr>
          <p:spPr>
            <a:xfrm>
              <a:off x="4233200" y="992825"/>
              <a:ext cx="21700" cy="371950"/>
            </a:xfrm>
            <a:custGeom>
              <a:rect b="b" l="l" r="r" t="t"/>
              <a:pathLst>
                <a:path extrusionOk="0" h="14878" w="868">
                  <a:moveTo>
                    <a:pt x="100" y="0"/>
                  </a:moveTo>
                  <a:cubicBezTo>
                    <a:pt x="34" y="0"/>
                    <a:pt x="0" y="34"/>
                    <a:pt x="0" y="67"/>
                  </a:cubicBezTo>
                  <a:lnTo>
                    <a:pt x="701" y="14811"/>
                  </a:lnTo>
                  <a:cubicBezTo>
                    <a:pt x="701" y="14844"/>
                    <a:pt x="767" y="14878"/>
                    <a:pt x="801" y="14878"/>
                  </a:cubicBezTo>
                  <a:cubicBezTo>
                    <a:pt x="834" y="14878"/>
                    <a:pt x="868" y="14844"/>
                    <a:pt x="868" y="14778"/>
                  </a:cubicBezTo>
                  <a:lnTo>
                    <a:pt x="167" y="67"/>
                  </a:lnTo>
                  <a:cubicBezTo>
                    <a:pt x="167" y="34"/>
                    <a:pt x="134" y="0"/>
                    <a:pt x="10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49"/>
            <p:cNvSpPr/>
            <p:nvPr/>
          </p:nvSpPr>
          <p:spPr>
            <a:xfrm>
              <a:off x="4130175" y="1286650"/>
              <a:ext cx="98875" cy="105650"/>
            </a:xfrm>
            <a:custGeom>
              <a:rect b="b" l="l" r="r" t="t"/>
              <a:pathLst>
                <a:path extrusionOk="0" h="4226" w="3955">
                  <a:moveTo>
                    <a:pt x="117" y="0"/>
                  </a:moveTo>
                  <a:cubicBezTo>
                    <a:pt x="48" y="0"/>
                    <a:pt x="0" y="71"/>
                    <a:pt x="52" y="122"/>
                  </a:cubicBezTo>
                  <a:lnTo>
                    <a:pt x="3788" y="4192"/>
                  </a:lnTo>
                  <a:cubicBezTo>
                    <a:pt x="3821" y="4225"/>
                    <a:pt x="3854" y="4225"/>
                    <a:pt x="3854" y="4225"/>
                  </a:cubicBezTo>
                  <a:lnTo>
                    <a:pt x="3921" y="4225"/>
                  </a:lnTo>
                  <a:cubicBezTo>
                    <a:pt x="3954" y="4192"/>
                    <a:pt x="3954" y="4125"/>
                    <a:pt x="3921" y="4092"/>
                  </a:cubicBezTo>
                  <a:lnTo>
                    <a:pt x="185" y="22"/>
                  </a:lnTo>
                  <a:cubicBezTo>
                    <a:pt x="162" y="7"/>
                    <a:pt x="139" y="0"/>
                    <a:pt x="11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49"/>
            <p:cNvSpPr/>
            <p:nvPr/>
          </p:nvSpPr>
          <p:spPr>
            <a:xfrm>
              <a:off x="4846975" y="1351400"/>
              <a:ext cx="259375" cy="38400"/>
            </a:xfrm>
            <a:custGeom>
              <a:rect b="b" l="l" r="r" t="t"/>
              <a:pathLst>
                <a:path extrusionOk="0" h="1536" w="10375">
                  <a:moveTo>
                    <a:pt x="10174" y="1"/>
                  </a:moveTo>
                  <a:lnTo>
                    <a:pt x="200" y="1135"/>
                  </a:lnTo>
                  <a:cubicBezTo>
                    <a:pt x="100" y="1168"/>
                    <a:pt x="0" y="1268"/>
                    <a:pt x="33" y="1369"/>
                  </a:cubicBezTo>
                  <a:cubicBezTo>
                    <a:pt x="33" y="1469"/>
                    <a:pt x="100" y="1535"/>
                    <a:pt x="200" y="1535"/>
                  </a:cubicBezTo>
                  <a:lnTo>
                    <a:pt x="234" y="1535"/>
                  </a:lnTo>
                  <a:lnTo>
                    <a:pt x="10207" y="401"/>
                  </a:lnTo>
                  <a:cubicBezTo>
                    <a:pt x="10307" y="368"/>
                    <a:pt x="10374" y="301"/>
                    <a:pt x="10374" y="168"/>
                  </a:cubicBezTo>
                  <a:cubicBezTo>
                    <a:pt x="10374" y="68"/>
                    <a:pt x="10274" y="1"/>
                    <a:pt x="1017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49"/>
            <p:cNvSpPr/>
            <p:nvPr/>
          </p:nvSpPr>
          <p:spPr>
            <a:xfrm>
              <a:off x="5168850" y="946025"/>
              <a:ext cx="137550" cy="332025"/>
            </a:xfrm>
            <a:custGeom>
              <a:rect b="b" l="l" r="r" t="t"/>
              <a:pathLst>
                <a:path extrusionOk="0" h="13281" w="5502">
                  <a:moveTo>
                    <a:pt x="5260" y="1"/>
                  </a:moveTo>
                  <a:cubicBezTo>
                    <a:pt x="5193" y="1"/>
                    <a:pt x="5129" y="41"/>
                    <a:pt x="5105" y="138"/>
                  </a:cubicBezTo>
                  <a:lnTo>
                    <a:pt x="68" y="13014"/>
                  </a:lnTo>
                  <a:cubicBezTo>
                    <a:pt x="1" y="13147"/>
                    <a:pt x="101" y="13280"/>
                    <a:pt x="234" y="13280"/>
                  </a:cubicBezTo>
                  <a:cubicBezTo>
                    <a:pt x="301" y="13280"/>
                    <a:pt x="401" y="13214"/>
                    <a:pt x="401" y="13147"/>
                  </a:cubicBezTo>
                  <a:lnTo>
                    <a:pt x="5438" y="271"/>
                  </a:lnTo>
                  <a:cubicBezTo>
                    <a:pt x="5502" y="123"/>
                    <a:pt x="5376" y="1"/>
                    <a:pt x="526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49"/>
            <p:cNvSpPr/>
            <p:nvPr/>
          </p:nvSpPr>
          <p:spPr>
            <a:xfrm>
              <a:off x="5379850" y="876900"/>
              <a:ext cx="201000" cy="55075"/>
            </a:xfrm>
            <a:custGeom>
              <a:rect b="b" l="l" r="r" t="t"/>
              <a:pathLst>
                <a:path extrusionOk="0" h="2203" w="8040">
                  <a:moveTo>
                    <a:pt x="100" y="1"/>
                  </a:moveTo>
                  <a:cubicBezTo>
                    <a:pt x="67" y="1"/>
                    <a:pt x="0" y="34"/>
                    <a:pt x="0" y="67"/>
                  </a:cubicBezTo>
                  <a:cubicBezTo>
                    <a:pt x="0" y="134"/>
                    <a:pt x="0" y="167"/>
                    <a:pt x="67" y="167"/>
                  </a:cubicBezTo>
                  <a:lnTo>
                    <a:pt x="7906" y="2202"/>
                  </a:lnTo>
                  <a:lnTo>
                    <a:pt x="7939" y="2202"/>
                  </a:lnTo>
                  <a:cubicBezTo>
                    <a:pt x="7973" y="2202"/>
                    <a:pt x="8006" y="2169"/>
                    <a:pt x="8006" y="2135"/>
                  </a:cubicBezTo>
                  <a:cubicBezTo>
                    <a:pt x="8039" y="2069"/>
                    <a:pt x="8006" y="2035"/>
                    <a:pt x="7973" y="2035"/>
                  </a:cubicBezTo>
                  <a:lnTo>
                    <a:pt x="10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49"/>
            <p:cNvSpPr/>
            <p:nvPr/>
          </p:nvSpPr>
          <p:spPr>
            <a:xfrm>
              <a:off x="5381525" y="694575"/>
              <a:ext cx="146400" cy="139825"/>
            </a:xfrm>
            <a:custGeom>
              <a:rect b="b" l="l" r="r" t="t"/>
              <a:pathLst>
                <a:path extrusionOk="0" h="5593" w="5856">
                  <a:moveTo>
                    <a:pt x="5737" y="0"/>
                  </a:moveTo>
                  <a:cubicBezTo>
                    <a:pt x="5716" y="0"/>
                    <a:pt x="5693" y="7"/>
                    <a:pt x="5671" y="22"/>
                  </a:cubicBezTo>
                  <a:lnTo>
                    <a:pt x="33" y="5426"/>
                  </a:lnTo>
                  <a:cubicBezTo>
                    <a:pt x="0" y="5459"/>
                    <a:pt x="0" y="5526"/>
                    <a:pt x="33" y="5559"/>
                  </a:cubicBezTo>
                  <a:cubicBezTo>
                    <a:pt x="33" y="5592"/>
                    <a:pt x="67" y="5592"/>
                    <a:pt x="100" y="5592"/>
                  </a:cubicBezTo>
                  <a:cubicBezTo>
                    <a:pt x="100" y="5592"/>
                    <a:pt x="133" y="5559"/>
                    <a:pt x="133" y="5559"/>
                  </a:cubicBezTo>
                  <a:lnTo>
                    <a:pt x="5804" y="155"/>
                  </a:lnTo>
                  <a:cubicBezTo>
                    <a:pt x="5856" y="78"/>
                    <a:pt x="5807" y="0"/>
                    <a:pt x="573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49"/>
            <p:cNvSpPr/>
            <p:nvPr/>
          </p:nvSpPr>
          <p:spPr>
            <a:xfrm>
              <a:off x="4209000" y="960050"/>
              <a:ext cx="53400" cy="68900"/>
            </a:xfrm>
            <a:custGeom>
              <a:rect b="b" l="l" r="r" t="t"/>
              <a:pathLst>
                <a:path extrusionOk="0" h="2756" w="2136">
                  <a:moveTo>
                    <a:pt x="1548" y="1"/>
                  </a:moveTo>
                  <a:cubicBezTo>
                    <a:pt x="1405" y="1"/>
                    <a:pt x="1242" y="47"/>
                    <a:pt x="1068" y="144"/>
                  </a:cubicBezTo>
                  <a:cubicBezTo>
                    <a:pt x="435" y="544"/>
                    <a:pt x="34" y="1245"/>
                    <a:pt x="1" y="2012"/>
                  </a:cubicBezTo>
                  <a:cubicBezTo>
                    <a:pt x="1" y="2484"/>
                    <a:pt x="252" y="2756"/>
                    <a:pt x="599" y="2756"/>
                  </a:cubicBezTo>
                  <a:cubicBezTo>
                    <a:pt x="743" y="2756"/>
                    <a:pt x="903" y="2710"/>
                    <a:pt x="1068" y="2612"/>
                  </a:cubicBezTo>
                  <a:cubicBezTo>
                    <a:pt x="1702" y="2212"/>
                    <a:pt x="2102" y="1511"/>
                    <a:pt x="2136" y="778"/>
                  </a:cubicBezTo>
                  <a:cubicBezTo>
                    <a:pt x="2136" y="280"/>
                    <a:pt x="1900" y="1"/>
                    <a:pt x="154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49"/>
            <p:cNvSpPr/>
            <p:nvPr/>
          </p:nvSpPr>
          <p:spPr>
            <a:xfrm>
              <a:off x="4388300" y="1128950"/>
              <a:ext cx="29225" cy="37825"/>
            </a:xfrm>
            <a:custGeom>
              <a:rect b="b" l="l" r="r" t="t"/>
              <a:pathLst>
                <a:path extrusionOk="0" h="1513" w="1169">
                  <a:moveTo>
                    <a:pt x="852" y="1"/>
                  </a:moveTo>
                  <a:cubicBezTo>
                    <a:pt x="768" y="1"/>
                    <a:pt x="671" y="31"/>
                    <a:pt x="568" y="93"/>
                  </a:cubicBezTo>
                  <a:cubicBezTo>
                    <a:pt x="234" y="293"/>
                    <a:pt x="1" y="660"/>
                    <a:pt x="1" y="1093"/>
                  </a:cubicBezTo>
                  <a:cubicBezTo>
                    <a:pt x="1" y="1353"/>
                    <a:pt x="134" y="1512"/>
                    <a:pt x="319" y="1512"/>
                  </a:cubicBezTo>
                  <a:cubicBezTo>
                    <a:pt x="395" y="1512"/>
                    <a:pt x="480" y="1485"/>
                    <a:pt x="568" y="1427"/>
                  </a:cubicBezTo>
                  <a:cubicBezTo>
                    <a:pt x="935" y="1193"/>
                    <a:pt x="1135" y="826"/>
                    <a:pt x="1168" y="426"/>
                  </a:cubicBezTo>
                  <a:cubicBezTo>
                    <a:pt x="1168" y="150"/>
                    <a:pt x="1041" y="1"/>
                    <a:pt x="85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49"/>
            <p:cNvSpPr/>
            <p:nvPr/>
          </p:nvSpPr>
          <p:spPr>
            <a:xfrm>
              <a:off x="4116450" y="1268775"/>
              <a:ext cx="29200" cy="37725"/>
            </a:xfrm>
            <a:custGeom>
              <a:rect b="b" l="l" r="r" t="t"/>
              <a:pathLst>
                <a:path extrusionOk="0" h="1509" w="1168">
                  <a:moveTo>
                    <a:pt x="829" y="0"/>
                  </a:moveTo>
                  <a:cubicBezTo>
                    <a:pt x="750" y="0"/>
                    <a:pt x="661" y="23"/>
                    <a:pt x="567" y="70"/>
                  </a:cubicBezTo>
                  <a:cubicBezTo>
                    <a:pt x="234" y="304"/>
                    <a:pt x="34" y="671"/>
                    <a:pt x="0" y="1104"/>
                  </a:cubicBezTo>
                  <a:cubicBezTo>
                    <a:pt x="0" y="1366"/>
                    <a:pt x="136" y="1509"/>
                    <a:pt x="323" y="1509"/>
                  </a:cubicBezTo>
                  <a:cubicBezTo>
                    <a:pt x="398" y="1509"/>
                    <a:pt x="481" y="1486"/>
                    <a:pt x="567" y="1438"/>
                  </a:cubicBezTo>
                  <a:cubicBezTo>
                    <a:pt x="934" y="1204"/>
                    <a:pt x="1134" y="837"/>
                    <a:pt x="1168" y="437"/>
                  </a:cubicBezTo>
                  <a:cubicBezTo>
                    <a:pt x="1168" y="150"/>
                    <a:pt x="1030" y="0"/>
                    <a:pt x="82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49"/>
            <p:cNvSpPr/>
            <p:nvPr/>
          </p:nvSpPr>
          <p:spPr>
            <a:xfrm>
              <a:off x="4402475" y="1534400"/>
              <a:ext cx="29225" cy="37675"/>
            </a:xfrm>
            <a:custGeom>
              <a:rect b="b" l="l" r="r" t="t"/>
              <a:pathLst>
                <a:path extrusionOk="0" h="1507" w="1169">
                  <a:moveTo>
                    <a:pt x="850" y="1"/>
                  </a:moveTo>
                  <a:cubicBezTo>
                    <a:pt x="774" y="1"/>
                    <a:pt x="689" y="28"/>
                    <a:pt x="601" y="86"/>
                  </a:cubicBezTo>
                  <a:cubicBezTo>
                    <a:pt x="234" y="286"/>
                    <a:pt x="34" y="687"/>
                    <a:pt x="1" y="1087"/>
                  </a:cubicBezTo>
                  <a:cubicBezTo>
                    <a:pt x="1" y="1347"/>
                    <a:pt x="134" y="1506"/>
                    <a:pt x="331" y="1506"/>
                  </a:cubicBezTo>
                  <a:cubicBezTo>
                    <a:pt x="412" y="1506"/>
                    <a:pt x="504" y="1479"/>
                    <a:pt x="601" y="1420"/>
                  </a:cubicBezTo>
                  <a:cubicBezTo>
                    <a:pt x="935" y="1187"/>
                    <a:pt x="1168" y="820"/>
                    <a:pt x="1168" y="420"/>
                  </a:cubicBezTo>
                  <a:cubicBezTo>
                    <a:pt x="1168" y="160"/>
                    <a:pt x="1035" y="1"/>
                    <a:pt x="85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49"/>
            <p:cNvSpPr/>
            <p:nvPr/>
          </p:nvSpPr>
          <p:spPr>
            <a:xfrm>
              <a:off x="4600125" y="1618625"/>
              <a:ext cx="29200" cy="37675"/>
            </a:xfrm>
            <a:custGeom>
              <a:rect b="b" l="l" r="r" t="t"/>
              <a:pathLst>
                <a:path extrusionOk="0" h="1507" w="1168">
                  <a:moveTo>
                    <a:pt x="850" y="1"/>
                  </a:moveTo>
                  <a:cubicBezTo>
                    <a:pt x="773" y="1"/>
                    <a:pt x="689" y="28"/>
                    <a:pt x="601" y="86"/>
                  </a:cubicBezTo>
                  <a:cubicBezTo>
                    <a:pt x="234" y="320"/>
                    <a:pt x="34" y="687"/>
                    <a:pt x="0" y="1087"/>
                  </a:cubicBezTo>
                  <a:cubicBezTo>
                    <a:pt x="0" y="1347"/>
                    <a:pt x="134" y="1506"/>
                    <a:pt x="331" y="1506"/>
                  </a:cubicBezTo>
                  <a:cubicBezTo>
                    <a:pt x="412" y="1506"/>
                    <a:pt x="503" y="1479"/>
                    <a:pt x="601" y="1421"/>
                  </a:cubicBezTo>
                  <a:cubicBezTo>
                    <a:pt x="934" y="1187"/>
                    <a:pt x="1168" y="820"/>
                    <a:pt x="1168" y="420"/>
                  </a:cubicBezTo>
                  <a:cubicBezTo>
                    <a:pt x="1168" y="160"/>
                    <a:pt x="1034" y="1"/>
                    <a:pt x="85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49"/>
            <p:cNvSpPr/>
            <p:nvPr/>
          </p:nvSpPr>
          <p:spPr>
            <a:xfrm>
              <a:off x="4580100" y="1915500"/>
              <a:ext cx="29225" cy="37675"/>
            </a:xfrm>
            <a:custGeom>
              <a:rect b="b" l="l" r="r" t="t"/>
              <a:pathLst>
                <a:path extrusionOk="0" h="1507" w="1169">
                  <a:moveTo>
                    <a:pt x="838" y="1"/>
                  </a:moveTo>
                  <a:cubicBezTo>
                    <a:pt x="757" y="1"/>
                    <a:pt x="665" y="28"/>
                    <a:pt x="568" y="86"/>
                  </a:cubicBezTo>
                  <a:cubicBezTo>
                    <a:pt x="234" y="320"/>
                    <a:pt x="34" y="687"/>
                    <a:pt x="1" y="1087"/>
                  </a:cubicBezTo>
                  <a:cubicBezTo>
                    <a:pt x="1" y="1347"/>
                    <a:pt x="135" y="1506"/>
                    <a:pt x="319" y="1506"/>
                  </a:cubicBezTo>
                  <a:cubicBezTo>
                    <a:pt x="395" y="1506"/>
                    <a:pt x="480" y="1479"/>
                    <a:pt x="568" y="1421"/>
                  </a:cubicBezTo>
                  <a:cubicBezTo>
                    <a:pt x="935" y="1221"/>
                    <a:pt x="1135" y="820"/>
                    <a:pt x="1168" y="420"/>
                  </a:cubicBezTo>
                  <a:cubicBezTo>
                    <a:pt x="1168" y="160"/>
                    <a:pt x="1035" y="1"/>
                    <a:pt x="83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49"/>
            <p:cNvSpPr/>
            <p:nvPr/>
          </p:nvSpPr>
          <p:spPr>
            <a:xfrm>
              <a:off x="4656000" y="1733925"/>
              <a:ext cx="44225" cy="56950"/>
            </a:xfrm>
            <a:custGeom>
              <a:rect b="b" l="l" r="r" t="t"/>
              <a:pathLst>
                <a:path extrusionOk="0" h="2278" w="1769">
                  <a:moveTo>
                    <a:pt x="1288" y="0"/>
                  </a:moveTo>
                  <a:cubicBezTo>
                    <a:pt x="1173" y="0"/>
                    <a:pt x="1042" y="35"/>
                    <a:pt x="901" y="111"/>
                  </a:cubicBezTo>
                  <a:cubicBezTo>
                    <a:pt x="367" y="444"/>
                    <a:pt x="34" y="1012"/>
                    <a:pt x="0" y="1645"/>
                  </a:cubicBezTo>
                  <a:cubicBezTo>
                    <a:pt x="0" y="2043"/>
                    <a:pt x="198" y="2277"/>
                    <a:pt x="488" y="2277"/>
                  </a:cubicBezTo>
                  <a:cubicBezTo>
                    <a:pt x="612" y="2277"/>
                    <a:pt x="752" y="2235"/>
                    <a:pt x="901" y="2146"/>
                  </a:cubicBezTo>
                  <a:cubicBezTo>
                    <a:pt x="1435" y="1812"/>
                    <a:pt x="1735" y="1245"/>
                    <a:pt x="1768" y="611"/>
                  </a:cubicBezTo>
                  <a:cubicBezTo>
                    <a:pt x="1768" y="228"/>
                    <a:pt x="1579" y="0"/>
                    <a:pt x="128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49"/>
            <p:cNvSpPr/>
            <p:nvPr/>
          </p:nvSpPr>
          <p:spPr>
            <a:xfrm>
              <a:off x="4479200" y="1835975"/>
              <a:ext cx="44225" cy="56925"/>
            </a:xfrm>
            <a:custGeom>
              <a:rect b="b" l="l" r="r" t="t"/>
              <a:pathLst>
                <a:path extrusionOk="0" h="2277" w="1769">
                  <a:moveTo>
                    <a:pt x="1307" y="0"/>
                  </a:moveTo>
                  <a:cubicBezTo>
                    <a:pt x="1188" y="0"/>
                    <a:pt x="1050" y="42"/>
                    <a:pt x="901" y="132"/>
                  </a:cubicBezTo>
                  <a:cubicBezTo>
                    <a:pt x="368" y="465"/>
                    <a:pt x="34" y="1032"/>
                    <a:pt x="1" y="1633"/>
                  </a:cubicBezTo>
                  <a:cubicBezTo>
                    <a:pt x="1" y="2041"/>
                    <a:pt x="208" y="2277"/>
                    <a:pt x="511" y="2277"/>
                  </a:cubicBezTo>
                  <a:cubicBezTo>
                    <a:pt x="629" y="2277"/>
                    <a:pt x="761" y="2241"/>
                    <a:pt x="901" y="2167"/>
                  </a:cubicBezTo>
                  <a:cubicBezTo>
                    <a:pt x="1435" y="1833"/>
                    <a:pt x="1735" y="1266"/>
                    <a:pt x="1769" y="632"/>
                  </a:cubicBezTo>
                  <a:cubicBezTo>
                    <a:pt x="1769" y="234"/>
                    <a:pt x="1588" y="0"/>
                    <a:pt x="130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49"/>
            <p:cNvSpPr/>
            <p:nvPr/>
          </p:nvSpPr>
          <p:spPr>
            <a:xfrm>
              <a:off x="5503275" y="668475"/>
              <a:ext cx="44225" cy="56950"/>
            </a:xfrm>
            <a:custGeom>
              <a:rect b="b" l="l" r="r" t="t"/>
              <a:pathLst>
                <a:path extrusionOk="0" h="2278" w="1769">
                  <a:moveTo>
                    <a:pt x="1280" y="0"/>
                  </a:moveTo>
                  <a:cubicBezTo>
                    <a:pt x="1157" y="0"/>
                    <a:pt x="1017" y="42"/>
                    <a:pt x="867" y="132"/>
                  </a:cubicBezTo>
                  <a:cubicBezTo>
                    <a:pt x="334" y="465"/>
                    <a:pt x="34" y="1032"/>
                    <a:pt x="0" y="1666"/>
                  </a:cubicBezTo>
                  <a:cubicBezTo>
                    <a:pt x="0" y="2049"/>
                    <a:pt x="206" y="2277"/>
                    <a:pt x="495" y="2277"/>
                  </a:cubicBezTo>
                  <a:cubicBezTo>
                    <a:pt x="609" y="2277"/>
                    <a:pt x="736" y="2242"/>
                    <a:pt x="867" y="2167"/>
                  </a:cubicBezTo>
                  <a:cubicBezTo>
                    <a:pt x="1401" y="1833"/>
                    <a:pt x="1735" y="1266"/>
                    <a:pt x="1768" y="632"/>
                  </a:cubicBezTo>
                  <a:cubicBezTo>
                    <a:pt x="1768" y="234"/>
                    <a:pt x="1571" y="0"/>
                    <a:pt x="128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49"/>
            <p:cNvSpPr/>
            <p:nvPr/>
          </p:nvSpPr>
          <p:spPr>
            <a:xfrm>
              <a:off x="4654325" y="1297450"/>
              <a:ext cx="206850" cy="262475"/>
            </a:xfrm>
            <a:custGeom>
              <a:rect b="b" l="l" r="r" t="t"/>
              <a:pathLst>
                <a:path extrusionOk="0" h="10499" w="8274">
                  <a:moveTo>
                    <a:pt x="5827" y="673"/>
                  </a:moveTo>
                  <a:cubicBezTo>
                    <a:pt x="6135" y="673"/>
                    <a:pt x="6419" y="745"/>
                    <a:pt x="6672" y="891"/>
                  </a:cubicBezTo>
                  <a:cubicBezTo>
                    <a:pt x="7272" y="1225"/>
                    <a:pt x="7606" y="1992"/>
                    <a:pt x="7606" y="3060"/>
                  </a:cubicBezTo>
                  <a:cubicBezTo>
                    <a:pt x="7606" y="5361"/>
                    <a:pt x="5972" y="8197"/>
                    <a:pt x="3970" y="9331"/>
                  </a:cubicBezTo>
                  <a:cubicBezTo>
                    <a:pt x="3428" y="9652"/>
                    <a:pt x="2911" y="9816"/>
                    <a:pt x="2454" y="9816"/>
                  </a:cubicBezTo>
                  <a:cubicBezTo>
                    <a:pt x="2151" y="9816"/>
                    <a:pt x="1874" y="9744"/>
                    <a:pt x="1635" y="9598"/>
                  </a:cubicBezTo>
                  <a:cubicBezTo>
                    <a:pt x="1001" y="9264"/>
                    <a:pt x="668" y="8497"/>
                    <a:pt x="668" y="7429"/>
                  </a:cubicBezTo>
                  <a:cubicBezTo>
                    <a:pt x="668" y="5128"/>
                    <a:pt x="2302" y="2292"/>
                    <a:pt x="4304" y="1158"/>
                  </a:cubicBezTo>
                  <a:cubicBezTo>
                    <a:pt x="4845" y="837"/>
                    <a:pt x="5363" y="673"/>
                    <a:pt x="5827" y="673"/>
                  </a:cubicBezTo>
                  <a:close/>
                  <a:moveTo>
                    <a:pt x="5853" y="0"/>
                  </a:moveTo>
                  <a:cubicBezTo>
                    <a:pt x="5270" y="0"/>
                    <a:pt x="4631" y="188"/>
                    <a:pt x="3970" y="558"/>
                  </a:cubicBezTo>
                  <a:cubicBezTo>
                    <a:pt x="1802" y="1825"/>
                    <a:pt x="1" y="4894"/>
                    <a:pt x="1" y="7429"/>
                  </a:cubicBezTo>
                  <a:cubicBezTo>
                    <a:pt x="1" y="8730"/>
                    <a:pt x="468" y="9698"/>
                    <a:pt x="1302" y="10198"/>
                  </a:cubicBezTo>
                  <a:cubicBezTo>
                    <a:pt x="1635" y="10398"/>
                    <a:pt x="2035" y="10498"/>
                    <a:pt x="2436" y="10498"/>
                  </a:cubicBezTo>
                  <a:cubicBezTo>
                    <a:pt x="3103" y="10465"/>
                    <a:pt x="3737" y="10265"/>
                    <a:pt x="4304" y="9931"/>
                  </a:cubicBezTo>
                  <a:cubicBezTo>
                    <a:pt x="6505" y="8664"/>
                    <a:pt x="8273" y="5561"/>
                    <a:pt x="8273" y="3060"/>
                  </a:cubicBezTo>
                  <a:cubicBezTo>
                    <a:pt x="8273" y="1759"/>
                    <a:pt x="7806" y="791"/>
                    <a:pt x="7006" y="291"/>
                  </a:cubicBezTo>
                  <a:cubicBezTo>
                    <a:pt x="6658" y="96"/>
                    <a:pt x="6270" y="0"/>
                    <a:pt x="585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49"/>
            <p:cNvSpPr/>
            <p:nvPr/>
          </p:nvSpPr>
          <p:spPr>
            <a:xfrm>
              <a:off x="4701850" y="1356425"/>
              <a:ext cx="111775" cy="144650"/>
            </a:xfrm>
            <a:custGeom>
              <a:rect b="b" l="l" r="r" t="t"/>
              <a:pathLst>
                <a:path extrusionOk="0" h="5786" w="4471">
                  <a:moveTo>
                    <a:pt x="3245" y="1"/>
                  </a:moveTo>
                  <a:cubicBezTo>
                    <a:pt x="2945" y="1"/>
                    <a:pt x="2603" y="97"/>
                    <a:pt x="2236" y="300"/>
                  </a:cubicBezTo>
                  <a:cubicBezTo>
                    <a:pt x="902" y="1168"/>
                    <a:pt x="68" y="2602"/>
                    <a:pt x="1" y="4203"/>
                  </a:cubicBezTo>
                  <a:cubicBezTo>
                    <a:pt x="1" y="5195"/>
                    <a:pt x="503" y="5785"/>
                    <a:pt x="1233" y="5785"/>
                  </a:cubicBezTo>
                  <a:cubicBezTo>
                    <a:pt x="1535" y="5785"/>
                    <a:pt x="1875" y="5685"/>
                    <a:pt x="2236" y="5471"/>
                  </a:cubicBezTo>
                  <a:cubicBezTo>
                    <a:pt x="3570" y="4603"/>
                    <a:pt x="4404" y="3169"/>
                    <a:pt x="4471" y="1601"/>
                  </a:cubicBezTo>
                  <a:cubicBezTo>
                    <a:pt x="4471" y="582"/>
                    <a:pt x="3983" y="1"/>
                    <a:pt x="324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49"/>
            <p:cNvSpPr/>
            <p:nvPr/>
          </p:nvSpPr>
          <p:spPr>
            <a:xfrm>
              <a:off x="5094650" y="458825"/>
              <a:ext cx="170150" cy="217125"/>
            </a:xfrm>
            <a:custGeom>
              <a:rect b="b" l="l" r="r" t="t"/>
              <a:pathLst>
                <a:path extrusionOk="0" h="8685" w="6806">
                  <a:moveTo>
                    <a:pt x="4873" y="397"/>
                  </a:moveTo>
                  <a:cubicBezTo>
                    <a:pt x="5143" y="397"/>
                    <a:pt x="5390" y="458"/>
                    <a:pt x="5604" y="579"/>
                  </a:cubicBezTo>
                  <a:cubicBezTo>
                    <a:pt x="6138" y="912"/>
                    <a:pt x="6438" y="1579"/>
                    <a:pt x="6438" y="2513"/>
                  </a:cubicBezTo>
                  <a:cubicBezTo>
                    <a:pt x="6305" y="4682"/>
                    <a:pt x="5171" y="6683"/>
                    <a:pt x="3336" y="7884"/>
                  </a:cubicBezTo>
                  <a:cubicBezTo>
                    <a:pt x="2857" y="8163"/>
                    <a:pt x="2390" y="8299"/>
                    <a:pt x="1978" y="8299"/>
                  </a:cubicBezTo>
                  <a:cubicBezTo>
                    <a:pt x="1701" y="8299"/>
                    <a:pt x="1449" y="8238"/>
                    <a:pt x="1234" y="8117"/>
                  </a:cubicBezTo>
                  <a:cubicBezTo>
                    <a:pt x="701" y="7817"/>
                    <a:pt x="400" y="7117"/>
                    <a:pt x="400" y="6216"/>
                  </a:cubicBezTo>
                  <a:cubicBezTo>
                    <a:pt x="534" y="4015"/>
                    <a:pt x="1668" y="2013"/>
                    <a:pt x="3536" y="812"/>
                  </a:cubicBezTo>
                  <a:cubicBezTo>
                    <a:pt x="4015" y="533"/>
                    <a:pt x="4470" y="397"/>
                    <a:pt x="4873" y="397"/>
                  </a:cubicBezTo>
                  <a:close/>
                  <a:moveTo>
                    <a:pt x="4856" y="1"/>
                  </a:moveTo>
                  <a:cubicBezTo>
                    <a:pt x="4379" y="1"/>
                    <a:pt x="3852" y="164"/>
                    <a:pt x="3303" y="479"/>
                  </a:cubicBezTo>
                  <a:cubicBezTo>
                    <a:pt x="1501" y="1513"/>
                    <a:pt x="0" y="4115"/>
                    <a:pt x="0" y="6216"/>
                  </a:cubicBezTo>
                  <a:cubicBezTo>
                    <a:pt x="0" y="7250"/>
                    <a:pt x="367" y="8051"/>
                    <a:pt x="1034" y="8451"/>
                  </a:cubicBezTo>
                  <a:cubicBezTo>
                    <a:pt x="1334" y="8618"/>
                    <a:pt x="1635" y="8685"/>
                    <a:pt x="1968" y="8685"/>
                  </a:cubicBezTo>
                  <a:cubicBezTo>
                    <a:pt x="2535" y="8651"/>
                    <a:pt x="3036" y="8518"/>
                    <a:pt x="3503" y="8218"/>
                  </a:cubicBezTo>
                  <a:cubicBezTo>
                    <a:pt x="5337" y="7183"/>
                    <a:pt x="6805" y="4582"/>
                    <a:pt x="6805" y="2480"/>
                  </a:cubicBezTo>
                  <a:cubicBezTo>
                    <a:pt x="6805" y="1446"/>
                    <a:pt x="6438" y="645"/>
                    <a:pt x="5771" y="245"/>
                  </a:cubicBezTo>
                  <a:cubicBezTo>
                    <a:pt x="5497" y="81"/>
                    <a:pt x="5188" y="1"/>
                    <a:pt x="485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49"/>
            <p:cNvSpPr/>
            <p:nvPr/>
          </p:nvSpPr>
          <p:spPr>
            <a:xfrm>
              <a:off x="5133000" y="506125"/>
              <a:ext cx="94250" cy="122825"/>
            </a:xfrm>
            <a:custGeom>
              <a:rect b="b" l="l" r="r" t="t"/>
              <a:pathLst>
                <a:path extrusionOk="0" h="4913" w="3770">
                  <a:moveTo>
                    <a:pt x="2718" y="0"/>
                  </a:moveTo>
                  <a:cubicBezTo>
                    <a:pt x="2464" y="0"/>
                    <a:pt x="2176" y="82"/>
                    <a:pt x="1869" y="255"/>
                  </a:cubicBezTo>
                  <a:cubicBezTo>
                    <a:pt x="768" y="988"/>
                    <a:pt x="67" y="2223"/>
                    <a:pt x="1" y="3557"/>
                  </a:cubicBezTo>
                  <a:cubicBezTo>
                    <a:pt x="1" y="4412"/>
                    <a:pt x="424" y="4912"/>
                    <a:pt x="1041" y="4912"/>
                  </a:cubicBezTo>
                  <a:cubicBezTo>
                    <a:pt x="1290" y="4912"/>
                    <a:pt x="1571" y="4830"/>
                    <a:pt x="1869" y="4658"/>
                  </a:cubicBezTo>
                  <a:cubicBezTo>
                    <a:pt x="3003" y="3924"/>
                    <a:pt x="3703" y="2690"/>
                    <a:pt x="3770" y="1355"/>
                  </a:cubicBezTo>
                  <a:cubicBezTo>
                    <a:pt x="3770" y="500"/>
                    <a:pt x="3347" y="0"/>
                    <a:pt x="271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49"/>
            <p:cNvSpPr/>
            <p:nvPr/>
          </p:nvSpPr>
          <p:spPr>
            <a:xfrm>
              <a:off x="4732725" y="752950"/>
              <a:ext cx="124125" cy="150675"/>
            </a:xfrm>
            <a:custGeom>
              <a:rect b="b" l="l" r="r" t="t"/>
              <a:pathLst>
                <a:path extrusionOk="0" h="6027" w="4965">
                  <a:moveTo>
                    <a:pt x="3403" y="422"/>
                  </a:moveTo>
                  <a:cubicBezTo>
                    <a:pt x="3569" y="422"/>
                    <a:pt x="3736" y="455"/>
                    <a:pt x="3870" y="522"/>
                  </a:cubicBezTo>
                  <a:cubicBezTo>
                    <a:pt x="4270" y="822"/>
                    <a:pt x="4470" y="1289"/>
                    <a:pt x="4403" y="1790"/>
                  </a:cubicBezTo>
                  <a:cubicBezTo>
                    <a:pt x="4337" y="3224"/>
                    <a:pt x="3569" y="4558"/>
                    <a:pt x="2335" y="5359"/>
                  </a:cubicBezTo>
                  <a:cubicBezTo>
                    <a:pt x="2100" y="5575"/>
                    <a:pt x="1828" y="5670"/>
                    <a:pt x="1564" y="5670"/>
                  </a:cubicBezTo>
                  <a:cubicBezTo>
                    <a:pt x="892" y="5670"/>
                    <a:pt x="276" y="5058"/>
                    <a:pt x="467" y="4291"/>
                  </a:cubicBezTo>
                  <a:cubicBezTo>
                    <a:pt x="534" y="2824"/>
                    <a:pt x="1301" y="1489"/>
                    <a:pt x="2535" y="689"/>
                  </a:cubicBezTo>
                  <a:cubicBezTo>
                    <a:pt x="2802" y="522"/>
                    <a:pt x="3102" y="422"/>
                    <a:pt x="3403" y="422"/>
                  </a:cubicBezTo>
                  <a:close/>
                  <a:moveTo>
                    <a:pt x="3287" y="0"/>
                  </a:moveTo>
                  <a:cubicBezTo>
                    <a:pt x="2961" y="0"/>
                    <a:pt x="2627" y="109"/>
                    <a:pt x="2335" y="355"/>
                  </a:cubicBezTo>
                  <a:cubicBezTo>
                    <a:pt x="1001" y="1223"/>
                    <a:pt x="167" y="2690"/>
                    <a:pt x="67" y="4291"/>
                  </a:cubicBezTo>
                  <a:cubicBezTo>
                    <a:pt x="0" y="4892"/>
                    <a:pt x="300" y="5492"/>
                    <a:pt x="801" y="5859"/>
                  </a:cubicBezTo>
                  <a:cubicBezTo>
                    <a:pt x="1001" y="5959"/>
                    <a:pt x="1234" y="6026"/>
                    <a:pt x="1468" y="6026"/>
                  </a:cubicBezTo>
                  <a:cubicBezTo>
                    <a:pt x="1835" y="5993"/>
                    <a:pt x="2202" y="5893"/>
                    <a:pt x="2535" y="5692"/>
                  </a:cubicBezTo>
                  <a:cubicBezTo>
                    <a:pt x="3836" y="4792"/>
                    <a:pt x="4704" y="3357"/>
                    <a:pt x="4770" y="1790"/>
                  </a:cubicBezTo>
                  <a:cubicBezTo>
                    <a:pt x="4964" y="772"/>
                    <a:pt x="4154" y="0"/>
                    <a:pt x="328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49"/>
            <p:cNvSpPr/>
            <p:nvPr/>
          </p:nvSpPr>
          <p:spPr>
            <a:xfrm>
              <a:off x="4761900" y="787225"/>
              <a:ext cx="63400" cy="82775"/>
            </a:xfrm>
            <a:custGeom>
              <a:rect b="b" l="l" r="r" t="t"/>
              <a:pathLst>
                <a:path extrusionOk="0" h="3311" w="2536">
                  <a:moveTo>
                    <a:pt x="1834" y="1"/>
                  </a:moveTo>
                  <a:cubicBezTo>
                    <a:pt x="1664" y="1"/>
                    <a:pt x="1472" y="59"/>
                    <a:pt x="1268" y="185"/>
                  </a:cubicBezTo>
                  <a:cubicBezTo>
                    <a:pt x="501" y="686"/>
                    <a:pt x="34" y="1486"/>
                    <a:pt x="1" y="2387"/>
                  </a:cubicBezTo>
                  <a:cubicBezTo>
                    <a:pt x="1" y="2972"/>
                    <a:pt x="280" y="3311"/>
                    <a:pt x="689" y="3311"/>
                  </a:cubicBezTo>
                  <a:cubicBezTo>
                    <a:pt x="863" y="3311"/>
                    <a:pt x="1059" y="3250"/>
                    <a:pt x="1268" y="3121"/>
                  </a:cubicBezTo>
                  <a:cubicBezTo>
                    <a:pt x="2035" y="2654"/>
                    <a:pt x="2502" y="1820"/>
                    <a:pt x="2536" y="919"/>
                  </a:cubicBezTo>
                  <a:cubicBezTo>
                    <a:pt x="2536" y="351"/>
                    <a:pt x="2250" y="1"/>
                    <a:pt x="183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49"/>
            <p:cNvSpPr/>
            <p:nvPr/>
          </p:nvSpPr>
          <p:spPr>
            <a:xfrm>
              <a:off x="5092975" y="1267450"/>
              <a:ext cx="124350" cy="149875"/>
            </a:xfrm>
            <a:custGeom>
              <a:rect b="b" l="l" r="r" t="t"/>
              <a:pathLst>
                <a:path extrusionOk="0" h="5995" w="4974">
                  <a:moveTo>
                    <a:pt x="3292" y="380"/>
                  </a:moveTo>
                  <a:cubicBezTo>
                    <a:pt x="3961" y="380"/>
                    <a:pt x="4595" y="991"/>
                    <a:pt x="4404" y="1758"/>
                  </a:cubicBezTo>
                  <a:cubicBezTo>
                    <a:pt x="4337" y="3225"/>
                    <a:pt x="3536" y="4560"/>
                    <a:pt x="2335" y="5360"/>
                  </a:cubicBezTo>
                  <a:cubicBezTo>
                    <a:pt x="2101" y="5576"/>
                    <a:pt x="1830" y="5670"/>
                    <a:pt x="1567" y="5670"/>
                  </a:cubicBezTo>
                  <a:cubicBezTo>
                    <a:pt x="892" y="5670"/>
                    <a:pt x="266" y="5051"/>
                    <a:pt x="434" y="4260"/>
                  </a:cubicBezTo>
                  <a:cubicBezTo>
                    <a:pt x="534" y="2792"/>
                    <a:pt x="1301" y="1491"/>
                    <a:pt x="2536" y="690"/>
                  </a:cubicBezTo>
                  <a:cubicBezTo>
                    <a:pt x="2761" y="474"/>
                    <a:pt x="3030" y="380"/>
                    <a:pt x="3292" y="380"/>
                  </a:cubicBezTo>
                  <a:close/>
                  <a:moveTo>
                    <a:pt x="3291" y="1"/>
                  </a:moveTo>
                  <a:cubicBezTo>
                    <a:pt x="2963" y="1"/>
                    <a:pt x="2628" y="110"/>
                    <a:pt x="2335" y="357"/>
                  </a:cubicBezTo>
                  <a:cubicBezTo>
                    <a:pt x="1001" y="1224"/>
                    <a:pt x="167" y="2658"/>
                    <a:pt x="67" y="4260"/>
                  </a:cubicBezTo>
                  <a:cubicBezTo>
                    <a:pt x="0" y="4893"/>
                    <a:pt x="301" y="5494"/>
                    <a:pt x="801" y="5827"/>
                  </a:cubicBezTo>
                  <a:cubicBezTo>
                    <a:pt x="1001" y="5961"/>
                    <a:pt x="1235" y="5994"/>
                    <a:pt x="1468" y="5994"/>
                  </a:cubicBezTo>
                  <a:cubicBezTo>
                    <a:pt x="1835" y="5994"/>
                    <a:pt x="2202" y="5894"/>
                    <a:pt x="2536" y="5694"/>
                  </a:cubicBezTo>
                  <a:cubicBezTo>
                    <a:pt x="3870" y="4827"/>
                    <a:pt x="4704" y="3359"/>
                    <a:pt x="4804" y="1758"/>
                  </a:cubicBezTo>
                  <a:cubicBezTo>
                    <a:pt x="4973" y="765"/>
                    <a:pt x="4159" y="1"/>
                    <a:pt x="329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49"/>
            <p:cNvSpPr/>
            <p:nvPr/>
          </p:nvSpPr>
          <p:spPr>
            <a:xfrm>
              <a:off x="5122150" y="1301625"/>
              <a:ext cx="63425" cy="82400"/>
            </a:xfrm>
            <a:custGeom>
              <a:rect b="b" l="l" r="r" t="t"/>
              <a:pathLst>
                <a:path extrusionOk="0" h="3296" w="2537">
                  <a:moveTo>
                    <a:pt x="1848" y="0"/>
                  </a:moveTo>
                  <a:cubicBezTo>
                    <a:pt x="1674" y="0"/>
                    <a:pt x="1477" y="61"/>
                    <a:pt x="1269" y="191"/>
                  </a:cubicBezTo>
                  <a:cubicBezTo>
                    <a:pt x="501" y="658"/>
                    <a:pt x="34" y="1492"/>
                    <a:pt x="1" y="2392"/>
                  </a:cubicBezTo>
                  <a:cubicBezTo>
                    <a:pt x="1" y="2962"/>
                    <a:pt x="289" y="3296"/>
                    <a:pt x="707" y="3296"/>
                  </a:cubicBezTo>
                  <a:cubicBezTo>
                    <a:pt x="876" y="3296"/>
                    <a:pt x="1067" y="3241"/>
                    <a:pt x="1269" y="3126"/>
                  </a:cubicBezTo>
                  <a:cubicBezTo>
                    <a:pt x="2036" y="2626"/>
                    <a:pt x="2503" y="1825"/>
                    <a:pt x="2536" y="924"/>
                  </a:cubicBezTo>
                  <a:cubicBezTo>
                    <a:pt x="2536" y="339"/>
                    <a:pt x="2257" y="0"/>
                    <a:pt x="184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49"/>
            <p:cNvSpPr/>
            <p:nvPr/>
          </p:nvSpPr>
          <p:spPr>
            <a:xfrm>
              <a:off x="5272275" y="806675"/>
              <a:ext cx="122925" cy="150300"/>
            </a:xfrm>
            <a:custGeom>
              <a:rect b="b" l="l" r="r" t="t"/>
              <a:pathLst>
                <a:path extrusionOk="0" h="6012" w="4917">
                  <a:moveTo>
                    <a:pt x="3271" y="365"/>
                  </a:moveTo>
                  <a:cubicBezTo>
                    <a:pt x="3946" y="365"/>
                    <a:pt x="4571" y="984"/>
                    <a:pt x="4403" y="1776"/>
                  </a:cubicBezTo>
                  <a:cubicBezTo>
                    <a:pt x="4303" y="3210"/>
                    <a:pt x="3536" y="4544"/>
                    <a:pt x="2302" y="5345"/>
                  </a:cubicBezTo>
                  <a:cubicBezTo>
                    <a:pt x="2067" y="5561"/>
                    <a:pt x="1794" y="5655"/>
                    <a:pt x="1531" y="5655"/>
                  </a:cubicBezTo>
                  <a:cubicBezTo>
                    <a:pt x="859" y="5655"/>
                    <a:pt x="242" y="5044"/>
                    <a:pt x="434" y="4277"/>
                  </a:cubicBezTo>
                  <a:cubicBezTo>
                    <a:pt x="501" y="2810"/>
                    <a:pt x="1268" y="1475"/>
                    <a:pt x="2502" y="675"/>
                  </a:cubicBezTo>
                  <a:cubicBezTo>
                    <a:pt x="2736" y="459"/>
                    <a:pt x="3007" y="365"/>
                    <a:pt x="3271" y="365"/>
                  </a:cubicBezTo>
                  <a:close/>
                  <a:moveTo>
                    <a:pt x="3258" y="0"/>
                  </a:moveTo>
                  <a:cubicBezTo>
                    <a:pt x="2935" y="0"/>
                    <a:pt x="2601" y="105"/>
                    <a:pt x="2302" y="341"/>
                  </a:cubicBezTo>
                  <a:cubicBezTo>
                    <a:pt x="968" y="1208"/>
                    <a:pt x="134" y="2676"/>
                    <a:pt x="67" y="4277"/>
                  </a:cubicBezTo>
                  <a:cubicBezTo>
                    <a:pt x="0" y="4878"/>
                    <a:pt x="267" y="5478"/>
                    <a:pt x="801" y="5845"/>
                  </a:cubicBezTo>
                  <a:cubicBezTo>
                    <a:pt x="968" y="5945"/>
                    <a:pt x="1201" y="6012"/>
                    <a:pt x="1435" y="6012"/>
                  </a:cubicBezTo>
                  <a:cubicBezTo>
                    <a:pt x="1802" y="5979"/>
                    <a:pt x="2168" y="5878"/>
                    <a:pt x="2502" y="5678"/>
                  </a:cubicBezTo>
                  <a:cubicBezTo>
                    <a:pt x="3836" y="4811"/>
                    <a:pt x="4670" y="3343"/>
                    <a:pt x="4770" y="1776"/>
                  </a:cubicBezTo>
                  <a:cubicBezTo>
                    <a:pt x="4916" y="755"/>
                    <a:pt x="4124" y="0"/>
                    <a:pt x="325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49"/>
            <p:cNvSpPr/>
            <p:nvPr/>
          </p:nvSpPr>
          <p:spPr>
            <a:xfrm>
              <a:off x="5300625" y="840600"/>
              <a:ext cx="64225" cy="82775"/>
            </a:xfrm>
            <a:custGeom>
              <a:rect b="b" l="l" r="r" t="t"/>
              <a:pathLst>
                <a:path extrusionOk="0" h="3311" w="2569">
                  <a:moveTo>
                    <a:pt x="1840" y="1"/>
                  </a:moveTo>
                  <a:cubicBezTo>
                    <a:pt x="1666" y="1"/>
                    <a:pt x="1471" y="59"/>
                    <a:pt x="1268" y="185"/>
                  </a:cubicBezTo>
                  <a:cubicBezTo>
                    <a:pt x="534" y="685"/>
                    <a:pt x="34" y="1486"/>
                    <a:pt x="0" y="2387"/>
                  </a:cubicBezTo>
                  <a:cubicBezTo>
                    <a:pt x="0" y="2972"/>
                    <a:pt x="280" y="3311"/>
                    <a:pt x="689" y="3311"/>
                  </a:cubicBezTo>
                  <a:cubicBezTo>
                    <a:pt x="862" y="3311"/>
                    <a:pt x="1059" y="3250"/>
                    <a:pt x="1268" y="3120"/>
                  </a:cubicBezTo>
                  <a:cubicBezTo>
                    <a:pt x="2035" y="2653"/>
                    <a:pt x="2502" y="1820"/>
                    <a:pt x="2569" y="919"/>
                  </a:cubicBezTo>
                  <a:cubicBezTo>
                    <a:pt x="2569" y="351"/>
                    <a:pt x="2266" y="1"/>
                    <a:pt x="18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49"/>
            <p:cNvSpPr/>
            <p:nvPr/>
          </p:nvSpPr>
          <p:spPr>
            <a:xfrm>
              <a:off x="4440850" y="1249125"/>
              <a:ext cx="124350" cy="150675"/>
            </a:xfrm>
            <a:custGeom>
              <a:rect b="b" l="l" r="r" t="t"/>
              <a:pathLst>
                <a:path extrusionOk="0" h="6027" w="4974">
                  <a:moveTo>
                    <a:pt x="3289" y="380"/>
                  </a:moveTo>
                  <a:cubicBezTo>
                    <a:pt x="3959" y="380"/>
                    <a:pt x="4595" y="999"/>
                    <a:pt x="4403" y="1790"/>
                  </a:cubicBezTo>
                  <a:cubicBezTo>
                    <a:pt x="4337" y="3225"/>
                    <a:pt x="3536" y="4559"/>
                    <a:pt x="2335" y="5359"/>
                  </a:cubicBezTo>
                  <a:cubicBezTo>
                    <a:pt x="2100" y="5576"/>
                    <a:pt x="1828" y="5670"/>
                    <a:pt x="1563" y="5670"/>
                  </a:cubicBezTo>
                  <a:cubicBezTo>
                    <a:pt x="890" y="5670"/>
                    <a:pt x="266" y="5058"/>
                    <a:pt x="434" y="4292"/>
                  </a:cubicBezTo>
                  <a:cubicBezTo>
                    <a:pt x="534" y="2824"/>
                    <a:pt x="1301" y="1490"/>
                    <a:pt x="2535" y="689"/>
                  </a:cubicBezTo>
                  <a:cubicBezTo>
                    <a:pt x="2760" y="474"/>
                    <a:pt x="3027" y="380"/>
                    <a:pt x="3289" y="380"/>
                  </a:cubicBezTo>
                  <a:close/>
                  <a:moveTo>
                    <a:pt x="3288" y="1"/>
                  </a:moveTo>
                  <a:cubicBezTo>
                    <a:pt x="2961" y="1"/>
                    <a:pt x="2627" y="110"/>
                    <a:pt x="2335" y="356"/>
                  </a:cubicBezTo>
                  <a:cubicBezTo>
                    <a:pt x="1001" y="1223"/>
                    <a:pt x="167" y="2691"/>
                    <a:pt x="67" y="4292"/>
                  </a:cubicBezTo>
                  <a:cubicBezTo>
                    <a:pt x="0" y="4892"/>
                    <a:pt x="300" y="5493"/>
                    <a:pt x="801" y="5860"/>
                  </a:cubicBezTo>
                  <a:cubicBezTo>
                    <a:pt x="1001" y="5960"/>
                    <a:pt x="1234" y="6027"/>
                    <a:pt x="1468" y="6027"/>
                  </a:cubicBezTo>
                  <a:cubicBezTo>
                    <a:pt x="1835" y="5993"/>
                    <a:pt x="2202" y="5893"/>
                    <a:pt x="2535" y="5693"/>
                  </a:cubicBezTo>
                  <a:cubicBezTo>
                    <a:pt x="3870" y="4826"/>
                    <a:pt x="4704" y="3358"/>
                    <a:pt x="4804" y="1790"/>
                  </a:cubicBezTo>
                  <a:cubicBezTo>
                    <a:pt x="4973" y="772"/>
                    <a:pt x="4157" y="1"/>
                    <a:pt x="328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49"/>
            <p:cNvSpPr/>
            <p:nvPr/>
          </p:nvSpPr>
          <p:spPr>
            <a:xfrm>
              <a:off x="4470025" y="1283425"/>
              <a:ext cx="63400" cy="82775"/>
            </a:xfrm>
            <a:custGeom>
              <a:rect b="b" l="l" r="r" t="t"/>
              <a:pathLst>
                <a:path extrusionOk="0" h="3311" w="2536">
                  <a:moveTo>
                    <a:pt x="1834" y="0"/>
                  </a:moveTo>
                  <a:cubicBezTo>
                    <a:pt x="1663" y="0"/>
                    <a:pt x="1471" y="59"/>
                    <a:pt x="1268" y="185"/>
                  </a:cubicBezTo>
                  <a:cubicBezTo>
                    <a:pt x="501" y="685"/>
                    <a:pt x="34" y="1486"/>
                    <a:pt x="1" y="2386"/>
                  </a:cubicBezTo>
                  <a:cubicBezTo>
                    <a:pt x="1" y="2972"/>
                    <a:pt x="280" y="3311"/>
                    <a:pt x="689" y="3311"/>
                  </a:cubicBezTo>
                  <a:cubicBezTo>
                    <a:pt x="863" y="3311"/>
                    <a:pt x="1059" y="3249"/>
                    <a:pt x="1268" y="3120"/>
                  </a:cubicBezTo>
                  <a:cubicBezTo>
                    <a:pt x="2002" y="2653"/>
                    <a:pt x="2502" y="1819"/>
                    <a:pt x="2536" y="919"/>
                  </a:cubicBezTo>
                  <a:cubicBezTo>
                    <a:pt x="2536" y="350"/>
                    <a:pt x="2250" y="0"/>
                    <a:pt x="183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49"/>
            <p:cNvSpPr/>
            <p:nvPr/>
          </p:nvSpPr>
          <p:spPr>
            <a:xfrm>
              <a:off x="4211500" y="1353900"/>
              <a:ext cx="85650" cy="104275"/>
            </a:xfrm>
            <a:custGeom>
              <a:rect b="b" l="l" r="r" t="t"/>
              <a:pathLst>
                <a:path extrusionOk="0" h="4171" w="3426">
                  <a:moveTo>
                    <a:pt x="2336" y="268"/>
                  </a:moveTo>
                  <a:cubicBezTo>
                    <a:pt x="2436" y="268"/>
                    <a:pt x="2569" y="335"/>
                    <a:pt x="2670" y="401"/>
                  </a:cubicBezTo>
                  <a:cubicBezTo>
                    <a:pt x="2936" y="568"/>
                    <a:pt x="3070" y="902"/>
                    <a:pt x="3036" y="1235"/>
                  </a:cubicBezTo>
                  <a:cubicBezTo>
                    <a:pt x="2970" y="2236"/>
                    <a:pt x="2436" y="3170"/>
                    <a:pt x="1602" y="3737"/>
                  </a:cubicBezTo>
                  <a:cubicBezTo>
                    <a:pt x="1443" y="3887"/>
                    <a:pt x="1257" y="3953"/>
                    <a:pt x="1077" y="3953"/>
                  </a:cubicBezTo>
                  <a:cubicBezTo>
                    <a:pt x="613" y="3953"/>
                    <a:pt x="181" y="3522"/>
                    <a:pt x="301" y="2970"/>
                  </a:cubicBezTo>
                  <a:cubicBezTo>
                    <a:pt x="335" y="1969"/>
                    <a:pt x="868" y="1035"/>
                    <a:pt x="1736" y="468"/>
                  </a:cubicBezTo>
                  <a:cubicBezTo>
                    <a:pt x="1902" y="368"/>
                    <a:pt x="2136" y="301"/>
                    <a:pt x="2336" y="301"/>
                  </a:cubicBezTo>
                  <a:lnTo>
                    <a:pt x="2336" y="268"/>
                  </a:lnTo>
                  <a:close/>
                  <a:moveTo>
                    <a:pt x="2250" y="0"/>
                  </a:moveTo>
                  <a:cubicBezTo>
                    <a:pt x="2027" y="0"/>
                    <a:pt x="1800" y="72"/>
                    <a:pt x="1602" y="234"/>
                  </a:cubicBezTo>
                  <a:cubicBezTo>
                    <a:pt x="668" y="835"/>
                    <a:pt x="101" y="1869"/>
                    <a:pt x="34" y="2970"/>
                  </a:cubicBezTo>
                  <a:cubicBezTo>
                    <a:pt x="1" y="3370"/>
                    <a:pt x="201" y="3804"/>
                    <a:pt x="535" y="4037"/>
                  </a:cubicBezTo>
                  <a:cubicBezTo>
                    <a:pt x="668" y="4104"/>
                    <a:pt x="835" y="4171"/>
                    <a:pt x="1002" y="4171"/>
                  </a:cubicBezTo>
                  <a:cubicBezTo>
                    <a:pt x="1269" y="4137"/>
                    <a:pt x="1502" y="4071"/>
                    <a:pt x="1736" y="3937"/>
                  </a:cubicBezTo>
                  <a:cubicBezTo>
                    <a:pt x="2670" y="3337"/>
                    <a:pt x="3237" y="2336"/>
                    <a:pt x="3303" y="1235"/>
                  </a:cubicBezTo>
                  <a:cubicBezTo>
                    <a:pt x="3425" y="529"/>
                    <a:pt x="2853" y="0"/>
                    <a:pt x="225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49"/>
            <p:cNvSpPr/>
            <p:nvPr/>
          </p:nvSpPr>
          <p:spPr>
            <a:xfrm>
              <a:off x="4230700" y="1377300"/>
              <a:ext cx="44225" cy="56975"/>
            </a:xfrm>
            <a:custGeom>
              <a:rect b="b" l="l" r="r" t="t"/>
              <a:pathLst>
                <a:path extrusionOk="0" h="2279" w="1769">
                  <a:moveTo>
                    <a:pt x="1306" y="1"/>
                  </a:moveTo>
                  <a:cubicBezTo>
                    <a:pt x="1187" y="1"/>
                    <a:pt x="1050" y="43"/>
                    <a:pt x="901" y="132"/>
                  </a:cubicBezTo>
                  <a:cubicBezTo>
                    <a:pt x="367" y="466"/>
                    <a:pt x="34" y="1033"/>
                    <a:pt x="0" y="1667"/>
                  </a:cubicBezTo>
                  <a:cubicBezTo>
                    <a:pt x="0" y="2050"/>
                    <a:pt x="206" y="2278"/>
                    <a:pt x="507" y="2278"/>
                  </a:cubicBezTo>
                  <a:cubicBezTo>
                    <a:pt x="626" y="2278"/>
                    <a:pt x="759" y="2243"/>
                    <a:pt x="901" y="2167"/>
                  </a:cubicBezTo>
                  <a:cubicBezTo>
                    <a:pt x="1435" y="1834"/>
                    <a:pt x="1735" y="1267"/>
                    <a:pt x="1768" y="633"/>
                  </a:cubicBezTo>
                  <a:cubicBezTo>
                    <a:pt x="1768" y="235"/>
                    <a:pt x="1587" y="1"/>
                    <a:pt x="130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49"/>
            <p:cNvSpPr/>
            <p:nvPr/>
          </p:nvSpPr>
          <p:spPr>
            <a:xfrm>
              <a:off x="5566650" y="885225"/>
              <a:ext cx="85025" cy="104275"/>
            </a:xfrm>
            <a:custGeom>
              <a:rect b="b" l="l" r="r" t="t"/>
              <a:pathLst>
                <a:path extrusionOk="0" h="4171" w="3401">
                  <a:moveTo>
                    <a:pt x="2261" y="253"/>
                  </a:moveTo>
                  <a:cubicBezTo>
                    <a:pt x="2724" y="253"/>
                    <a:pt x="3156" y="684"/>
                    <a:pt x="3036" y="1235"/>
                  </a:cubicBezTo>
                  <a:cubicBezTo>
                    <a:pt x="2969" y="2203"/>
                    <a:pt x="2435" y="3137"/>
                    <a:pt x="1601" y="3670"/>
                  </a:cubicBezTo>
                  <a:cubicBezTo>
                    <a:pt x="1429" y="3800"/>
                    <a:pt x="1215" y="3873"/>
                    <a:pt x="1004" y="3873"/>
                  </a:cubicBezTo>
                  <a:cubicBezTo>
                    <a:pt x="889" y="3873"/>
                    <a:pt x="774" y="3851"/>
                    <a:pt x="667" y="3804"/>
                  </a:cubicBezTo>
                  <a:cubicBezTo>
                    <a:pt x="401" y="3604"/>
                    <a:pt x="267" y="3270"/>
                    <a:pt x="301" y="2970"/>
                  </a:cubicBezTo>
                  <a:cubicBezTo>
                    <a:pt x="367" y="1936"/>
                    <a:pt x="901" y="1035"/>
                    <a:pt x="1735" y="468"/>
                  </a:cubicBezTo>
                  <a:cubicBezTo>
                    <a:pt x="1894" y="318"/>
                    <a:pt x="2080" y="253"/>
                    <a:pt x="2261" y="253"/>
                  </a:cubicBezTo>
                  <a:close/>
                  <a:moveTo>
                    <a:pt x="2244" y="1"/>
                  </a:moveTo>
                  <a:cubicBezTo>
                    <a:pt x="2024" y="1"/>
                    <a:pt x="1799" y="73"/>
                    <a:pt x="1601" y="235"/>
                  </a:cubicBezTo>
                  <a:cubicBezTo>
                    <a:pt x="667" y="835"/>
                    <a:pt x="100" y="1869"/>
                    <a:pt x="34" y="2970"/>
                  </a:cubicBezTo>
                  <a:cubicBezTo>
                    <a:pt x="0" y="3370"/>
                    <a:pt x="167" y="3804"/>
                    <a:pt x="534" y="4037"/>
                  </a:cubicBezTo>
                  <a:cubicBezTo>
                    <a:pt x="667" y="4104"/>
                    <a:pt x="834" y="4171"/>
                    <a:pt x="1001" y="4171"/>
                  </a:cubicBezTo>
                  <a:cubicBezTo>
                    <a:pt x="1268" y="4137"/>
                    <a:pt x="1501" y="4071"/>
                    <a:pt x="1735" y="3937"/>
                  </a:cubicBezTo>
                  <a:cubicBezTo>
                    <a:pt x="2669" y="3337"/>
                    <a:pt x="3236" y="2303"/>
                    <a:pt x="3303" y="1235"/>
                  </a:cubicBezTo>
                  <a:cubicBezTo>
                    <a:pt x="3400" y="529"/>
                    <a:pt x="2840" y="1"/>
                    <a:pt x="224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49"/>
            <p:cNvSpPr/>
            <p:nvPr/>
          </p:nvSpPr>
          <p:spPr>
            <a:xfrm>
              <a:off x="5585825" y="909150"/>
              <a:ext cx="44225" cy="56950"/>
            </a:xfrm>
            <a:custGeom>
              <a:rect b="b" l="l" r="r" t="t"/>
              <a:pathLst>
                <a:path extrusionOk="0" h="2278" w="1769">
                  <a:moveTo>
                    <a:pt x="1274" y="1"/>
                  </a:moveTo>
                  <a:cubicBezTo>
                    <a:pt x="1160" y="1"/>
                    <a:pt x="1033" y="36"/>
                    <a:pt x="901" y="112"/>
                  </a:cubicBezTo>
                  <a:cubicBezTo>
                    <a:pt x="367" y="445"/>
                    <a:pt x="34" y="1012"/>
                    <a:pt x="1" y="1646"/>
                  </a:cubicBezTo>
                  <a:cubicBezTo>
                    <a:pt x="1" y="2044"/>
                    <a:pt x="198" y="2278"/>
                    <a:pt x="489" y="2278"/>
                  </a:cubicBezTo>
                  <a:cubicBezTo>
                    <a:pt x="612" y="2278"/>
                    <a:pt x="752" y="2236"/>
                    <a:pt x="901" y="2146"/>
                  </a:cubicBezTo>
                  <a:cubicBezTo>
                    <a:pt x="1402" y="1813"/>
                    <a:pt x="1735" y="1246"/>
                    <a:pt x="1768" y="612"/>
                  </a:cubicBezTo>
                  <a:cubicBezTo>
                    <a:pt x="1768" y="229"/>
                    <a:pt x="1563" y="1"/>
                    <a:pt x="127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49"/>
            <p:cNvSpPr/>
            <p:nvPr/>
          </p:nvSpPr>
          <p:spPr>
            <a:xfrm>
              <a:off x="5424875" y="1154925"/>
              <a:ext cx="271225" cy="339100"/>
            </a:xfrm>
            <a:custGeom>
              <a:rect b="b" l="l" r="r" t="t"/>
              <a:pathLst>
                <a:path extrusionOk="0" h="13564" w="10849">
                  <a:moveTo>
                    <a:pt x="10108" y="321"/>
                  </a:moveTo>
                  <a:cubicBezTo>
                    <a:pt x="10175" y="321"/>
                    <a:pt x="10208" y="355"/>
                    <a:pt x="10275" y="388"/>
                  </a:cubicBezTo>
                  <a:cubicBezTo>
                    <a:pt x="10408" y="488"/>
                    <a:pt x="10475" y="655"/>
                    <a:pt x="10475" y="822"/>
                  </a:cubicBezTo>
                  <a:lnTo>
                    <a:pt x="10475" y="6726"/>
                  </a:lnTo>
                  <a:cubicBezTo>
                    <a:pt x="10441" y="7326"/>
                    <a:pt x="10108" y="7860"/>
                    <a:pt x="9641" y="8193"/>
                  </a:cubicBezTo>
                  <a:lnTo>
                    <a:pt x="1068" y="13164"/>
                  </a:lnTo>
                  <a:cubicBezTo>
                    <a:pt x="980" y="13234"/>
                    <a:pt x="883" y="13265"/>
                    <a:pt x="789" y="13265"/>
                  </a:cubicBezTo>
                  <a:cubicBezTo>
                    <a:pt x="527" y="13265"/>
                    <a:pt x="294" y="13025"/>
                    <a:pt x="368" y="12730"/>
                  </a:cubicBezTo>
                  <a:lnTo>
                    <a:pt x="368" y="6859"/>
                  </a:lnTo>
                  <a:cubicBezTo>
                    <a:pt x="401" y="6259"/>
                    <a:pt x="701" y="5725"/>
                    <a:pt x="1201" y="5391"/>
                  </a:cubicBezTo>
                  <a:lnTo>
                    <a:pt x="9774" y="421"/>
                  </a:lnTo>
                  <a:cubicBezTo>
                    <a:pt x="9874" y="388"/>
                    <a:pt x="10008" y="321"/>
                    <a:pt x="10108" y="321"/>
                  </a:cubicBezTo>
                  <a:close/>
                  <a:moveTo>
                    <a:pt x="10058" y="0"/>
                  </a:moveTo>
                  <a:cubicBezTo>
                    <a:pt x="9907" y="0"/>
                    <a:pt x="9750" y="47"/>
                    <a:pt x="9607" y="154"/>
                  </a:cubicBezTo>
                  <a:lnTo>
                    <a:pt x="1035" y="5091"/>
                  </a:lnTo>
                  <a:cubicBezTo>
                    <a:pt x="434" y="5492"/>
                    <a:pt x="67" y="6125"/>
                    <a:pt x="34" y="6859"/>
                  </a:cubicBezTo>
                  <a:lnTo>
                    <a:pt x="34" y="12730"/>
                  </a:lnTo>
                  <a:cubicBezTo>
                    <a:pt x="1" y="13030"/>
                    <a:pt x="134" y="13297"/>
                    <a:pt x="401" y="13464"/>
                  </a:cubicBezTo>
                  <a:cubicBezTo>
                    <a:pt x="501" y="13531"/>
                    <a:pt x="601" y="13564"/>
                    <a:pt x="701" y="13564"/>
                  </a:cubicBezTo>
                  <a:cubicBezTo>
                    <a:pt x="901" y="13564"/>
                    <a:pt x="1068" y="13497"/>
                    <a:pt x="1201" y="13397"/>
                  </a:cubicBezTo>
                  <a:lnTo>
                    <a:pt x="9774" y="8460"/>
                  </a:lnTo>
                  <a:cubicBezTo>
                    <a:pt x="10375" y="8060"/>
                    <a:pt x="10742" y="7426"/>
                    <a:pt x="10775" y="6726"/>
                  </a:cubicBezTo>
                  <a:lnTo>
                    <a:pt x="10775" y="822"/>
                  </a:lnTo>
                  <a:cubicBezTo>
                    <a:pt x="10848" y="357"/>
                    <a:pt x="10474" y="0"/>
                    <a:pt x="1005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49"/>
            <p:cNvSpPr/>
            <p:nvPr/>
          </p:nvSpPr>
          <p:spPr>
            <a:xfrm>
              <a:off x="5468250" y="1230775"/>
              <a:ext cx="184500" cy="108150"/>
            </a:xfrm>
            <a:custGeom>
              <a:rect b="b" l="l" r="r" t="t"/>
              <a:pathLst>
                <a:path extrusionOk="0" h="4326" w="7380">
                  <a:moveTo>
                    <a:pt x="7148" y="0"/>
                  </a:moveTo>
                  <a:cubicBezTo>
                    <a:pt x="7123" y="0"/>
                    <a:pt x="7098" y="7"/>
                    <a:pt x="7072" y="22"/>
                  </a:cubicBezTo>
                  <a:lnTo>
                    <a:pt x="134" y="4025"/>
                  </a:lnTo>
                  <a:cubicBezTo>
                    <a:pt x="0" y="4125"/>
                    <a:pt x="34" y="4326"/>
                    <a:pt x="200" y="4326"/>
                  </a:cubicBezTo>
                  <a:lnTo>
                    <a:pt x="267" y="4326"/>
                  </a:lnTo>
                  <a:lnTo>
                    <a:pt x="7239" y="289"/>
                  </a:lnTo>
                  <a:cubicBezTo>
                    <a:pt x="7380" y="205"/>
                    <a:pt x="7282" y="0"/>
                    <a:pt x="714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49"/>
            <p:cNvSpPr/>
            <p:nvPr/>
          </p:nvSpPr>
          <p:spPr>
            <a:xfrm>
              <a:off x="5468250" y="1271625"/>
              <a:ext cx="184500" cy="108175"/>
            </a:xfrm>
            <a:custGeom>
              <a:rect b="b" l="l" r="r" t="t"/>
              <a:pathLst>
                <a:path extrusionOk="0" h="4327" w="7380">
                  <a:moveTo>
                    <a:pt x="7148" y="1"/>
                  </a:moveTo>
                  <a:cubicBezTo>
                    <a:pt x="7123" y="1"/>
                    <a:pt x="7098" y="8"/>
                    <a:pt x="7072" y="23"/>
                  </a:cubicBezTo>
                  <a:lnTo>
                    <a:pt x="134" y="4026"/>
                  </a:lnTo>
                  <a:cubicBezTo>
                    <a:pt x="0" y="4126"/>
                    <a:pt x="34" y="4326"/>
                    <a:pt x="200" y="4326"/>
                  </a:cubicBezTo>
                  <a:lnTo>
                    <a:pt x="267" y="4326"/>
                  </a:lnTo>
                  <a:lnTo>
                    <a:pt x="7239" y="290"/>
                  </a:lnTo>
                  <a:cubicBezTo>
                    <a:pt x="7380" y="205"/>
                    <a:pt x="7282" y="1"/>
                    <a:pt x="714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49"/>
            <p:cNvSpPr/>
            <p:nvPr/>
          </p:nvSpPr>
          <p:spPr>
            <a:xfrm>
              <a:off x="5469075" y="1312725"/>
              <a:ext cx="182650" cy="107925"/>
            </a:xfrm>
            <a:custGeom>
              <a:rect b="b" l="l" r="r" t="t"/>
              <a:pathLst>
                <a:path extrusionOk="0" h="4317" w="7306">
                  <a:moveTo>
                    <a:pt x="7098" y="0"/>
                  </a:moveTo>
                  <a:cubicBezTo>
                    <a:pt x="7077" y="0"/>
                    <a:pt x="7057" y="5"/>
                    <a:pt x="7039" y="13"/>
                  </a:cubicBezTo>
                  <a:lnTo>
                    <a:pt x="101" y="4016"/>
                  </a:lnTo>
                  <a:cubicBezTo>
                    <a:pt x="1" y="4083"/>
                    <a:pt x="1" y="4183"/>
                    <a:pt x="34" y="4250"/>
                  </a:cubicBezTo>
                  <a:cubicBezTo>
                    <a:pt x="67" y="4283"/>
                    <a:pt x="101" y="4317"/>
                    <a:pt x="167" y="4317"/>
                  </a:cubicBezTo>
                  <a:lnTo>
                    <a:pt x="234" y="4317"/>
                  </a:lnTo>
                  <a:lnTo>
                    <a:pt x="7206" y="280"/>
                  </a:lnTo>
                  <a:cubicBezTo>
                    <a:pt x="7272" y="247"/>
                    <a:pt x="7306" y="147"/>
                    <a:pt x="7272" y="80"/>
                  </a:cubicBezTo>
                  <a:cubicBezTo>
                    <a:pt x="7224" y="31"/>
                    <a:pt x="7157" y="0"/>
                    <a:pt x="709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49"/>
            <p:cNvSpPr/>
            <p:nvPr/>
          </p:nvSpPr>
          <p:spPr>
            <a:xfrm>
              <a:off x="5741775" y="2234875"/>
              <a:ext cx="271225" cy="338275"/>
            </a:xfrm>
            <a:custGeom>
              <a:rect b="b" l="l" r="r" t="t"/>
              <a:pathLst>
                <a:path extrusionOk="0" h="13531" w="10849">
                  <a:moveTo>
                    <a:pt x="10053" y="299"/>
                  </a:moveTo>
                  <a:cubicBezTo>
                    <a:pt x="10293" y="299"/>
                    <a:pt x="10513" y="534"/>
                    <a:pt x="10441" y="821"/>
                  </a:cubicBezTo>
                  <a:lnTo>
                    <a:pt x="10441" y="6725"/>
                  </a:lnTo>
                  <a:cubicBezTo>
                    <a:pt x="10408" y="7292"/>
                    <a:pt x="10108" y="7859"/>
                    <a:pt x="9607" y="8193"/>
                  </a:cubicBezTo>
                  <a:lnTo>
                    <a:pt x="1034" y="13130"/>
                  </a:lnTo>
                  <a:cubicBezTo>
                    <a:pt x="955" y="13200"/>
                    <a:pt x="862" y="13231"/>
                    <a:pt x="770" y="13231"/>
                  </a:cubicBezTo>
                  <a:cubicBezTo>
                    <a:pt x="514" y="13231"/>
                    <a:pt x="269" y="12991"/>
                    <a:pt x="367" y="12696"/>
                  </a:cubicBezTo>
                  <a:lnTo>
                    <a:pt x="367" y="6825"/>
                  </a:lnTo>
                  <a:cubicBezTo>
                    <a:pt x="401" y="6225"/>
                    <a:pt x="701" y="5691"/>
                    <a:pt x="1201" y="5358"/>
                  </a:cubicBezTo>
                  <a:lnTo>
                    <a:pt x="9774" y="421"/>
                  </a:lnTo>
                  <a:cubicBezTo>
                    <a:pt x="9859" y="336"/>
                    <a:pt x="9958" y="299"/>
                    <a:pt x="10053" y="299"/>
                  </a:cubicBezTo>
                  <a:close/>
                  <a:moveTo>
                    <a:pt x="10041" y="0"/>
                  </a:moveTo>
                  <a:cubicBezTo>
                    <a:pt x="9892" y="0"/>
                    <a:pt x="9740" y="48"/>
                    <a:pt x="9607" y="154"/>
                  </a:cubicBezTo>
                  <a:lnTo>
                    <a:pt x="1034" y="5124"/>
                  </a:lnTo>
                  <a:cubicBezTo>
                    <a:pt x="434" y="5491"/>
                    <a:pt x="67" y="6158"/>
                    <a:pt x="34" y="6859"/>
                  </a:cubicBezTo>
                  <a:lnTo>
                    <a:pt x="34" y="12696"/>
                  </a:lnTo>
                  <a:cubicBezTo>
                    <a:pt x="0" y="12996"/>
                    <a:pt x="134" y="13297"/>
                    <a:pt x="367" y="13463"/>
                  </a:cubicBezTo>
                  <a:cubicBezTo>
                    <a:pt x="467" y="13497"/>
                    <a:pt x="567" y="13530"/>
                    <a:pt x="701" y="13530"/>
                  </a:cubicBezTo>
                  <a:cubicBezTo>
                    <a:pt x="868" y="13530"/>
                    <a:pt x="1034" y="13497"/>
                    <a:pt x="1201" y="13430"/>
                  </a:cubicBezTo>
                  <a:lnTo>
                    <a:pt x="9774" y="8460"/>
                  </a:lnTo>
                  <a:cubicBezTo>
                    <a:pt x="10374" y="8093"/>
                    <a:pt x="10741" y="7426"/>
                    <a:pt x="10775" y="6725"/>
                  </a:cubicBezTo>
                  <a:lnTo>
                    <a:pt x="10775" y="854"/>
                  </a:lnTo>
                  <a:cubicBezTo>
                    <a:pt x="10848" y="364"/>
                    <a:pt x="10454" y="0"/>
                    <a:pt x="1004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49"/>
            <p:cNvSpPr/>
            <p:nvPr/>
          </p:nvSpPr>
          <p:spPr>
            <a:xfrm>
              <a:off x="5785125" y="2310400"/>
              <a:ext cx="182675" cy="108475"/>
            </a:xfrm>
            <a:custGeom>
              <a:rect b="b" l="l" r="r" t="t"/>
              <a:pathLst>
                <a:path extrusionOk="0" h="4339" w="7307">
                  <a:moveTo>
                    <a:pt x="7152" y="0"/>
                  </a:moveTo>
                  <a:cubicBezTo>
                    <a:pt x="7124" y="0"/>
                    <a:pt x="7096" y="11"/>
                    <a:pt x="7073" y="35"/>
                  </a:cubicBezTo>
                  <a:lnTo>
                    <a:pt x="101" y="4038"/>
                  </a:lnTo>
                  <a:cubicBezTo>
                    <a:pt x="34" y="4071"/>
                    <a:pt x="1" y="4171"/>
                    <a:pt x="34" y="4271"/>
                  </a:cubicBezTo>
                  <a:cubicBezTo>
                    <a:pt x="68" y="4305"/>
                    <a:pt x="134" y="4338"/>
                    <a:pt x="201" y="4338"/>
                  </a:cubicBezTo>
                  <a:cubicBezTo>
                    <a:pt x="201" y="4338"/>
                    <a:pt x="234" y="4338"/>
                    <a:pt x="268" y="4305"/>
                  </a:cubicBezTo>
                  <a:lnTo>
                    <a:pt x="7206" y="302"/>
                  </a:lnTo>
                  <a:cubicBezTo>
                    <a:pt x="7306" y="269"/>
                    <a:pt x="7306" y="168"/>
                    <a:pt x="7273" y="102"/>
                  </a:cubicBezTo>
                  <a:cubicBezTo>
                    <a:pt x="7251" y="37"/>
                    <a:pt x="7202" y="0"/>
                    <a:pt x="715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49"/>
            <p:cNvSpPr/>
            <p:nvPr/>
          </p:nvSpPr>
          <p:spPr>
            <a:xfrm>
              <a:off x="5784300" y="2351625"/>
              <a:ext cx="183500" cy="108100"/>
            </a:xfrm>
            <a:custGeom>
              <a:rect b="b" l="l" r="r" t="t"/>
              <a:pathLst>
                <a:path extrusionOk="0" h="4324" w="7340">
                  <a:moveTo>
                    <a:pt x="7187" y="1"/>
                  </a:moveTo>
                  <a:cubicBezTo>
                    <a:pt x="7159" y="1"/>
                    <a:pt x="7130" y="8"/>
                    <a:pt x="7106" y="21"/>
                  </a:cubicBezTo>
                  <a:lnTo>
                    <a:pt x="134" y="4023"/>
                  </a:lnTo>
                  <a:cubicBezTo>
                    <a:pt x="1" y="4123"/>
                    <a:pt x="67" y="4324"/>
                    <a:pt x="234" y="4324"/>
                  </a:cubicBezTo>
                  <a:cubicBezTo>
                    <a:pt x="234" y="4324"/>
                    <a:pt x="267" y="4324"/>
                    <a:pt x="301" y="4290"/>
                  </a:cubicBezTo>
                  <a:lnTo>
                    <a:pt x="7239" y="287"/>
                  </a:lnTo>
                  <a:cubicBezTo>
                    <a:pt x="7339" y="254"/>
                    <a:pt x="7339" y="154"/>
                    <a:pt x="7306" y="87"/>
                  </a:cubicBezTo>
                  <a:cubicBezTo>
                    <a:pt x="7285" y="24"/>
                    <a:pt x="7237" y="1"/>
                    <a:pt x="718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49"/>
            <p:cNvSpPr/>
            <p:nvPr/>
          </p:nvSpPr>
          <p:spPr>
            <a:xfrm>
              <a:off x="5785125" y="2391825"/>
              <a:ext cx="182675" cy="108775"/>
            </a:xfrm>
            <a:custGeom>
              <a:rect b="b" l="l" r="r" t="t"/>
              <a:pathLst>
                <a:path extrusionOk="0" h="4351" w="7307">
                  <a:moveTo>
                    <a:pt x="7132" y="1"/>
                  </a:moveTo>
                  <a:cubicBezTo>
                    <a:pt x="7111" y="1"/>
                    <a:pt x="7091" y="5"/>
                    <a:pt x="7073" y="14"/>
                  </a:cubicBezTo>
                  <a:lnTo>
                    <a:pt x="101" y="4050"/>
                  </a:lnTo>
                  <a:cubicBezTo>
                    <a:pt x="34" y="4083"/>
                    <a:pt x="1" y="4183"/>
                    <a:pt x="34" y="4250"/>
                  </a:cubicBezTo>
                  <a:cubicBezTo>
                    <a:pt x="68" y="4317"/>
                    <a:pt x="134" y="4317"/>
                    <a:pt x="201" y="4350"/>
                  </a:cubicBezTo>
                  <a:lnTo>
                    <a:pt x="268" y="4350"/>
                  </a:lnTo>
                  <a:lnTo>
                    <a:pt x="7206" y="314"/>
                  </a:lnTo>
                  <a:cubicBezTo>
                    <a:pt x="7306" y="247"/>
                    <a:pt x="7306" y="147"/>
                    <a:pt x="7273" y="80"/>
                  </a:cubicBezTo>
                  <a:cubicBezTo>
                    <a:pt x="7248" y="32"/>
                    <a:pt x="7188" y="1"/>
                    <a:pt x="713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49"/>
            <p:cNvSpPr/>
            <p:nvPr/>
          </p:nvSpPr>
          <p:spPr>
            <a:xfrm>
              <a:off x="5294775" y="3726250"/>
              <a:ext cx="271200" cy="338800"/>
            </a:xfrm>
            <a:custGeom>
              <a:rect b="b" l="l" r="r" t="t"/>
              <a:pathLst>
                <a:path extrusionOk="0" h="13552" w="10848">
                  <a:moveTo>
                    <a:pt x="10090" y="307"/>
                  </a:moveTo>
                  <a:cubicBezTo>
                    <a:pt x="10153" y="307"/>
                    <a:pt x="10216" y="318"/>
                    <a:pt x="10275" y="342"/>
                  </a:cubicBezTo>
                  <a:cubicBezTo>
                    <a:pt x="10408" y="475"/>
                    <a:pt x="10475" y="642"/>
                    <a:pt x="10475" y="809"/>
                  </a:cubicBezTo>
                  <a:lnTo>
                    <a:pt x="10475" y="6713"/>
                  </a:lnTo>
                  <a:cubicBezTo>
                    <a:pt x="10442" y="7280"/>
                    <a:pt x="10108" y="7847"/>
                    <a:pt x="9641" y="8181"/>
                  </a:cubicBezTo>
                  <a:lnTo>
                    <a:pt x="1068" y="13118"/>
                  </a:lnTo>
                  <a:cubicBezTo>
                    <a:pt x="985" y="13192"/>
                    <a:pt x="888" y="13225"/>
                    <a:pt x="793" y="13225"/>
                  </a:cubicBezTo>
                  <a:cubicBezTo>
                    <a:pt x="549" y="13225"/>
                    <a:pt x="320" y="13006"/>
                    <a:pt x="368" y="12717"/>
                  </a:cubicBezTo>
                  <a:lnTo>
                    <a:pt x="368" y="6846"/>
                  </a:lnTo>
                  <a:cubicBezTo>
                    <a:pt x="401" y="6246"/>
                    <a:pt x="735" y="5712"/>
                    <a:pt x="1202" y="5379"/>
                  </a:cubicBezTo>
                  <a:lnTo>
                    <a:pt x="9775" y="409"/>
                  </a:lnTo>
                  <a:cubicBezTo>
                    <a:pt x="9861" y="344"/>
                    <a:pt x="9975" y="307"/>
                    <a:pt x="10090" y="307"/>
                  </a:cubicBezTo>
                  <a:close/>
                  <a:moveTo>
                    <a:pt x="10078" y="1"/>
                  </a:moveTo>
                  <a:cubicBezTo>
                    <a:pt x="9920" y="1"/>
                    <a:pt x="9756" y="54"/>
                    <a:pt x="9608" y="175"/>
                  </a:cubicBezTo>
                  <a:lnTo>
                    <a:pt x="1035" y="5079"/>
                  </a:lnTo>
                  <a:cubicBezTo>
                    <a:pt x="435" y="5479"/>
                    <a:pt x="68" y="6113"/>
                    <a:pt x="34" y="6846"/>
                  </a:cubicBezTo>
                  <a:lnTo>
                    <a:pt x="34" y="12717"/>
                  </a:lnTo>
                  <a:cubicBezTo>
                    <a:pt x="1" y="13018"/>
                    <a:pt x="134" y="13284"/>
                    <a:pt x="401" y="13451"/>
                  </a:cubicBezTo>
                  <a:cubicBezTo>
                    <a:pt x="501" y="13518"/>
                    <a:pt x="601" y="13551"/>
                    <a:pt x="701" y="13551"/>
                  </a:cubicBezTo>
                  <a:cubicBezTo>
                    <a:pt x="902" y="13551"/>
                    <a:pt x="1068" y="13485"/>
                    <a:pt x="1202" y="13418"/>
                  </a:cubicBezTo>
                  <a:lnTo>
                    <a:pt x="9775" y="8448"/>
                  </a:lnTo>
                  <a:cubicBezTo>
                    <a:pt x="10375" y="8081"/>
                    <a:pt x="10742" y="7414"/>
                    <a:pt x="10775" y="6713"/>
                  </a:cubicBezTo>
                  <a:lnTo>
                    <a:pt x="10775" y="842"/>
                  </a:lnTo>
                  <a:cubicBezTo>
                    <a:pt x="10848" y="361"/>
                    <a:pt x="10485" y="1"/>
                    <a:pt x="1007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49"/>
            <p:cNvSpPr/>
            <p:nvPr/>
          </p:nvSpPr>
          <p:spPr>
            <a:xfrm>
              <a:off x="5338975" y="3802025"/>
              <a:ext cx="183825" cy="107900"/>
            </a:xfrm>
            <a:custGeom>
              <a:rect b="b" l="l" r="r" t="t"/>
              <a:pathLst>
                <a:path extrusionOk="0" h="4316" w="7353">
                  <a:moveTo>
                    <a:pt x="7100" y="1"/>
                  </a:moveTo>
                  <a:cubicBezTo>
                    <a:pt x="7080" y="1"/>
                    <a:pt x="7060" y="5"/>
                    <a:pt x="7039" y="13"/>
                  </a:cubicBezTo>
                  <a:lnTo>
                    <a:pt x="101" y="4016"/>
                  </a:lnTo>
                  <a:cubicBezTo>
                    <a:pt x="1" y="4082"/>
                    <a:pt x="1" y="4182"/>
                    <a:pt x="34" y="4249"/>
                  </a:cubicBezTo>
                  <a:cubicBezTo>
                    <a:pt x="68" y="4282"/>
                    <a:pt x="101" y="4316"/>
                    <a:pt x="168" y="4316"/>
                  </a:cubicBezTo>
                  <a:lnTo>
                    <a:pt x="268" y="4316"/>
                  </a:lnTo>
                  <a:lnTo>
                    <a:pt x="7206" y="280"/>
                  </a:lnTo>
                  <a:cubicBezTo>
                    <a:pt x="7352" y="192"/>
                    <a:pt x="7242" y="1"/>
                    <a:pt x="710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49"/>
            <p:cNvSpPr/>
            <p:nvPr/>
          </p:nvSpPr>
          <p:spPr>
            <a:xfrm>
              <a:off x="5338975" y="3842700"/>
              <a:ext cx="182675" cy="108100"/>
            </a:xfrm>
            <a:custGeom>
              <a:rect b="b" l="l" r="r" t="t"/>
              <a:pathLst>
                <a:path extrusionOk="0" h="4324" w="7307">
                  <a:moveTo>
                    <a:pt x="7123" y="0"/>
                  </a:moveTo>
                  <a:cubicBezTo>
                    <a:pt x="7093" y="0"/>
                    <a:pt x="7064" y="8"/>
                    <a:pt x="7039" y="20"/>
                  </a:cubicBezTo>
                  <a:lnTo>
                    <a:pt x="101" y="4023"/>
                  </a:lnTo>
                  <a:cubicBezTo>
                    <a:pt x="1" y="4090"/>
                    <a:pt x="1" y="4157"/>
                    <a:pt x="34" y="4257"/>
                  </a:cubicBezTo>
                  <a:cubicBezTo>
                    <a:pt x="68" y="4290"/>
                    <a:pt x="101" y="4323"/>
                    <a:pt x="168" y="4323"/>
                  </a:cubicBezTo>
                  <a:lnTo>
                    <a:pt x="268" y="4323"/>
                  </a:lnTo>
                  <a:lnTo>
                    <a:pt x="7206" y="287"/>
                  </a:lnTo>
                  <a:cubicBezTo>
                    <a:pt x="7273" y="254"/>
                    <a:pt x="7306" y="154"/>
                    <a:pt x="7273" y="87"/>
                  </a:cubicBezTo>
                  <a:cubicBezTo>
                    <a:pt x="7230" y="24"/>
                    <a:pt x="7175" y="0"/>
                    <a:pt x="712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49"/>
            <p:cNvSpPr/>
            <p:nvPr/>
          </p:nvSpPr>
          <p:spPr>
            <a:xfrm>
              <a:off x="5338975" y="3883550"/>
              <a:ext cx="182675" cy="108100"/>
            </a:xfrm>
            <a:custGeom>
              <a:rect b="b" l="l" r="r" t="t"/>
              <a:pathLst>
                <a:path extrusionOk="0" h="4324" w="7307">
                  <a:moveTo>
                    <a:pt x="7123" y="1"/>
                  </a:moveTo>
                  <a:cubicBezTo>
                    <a:pt x="7093" y="1"/>
                    <a:pt x="7064" y="9"/>
                    <a:pt x="7039" y="21"/>
                  </a:cubicBezTo>
                  <a:lnTo>
                    <a:pt x="101" y="4024"/>
                  </a:lnTo>
                  <a:cubicBezTo>
                    <a:pt x="1" y="4090"/>
                    <a:pt x="1" y="4157"/>
                    <a:pt x="34" y="4257"/>
                  </a:cubicBezTo>
                  <a:cubicBezTo>
                    <a:pt x="68" y="4290"/>
                    <a:pt x="101" y="4324"/>
                    <a:pt x="168" y="4324"/>
                  </a:cubicBezTo>
                  <a:cubicBezTo>
                    <a:pt x="201" y="4324"/>
                    <a:pt x="234" y="4324"/>
                    <a:pt x="268" y="4290"/>
                  </a:cubicBezTo>
                  <a:lnTo>
                    <a:pt x="7206" y="288"/>
                  </a:lnTo>
                  <a:cubicBezTo>
                    <a:pt x="7273" y="254"/>
                    <a:pt x="7306" y="154"/>
                    <a:pt x="7273" y="87"/>
                  </a:cubicBezTo>
                  <a:cubicBezTo>
                    <a:pt x="7230" y="24"/>
                    <a:pt x="7175" y="1"/>
                    <a:pt x="712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49"/>
            <p:cNvSpPr/>
            <p:nvPr/>
          </p:nvSpPr>
          <p:spPr>
            <a:xfrm>
              <a:off x="3495175" y="4514325"/>
              <a:ext cx="271175" cy="338775"/>
            </a:xfrm>
            <a:custGeom>
              <a:rect b="b" l="l" r="r" t="t"/>
              <a:pathLst>
                <a:path extrusionOk="0" h="13551" w="10847">
                  <a:moveTo>
                    <a:pt x="10144" y="328"/>
                  </a:moveTo>
                  <a:cubicBezTo>
                    <a:pt x="10180" y="328"/>
                    <a:pt x="10227" y="351"/>
                    <a:pt x="10274" y="375"/>
                  </a:cubicBezTo>
                  <a:cubicBezTo>
                    <a:pt x="10408" y="475"/>
                    <a:pt x="10474" y="642"/>
                    <a:pt x="10474" y="842"/>
                  </a:cubicBezTo>
                  <a:lnTo>
                    <a:pt x="10474" y="6713"/>
                  </a:lnTo>
                  <a:cubicBezTo>
                    <a:pt x="10408" y="7313"/>
                    <a:pt x="10107" y="7847"/>
                    <a:pt x="9640" y="8180"/>
                  </a:cubicBezTo>
                  <a:lnTo>
                    <a:pt x="1068" y="13151"/>
                  </a:lnTo>
                  <a:cubicBezTo>
                    <a:pt x="976" y="13206"/>
                    <a:pt x="884" y="13230"/>
                    <a:pt x="792" y="13230"/>
                  </a:cubicBezTo>
                  <a:cubicBezTo>
                    <a:pt x="717" y="13230"/>
                    <a:pt x="642" y="13214"/>
                    <a:pt x="567" y="13184"/>
                  </a:cubicBezTo>
                  <a:cubicBezTo>
                    <a:pt x="434" y="13084"/>
                    <a:pt x="334" y="12917"/>
                    <a:pt x="367" y="12750"/>
                  </a:cubicBezTo>
                  <a:lnTo>
                    <a:pt x="367" y="6846"/>
                  </a:lnTo>
                  <a:cubicBezTo>
                    <a:pt x="400" y="6246"/>
                    <a:pt x="701" y="5712"/>
                    <a:pt x="1201" y="5378"/>
                  </a:cubicBezTo>
                  <a:lnTo>
                    <a:pt x="9774" y="441"/>
                  </a:lnTo>
                  <a:cubicBezTo>
                    <a:pt x="9874" y="375"/>
                    <a:pt x="9974" y="341"/>
                    <a:pt x="10107" y="341"/>
                  </a:cubicBezTo>
                  <a:cubicBezTo>
                    <a:pt x="10117" y="332"/>
                    <a:pt x="10130" y="328"/>
                    <a:pt x="10144" y="328"/>
                  </a:cubicBezTo>
                  <a:close/>
                  <a:moveTo>
                    <a:pt x="10062" y="0"/>
                  </a:moveTo>
                  <a:cubicBezTo>
                    <a:pt x="9906" y="0"/>
                    <a:pt x="9746" y="54"/>
                    <a:pt x="9607" y="175"/>
                  </a:cubicBezTo>
                  <a:lnTo>
                    <a:pt x="1034" y="5111"/>
                  </a:lnTo>
                  <a:cubicBezTo>
                    <a:pt x="434" y="5478"/>
                    <a:pt x="67" y="6146"/>
                    <a:pt x="34" y="6846"/>
                  </a:cubicBezTo>
                  <a:lnTo>
                    <a:pt x="34" y="12750"/>
                  </a:lnTo>
                  <a:cubicBezTo>
                    <a:pt x="0" y="13017"/>
                    <a:pt x="134" y="13317"/>
                    <a:pt x="367" y="13484"/>
                  </a:cubicBezTo>
                  <a:cubicBezTo>
                    <a:pt x="467" y="13517"/>
                    <a:pt x="567" y="13551"/>
                    <a:pt x="701" y="13551"/>
                  </a:cubicBezTo>
                  <a:cubicBezTo>
                    <a:pt x="867" y="13551"/>
                    <a:pt x="1034" y="13517"/>
                    <a:pt x="1201" y="13417"/>
                  </a:cubicBezTo>
                  <a:lnTo>
                    <a:pt x="9774" y="8447"/>
                  </a:lnTo>
                  <a:cubicBezTo>
                    <a:pt x="10374" y="8080"/>
                    <a:pt x="10741" y="7413"/>
                    <a:pt x="10775" y="6713"/>
                  </a:cubicBezTo>
                  <a:lnTo>
                    <a:pt x="10775" y="842"/>
                  </a:lnTo>
                  <a:cubicBezTo>
                    <a:pt x="10847" y="360"/>
                    <a:pt x="10467" y="0"/>
                    <a:pt x="1006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49"/>
            <p:cNvSpPr/>
            <p:nvPr/>
          </p:nvSpPr>
          <p:spPr>
            <a:xfrm>
              <a:off x="3538525" y="4590900"/>
              <a:ext cx="183750" cy="107925"/>
            </a:xfrm>
            <a:custGeom>
              <a:rect b="b" l="l" r="r" t="t"/>
              <a:pathLst>
                <a:path extrusionOk="0" h="4317" w="7350">
                  <a:moveTo>
                    <a:pt x="7138" y="0"/>
                  </a:moveTo>
                  <a:cubicBezTo>
                    <a:pt x="7117" y="0"/>
                    <a:pt x="7095" y="5"/>
                    <a:pt x="7072" y="14"/>
                  </a:cubicBezTo>
                  <a:lnTo>
                    <a:pt x="101" y="4017"/>
                  </a:lnTo>
                  <a:cubicBezTo>
                    <a:pt x="34" y="4050"/>
                    <a:pt x="1" y="4150"/>
                    <a:pt x="34" y="4217"/>
                  </a:cubicBezTo>
                  <a:cubicBezTo>
                    <a:pt x="67" y="4283"/>
                    <a:pt x="134" y="4317"/>
                    <a:pt x="201" y="4317"/>
                  </a:cubicBezTo>
                  <a:cubicBezTo>
                    <a:pt x="201" y="4317"/>
                    <a:pt x="234" y="4317"/>
                    <a:pt x="268" y="4283"/>
                  </a:cubicBezTo>
                  <a:lnTo>
                    <a:pt x="7206" y="281"/>
                  </a:lnTo>
                  <a:cubicBezTo>
                    <a:pt x="7350" y="165"/>
                    <a:pt x="7270" y="0"/>
                    <a:pt x="713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49"/>
            <p:cNvSpPr/>
            <p:nvPr/>
          </p:nvSpPr>
          <p:spPr>
            <a:xfrm>
              <a:off x="3538525" y="4631750"/>
              <a:ext cx="183750" cy="107950"/>
            </a:xfrm>
            <a:custGeom>
              <a:rect b="b" l="l" r="r" t="t"/>
              <a:pathLst>
                <a:path extrusionOk="0" h="4318" w="7350">
                  <a:moveTo>
                    <a:pt x="7138" y="1"/>
                  </a:moveTo>
                  <a:cubicBezTo>
                    <a:pt x="7117" y="1"/>
                    <a:pt x="7095" y="5"/>
                    <a:pt x="7072" y="14"/>
                  </a:cubicBezTo>
                  <a:lnTo>
                    <a:pt x="101" y="4017"/>
                  </a:lnTo>
                  <a:cubicBezTo>
                    <a:pt x="34" y="4050"/>
                    <a:pt x="1" y="4150"/>
                    <a:pt x="34" y="4217"/>
                  </a:cubicBezTo>
                  <a:cubicBezTo>
                    <a:pt x="67" y="4284"/>
                    <a:pt x="134" y="4317"/>
                    <a:pt x="201" y="4317"/>
                  </a:cubicBezTo>
                  <a:cubicBezTo>
                    <a:pt x="201" y="4317"/>
                    <a:pt x="234" y="4317"/>
                    <a:pt x="268" y="4284"/>
                  </a:cubicBezTo>
                  <a:lnTo>
                    <a:pt x="7206" y="281"/>
                  </a:lnTo>
                  <a:cubicBezTo>
                    <a:pt x="7350" y="166"/>
                    <a:pt x="7270" y="1"/>
                    <a:pt x="713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49"/>
            <p:cNvSpPr/>
            <p:nvPr/>
          </p:nvSpPr>
          <p:spPr>
            <a:xfrm>
              <a:off x="3538525" y="4672050"/>
              <a:ext cx="182650" cy="108500"/>
            </a:xfrm>
            <a:custGeom>
              <a:rect b="b" l="l" r="r" t="t"/>
              <a:pathLst>
                <a:path extrusionOk="0" h="4340" w="7306">
                  <a:moveTo>
                    <a:pt x="7158" y="0"/>
                  </a:moveTo>
                  <a:cubicBezTo>
                    <a:pt x="7128" y="0"/>
                    <a:pt x="7098" y="11"/>
                    <a:pt x="7072" y="37"/>
                  </a:cubicBezTo>
                  <a:lnTo>
                    <a:pt x="101" y="4040"/>
                  </a:lnTo>
                  <a:cubicBezTo>
                    <a:pt x="34" y="4073"/>
                    <a:pt x="1" y="4173"/>
                    <a:pt x="34" y="4240"/>
                  </a:cubicBezTo>
                  <a:cubicBezTo>
                    <a:pt x="67" y="4306"/>
                    <a:pt x="134" y="4340"/>
                    <a:pt x="201" y="4340"/>
                  </a:cubicBezTo>
                  <a:cubicBezTo>
                    <a:pt x="201" y="4340"/>
                    <a:pt x="234" y="4340"/>
                    <a:pt x="268" y="4306"/>
                  </a:cubicBezTo>
                  <a:lnTo>
                    <a:pt x="7206" y="304"/>
                  </a:lnTo>
                  <a:cubicBezTo>
                    <a:pt x="7306" y="237"/>
                    <a:pt x="7306" y="170"/>
                    <a:pt x="7273" y="70"/>
                  </a:cubicBezTo>
                  <a:cubicBezTo>
                    <a:pt x="7252" y="29"/>
                    <a:pt x="7206" y="0"/>
                    <a:pt x="715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49"/>
            <p:cNvSpPr/>
            <p:nvPr/>
          </p:nvSpPr>
          <p:spPr>
            <a:xfrm>
              <a:off x="4530075" y="1997525"/>
              <a:ext cx="271175" cy="338775"/>
            </a:xfrm>
            <a:custGeom>
              <a:rect b="b" l="l" r="r" t="t"/>
              <a:pathLst>
                <a:path extrusionOk="0" h="13551" w="10847">
                  <a:moveTo>
                    <a:pt x="10022" y="334"/>
                  </a:moveTo>
                  <a:cubicBezTo>
                    <a:pt x="10274" y="334"/>
                    <a:pt x="10513" y="553"/>
                    <a:pt x="10441" y="842"/>
                  </a:cubicBezTo>
                  <a:lnTo>
                    <a:pt x="10441" y="6713"/>
                  </a:lnTo>
                  <a:cubicBezTo>
                    <a:pt x="10408" y="7313"/>
                    <a:pt x="10108" y="7847"/>
                    <a:pt x="9607" y="8180"/>
                  </a:cubicBezTo>
                  <a:lnTo>
                    <a:pt x="1034" y="13150"/>
                  </a:lnTo>
                  <a:cubicBezTo>
                    <a:pt x="954" y="13222"/>
                    <a:pt x="863" y="13252"/>
                    <a:pt x="773" y="13252"/>
                  </a:cubicBezTo>
                  <a:cubicBezTo>
                    <a:pt x="526" y="13252"/>
                    <a:pt x="294" y="13019"/>
                    <a:pt x="367" y="12750"/>
                  </a:cubicBezTo>
                  <a:lnTo>
                    <a:pt x="367" y="6846"/>
                  </a:lnTo>
                  <a:cubicBezTo>
                    <a:pt x="401" y="6279"/>
                    <a:pt x="701" y="5712"/>
                    <a:pt x="1201" y="5378"/>
                  </a:cubicBezTo>
                  <a:lnTo>
                    <a:pt x="9741" y="441"/>
                  </a:lnTo>
                  <a:cubicBezTo>
                    <a:pt x="9825" y="367"/>
                    <a:pt x="9924" y="334"/>
                    <a:pt x="10022" y="334"/>
                  </a:cubicBezTo>
                  <a:close/>
                  <a:moveTo>
                    <a:pt x="10063" y="0"/>
                  </a:moveTo>
                  <a:cubicBezTo>
                    <a:pt x="9906" y="0"/>
                    <a:pt x="9747" y="54"/>
                    <a:pt x="9607" y="175"/>
                  </a:cubicBezTo>
                  <a:lnTo>
                    <a:pt x="1034" y="5111"/>
                  </a:lnTo>
                  <a:cubicBezTo>
                    <a:pt x="434" y="5512"/>
                    <a:pt x="67" y="6145"/>
                    <a:pt x="34" y="6846"/>
                  </a:cubicBezTo>
                  <a:lnTo>
                    <a:pt x="34" y="12750"/>
                  </a:lnTo>
                  <a:cubicBezTo>
                    <a:pt x="0" y="13017"/>
                    <a:pt x="134" y="13317"/>
                    <a:pt x="367" y="13484"/>
                  </a:cubicBezTo>
                  <a:cubicBezTo>
                    <a:pt x="467" y="13551"/>
                    <a:pt x="567" y="13551"/>
                    <a:pt x="701" y="13551"/>
                  </a:cubicBezTo>
                  <a:cubicBezTo>
                    <a:pt x="868" y="13551"/>
                    <a:pt x="1034" y="13517"/>
                    <a:pt x="1201" y="13451"/>
                  </a:cubicBezTo>
                  <a:lnTo>
                    <a:pt x="9774" y="8480"/>
                  </a:lnTo>
                  <a:cubicBezTo>
                    <a:pt x="10341" y="8080"/>
                    <a:pt x="10741" y="7446"/>
                    <a:pt x="10775" y="6713"/>
                  </a:cubicBezTo>
                  <a:lnTo>
                    <a:pt x="10775" y="842"/>
                  </a:lnTo>
                  <a:cubicBezTo>
                    <a:pt x="10847" y="360"/>
                    <a:pt x="10467" y="0"/>
                    <a:pt x="1006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49"/>
            <p:cNvSpPr/>
            <p:nvPr/>
          </p:nvSpPr>
          <p:spPr>
            <a:xfrm>
              <a:off x="4573425" y="2073875"/>
              <a:ext cx="184400" cy="108150"/>
            </a:xfrm>
            <a:custGeom>
              <a:rect b="b" l="l" r="r" t="t"/>
              <a:pathLst>
                <a:path extrusionOk="0" h="4326" w="7376">
                  <a:moveTo>
                    <a:pt x="7128" y="1"/>
                  </a:moveTo>
                  <a:cubicBezTo>
                    <a:pt x="7100" y="1"/>
                    <a:pt x="7070" y="7"/>
                    <a:pt x="7039" y="23"/>
                  </a:cubicBezTo>
                  <a:lnTo>
                    <a:pt x="101" y="4025"/>
                  </a:lnTo>
                  <a:cubicBezTo>
                    <a:pt x="34" y="4059"/>
                    <a:pt x="1" y="4159"/>
                    <a:pt x="34" y="4259"/>
                  </a:cubicBezTo>
                  <a:cubicBezTo>
                    <a:pt x="68" y="4292"/>
                    <a:pt x="134" y="4326"/>
                    <a:pt x="201" y="4326"/>
                  </a:cubicBezTo>
                  <a:cubicBezTo>
                    <a:pt x="201" y="4326"/>
                    <a:pt x="234" y="4326"/>
                    <a:pt x="268" y="4292"/>
                  </a:cubicBezTo>
                  <a:lnTo>
                    <a:pt x="7206" y="289"/>
                  </a:lnTo>
                  <a:cubicBezTo>
                    <a:pt x="7376" y="205"/>
                    <a:pt x="7282" y="1"/>
                    <a:pt x="712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49"/>
            <p:cNvSpPr/>
            <p:nvPr/>
          </p:nvSpPr>
          <p:spPr>
            <a:xfrm>
              <a:off x="4573425" y="2114150"/>
              <a:ext cx="184875" cy="108750"/>
            </a:xfrm>
            <a:custGeom>
              <a:rect b="b" l="l" r="r" t="t"/>
              <a:pathLst>
                <a:path extrusionOk="0" h="4350" w="7395">
                  <a:moveTo>
                    <a:pt x="7153" y="0"/>
                  </a:moveTo>
                  <a:cubicBezTo>
                    <a:pt x="7117" y="0"/>
                    <a:pt x="7078" y="14"/>
                    <a:pt x="7039" y="46"/>
                  </a:cubicBezTo>
                  <a:lnTo>
                    <a:pt x="101" y="4049"/>
                  </a:lnTo>
                  <a:cubicBezTo>
                    <a:pt x="34" y="4082"/>
                    <a:pt x="1" y="4182"/>
                    <a:pt x="34" y="4282"/>
                  </a:cubicBezTo>
                  <a:cubicBezTo>
                    <a:pt x="68" y="4316"/>
                    <a:pt x="134" y="4349"/>
                    <a:pt x="201" y="4349"/>
                  </a:cubicBezTo>
                  <a:cubicBezTo>
                    <a:pt x="201" y="4349"/>
                    <a:pt x="234" y="4349"/>
                    <a:pt x="268" y="4316"/>
                  </a:cubicBezTo>
                  <a:lnTo>
                    <a:pt x="7206" y="313"/>
                  </a:lnTo>
                  <a:cubicBezTo>
                    <a:pt x="7394" y="232"/>
                    <a:pt x="7301" y="0"/>
                    <a:pt x="715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49"/>
            <p:cNvSpPr/>
            <p:nvPr/>
          </p:nvSpPr>
          <p:spPr>
            <a:xfrm>
              <a:off x="4573425" y="2155850"/>
              <a:ext cx="183825" cy="107900"/>
            </a:xfrm>
            <a:custGeom>
              <a:rect b="b" l="l" r="r" t="t"/>
              <a:pathLst>
                <a:path extrusionOk="0" h="4316" w="7353">
                  <a:moveTo>
                    <a:pt x="7109" y="1"/>
                  </a:moveTo>
                  <a:cubicBezTo>
                    <a:pt x="7087" y="1"/>
                    <a:pt x="7064" y="4"/>
                    <a:pt x="7039" y="13"/>
                  </a:cubicBezTo>
                  <a:lnTo>
                    <a:pt x="101" y="4015"/>
                  </a:lnTo>
                  <a:cubicBezTo>
                    <a:pt x="34" y="4049"/>
                    <a:pt x="1" y="4149"/>
                    <a:pt x="34" y="4249"/>
                  </a:cubicBezTo>
                  <a:cubicBezTo>
                    <a:pt x="68" y="4282"/>
                    <a:pt x="134" y="4316"/>
                    <a:pt x="201" y="4316"/>
                  </a:cubicBezTo>
                  <a:lnTo>
                    <a:pt x="268" y="4316"/>
                  </a:lnTo>
                  <a:lnTo>
                    <a:pt x="7206" y="279"/>
                  </a:lnTo>
                  <a:cubicBezTo>
                    <a:pt x="7353" y="192"/>
                    <a:pt x="7268" y="1"/>
                    <a:pt x="710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49"/>
            <p:cNvSpPr/>
            <p:nvPr/>
          </p:nvSpPr>
          <p:spPr>
            <a:xfrm>
              <a:off x="3527700" y="1049250"/>
              <a:ext cx="140950" cy="179600"/>
            </a:xfrm>
            <a:custGeom>
              <a:rect b="b" l="l" r="r" t="t"/>
              <a:pathLst>
                <a:path extrusionOk="0" h="7184" w="5638">
                  <a:moveTo>
                    <a:pt x="3970" y="445"/>
                  </a:moveTo>
                  <a:cubicBezTo>
                    <a:pt x="4170" y="445"/>
                    <a:pt x="4370" y="479"/>
                    <a:pt x="4537" y="579"/>
                  </a:cubicBezTo>
                  <a:cubicBezTo>
                    <a:pt x="4970" y="845"/>
                    <a:pt x="5204" y="1346"/>
                    <a:pt x="5204" y="2080"/>
                  </a:cubicBezTo>
                  <a:cubicBezTo>
                    <a:pt x="5104" y="3848"/>
                    <a:pt x="4170" y="5449"/>
                    <a:pt x="2702" y="6416"/>
                  </a:cubicBezTo>
                  <a:cubicBezTo>
                    <a:pt x="2327" y="6633"/>
                    <a:pt x="1975" y="6745"/>
                    <a:pt x="1661" y="6745"/>
                  </a:cubicBezTo>
                  <a:cubicBezTo>
                    <a:pt x="1444" y="6745"/>
                    <a:pt x="1245" y="6692"/>
                    <a:pt x="1068" y="6583"/>
                  </a:cubicBezTo>
                  <a:cubicBezTo>
                    <a:pt x="667" y="6349"/>
                    <a:pt x="434" y="5816"/>
                    <a:pt x="434" y="5082"/>
                  </a:cubicBezTo>
                  <a:cubicBezTo>
                    <a:pt x="500" y="3347"/>
                    <a:pt x="1434" y="1713"/>
                    <a:pt x="2936" y="779"/>
                  </a:cubicBezTo>
                  <a:cubicBezTo>
                    <a:pt x="3236" y="579"/>
                    <a:pt x="3603" y="445"/>
                    <a:pt x="3970" y="445"/>
                  </a:cubicBezTo>
                  <a:close/>
                  <a:moveTo>
                    <a:pt x="3969" y="1"/>
                  </a:moveTo>
                  <a:cubicBezTo>
                    <a:pt x="3575" y="1"/>
                    <a:pt x="3144" y="129"/>
                    <a:pt x="2702" y="378"/>
                  </a:cubicBezTo>
                  <a:cubicBezTo>
                    <a:pt x="1101" y="1446"/>
                    <a:pt x="100" y="3181"/>
                    <a:pt x="0" y="5082"/>
                  </a:cubicBezTo>
                  <a:cubicBezTo>
                    <a:pt x="0" y="5983"/>
                    <a:pt x="300" y="6650"/>
                    <a:pt x="867" y="6950"/>
                  </a:cubicBezTo>
                  <a:cubicBezTo>
                    <a:pt x="1101" y="7083"/>
                    <a:pt x="1368" y="7183"/>
                    <a:pt x="1635" y="7183"/>
                  </a:cubicBezTo>
                  <a:cubicBezTo>
                    <a:pt x="2102" y="7150"/>
                    <a:pt x="2535" y="7017"/>
                    <a:pt x="2936" y="6783"/>
                  </a:cubicBezTo>
                  <a:cubicBezTo>
                    <a:pt x="4537" y="5749"/>
                    <a:pt x="5537" y="3981"/>
                    <a:pt x="5637" y="2080"/>
                  </a:cubicBezTo>
                  <a:cubicBezTo>
                    <a:pt x="5637" y="1212"/>
                    <a:pt x="5337" y="545"/>
                    <a:pt x="4770" y="212"/>
                  </a:cubicBezTo>
                  <a:cubicBezTo>
                    <a:pt x="4530" y="70"/>
                    <a:pt x="4259" y="1"/>
                    <a:pt x="396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49"/>
            <p:cNvSpPr/>
            <p:nvPr/>
          </p:nvSpPr>
          <p:spPr>
            <a:xfrm>
              <a:off x="3559375" y="1089175"/>
              <a:ext cx="77575" cy="99500"/>
            </a:xfrm>
            <a:custGeom>
              <a:rect b="b" l="l" r="r" t="t"/>
              <a:pathLst>
                <a:path extrusionOk="0" h="3980" w="3103">
                  <a:moveTo>
                    <a:pt x="2251" y="0"/>
                  </a:moveTo>
                  <a:cubicBezTo>
                    <a:pt x="2044" y="0"/>
                    <a:pt x="1812" y="70"/>
                    <a:pt x="1568" y="216"/>
                  </a:cubicBezTo>
                  <a:cubicBezTo>
                    <a:pt x="634" y="816"/>
                    <a:pt x="67" y="1817"/>
                    <a:pt x="1" y="2884"/>
                  </a:cubicBezTo>
                  <a:cubicBezTo>
                    <a:pt x="1" y="3578"/>
                    <a:pt x="378" y="3980"/>
                    <a:pt x="899" y="3980"/>
                  </a:cubicBezTo>
                  <a:cubicBezTo>
                    <a:pt x="1104" y="3980"/>
                    <a:pt x="1332" y="3917"/>
                    <a:pt x="1568" y="3785"/>
                  </a:cubicBezTo>
                  <a:cubicBezTo>
                    <a:pt x="2469" y="3185"/>
                    <a:pt x="3036" y="2184"/>
                    <a:pt x="3103" y="1117"/>
                  </a:cubicBezTo>
                  <a:cubicBezTo>
                    <a:pt x="3103" y="408"/>
                    <a:pt x="2752" y="0"/>
                    <a:pt x="225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49"/>
            <p:cNvSpPr/>
            <p:nvPr/>
          </p:nvSpPr>
          <p:spPr>
            <a:xfrm>
              <a:off x="3415950" y="582075"/>
              <a:ext cx="357775" cy="431625"/>
            </a:xfrm>
            <a:custGeom>
              <a:rect b="b" l="l" r="r" t="t"/>
              <a:pathLst>
                <a:path extrusionOk="0" h="17265" w="14311">
                  <a:moveTo>
                    <a:pt x="13619" y="322"/>
                  </a:moveTo>
                  <a:cubicBezTo>
                    <a:pt x="13841" y="322"/>
                    <a:pt x="14047" y="530"/>
                    <a:pt x="13977" y="786"/>
                  </a:cubicBezTo>
                  <a:lnTo>
                    <a:pt x="13977" y="8391"/>
                  </a:lnTo>
                  <a:cubicBezTo>
                    <a:pt x="13910" y="8958"/>
                    <a:pt x="13610" y="9492"/>
                    <a:pt x="13143" y="9792"/>
                  </a:cubicBezTo>
                  <a:lnTo>
                    <a:pt x="8873" y="12261"/>
                  </a:lnTo>
                  <a:lnTo>
                    <a:pt x="7639" y="16530"/>
                  </a:lnTo>
                  <a:cubicBezTo>
                    <a:pt x="7639" y="16564"/>
                    <a:pt x="7606" y="16597"/>
                    <a:pt x="7572" y="16597"/>
                  </a:cubicBezTo>
                  <a:cubicBezTo>
                    <a:pt x="7539" y="16597"/>
                    <a:pt x="7506" y="16564"/>
                    <a:pt x="7506" y="16530"/>
                  </a:cubicBezTo>
                  <a:lnTo>
                    <a:pt x="6305" y="13762"/>
                  </a:lnTo>
                  <a:lnTo>
                    <a:pt x="1001" y="16797"/>
                  </a:lnTo>
                  <a:cubicBezTo>
                    <a:pt x="915" y="16862"/>
                    <a:pt x="815" y="16899"/>
                    <a:pt x="710" y="16899"/>
                  </a:cubicBezTo>
                  <a:cubicBezTo>
                    <a:pt x="652" y="16899"/>
                    <a:pt x="593" y="16888"/>
                    <a:pt x="534" y="16864"/>
                  </a:cubicBezTo>
                  <a:cubicBezTo>
                    <a:pt x="401" y="16764"/>
                    <a:pt x="334" y="16597"/>
                    <a:pt x="367" y="16464"/>
                  </a:cubicBezTo>
                  <a:lnTo>
                    <a:pt x="367" y="8858"/>
                  </a:lnTo>
                  <a:cubicBezTo>
                    <a:pt x="401" y="8291"/>
                    <a:pt x="701" y="7757"/>
                    <a:pt x="1168" y="7457"/>
                  </a:cubicBezTo>
                  <a:lnTo>
                    <a:pt x="13310" y="419"/>
                  </a:lnTo>
                  <a:lnTo>
                    <a:pt x="13343" y="452"/>
                  </a:lnTo>
                  <a:cubicBezTo>
                    <a:pt x="13424" y="361"/>
                    <a:pt x="13523" y="322"/>
                    <a:pt x="13619" y="322"/>
                  </a:cubicBezTo>
                  <a:close/>
                  <a:moveTo>
                    <a:pt x="13582" y="0"/>
                  </a:moveTo>
                  <a:cubicBezTo>
                    <a:pt x="13426" y="0"/>
                    <a:pt x="13274" y="44"/>
                    <a:pt x="13143" y="119"/>
                  </a:cubicBezTo>
                  <a:lnTo>
                    <a:pt x="1001" y="7157"/>
                  </a:lnTo>
                  <a:cubicBezTo>
                    <a:pt x="401" y="7524"/>
                    <a:pt x="34" y="8158"/>
                    <a:pt x="0" y="8858"/>
                  </a:cubicBezTo>
                  <a:lnTo>
                    <a:pt x="0" y="16464"/>
                  </a:lnTo>
                  <a:cubicBezTo>
                    <a:pt x="0" y="16730"/>
                    <a:pt x="134" y="16997"/>
                    <a:pt x="367" y="17164"/>
                  </a:cubicBezTo>
                  <a:cubicBezTo>
                    <a:pt x="467" y="17231"/>
                    <a:pt x="567" y="17264"/>
                    <a:pt x="667" y="17264"/>
                  </a:cubicBezTo>
                  <a:cubicBezTo>
                    <a:pt x="868" y="17231"/>
                    <a:pt x="1034" y="17197"/>
                    <a:pt x="1168" y="17097"/>
                  </a:cubicBezTo>
                  <a:lnTo>
                    <a:pt x="6138" y="14262"/>
                  </a:lnTo>
                  <a:lnTo>
                    <a:pt x="7172" y="16697"/>
                  </a:lnTo>
                  <a:cubicBezTo>
                    <a:pt x="7251" y="16856"/>
                    <a:pt x="7406" y="16931"/>
                    <a:pt x="7560" y="16931"/>
                  </a:cubicBezTo>
                  <a:cubicBezTo>
                    <a:pt x="7731" y="16931"/>
                    <a:pt x="7903" y="16839"/>
                    <a:pt x="7973" y="16664"/>
                  </a:cubicBezTo>
                  <a:lnTo>
                    <a:pt x="9173" y="12527"/>
                  </a:lnTo>
                  <a:lnTo>
                    <a:pt x="13310" y="10092"/>
                  </a:lnTo>
                  <a:cubicBezTo>
                    <a:pt x="13910" y="9725"/>
                    <a:pt x="14277" y="9092"/>
                    <a:pt x="14310" y="8391"/>
                  </a:cubicBezTo>
                  <a:lnTo>
                    <a:pt x="14310" y="786"/>
                  </a:lnTo>
                  <a:cubicBezTo>
                    <a:pt x="14310" y="519"/>
                    <a:pt x="14177" y="219"/>
                    <a:pt x="13944" y="85"/>
                  </a:cubicBezTo>
                  <a:cubicBezTo>
                    <a:pt x="13827" y="27"/>
                    <a:pt x="13703" y="0"/>
                    <a:pt x="1358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49"/>
            <p:cNvSpPr/>
            <p:nvPr/>
          </p:nvSpPr>
          <p:spPr>
            <a:xfrm>
              <a:off x="3485150" y="692600"/>
              <a:ext cx="220150" cy="129300"/>
            </a:xfrm>
            <a:custGeom>
              <a:rect b="b" l="l" r="r" t="t"/>
              <a:pathLst>
                <a:path extrusionOk="0" h="5172" w="8806">
                  <a:moveTo>
                    <a:pt x="8574" y="1"/>
                  </a:moveTo>
                  <a:cubicBezTo>
                    <a:pt x="8543" y="1"/>
                    <a:pt x="8509" y="11"/>
                    <a:pt x="8474" y="34"/>
                  </a:cubicBezTo>
                  <a:lnTo>
                    <a:pt x="134" y="4837"/>
                  </a:lnTo>
                  <a:cubicBezTo>
                    <a:pt x="34" y="4904"/>
                    <a:pt x="1" y="5004"/>
                    <a:pt x="68" y="5071"/>
                  </a:cubicBezTo>
                  <a:cubicBezTo>
                    <a:pt x="101" y="5138"/>
                    <a:pt x="134" y="5171"/>
                    <a:pt x="201" y="5171"/>
                  </a:cubicBezTo>
                  <a:cubicBezTo>
                    <a:pt x="234" y="5171"/>
                    <a:pt x="268" y="5171"/>
                    <a:pt x="301" y="5138"/>
                  </a:cubicBezTo>
                  <a:lnTo>
                    <a:pt x="8640" y="334"/>
                  </a:lnTo>
                  <a:cubicBezTo>
                    <a:pt x="8806" y="224"/>
                    <a:pt x="8721" y="1"/>
                    <a:pt x="857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49"/>
            <p:cNvSpPr/>
            <p:nvPr/>
          </p:nvSpPr>
          <p:spPr>
            <a:xfrm>
              <a:off x="3485150" y="733150"/>
              <a:ext cx="219350" cy="129600"/>
            </a:xfrm>
            <a:custGeom>
              <a:rect b="b" l="l" r="r" t="t"/>
              <a:pathLst>
                <a:path extrusionOk="0" h="5184" w="8774">
                  <a:moveTo>
                    <a:pt x="8553" y="0"/>
                  </a:moveTo>
                  <a:cubicBezTo>
                    <a:pt x="8527" y="0"/>
                    <a:pt x="8500" y="4"/>
                    <a:pt x="8474" y="13"/>
                  </a:cubicBezTo>
                  <a:lnTo>
                    <a:pt x="134" y="4850"/>
                  </a:lnTo>
                  <a:cubicBezTo>
                    <a:pt x="34" y="4883"/>
                    <a:pt x="1" y="4983"/>
                    <a:pt x="68" y="5083"/>
                  </a:cubicBezTo>
                  <a:cubicBezTo>
                    <a:pt x="101" y="5150"/>
                    <a:pt x="134" y="5184"/>
                    <a:pt x="201" y="5184"/>
                  </a:cubicBezTo>
                  <a:cubicBezTo>
                    <a:pt x="234" y="5184"/>
                    <a:pt x="268" y="5150"/>
                    <a:pt x="301" y="5150"/>
                  </a:cubicBezTo>
                  <a:lnTo>
                    <a:pt x="8640" y="313"/>
                  </a:lnTo>
                  <a:cubicBezTo>
                    <a:pt x="8740" y="280"/>
                    <a:pt x="8774" y="147"/>
                    <a:pt x="8707" y="80"/>
                  </a:cubicBezTo>
                  <a:cubicBezTo>
                    <a:pt x="8683" y="31"/>
                    <a:pt x="8623" y="0"/>
                    <a:pt x="855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49"/>
            <p:cNvSpPr/>
            <p:nvPr/>
          </p:nvSpPr>
          <p:spPr>
            <a:xfrm>
              <a:off x="3485150" y="773500"/>
              <a:ext cx="220150" cy="129275"/>
            </a:xfrm>
            <a:custGeom>
              <a:rect b="b" l="l" r="r" t="t"/>
              <a:pathLst>
                <a:path extrusionOk="0" h="5171" w="8806">
                  <a:moveTo>
                    <a:pt x="8574" y="0"/>
                  </a:moveTo>
                  <a:cubicBezTo>
                    <a:pt x="8543" y="0"/>
                    <a:pt x="8509" y="10"/>
                    <a:pt x="8474" y="34"/>
                  </a:cubicBezTo>
                  <a:lnTo>
                    <a:pt x="134" y="4837"/>
                  </a:lnTo>
                  <a:cubicBezTo>
                    <a:pt x="34" y="4904"/>
                    <a:pt x="1" y="5004"/>
                    <a:pt x="68" y="5071"/>
                  </a:cubicBezTo>
                  <a:cubicBezTo>
                    <a:pt x="101" y="5137"/>
                    <a:pt x="134" y="5171"/>
                    <a:pt x="201" y="5171"/>
                  </a:cubicBezTo>
                  <a:cubicBezTo>
                    <a:pt x="234" y="5171"/>
                    <a:pt x="268" y="5171"/>
                    <a:pt x="301" y="5137"/>
                  </a:cubicBezTo>
                  <a:lnTo>
                    <a:pt x="8640" y="334"/>
                  </a:lnTo>
                  <a:cubicBezTo>
                    <a:pt x="8806" y="224"/>
                    <a:pt x="8721" y="0"/>
                    <a:pt x="857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49"/>
            <p:cNvSpPr/>
            <p:nvPr/>
          </p:nvSpPr>
          <p:spPr>
            <a:xfrm>
              <a:off x="2327675" y="942775"/>
              <a:ext cx="73400" cy="162650"/>
            </a:xfrm>
            <a:custGeom>
              <a:rect b="b" l="l" r="r" t="t"/>
              <a:pathLst>
                <a:path extrusionOk="0" h="6506" w="2936">
                  <a:moveTo>
                    <a:pt x="2702" y="1"/>
                  </a:moveTo>
                  <a:lnTo>
                    <a:pt x="0" y="1535"/>
                  </a:lnTo>
                  <a:lnTo>
                    <a:pt x="0" y="3136"/>
                  </a:lnTo>
                  <a:lnTo>
                    <a:pt x="1168" y="5438"/>
                  </a:lnTo>
                  <a:cubicBezTo>
                    <a:pt x="1168" y="5471"/>
                    <a:pt x="1201" y="5505"/>
                    <a:pt x="1234" y="5505"/>
                  </a:cubicBezTo>
                  <a:lnTo>
                    <a:pt x="2936" y="6506"/>
                  </a:lnTo>
                  <a:lnTo>
                    <a:pt x="1835" y="4104"/>
                  </a:lnTo>
                  <a:lnTo>
                    <a:pt x="2702" y="1569"/>
                  </a:lnTo>
                  <a:lnTo>
                    <a:pt x="270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49"/>
            <p:cNvSpPr/>
            <p:nvPr/>
          </p:nvSpPr>
          <p:spPr>
            <a:xfrm>
              <a:off x="2327675" y="942775"/>
              <a:ext cx="73400" cy="162650"/>
            </a:xfrm>
            <a:custGeom>
              <a:rect b="b" l="l" r="r" t="t"/>
              <a:pathLst>
                <a:path extrusionOk="0" h="6506" w="2936">
                  <a:moveTo>
                    <a:pt x="2702" y="1"/>
                  </a:moveTo>
                  <a:lnTo>
                    <a:pt x="0" y="1535"/>
                  </a:lnTo>
                  <a:lnTo>
                    <a:pt x="0" y="3136"/>
                  </a:lnTo>
                  <a:lnTo>
                    <a:pt x="1168" y="5438"/>
                  </a:lnTo>
                  <a:cubicBezTo>
                    <a:pt x="1168" y="5471"/>
                    <a:pt x="1201" y="5505"/>
                    <a:pt x="1234" y="5505"/>
                  </a:cubicBezTo>
                  <a:lnTo>
                    <a:pt x="2936" y="6506"/>
                  </a:lnTo>
                  <a:lnTo>
                    <a:pt x="1835" y="4104"/>
                  </a:lnTo>
                  <a:lnTo>
                    <a:pt x="2702" y="1569"/>
                  </a:lnTo>
                  <a:lnTo>
                    <a:pt x="270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49"/>
            <p:cNvSpPr/>
            <p:nvPr/>
          </p:nvSpPr>
          <p:spPr>
            <a:xfrm>
              <a:off x="2210075" y="581475"/>
              <a:ext cx="352775" cy="524075"/>
            </a:xfrm>
            <a:custGeom>
              <a:rect b="b" l="l" r="r" t="t"/>
              <a:pathLst>
                <a:path extrusionOk="0" h="20963" w="14111">
                  <a:moveTo>
                    <a:pt x="11813" y="1"/>
                  </a:moveTo>
                  <a:cubicBezTo>
                    <a:pt x="11534" y="1"/>
                    <a:pt x="11259" y="59"/>
                    <a:pt x="11009" y="176"/>
                  </a:cubicBezTo>
                  <a:lnTo>
                    <a:pt x="835" y="6080"/>
                  </a:lnTo>
                  <a:cubicBezTo>
                    <a:pt x="368" y="6380"/>
                    <a:pt x="34" y="6914"/>
                    <a:pt x="1" y="7481"/>
                  </a:cubicBezTo>
                  <a:lnTo>
                    <a:pt x="1" y="18656"/>
                  </a:lnTo>
                  <a:cubicBezTo>
                    <a:pt x="34" y="19223"/>
                    <a:pt x="368" y="19757"/>
                    <a:pt x="835" y="20057"/>
                  </a:cubicBezTo>
                  <a:lnTo>
                    <a:pt x="1502" y="20457"/>
                  </a:lnTo>
                  <a:cubicBezTo>
                    <a:pt x="1752" y="20591"/>
                    <a:pt x="2036" y="20657"/>
                    <a:pt x="2319" y="20657"/>
                  </a:cubicBezTo>
                  <a:cubicBezTo>
                    <a:pt x="2603" y="20657"/>
                    <a:pt x="2886" y="20591"/>
                    <a:pt x="3136" y="20457"/>
                  </a:cubicBezTo>
                  <a:lnTo>
                    <a:pt x="6405" y="18556"/>
                  </a:lnTo>
                  <a:lnTo>
                    <a:pt x="7573" y="20891"/>
                  </a:lnTo>
                  <a:cubicBezTo>
                    <a:pt x="7604" y="20937"/>
                    <a:pt x="7664" y="20962"/>
                    <a:pt x="7725" y="20962"/>
                  </a:cubicBezTo>
                  <a:cubicBezTo>
                    <a:pt x="7797" y="20962"/>
                    <a:pt x="7871" y="20929"/>
                    <a:pt x="7906" y="20857"/>
                  </a:cubicBezTo>
                  <a:lnTo>
                    <a:pt x="9141" y="16988"/>
                  </a:lnTo>
                  <a:lnTo>
                    <a:pt x="13310" y="14553"/>
                  </a:lnTo>
                  <a:cubicBezTo>
                    <a:pt x="13777" y="14253"/>
                    <a:pt x="14078" y="13719"/>
                    <a:pt x="14111" y="13152"/>
                  </a:cubicBezTo>
                  <a:lnTo>
                    <a:pt x="14111" y="1977"/>
                  </a:lnTo>
                  <a:cubicBezTo>
                    <a:pt x="14078" y="1410"/>
                    <a:pt x="13777" y="876"/>
                    <a:pt x="13310" y="576"/>
                  </a:cubicBezTo>
                  <a:lnTo>
                    <a:pt x="12643" y="176"/>
                  </a:lnTo>
                  <a:cubicBezTo>
                    <a:pt x="12376" y="59"/>
                    <a:pt x="12093" y="1"/>
                    <a:pt x="1181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49"/>
            <p:cNvSpPr/>
            <p:nvPr/>
          </p:nvSpPr>
          <p:spPr>
            <a:xfrm>
              <a:off x="2210925" y="747650"/>
              <a:ext cx="74225" cy="349875"/>
            </a:xfrm>
            <a:custGeom>
              <a:rect b="b" l="l" r="r" t="t"/>
              <a:pathLst>
                <a:path extrusionOk="0" h="13995" w="2969">
                  <a:moveTo>
                    <a:pt x="2969" y="13877"/>
                  </a:moveTo>
                  <a:cubicBezTo>
                    <a:pt x="2964" y="13878"/>
                    <a:pt x="2960" y="13880"/>
                    <a:pt x="2955" y="13882"/>
                  </a:cubicBezTo>
                  <a:lnTo>
                    <a:pt x="2955" y="13882"/>
                  </a:lnTo>
                  <a:cubicBezTo>
                    <a:pt x="2960" y="13880"/>
                    <a:pt x="2964" y="13879"/>
                    <a:pt x="2969" y="13877"/>
                  </a:cubicBezTo>
                  <a:close/>
                  <a:moveTo>
                    <a:pt x="267" y="0"/>
                  </a:moveTo>
                  <a:cubicBezTo>
                    <a:pt x="100" y="267"/>
                    <a:pt x="34" y="534"/>
                    <a:pt x="34" y="801"/>
                  </a:cubicBezTo>
                  <a:lnTo>
                    <a:pt x="0" y="12009"/>
                  </a:lnTo>
                  <a:cubicBezTo>
                    <a:pt x="34" y="12576"/>
                    <a:pt x="334" y="13110"/>
                    <a:pt x="834" y="13410"/>
                  </a:cubicBezTo>
                  <a:lnTo>
                    <a:pt x="1501" y="13810"/>
                  </a:lnTo>
                  <a:cubicBezTo>
                    <a:pt x="1754" y="13937"/>
                    <a:pt x="2027" y="13995"/>
                    <a:pt x="2298" y="13995"/>
                  </a:cubicBezTo>
                  <a:cubicBezTo>
                    <a:pt x="2522" y="13995"/>
                    <a:pt x="2745" y="13955"/>
                    <a:pt x="2955" y="13882"/>
                  </a:cubicBezTo>
                  <a:lnTo>
                    <a:pt x="2955" y="13882"/>
                  </a:lnTo>
                  <a:cubicBezTo>
                    <a:pt x="2885" y="13906"/>
                    <a:pt x="2818" y="13917"/>
                    <a:pt x="2755" y="13917"/>
                  </a:cubicBezTo>
                  <a:cubicBezTo>
                    <a:pt x="2492" y="13917"/>
                    <a:pt x="2302" y="13715"/>
                    <a:pt x="2302" y="13343"/>
                  </a:cubicBezTo>
                  <a:lnTo>
                    <a:pt x="2302" y="2135"/>
                  </a:lnTo>
                  <a:cubicBezTo>
                    <a:pt x="2302" y="1835"/>
                    <a:pt x="2402" y="1568"/>
                    <a:pt x="2535" y="1335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49"/>
            <p:cNvSpPr/>
            <p:nvPr/>
          </p:nvSpPr>
          <p:spPr>
            <a:xfrm>
              <a:off x="2216750" y="581700"/>
              <a:ext cx="345275" cy="200150"/>
            </a:xfrm>
            <a:custGeom>
              <a:rect b="b" l="l" r="r" t="t"/>
              <a:pathLst>
                <a:path extrusionOk="0" h="8006" w="13811">
                  <a:moveTo>
                    <a:pt x="11546" y="0"/>
                  </a:moveTo>
                  <a:cubicBezTo>
                    <a:pt x="11267" y="0"/>
                    <a:pt x="10992" y="67"/>
                    <a:pt x="10742" y="200"/>
                  </a:cubicBezTo>
                  <a:lnTo>
                    <a:pt x="568" y="6071"/>
                  </a:lnTo>
                  <a:cubicBezTo>
                    <a:pt x="334" y="6238"/>
                    <a:pt x="134" y="6438"/>
                    <a:pt x="1" y="6705"/>
                  </a:cubicBezTo>
                  <a:lnTo>
                    <a:pt x="2302" y="8006"/>
                  </a:lnTo>
                  <a:cubicBezTo>
                    <a:pt x="2436" y="7739"/>
                    <a:pt x="2636" y="7539"/>
                    <a:pt x="2869" y="7372"/>
                  </a:cubicBezTo>
                  <a:lnTo>
                    <a:pt x="13043" y="1501"/>
                  </a:lnTo>
                  <a:cubicBezTo>
                    <a:pt x="13171" y="1432"/>
                    <a:pt x="13290" y="1399"/>
                    <a:pt x="13395" y="1399"/>
                  </a:cubicBezTo>
                  <a:cubicBezTo>
                    <a:pt x="13594" y="1399"/>
                    <a:pt x="13745" y="1517"/>
                    <a:pt x="13811" y="1735"/>
                  </a:cubicBezTo>
                  <a:cubicBezTo>
                    <a:pt x="13710" y="1268"/>
                    <a:pt x="13444" y="834"/>
                    <a:pt x="13043" y="601"/>
                  </a:cubicBezTo>
                  <a:lnTo>
                    <a:pt x="12376" y="200"/>
                  </a:lnTo>
                  <a:cubicBezTo>
                    <a:pt x="12109" y="67"/>
                    <a:pt x="11826" y="0"/>
                    <a:pt x="115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49"/>
            <p:cNvSpPr/>
            <p:nvPr/>
          </p:nvSpPr>
          <p:spPr>
            <a:xfrm>
              <a:off x="2312650" y="723450"/>
              <a:ext cx="206000" cy="273575"/>
            </a:xfrm>
            <a:custGeom>
              <a:rect b="b" l="l" r="r" t="t"/>
              <a:pathLst>
                <a:path extrusionOk="0" h="10943" w="8240">
                  <a:moveTo>
                    <a:pt x="4914" y="3061"/>
                  </a:moveTo>
                  <a:cubicBezTo>
                    <a:pt x="4955" y="3061"/>
                    <a:pt x="4996" y="3064"/>
                    <a:pt x="5038" y="3070"/>
                  </a:cubicBezTo>
                  <a:lnTo>
                    <a:pt x="5138" y="3070"/>
                  </a:lnTo>
                  <a:cubicBezTo>
                    <a:pt x="5438" y="3103"/>
                    <a:pt x="5705" y="3303"/>
                    <a:pt x="5838" y="3603"/>
                  </a:cubicBezTo>
                  <a:cubicBezTo>
                    <a:pt x="6239" y="4437"/>
                    <a:pt x="5772" y="5972"/>
                    <a:pt x="4871" y="6939"/>
                  </a:cubicBezTo>
                  <a:cubicBezTo>
                    <a:pt x="4537" y="7339"/>
                    <a:pt x="4104" y="7606"/>
                    <a:pt x="3637" y="7773"/>
                  </a:cubicBezTo>
                  <a:lnTo>
                    <a:pt x="3303" y="7773"/>
                  </a:lnTo>
                  <a:cubicBezTo>
                    <a:pt x="2936" y="7740"/>
                    <a:pt x="2603" y="7540"/>
                    <a:pt x="2469" y="7173"/>
                  </a:cubicBezTo>
                  <a:cubicBezTo>
                    <a:pt x="2402" y="7039"/>
                    <a:pt x="2336" y="6872"/>
                    <a:pt x="2336" y="6706"/>
                  </a:cubicBezTo>
                  <a:cubicBezTo>
                    <a:pt x="2336" y="6606"/>
                    <a:pt x="2336" y="6539"/>
                    <a:pt x="2336" y="6439"/>
                  </a:cubicBezTo>
                  <a:cubicBezTo>
                    <a:pt x="2402" y="5471"/>
                    <a:pt x="2803" y="4571"/>
                    <a:pt x="3470" y="3870"/>
                  </a:cubicBezTo>
                  <a:cubicBezTo>
                    <a:pt x="3670" y="3637"/>
                    <a:pt x="3904" y="3470"/>
                    <a:pt x="4137" y="3303"/>
                  </a:cubicBezTo>
                  <a:cubicBezTo>
                    <a:pt x="4237" y="3270"/>
                    <a:pt x="4304" y="3237"/>
                    <a:pt x="4371" y="3203"/>
                  </a:cubicBezTo>
                  <a:cubicBezTo>
                    <a:pt x="4535" y="3121"/>
                    <a:pt x="4722" y="3061"/>
                    <a:pt x="4914" y="3061"/>
                  </a:cubicBezTo>
                  <a:close/>
                  <a:moveTo>
                    <a:pt x="6172" y="1"/>
                  </a:moveTo>
                  <a:lnTo>
                    <a:pt x="5271" y="101"/>
                  </a:lnTo>
                  <a:cubicBezTo>
                    <a:pt x="5171" y="101"/>
                    <a:pt x="5104" y="168"/>
                    <a:pt x="5071" y="234"/>
                  </a:cubicBezTo>
                  <a:lnTo>
                    <a:pt x="4571" y="1535"/>
                  </a:lnTo>
                  <a:cubicBezTo>
                    <a:pt x="4537" y="1635"/>
                    <a:pt x="4471" y="1702"/>
                    <a:pt x="4371" y="1735"/>
                  </a:cubicBezTo>
                  <a:cubicBezTo>
                    <a:pt x="4170" y="1836"/>
                    <a:pt x="4004" y="1936"/>
                    <a:pt x="3803" y="2069"/>
                  </a:cubicBezTo>
                  <a:cubicBezTo>
                    <a:pt x="3770" y="2102"/>
                    <a:pt x="3737" y="2119"/>
                    <a:pt x="3708" y="2119"/>
                  </a:cubicBezTo>
                  <a:cubicBezTo>
                    <a:pt x="3678" y="2119"/>
                    <a:pt x="3653" y="2102"/>
                    <a:pt x="3637" y="2069"/>
                  </a:cubicBezTo>
                  <a:lnTo>
                    <a:pt x="3170" y="1369"/>
                  </a:lnTo>
                  <a:cubicBezTo>
                    <a:pt x="3156" y="1340"/>
                    <a:pt x="3130" y="1330"/>
                    <a:pt x="3102" y="1330"/>
                  </a:cubicBezTo>
                  <a:cubicBezTo>
                    <a:pt x="3064" y="1330"/>
                    <a:pt x="3022" y="1349"/>
                    <a:pt x="3003" y="1369"/>
                  </a:cubicBezTo>
                  <a:lnTo>
                    <a:pt x="2002" y="2436"/>
                  </a:lnTo>
                  <a:cubicBezTo>
                    <a:pt x="1935" y="2503"/>
                    <a:pt x="1902" y="2569"/>
                    <a:pt x="1902" y="2636"/>
                  </a:cubicBezTo>
                  <a:lnTo>
                    <a:pt x="2202" y="3603"/>
                  </a:lnTo>
                  <a:cubicBezTo>
                    <a:pt x="2202" y="3670"/>
                    <a:pt x="2202" y="3737"/>
                    <a:pt x="2136" y="3804"/>
                  </a:cubicBezTo>
                  <a:cubicBezTo>
                    <a:pt x="1969" y="4070"/>
                    <a:pt x="1835" y="4337"/>
                    <a:pt x="1702" y="4604"/>
                  </a:cubicBezTo>
                  <a:cubicBezTo>
                    <a:pt x="1635" y="4704"/>
                    <a:pt x="1569" y="4738"/>
                    <a:pt x="1468" y="4771"/>
                  </a:cubicBezTo>
                  <a:lnTo>
                    <a:pt x="635" y="4971"/>
                  </a:lnTo>
                  <a:cubicBezTo>
                    <a:pt x="534" y="5004"/>
                    <a:pt x="468" y="5071"/>
                    <a:pt x="434" y="5138"/>
                  </a:cubicBezTo>
                  <a:lnTo>
                    <a:pt x="34" y="6572"/>
                  </a:lnTo>
                  <a:cubicBezTo>
                    <a:pt x="1" y="6639"/>
                    <a:pt x="67" y="6706"/>
                    <a:pt x="134" y="6706"/>
                  </a:cubicBezTo>
                  <a:lnTo>
                    <a:pt x="901" y="6772"/>
                  </a:lnTo>
                  <a:cubicBezTo>
                    <a:pt x="914" y="6766"/>
                    <a:pt x="926" y="6764"/>
                    <a:pt x="938" y="6764"/>
                  </a:cubicBezTo>
                  <a:cubicBezTo>
                    <a:pt x="990" y="6764"/>
                    <a:pt x="1035" y="6818"/>
                    <a:pt x="1035" y="6872"/>
                  </a:cubicBezTo>
                  <a:cubicBezTo>
                    <a:pt x="1001" y="7139"/>
                    <a:pt x="1001" y="7373"/>
                    <a:pt x="1035" y="7640"/>
                  </a:cubicBezTo>
                  <a:cubicBezTo>
                    <a:pt x="1035" y="7706"/>
                    <a:pt x="1001" y="7806"/>
                    <a:pt x="968" y="7873"/>
                  </a:cubicBezTo>
                  <a:lnTo>
                    <a:pt x="67" y="8907"/>
                  </a:lnTo>
                  <a:cubicBezTo>
                    <a:pt x="34" y="8974"/>
                    <a:pt x="1" y="9041"/>
                    <a:pt x="34" y="9141"/>
                  </a:cubicBezTo>
                  <a:lnTo>
                    <a:pt x="434" y="10041"/>
                  </a:lnTo>
                  <a:cubicBezTo>
                    <a:pt x="468" y="10041"/>
                    <a:pt x="468" y="10075"/>
                    <a:pt x="468" y="10075"/>
                  </a:cubicBezTo>
                  <a:lnTo>
                    <a:pt x="501" y="10075"/>
                  </a:lnTo>
                  <a:cubicBezTo>
                    <a:pt x="534" y="10075"/>
                    <a:pt x="568" y="10041"/>
                    <a:pt x="601" y="10041"/>
                  </a:cubicBezTo>
                  <a:lnTo>
                    <a:pt x="1535" y="9207"/>
                  </a:lnTo>
                  <a:cubicBezTo>
                    <a:pt x="1584" y="9159"/>
                    <a:pt x="1633" y="9128"/>
                    <a:pt x="1682" y="9128"/>
                  </a:cubicBezTo>
                  <a:cubicBezTo>
                    <a:pt x="1700" y="9128"/>
                    <a:pt x="1717" y="9132"/>
                    <a:pt x="1735" y="9141"/>
                  </a:cubicBezTo>
                  <a:cubicBezTo>
                    <a:pt x="1869" y="9241"/>
                    <a:pt x="2002" y="9341"/>
                    <a:pt x="2169" y="9374"/>
                  </a:cubicBezTo>
                  <a:cubicBezTo>
                    <a:pt x="2236" y="9408"/>
                    <a:pt x="2269" y="9474"/>
                    <a:pt x="2236" y="9541"/>
                  </a:cubicBezTo>
                  <a:lnTo>
                    <a:pt x="1969" y="10842"/>
                  </a:lnTo>
                  <a:cubicBezTo>
                    <a:pt x="1935" y="10875"/>
                    <a:pt x="1969" y="10909"/>
                    <a:pt x="2002" y="10942"/>
                  </a:cubicBezTo>
                  <a:lnTo>
                    <a:pt x="2102" y="10942"/>
                  </a:lnTo>
                  <a:lnTo>
                    <a:pt x="3003" y="10842"/>
                  </a:lnTo>
                  <a:cubicBezTo>
                    <a:pt x="3070" y="10842"/>
                    <a:pt x="3136" y="10775"/>
                    <a:pt x="3203" y="10709"/>
                  </a:cubicBezTo>
                  <a:lnTo>
                    <a:pt x="3670" y="9408"/>
                  </a:lnTo>
                  <a:cubicBezTo>
                    <a:pt x="3737" y="9308"/>
                    <a:pt x="3803" y="9241"/>
                    <a:pt x="3870" y="9207"/>
                  </a:cubicBezTo>
                  <a:cubicBezTo>
                    <a:pt x="3970" y="9141"/>
                    <a:pt x="4070" y="9107"/>
                    <a:pt x="4170" y="9041"/>
                  </a:cubicBezTo>
                  <a:cubicBezTo>
                    <a:pt x="4270" y="9007"/>
                    <a:pt x="4337" y="8941"/>
                    <a:pt x="4437" y="8874"/>
                  </a:cubicBezTo>
                  <a:cubicBezTo>
                    <a:pt x="4487" y="8841"/>
                    <a:pt x="4529" y="8824"/>
                    <a:pt x="4562" y="8824"/>
                  </a:cubicBezTo>
                  <a:cubicBezTo>
                    <a:pt x="4596" y="8824"/>
                    <a:pt x="4621" y="8841"/>
                    <a:pt x="4637" y="8874"/>
                  </a:cubicBezTo>
                  <a:lnTo>
                    <a:pt x="5104" y="9574"/>
                  </a:lnTo>
                  <a:cubicBezTo>
                    <a:pt x="5114" y="9584"/>
                    <a:pt x="5127" y="9588"/>
                    <a:pt x="5141" y="9588"/>
                  </a:cubicBezTo>
                  <a:cubicBezTo>
                    <a:pt x="5174" y="9588"/>
                    <a:pt x="5214" y="9565"/>
                    <a:pt x="5238" y="9541"/>
                  </a:cubicBezTo>
                  <a:lnTo>
                    <a:pt x="6239" y="8507"/>
                  </a:lnTo>
                  <a:cubicBezTo>
                    <a:pt x="6305" y="8440"/>
                    <a:pt x="6339" y="8340"/>
                    <a:pt x="6305" y="8273"/>
                  </a:cubicBezTo>
                  <a:lnTo>
                    <a:pt x="6038" y="7339"/>
                  </a:lnTo>
                  <a:cubicBezTo>
                    <a:pt x="6038" y="7273"/>
                    <a:pt x="6038" y="7173"/>
                    <a:pt x="6105" y="7106"/>
                  </a:cubicBezTo>
                  <a:cubicBezTo>
                    <a:pt x="6272" y="6839"/>
                    <a:pt x="6405" y="6572"/>
                    <a:pt x="6539" y="6305"/>
                  </a:cubicBezTo>
                  <a:cubicBezTo>
                    <a:pt x="6605" y="6239"/>
                    <a:pt x="6672" y="6172"/>
                    <a:pt x="6772" y="6172"/>
                  </a:cubicBezTo>
                  <a:lnTo>
                    <a:pt x="7606" y="5938"/>
                  </a:lnTo>
                  <a:cubicBezTo>
                    <a:pt x="7673" y="5938"/>
                    <a:pt x="7773" y="5872"/>
                    <a:pt x="7806" y="5805"/>
                  </a:cubicBezTo>
                  <a:lnTo>
                    <a:pt x="8207" y="4337"/>
                  </a:lnTo>
                  <a:cubicBezTo>
                    <a:pt x="8240" y="4304"/>
                    <a:pt x="8207" y="4271"/>
                    <a:pt x="8173" y="4237"/>
                  </a:cubicBezTo>
                  <a:lnTo>
                    <a:pt x="8140" y="4237"/>
                  </a:lnTo>
                  <a:lnTo>
                    <a:pt x="7339" y="4204"/>
                  </a:lnTo>
                  <a:cubicBezTo>
                    <a:pt x="7273" y="4204"/>
                    <a:pt x="7206" y="4137"/>
                    <a:pt x="7239" y="4070"/>
                  </a:cubicBezTo>
                  <a:lnTo>
                    <a:pt x="7239" y="3704"/>
                  </a:lnTo>
                  <a:lnTo>
                    <a:pt x="7239" y="3303"/>
                  </a:lnTo>
                  <a:cubicBezTo>
                    <a:pt x="7239" y="3237"/>
                    <a:pt x="7239" y="3136"/>
                    <a:pt x="7306" y="3070"/>
                  </a:cubicBezTo>
                  <a:lnTo>
                    <a:pt x="8173" y="2036"/>
                  </a:lnTo>
                  <a:cubicBezTo>
                    <a:pt x="8240" y="1969"/>
                    <a:pt x="8240" y="1902"/>
                    <a:pt x="8240" y="1802"/>
                  </a:cubicBezTo>
                  <a:lnTo>
                    <a:pt x="7806" y="902"/>
                  </a:lnTo>
                  <a:cubicBezTo>
                    <a:pt x="7806" y="902"/>
                    <a:pt x="7806" y="868"/>
                    <a:pt x="7773" y="868"/>
                  </a:cubicBezTo>
                  <a:cubicBezTo>
                    <a:pt x="7740" y="868"/>
                    <a:pt x="7706" y="868"/>
                    <a:pt x="7640" y="902"/>
                  </a:cubicBezTo>
                  <a:lnTo>
                    <a:pt x="6739" y="1735"/>
                  </a:lnTo>
                  <a:cubicBezTo>
                    <a:pt x="6698" y="1777"/>
                    <a:pt x="6656" y="1805"/>
                    <a:pt x="6615" y="1805"/>
                  </a:cubicBezTo>
                  <a:cubicBezTo>
                    <a:pt x="6590" y="1805"/>
                    <a:pt x="6564" y="1794"/>
                    <a:pt x="6539" y="1769"/>
                  </a:cubicBezTo>
                  <a:cubicBezTo>
                    <a:pt x="6405" y="1669"/>
                    <a:pt x="6272" y="1602"/>
                    <a:pt x="6105" y="1569"/>
                  </a:cubicBezTo>
                  <a:cubicBezTo>
                    <a:pt x="6038" y="1535"/>
                    <a:pt x="6005" y="1469"/>
                    <a:pt x="6005" y="1402"/>
                  </a:cubicBezTo>
                  <a:lnTo>
                    <a:pt x="6305" y="101"/>
                  </a:lnTo>
                  <a:cubicBezTo>
                    <a:pt x="6305" y="68"/>
                    <a:pt x="6305" y="34"/>
                    <a:pt x="62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7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p50"/>
          <p:cNvSpPr txBox="1"/>
          <p:nvPr>
            <p:ph idx="1" type="body"/>
          </p:nvPr>
        </p:nvSpPr>
        <p:spPr>
          <a:xfrm>
            <a:off x="171125" y="372288"/>
            <a:ext cx="4846500" cy="47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de activos</a:t>
            </a:r>
            <a:endParaRPr b="1"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Alta de equipos</a:t>
            </a:r>
            <a:br>
              <a:rPr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• Modificación</a:t>
            </a:r>
            <a:br>
              <a:rPr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• Consulta</a:t>
            </a:r>
            <a:br>
              <a:rPr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• Eliminación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de incidencias</a:t>
            </a:r>
            <a:endParaRPr b="1"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Registro</a:t>
            </a:r>
            <a:br>
              <a:rPr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• Seguimiento</a:t>
            </a:r>
            <a:br>
              <a:rPr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• Resolución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9" name="Google Shape;1969;p50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5900" y="896930"/>
            <a:ext cx="4768550" cy="3179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3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51"/>
          <p:cNvSpPr txBox="1"/>
          <p:nvPr>
            <p:ph idx="1" type="body"/>
          </p:nvPr>
        </p:nvSpPr>
        <p:spPr>
          <a:xfrm>
            <a:off x="113975" y="372288"/>
            <a:ext cx="4846500" cy="47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Movimientos de inventario</a:t>
            </a:r>
            <a:endParaRPr b="1"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Cambios de ubicación</a:t>
            </a:r>
            <a:br>
              <a:rPr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• Historial de movimientos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Seguridad</a:t>
            </a:r>
            <a:endParaRPr b="1"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Inicio de sesión</a:t>
            </a:r>
            <a:br>
              <a:rPr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• Autenticación JWT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 QR</a:t>
            </a:r>
            <a:endParaRPr b="1"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Identificación rápida</a:t>
            </a:r>
            <a:br>
              <a:rPr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• Acceso directo a la información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5" name="Google Shape;1975;p51" title="images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275" y="1047750"/>
            <a:ext cx="4846500" cy="284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9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p52"/>
          <p:cNvSpPr txBox="1"/>
          <p:nvPr>
            <p:ph idx="2" type="title"/>
          </p:nvPr>
        </p:nvSpPr>
        <p:spPr>
          <a:xfrm flipH="1">
            <a:off x="616300" y="3795175"/>
            <a:ext cx="1635300" cy="988500"/>
          </a:xfrm>
          <a:prstGeom prst="rect">
            <a:avLst/>
          </a:prstGeom>
        </p:spPr>
        <p:txBody>
          <a:bodyPr anchorCtr="0" anchor="b" bIns="91425" lIns="91425" spcFirstLastPara="1" rIns="11255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06</a:t>
            </a:r>
            <a:endParaRPr/>
          </a:p>
        </p:txBody>
      </p:sp>
      <p:sp>
        <p:nvSpPr>
          <p:cNvPr id="1981" name="Google Shape;1981;p52"/>
          <p:cNvSpPr txBox="1"/>
          <p:nvPr>
            <p:ph type="title"/>
          </p:nvPr>
        </p:nvSpPr>
        <p:spPr>
          <a:xfrm flipH="1">
            <a:off x="0" y="1286525"/>
            <a:ext cx="8287500" cy="26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00">
                <a:solidFill>
                  <a:schemeClr val="dk1"/>
                </a:solidFill>
              </a:rPr>
              <a:t>DEMO</a:t>
            </a:r>
            <a:endParaRPr sz="8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700">
                <a:solidFill>
                  <a:schemeClr val="dk1"/>
                </a:solidFill>
              </a:rPr>
              <a:t> </a:t>
            </a:r>
            <a:endParaRPr sz="4700">
              <a:solidFill>
                <a:schemeClr val="dk1"/>
              </a:solidFill>
            </a:endParaRPr>
          </a:p>
        </p:txBody>
      </p:sp>
      <p:grpSp>
        <p:nvGrpSpPr>
          <p:cNvPr id="1982" name="Google Shape;1982;p52"/>
          <p:cNvGrpSpPr/>
          <p:nvPr/>
        </p:nvGrpSpPr>
        <p:grpSpPr>
          <a:xfrm>
            <a:off x="5313079" y="871955"/>
            <a:ext cx="3093441" cy="2952953"/>
            <a:chOff x="1410350" y="458825"/>
            <a:chExt cx="4602650" cy="4394275"/>
          </a:xfrm>
        </p:grpSpPr>
        <p:sp>
          <p:nvSpPr>
            <p:cNvPr id="1983" name="Google Shape;1983;p52"/>
            <p:cNvSpPr/>
            <p:nvPr/>
          </p:nvSpPr>
          <p:spPr>
            <a:xfrm>
              <a:off x="1758925" y="3935750"/>
              <a:ext cx="1210050" cy="698875"/>
            </a:xfrm>
            <a:custGeom>
              <a:rect b="b" l="l" r="r" t="t"/>
              <a:pathLst>
                <a:path extrusionOk="0" h="27955" w="48402">
                  <a:moveTo>
                    <a:pt x="24185" y="1"/>
                  </a:moveTo>
                  <a:cubicBezTo>
                    <a:pt x="10842" y="1"/>
                    <a:pt x="1" y="6272"/>
                    <a:pt x="1" y="13978"/>
                  </a:cubicBezTo>
                  <a:cubicBezTo>
                    <a:pt x="1" y="21716"/>
                    <a:pt x="10842" y="27954"/>
                    <a:pt x="24185" y="27954"/>
                  </a:cubicBezTo>
                  <a:cubicBezTo>
                    <a:pt x="37561" y="27954"/>
                    <a:pt x="48402" y="21716"/>
                    <a:pt x="48402" y="13978"/>
                  </a:cubicBezTo>
                  <a:cubicBezTo>
                    <a:pt x="48402" y="6272"/>
                    <a:pt x="37561" y="1"/>
                    <a:pt x="24185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52"/>
            <p:cNvSpPr/>
            <p:nvPr/>
          </p:nvSpPr>
          <p:spPr>
            <a:xfrm>
              <a:off x="1522225" y="3195650"/>
              <a:ext cx="531950" cy="799350"/>
            </a:xfrm>
            <a:custGeom>
              <a:rect b="b" l="l" r="r" t="t"/>
              <a:pathLst>
                <a:path extrusionOk="0" h="31974" w="21278">
                  <a:moveTo>
                    <a:pt x="6424" y="0"/>
                  </a:moveTo>
                  <a:cubicBezTo>
                    <a:pt x="2958" y="0"/>
                    <a:pt x="1" y="2810"/>
                    <a:pt x="2797" y="6522"/>
                  </a:cubicBezTo>
                  <a:cubicBezTo>
                    <a:pt x="6366" y="11258"/>
                    <a:pt x="16374" y="17830"/>
                    <a:pt x="15973" y="29872"/>
                  </a:cubicBezTo>
                  <a:lnTo>
                    <a:pt x="20677" y="31973"/>
                  </a:lnTo>
                  <a:cubicBezTo>
                    <a:pt x="20677" y="31973"/>
                    <a:pt x="21277" y="23267"/>
                    <a:pt x="20043" y="16462"/>
                  </a:cubicBezTo>
                  <a:cubicBezTo>
                    <a:pt x="18775" y="9691"/>
                    <a:pt x="13605" y="2852"/>
                    <a:pt x="9302" y="684"/>
                  </a:cubicBezTo>
                  <a:cubicBezTo>
                    <a:pt x="8377" y="215"/>
                    <a:pt x="7381" y="0"/>
                    <a:pt x="642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52"/>
            <p:cNvSpPr/>
            <p:nvPr/>
          </p:nvSpPr>
          <p:spPr>
            <a:xfrm>
              <a:off x="1522225" y="3195650"/>
              <a:ext cx="531950" cy="799350"/>
            </a:xfrm>
            <a:custGeom>
              <a:rect b="b" l="l" r="r" t="t"/>
              <a:pathLst>
                <a:path extrusionOk="0" h="31974" w="21278">
                  <a:moveTo>
                    <a:pt x="6424" y="0"/>
                  </a:moveTo>
                  <a:cubicBezTo>
                    <a:pt x="2958" y="0"/>
                    <a:pt x="1" y="2810"/>
                    <a:pt x="2797" y="6522"/>
                  </a:cubicBezTo>
                  <a:cubicBezTo>
                    <a:pt x="6366" y="11258"/>
                    <a:pt x="16374" y="17830"/>
                    <a:pt x="15973" y="29872"/>
                  </a:cubicBezTo>
                  <a:lnTo>
                    <a:pt x="20677" y="31973"/>
                  </a:lnTo>
                  <a:cubicBezTo>
                    <a:pt x="20677" y="31973"/>
                    <a:pt x="21277" y="23267"/>
                    <a:pt x="20043" y="16462"/>
                  </a:cubicBezTo>
                  <a:cubicBezTo>
                    <a:pt x="18775" y="9691"/>
                    <a:pt x="13605" y="2852"/>
                    <a:pt x="9302" y="684"/>
                  </a:cubicBezTo>
                  <a:cubicBezTo>
                    <a:pt x="8377" y="215"/>
                    <a:pt x="7381" y="0"/>
                    <a:pt x="642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52"/>
            <p:cNvSpPr/>
            <p:nvPr/>
          </p:nvSpPr>
          <p:spPr>
            <a:xfrm>
              <a:off x="1704725" y="3274425"/>
              <a:ext cx="308575" cy="560450"/>
            </a:xfrm>
            <a:custGeom>
              <a:rect b="b" l="l" r="r" t="t"/>
              <a:pathLst>
                <a:path extrusionOk="0" h="22418" w="12343">
                  <a:moveTo>
                    <a:pt x="253" y="0"/>
                  </a:moveTo>
                  <a:cubicBezTo>
                    <a:pt x="181" y="0"/>
                    <a:pt x="110" y="37"/>
                    <a:pt x="67" y="102"/>
                  </a:cubicBezTo>
                  <a:cubicBezTo>
                    <a:pt x="0" y="202"/>
                    <a:pt x="34" y="335"/>
                    <a:pt x="134" y="402"/>
                  </a:cubicBezTo>
                  <a:cubicBezTo>
                    <a:pt x="7172" y="5506"/>
                    <a:pt x="11509" y="13545"/>
                    <a:pt x="11876" y="22218"/>
                  </a:cubicBezTo>
                  <a:cubicBezTo>
                    <a:pt x="11876" y="22351"/>
                    <a:pt x="11976" y="22418"/>
                    <a:pt x="12109" y="22418"/>
                  </a:cubicBezTo>
                  <a:cubicBezTo>
                    <a:pt x="12242" y="22418"/>
                    <a:pt x="12343" y="22318"/>
                    <a:pt x="12309" y="22184"/>
                  </a:cubicBezTo>
                  <a:cubicBezTo>
                    <a:pt x="11942" y="13378"/>
                    <a:pt x="7539" y="5205"/>
                    <a:pt x="367" y="35"/>
                  </a:cubicBezTo>
                  <a:cubicBezTo>
                    <a:pt x="332" y="11"/>
                    <a:pt x="292" y="0"/>
                    <a:pt x="2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52"/>
            <p:cNvSpPr/>
            <p:nvPr/>
          </p:nvSpPr>
          <p:spPr>
            <a:xfrm>
              <a:off x="1410350" y="3567025"/>
              <a:ext cx="682175" cy="701325"/>
            </a:xfrm>
            <a:custGeom>
              <a:rect b="b" l="l" r="r" t="t"/>
              <a:pathLst>
                <a:path extrusionOk="0" h="28053" w="27287">
                  <a:moveTo>
                    <a:pt x="4462" y="1"/>
                  </a:moveTo>
                  <a:cubicBezTo>
                    <a:pt x="3571" y="1"/>
                    <a:pt x="2727" y="247"/>
                    <a:pt x="2035" y="873"/>
                  </a:cubicBezTo>
                  <a:cubicBezTo>
                    <a:pt x="0" y="2641"/>
                    <a:pt x="2736" y="6244"/>
                    <a:pt x="4870" y="7878"/>
                  </a:cubicBezTo>
                  <a:cubicBezTo>
                    <a:pt x="5971" y="8712"/>
                    <a:pt x="6271" y="9379"/>
                    <a:pt x="5471" y="10480"/>
                  </a:cubicBezTo>
                  <a:cubicBezTo>
                    <a:pt x="5004" y="11114"/>
                    <a:pt x="4770" y="11514"/>
                    <a:pt x="4303" y="12148"/>
                  </a:cubicBezTo>
                  <a:cubicBezTo>
                    <a:pt x="3870" y="12748"/>
                    <a:pt x="3670" y="13516"/>
                    <a:pt x="3736" y="14250"/>
                  </a:cubicBezTo>
                  <a:cubicBezTo>
                    <a:pt x="3903" y="15384"/>
                    <a:pt x="4837" y="16184"/>
                    <a:pt x="5871" y="16651"/>
                  </a:cubicBezTo>
                  <a:cubicBezTo>
                    <a:pt x="6905" y="17085"/>
                    <a:pt x="8006" y="17285"/>
                    <a:pt x="9007" y="17785"/>
                  </a:cubicBezTo>
                  <a:cubicBezTo>
                    <a:pt x="9841" y="18186"/>
                    <a:pt x="10474" y="18886"/>
                    <a:pt x="10741" y="19787"/>
                  </a:cubicBezTo>
                  <a:cubicBezTo>
                    <a:pt x="10975" y="20721"/>
                    <a:pt x="10808" y="21688"/>
                    <a:pt x="10741" y="22656"/>
                  </a:cubicBezTo>
                  <a:cubicBezTo>
                    <a:pt x="10608" y="24890"/>
                    <a:pt x="11709" y="26258"/>
                    <a:pt x="13243" y="27192"/>
                  </a:cubicBezTo>
                  <a:cubicBezTo>
                    <a:pt x="14207" y="27802"/>
                    <a:pt x="15264" y="28052"/>
                    <a:pt x="16345" y="28052"/>
                  </a:cubicBezTo>
                  <a:cubicBezTo>
                    <a:pt x="17097" y="28052"/>
                    <a:pt x="17861" y="27931"/>
                    <a:pt x="18614" y="27726"/>
                  </a:cubicBezTo>
                  <a:cubicBezTo>
                    <a:pt x="20815" y="27059"/>
                    <a:pt x="22817" y="25891"/>
                    <a:pt x="24451" y="24290"/>
                  </a:cubicBezTo>
                  <a:cubicBezTo>
                    <a:pt x="26152" y="22656"/>
                    <a:pt x="27286" y="20254"/>
                    <a:pt x="26819" y="17919"/>
                  </a:cubicBezTo>
                  <a:cubicBezTo>
                    <a:pt x="26453" y="16151"/>
                    <a:pt x="25185" y="14650"/>
                    <a:pt x="23717" y="13582"/>
                  </a:cubicBezTo>
                  <a:cubicBezTo>
                    <a:pt x="22850" y="12949"/>
                    <a:pt x="21849" y="12382"/>
                    <a:pt x="21349" y="11414"/>
                  </a:cubicBezTo>
                  <a:cubicBezTo>
                    <a:pt x="20715" y="10213"/>
                    <a:pt x="21082" y="8746"/>
                    <a:pt x="20882" y="7411"/>
                  </a:cubicBezTo>
                  <a:cubicBezTo>
                    <a:pt x="20648" y="5977"/>
                    <a:pt x="19748" y="4743"/>
                    <a:pt x="18480" y="4076"/>
                  </a:cubicBezTo>
                  <a:cubicBezTo>
                    <a:pt x="17012" y="3308"/>
                    <a:pt x="15311" y="3375"/>
                    <a:pt x="13710" y="3275"/>
                  </a:cubicBezTo>
                  <a:cubicBezTo>
                    <a:pt x="12242" y="3242"/>
                    <a:pt x="10808" y="2741"/>
                    <a:pt x="9607" y="1941"/>
                  </a:cubicBezTo>
                  <a:cubicBezTo>
                    <a:pt x="8287" y="1023"/>
                    <a:pt x="6277" y="1"/>
                    <a:pt x="446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52"/>
            <p:cNvSpPr/>
            <p:nvPr/>
          </p:nvSpPr>
          <p:spPr>
            <a:xfrm>
              <a:off x="1524875" y="3615475"/>
              <a:ext cx="405875" cy="535475"/>
            </a:xfrm>
            <a:custGeom>
              <a:rect b="b" l="l" r="r" t="t"/>
              <a:pathLst>
                <a:path extrusionOk="0" h="21419" w="16235">
                  <a:moveTo>
                    <a:pt x="394" y="1"/>
                  </a:moveTo>
                  <a:cubicBezTo>
                    <a:pt x="156" y="1"/>
                    <a:pt x="0" y="361"/>
                    <a:pt x="256" y="503"/>
                  </a:cubicBezTo>
                  <a:cubicBezTo>
                    <a:pt x="356" y="536"/>
                    <a:pt x="8095" y="4940"/>
                    <a:pt x="12698" y="12845"/>
                  </a:cubicBezTo>
                  <a:cubicBezTo>
                    <a:pt x="10497" y="11719"/>
                    <a:pt x="8070" y="11157"/>
                    <a:pt x="5615" y="11157"/>
                  </a:cubicBezTo>
                  <a:cubicBezTo>
                    <a:pt x="4797" y="11157"/>
                    <a:pt x="3975" y="11219"/>
                    <a:pt x="3158" y="11344"/>
                  </a:cubicBezTo>
                  <a:cubicBezTo>
                    <a:pt x="2821" y="11375"/>
                    <a:pt x="2906" y="11856"/>
                    <a:pt x="3181" y="11856"/>
                  </a:cubicBezTo>
                  <a:cubicBezTo>
                    <a:pt x="3206" y="11856"/>
                    <a:pt x="3231" y="11853"/>
                    <a:pt x="3258" y="11845"/>
                  </a:cubicBezTo>
                  <a:cubicBezTo>
                    <a:pt x="4029" y="11724"/>
                    <a:pt x="4803" y="11664"/>
                    <a:pt x="5574" y="11664"/>
                  </a:cubicBezTo>
                  <a:cubicBezTo>
                    <a:pt x="8208" y="11664"/>
                    <a:pt x="10810" y="12356"/>
                    <a:pt x="13132" y="13646"/>
                  </a:cubicBezTo>
                  <a:cubicBezTo>
                    <a:pt x="14433" y="16014"/>
                    <a:pt x="15300" y="18583"/>
                    <a:pt x="15734" y="21218"/>
                  </a:cubicBezTo>
                  <a:cubicBezTo>
                    <a:pt x="15734" y="21318"/>
                    <a:pt x="15834" y="21418"/>
                    <a:pt x="15934" y="21418"/>
                  </a:cubicBezTo>
                  <a:lnTo>
                    <a:pt x="16034" y="21418"/>
                  </a:lnTo>
                  <a:cubicBezTo>
                    <a:pt x="16167" y="21418"/>
                    <a:pt x="16234" y="21285"/>
                    <a:pt x="16234" y="21151"/>
                  </a:cubicBezTo>
                  <a:cubicBezTo>
                    <a:pt x="15767" y="18449"/>
                    <a:pt x="14900" y="15847"/>
                    <a:pt x="13599" y="13446"/>
                  </a:cubicBezTo>
                  <a:cubicBezTo>
                    <a:pt x="13566" y="13379"/>
                    <a:pt x="13566" y="13346"/>
                    <a:pt x="13532" y="13312"/>
                  </a:cubicBezTo>
                  <a:cubicBezTo>
                    <a:pt x="13032" y="12412"/>
                    <a:pt x="12465" y="11511"/>
                    <a:pt x="11898" y="10644"/>
                  </a:cubicBezTo>
                  <a:cubicBezTo>
                    <a:pt x="11931" y="10243"/>
                    <a:pt x="12131" y="7308"/>
                    <a:pt x="13032" y="5040"/>
                  </a:cubicBezTo>
                  <a:cubicBezTo>
                    <a:pt x="13095" y="4851"/>
                    <a:pt x="12946" y="4715"/>
                    <a:pt x="12794" y="4715"/>
                  </a:cubicBezTo>
                  <a:cubicBezTo>
                    <a:pt x="12705" y="4715"/>
                    <a:pt x="12614" y="4762"/>
                    <a:pt x="12565" y="4873"/>
                  </a:cubicBezTo>
                  <a:cubicBezTo>
                    <a:pt x="11964" y="6541"/>
                    <a:pt x="11598" y="8242"/>
                    <a:pt x="11431" y="10010"/>
                  </a:cubicBezTo>
                  <a:cubicBezTo>
                    <a:pt x="8462" y="6007"/>
                    <a:pt x="4759" y="2638"/>
                    <a:pt x="523" y="36"/>
                  </a:cubicBezTo>
                  <a:cubicBezTo>
                    <a:pt x="479" y="11"/>
                    <a:pt x="435" y="1"/>
                    <a:pt x="3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52"/>
            <p:cNvSpPr/>
            <p:nvPr/>
          </p:nvSpPr>
          <p:spPr>
            <a:xfrm>
              <a:off x="1974075" y="2335450"/>
              <a:ext cx="836375" cy="2011275"/>
            </a:xfrm>
            <a:custGeom>
              <a:rect b="b" l="l" r="r" t="t"/>
              <a:pathLst>
                <a:path extrusionOk="0" h="80451" w="33455">
                  <a:moveTo>
                    <a:pt x="7473" y="0"/>
                  </a:moveTo>
                  <a:cubicBezTo>
                    <a:pt x="4671" y="5905"/>
                    <a:pt x="4170" y="9440"/>
                    <a:pt x="4037" y="14444"/>
                  </a:cubicBezTo>
                  <a:cubicBezTo>
                    <a:pt x="3837" y="24818"/>
                    <a:pt x="2869" y="37060"/>
                    <a:pt x="2869" y="37060"/>
                  </a:cubicBezTo>
                  <a:cubicBezTo>
                    <a:pt x="2736" y="38228"/>
                    <a:pt x="1702" y="40596"/>
                    <a:pt x="935" y="45766"/>
                  </a:cubicBezTo>
                  <a:cubicBezTo>
                    <a:pt x="34" y="51804"/>
                    <a:pt x="601" y="67716"/>
                    <a:pt x="601" y="67716"/>
                  </a:cubicBezTo>
                  <a:lnTo>
                    <a:pt x="568" y="68449"/>
                  </a:lnTo>
                  <a:cubicBezTo>
                    <a:pt x="534" y="69283"/>
                    <a:pt x="1" y="76122"/>
                    <a:pt x="334" y="78356"/>
                  </a:cubicBezTo>
                  <a:cubicBezTo>
                    <a:pt x="556" y="79687"/>
                    <a:pt x="1415" y="80451"/>
                    <a:pt x="2281" y="80451"/>
                  </a:cubicBezTo>
                  <a:cubicBezTo>
                    <a:pt x="3109" y="80451"/>
                    <a:pt x="3944" y="79754"/>
                    <a:pt x="4237" y="78190"/>
                  </a:cubicBezTo>
                  <a:cubicBezTo>
                    <a:pt x="4537" y="76655"/>
                    <a:pt x="4904" y="69350"/>
                    <a:pt x="4938" y="68650"/>
                  </a:cubicBezTo>
                  <a:lnTo>
                    <a:pt x="5004" y="68116"/>
                  </a:lnTo>
                  <a:cubicBezTo>
                    <a:pt x="5204" y="66615"/>
                    <a:pt x="5538" y="65581"/>
                    <a:pt x="6172" y="63312"/>
                  </a:cubicBezTo>
                  <a:cubicBezTo>
                    <a:pt x="7906" y="57208"/>
                    <a:pt x="10675" y="43765"/>
                    <a:pt x="11509" y="39162"/>
                  </a:cubicBezTo>
                  <a:cubicBezTo>
                    <a:pt x="12176" y="35392"/>
                    <a:pt x="14211" y="27987"/>
                    <a:pt x="15312" y="24051"/>
                  </a:cubicBezTo>
                  <a:lnTo>
                    <a:pt x="17914" y="39962"/>
                  </a:lnTo>
                  <a:cubicBezTo>
                    <a:pt x="17914" y="39962"/>
                    <a:pt x="17713" y="43131"/>
                    <a:pt x="17713" y="45433"/>
                  </a:cubicBezTo>
                  <a:cubicBezTo>
                    <a:pt x="17713" y="50236"/>
                    <a:pt x="21149" y="63879"/>
                    <a:pt x="21283" y="65547"/>
                  </a:cubicBezTo>
                  <a:cubicBezTo>
                    <a:pt x="21082" y="66348"/>
                    <a:pt x="20615" y="66882"/>
                    <a:pt x="20615" y="68283"/>
                  </a:cubicBezTo>
                  <a:cubicBezTo>
                    <a:pt x="20615" y="69083"/>
                    <a:pt x="21316" y="70117"/>
                    <a:pt x="23084" y="72586"/>
                  </a:cubicBezTo>
                  <a:cubicBezTo>
                    <a:pt x="23618" y="73286"/>
                    <a:pt x="23951" y="75788"/>
                    <a:pt x="24452" y="76488"/>
                  </a:cubicBezTo>
                  <a:cubicBezTo>
                    <a:pt x="25219" y="77589"/>
                    <a:pt x="27921" y="78290"/>
                    <a:pt x="29689" y="78523"/>
                  </a:cubicBezTo>
                  <a:cubicBezTo>
                    <a:pt x="29903" y="78553"/>
                    <a:pt x="30127" y="78568"/>
                    <a:pt x="30352" y="78568"/>
                  </a:cubicBezTo>
                  <a:cubicBezTo>
                    <a:pt x="31876" y="78568"/>
                    <a:pt x="33454" y="77898"/>
                    <a:pt x="32524" y="76822"/>
                  </a:cubicBezTo>
                  <a:cubicBezTo>
                    <a:pt x="32190" y="76355"/>
                    <a:pt x="29722" y="74153"/>
                    <a:pt x="29355" y="73720"/>
                  </a:cubicBezTo>
                  <a:cubicBezTo>
                    <a:pt x="28221" y="72352"/>
                    <a:pt x="27320" y="70818"/>
                    <a:pt x="26686" y="69183"/>
                  </a:cubicBezTo>
                  <a:cubicBezTo>
                    <a:pt x="26186" y="67882"/>
                    <a:pt x="26019" y="67315"/>
                    <a:pt x="26019" y="66548"/>
                  </a:cubicBezTo>
                  <a:lnTo>
                    <a:pt x="26053" y="65814"/>
                  </a:lnTo>
                  <a:cubicBezTo>
                    <a:pt x="26053" y="65814"/>
                    <a:pt x="26553" y="53872"/>
                    <a:pt x="26453" y="40196"/>
                  </a:cubicBezTo>
                  <a:cubicBezTo>
                    <a:pt x="26353" y="24585"/>
                    <a:pt x="24952" y="6739"/>
                    <a:pt x="24618" y="4103"/>
                  </a:cubicBezTo>
                  <a:lnTo>
                    <a:pt x="7473" y="0"/>
                  </a:ln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52"/>
            <p:cNvSpPr/>
            <p:nvPr/>
          </p:nvSpPr>
          <p:spPr>
            <a:xfrm>
              <a:off x="1978250" y="2292075"/>
              <a:ext cx="671350" cy="1469500"/>
            </a:xfrm>
            <a:custGeom>
              <a:rect b="b" l="l" r="r" t="t"/>
              <a:pathLst>
                <a:path extrusionOk="0" h="58780" w="26854">
                  <a:moveTo>
                    <a:pt x="6372" y="1"/>
                  </a:moveTo>
                  <a:lnTo>
                    <a:pt x="6272" y="1102"/>
                  </a:lnTo>
                  <a:cubicBezTo>
                    <a:pt x="5404" y="3136"/>
                    <a:pt x="3370" y="5805"/>
                    <a:pt x="2369" y="11042"/>
                  </a:cubicBezTo>
                  <a:cubicBezTo>
                    <a:pt x="1869" y="13644"/>
                    <a:pt x="2069" y="16179"/>
                    <a:pt x="2035" y="19748"/>
                  </a:cubicBezTo>
                  <a:cubicBezTo>
                    <a:pt x="2002" y="24952"/>
                    <a:pt x="2669" y="35560"/>
                    <a:pt x="2469" y="37961"/>
                  </a:cubicBezTo>
                  <a:cubicBezTo>
                    <a:pt x="2269" y="40363"/>
                    <a:pt x="1035" y="43198"/>
                    <a:pt x="534" y="46834"/>
                  </a:cubicBezTo>
                  <a:cubicBezTo>
                    <a:pt x="1" y="50504"/>
                    <a:pt x="67" y="57175"/>
                    <a:pt x="67" y="57175"/>
                  </a:cubicBezTo>
                  <a:cubicBezTo>
                    <a:pt x="67" y="57175"/>
                    <a:pt x="1068" y="58376"/>
                    <a:pt x="3570" y="58743"/>
                  </a:cubicBezTo>
                  <a:cubicBezTo>
                    <a:pt x="3808" y="58768"/>
                    <a:pt x="4047" y="58780"/>
                    <a:pt x="4285" y="58780"/>
                  </a:cubicBezTo>
                  <a:cubicBezTo>
                    <a:pt x="5643" y="58780"/>
                    <a:pt x="6976" y="58380"/>
                    <a:pt x="8140" y="57642"/>
                  </a:cubicBezTo>
                  <a:cubicBezTo>
                    <a:pt x="8140" y="57642"/>
                    <a:pt x="11442" y="44633"/>
                    <a:pt x="11809" y="42831"/>
                  </a:cubicBezTo>
                  <a:cubicBezTo>
                    <a:pt x="12209" y="40997"/>
                    <a:pt x="15111" y="26553"/>
                    <a:pt x="15111" y="26553"/>
                  </a:cubicBezTo>
                  <a:lnTo>
                    <a:pt x="17280" y="41831"/>
                  </a:lnTo>
                  <a:cubicBezTo>
                    <a:pt x="17079" y="43832"/>
                    <a:pt x="17046" y="45800"/>
                    <a:pt x="17179" y="47768"/>
                  </a:cubicBezTo>
                  <a:cubicBezTo>
                    <a:pt x="17380" y="51438"/>
                    <a:pt x="18914" y="56641"/>
                    <a:pt x="18914" y="56641"/>
                  </a:cubicBezTo>
                  <a:cubicBezTo>
                    <a:pt x="18914" y="56641"/>
                    <a:pt x="19719" y="57417"/>
                    <a:pt x="22006" y="57417"/>
                  </a:cubicBezTo>
                  <a:cubicBezTo>
                    <a:pt x="22138" y="57417"/>
                    <a:pt x="22275" y="57414"/>
                    <a:pt x="22417" y="57409"/>
                  </a:cubicBezTo>
                  <a:cubicBezTo>
                    <a:pt x="25018" y="57342"/>
                    <a:pt x="26186" y="56508"/>
                    <a:pt x="26186" y="56508"/>
                  </a:cubicBezTo>
                  <a:cubicBezTo>
                    <a:pt x="26186" y="56508"/>
                    <a:pt x="26620" y="42998"/>
                    <a:pt x="26753" y="30323"/>
                  </a:cubicBezTo>
                  <a:cubicBezTo>
                    <a:pt x="26853" y="20983"/>
                    <a:pt x="26019" y="7840"/>
                    <a:pt x="23984" y="1635"/>
                  </a:cubicBezTo>
                  <a:lnTo>
                    <a:pt x="24018" y="334"/>
                  </a:lnTo>
                  <a:lnTo>
                    <a:pt x="24018" y="334"/>
                  </a:lnTo>
                  <a:cubicBezTo>
                    <a:pt x="21847" y="1734"/>
                    <a:pt x="18833" y="2290"/>
                    <a:pt x="15867" y="2290"/>
                  </a:cubicBezTo>
                  <a:cubicBezTo>
                    <a:pt x="11906" y="2290"/>
                    <a:pt x="8031" y="1298"/>
                    <a:pt x="637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52"/>
            <p:cNvSpPr/>
            <p:nvPr/>
          </p:nvSpPr>
          <p:spPr>
            <a:xfrm>
              <a:off x="1939900" y="4028325"/>
              <a:ext cx="185150" cy="429850"/>
            </a:xfrm>
            <a:custGeom>
              <a:rect b="b" l="l" r="r" t="t"/>
              <a:pathLst>
                <a:path extrusionOk="0" h="17194" w="7406">
                  <a:moveTo>
                    <a:pt x="1968" y="1"/>
                  </a:moveTo>
                  <a:cubicBezTo>
                    <a:pt x="1168" y="1"/>
                    <a:pt x="1668" y="3136"/>
                    <a:pt x="1434" y="5138"/>
                  </a:cubicBezTo>
                  <a:cubicBezTo>
                    <a:pt x="1201" y="7272"/>
                    <a:pt x="467" y="8840"/>
                    <a:pt x="234" y="10608"/>
                  </a:cubicBezTo>
                  <a:cubicBezTo>
                    <a:pt x="0" y="12643"/>
                    <a:pt x="167" y="13477"/>
                    <a:pt x="867" y="15145"/>
                  </a:cubicBezTo>
                  <a:cubicBezTo>
                    <a:pt x="1238" y="16048"/>
                    <a:pt x="2720" y="17194"/>
                    <a:pt x="3948" y="17194"/>
                  </a:cubicBezTo>
                  <a:cubicBezTo>
                    <a:pt x="4487" y="17194"/>
                    <a:pt x="4978" y="16972"/>
                    <a:pt x="5304" y="16412"/>
                  </a:cubicBezTo>
                  <a:cubicBezTo>
                    <a:pt x="6405" y="14544"/>
                    <a:pt x="6672" y="12443"/>
                    <a:pt x="6571" y="10441"/>
                  </a:cubicBezTo>
                  <a:cubicBezTo>
                    <a:pt x="6471" y="8373"/>
                    <a:pt x="6338" y="6839"/>
                    <a:pt x="6338" y="5271"/>
                  </a:cubicBezTo>
                  <a:cubicBezTo>
                    <a:pt x="6338" y="3870"/>
                    <a:pt x="7405" y="601"/>
                    <a:pt x="6371" y="401"/>
                  </a:cubicBezTo>
                  <a:lnTo>
                    <a:pt x="6371" y="401"/>
                  </a:lnTo>
                  <a:lnTo>
                    <a:pt x="6305" y="935"/>
                  </a:lnTo>
                  <a:cubicBezTo>
                    <a:pt x="6110" y="1341"/>
                    <a:pt x="5008" y="1663"/>
                    <a:pt x="3955" y="1663"/>
                  </a:cubicBezTo>
                  <a:cubicBezTo>
                    <a:pt x="3020" y="1663"/>
                    <a:pt x="2123" y="1409"/>
                    <a:pt x="1935" y="734"/>
                  </a:cubicBezTo>
                  <a:lnTo>
                    <a:pt x="1968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52"/>
            <p:cNvSpPr/>
            <p:nvPr/>
          </p:nvSpPr>
          <p:spPr>
            <a:xfrm>
              <a:off x="2477775" y="4085025"/>
              <a:ext cx="73400" cy="134300"/>
            </a:xfrm>
            <a:custGeom>
              <a:rect b="b" l="l" r="r" t="t"/>
              <a:pathLst>
                <a:path extrusionOk="0" h="5372" w="2936">
                  <a:moveTo>
                    <a:pt x="267" y="1"/>
                  </a:moveTo>
                  <a:cubicBezTo>
                    <a:pt x="0" y="1035"/>
                    <a:pt x="234" y="3770"/>
                    <a:pt x="234" y="3770"/>
                  </a:cubicBezTo>
                  <a:cubicBezTo>
                    <a:pt x="234" y="3770"/>
                    <a:pt x="668" y="4738"/>
                    <a:pt x="2202" y="5371"/>
                  </a:cubicBezTo>
                  <a:lnTo>
                    <a:pt x="2936" y="1535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52"/>
            <p:cNvSpPr/>
            <p:nvPr/>
          </p:nvSpPr>
          <p:spPr>
            <a:xfrm>
              <a:off x="2532825" y="4116725"/>
              <a:ext cx="107600" cy="103425"/>
            </a:xfrm>
            <a:custGeom>
              <a:rect b="b" l="l" r="r" t="t"/>
              <a:pathLst>
                <a:path extrusionOk="0" h="4137" w="4304">
                  <a:moveTo>
                    <a:pt x="4303" y="0"/>
                  </a:moveTo>
                  <a:lnTo>
                    <a:pt x="434" y="1902"/>
                  </a:lnTo>
                  <a:lnTo>
                    <a:pt x="0" y="4137"/>
                  </a:lnTo>
                  <a:lnTo>
                    <a:pt x="3436" y="3036"/>
                  </a:lnTo>
                  <a:lnTo>
                    <a:pt x="43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52"/>
            <p:cNvSpPr/>
            <p:nvPr/>
          </p:nvSpPr>
          <p:spPr>
            <a:xfrm>
              <a:off x="2479450" y="3973950"/>
              <a:ext cx="350900" cy="353150"/>
            </a:xfrm>
            <a:custGeom>
              <a:rect b="b" l="l" r="r" t="t"/>
              <a:pathLst>
                <a:path extrusionOk="0" h="14126" w="14036">
                  <a:moveTo>
                    <a:pt x="1028" y="1"/>
                  </a:moveTo>
                  <a:cubicBezTo>
                    <a:pt x="744" y="1"/>
                    <a:pt x="489" y="1013"/>
                    <a:pt x="234" y="1842"/>
                  </a:cubicBezTo>
                  <a:cubicBezTo>
                    <a:pt x="0" y="2676"/>
                    <a:pt x="0" y="3610"/>
                    <a:pt x="200" y="4444"/>
                  </a:cubicBezTo>
                  <a:cubicBezTo>
                    <a:pt x="467" y="5411"/>
                    <a:pt x="1801" y="6379"/>
                    <a:pt x="2369" y="7246"/>
                  </a:cubicBezTo>
                  <a:cubicBezTo>
                    <a:pt x="2936" y="8080"/>
                    <a:pt x="3136" y="10148"/>
                    <a:pt x="3803" y="11315"/>
                  </a:cubicBezTo>
                  <a:cubicBezTo>
                    <a:pt x="4503" y="12450"/>
                    <a:pt x="7039" y="13550"/>
                    <a:pt x="8706" y="13951"/>
                  </a:cubicBezTo>
                  <a:cubicBezTo>
                    <a:pt x="9265" y="14071"/>
                    <a:pt x="9788" y="14125"/>
                    <a:pt x="10268" y="14125"/>
                  </a:cubicBezTo>
                  <a:cubicBezTo>
                    <a:pt x="12713" y="14125"/>
                    <a:pt x="14035" y="12725"/>
                    <a:pt x="13143" y="11582"/>
                  </a:cubicBezTo>
                  <a:cubicBezTo>
                    <a:pt x="12342" y="10548"/>
                    <a:pt x="9874" y="9214"/>
                    <a:pt x="8640" y="6879"/>
                  </a:cubicBezTo>
                  <a:cubicBezTo>
                    <a:pt x="7272" y="4277"/>
                    <a:pt x="6305" y="508"/>
                    <a:pt x="5838" y="274"/>
                  </a:cubicBezTo>
                  <a:lnTo>
                    <a:pt x="5804" y="1008"/>
                  </a:lnTo>
                  <a:cubicBezTo>
                    <a:pt x="5462" y="1635"/>
                    <a:pt x="4852" y="1824"/>
                    <a:pt x="4162" y="1824"/>
                  </a:cubicBezTo>
                  <a:cubicBezTo>
                    <a:pt x="4044" y="1824"/>
                    <a:pt x="3924" y="1818"/>
                    <a:pt x="3803" y="1809"/>
                  </a:cubicBezTo>
                  <a:cubicBezTo>
                    <a:pt x="2102" y="1709"/>
                    <a:pt x="1301" y="1141"/>
                    <a:pt x="1068" y="674"/>
                  </a:cubicBezTo>
                  <a:lnTo>
                    <a:pt x="1068" y="7"/>
                  </a:lnTo>
                  <a:cubicBezTo>
                    <a:pt x="1054" y="3"/>
                    <a:pt x="1041" y="1"/>
                    <a:pt x="102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52"/>
            <p:cNvSpPr/>
            <p:nvPr/>
          </p:nvSpPr>
          <p:spPr>
            <a:xfrm>
              <a:off x="1985750" y="2318775"/>
              <a:ext cx="212675" cy="1192550"/>
            </a:xfrm>
            <a:custGeom>
              <a:rect b="b" l="l" r="r" t="t"/>
              <a:pathLst>
                <a:path extrusionOk="0" h="47702" w="8507">
                  <a:moveTo>
                    <a:pt x="8107" y="0"/>
                  </a:moveTo>
                  <a:cubicBezTo>
                    <a:pt x="5605" y="5337"/>
                    <a:pt x="3670" y="10107"/>
                    <a:pt x="3503" y="18614"/>
                  </a:cubicBezTo>
                  <a:cubicBezTo>
                    <a:pt x="3470" y="20448"/>
                    <a:pt x="3437" y="22250"/>
                    <a:pt x="3437" y="23984"/>
                  </a:cubicBezTo>
                  <a:cubicBezTo>
                    <a:pt x="3370" y="30088"/>
                    <a:pt x="3303" y="35359"/>
                    <a:pt x="2436" y="37927"/>
                  </a:cubicBezTo>
                  <a:cubicBezTo>
                    <a:pt x="2269" y="38461"/>
                    <a:pt x="2069" y="39028"/>
                    <a:pt x="1835" y="39595"/>
                  </a:cubicBezTo>
                  <a:cubicBezTo>
                    <a:pt x="1569" y="40329"/>
                    <a:pt x="1302" y="41096"/>
                    <a:pt x="1001" y="41964"/>
                  </a:cubicBezTo>
                  <a:cubicBezTo>
                    <a:pt x="668" y="43198"/>
                    <a:pt x="401" y="44465"/>
                    <a:pt x="201" y="45766"/>
                  </a:cubicBezTo>
                  <a:cubicBezTo>
                    <a:pt x="134" y="46367"/>
                    <a:pt x="67" y="47001"/>
                    <a:pt x="1" y="47701"/>
                  </a:cubicBezTo>
                  <a:cubicBezTo>
                    <a:pt x="501" y="44999"/>
                    <a:pt x="1235" y="42331"/>
                    <a:pt x="2236" y="39729"/>
                  </a:cubicBezTo>
                  <a:cubicBezTo>
                    <a:pt x="2469" y="39128"/>
                    <a:pt x="2669" y="38595"/>
                    <a:pt x="2869" y="38027"/>
                  </a:cubicBezTo>
                  <a:cubicBezTo>
                    <a:pt x="3737" y="35426"/>
                    <a:pt x="3803" y="30122"/>
                    <a:pt x="3870" y="23984"/>
                  </a:cubicBezTo>
                  <a:cubicBezTo>
                    <a:pt x="3870" y="22216"/>
                    <a:pt x="3904" y="20415"/>
                    <a:pt x="3937" y="18614"/>
                  </a:cubicBezTo>
                  <a:cubicBezTo>
                    <a:pt x="4104" y="10174"/>
                    <a:pt x="6005" y="5437"/>
                    <a:pt x="8507" y="134"/>
                  </a:cubicBezTo>
                  <a:lnTo>
                    <a:pt x="8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52"/>
            <p:cNvSpPr/>
            <p:nvPr/>
          </p:nvSpPr>
          <p:spPr>
            <a:xfrm>
              <a:off x="2356025" y="2645675"/>
              <a:ext cx="175150" cy="576275"/>
            </a:xfrm>
            <a:custGeom>
              <a:rect b="b" l="l" r="r" t="t"/>
              <a:pathLst>
                <a:path extrusionOk="0" h="23051" w="7006">
                  <a:moveTo>
                    <a:pt x="7005" y="0"/>
                  </a:moveTo>
                  <a:lnTo>
                    <a:pt x="7005" y="0"/>
                  </a:lnTo>
                  <a:cubicBezTo>
                    <a:pt x="5404" y="2035"/>
                    <a:pt x="2035" y="2869"/>
                    <a:pt x="2035" y="2869"/>
                  </a:cubicBezTo>
                  <a:lnTo>
                    <a:pt x="0" y="12409"/>
                  </a:lnTo>
                  <a:lnTo>
                    <a:pt x="1501" y="23050"/>
                  </a:lnTo>
                  <a:lnTo>
                    <a:pt x="1168" y="12910"/>
                  </a:lnTo>
                  <a:lnTo>
                    <a:pt x="3236" y="3903"/>
                  </a:lnTo>
                  <a:cubicBezTo>
                    <a:pt x="6738" y="2502"/>
                    <a:pt x="7005" y="0"/>
                    <a:pt x="70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52"/>
            <p:cNvSpPr/>
            <p:nvPr/>
          </p:nvSpPr>
          <p:spPr>
            <a:xfrm>
              <a:off x="1969075" y="3628050"/>
              <a:ext cx="240200" cy="156850"/>
            </a:xfrm>
            <a:custGeom>
              <a:rect b="b" l="l" r="r" t="t"/>
              <a:pathLst>
                <a:path extrusionOk="0" h="6274" w="9608">
                  <a:moveTo>
                    <a:pt x="434" y="0"/>
                  </a:moveTo>
                  <a:cubicBezTo>
                    <a:pt x="34" y="234"/>
                    <a:pt x="67" y="834"/>
                    <a:pt x="34" y="2102"/>
                  </a:cubicBezTo>
                  <a:cubicBezTo>
                    <a:pt x="1" y="2936"/>
                    <a:pt x="67" y="3769"/>
                    <a:pt x="201" y="4603"/>
                  </a:cubicBezTo>
                  <a:cubicBezTo>
                    <a:pt x="301" y="4904"/>
                    <a:pt x="1068" y="5904"/>
                    <a:pt x="4037" y="6205"/>
                  </a:cubicBezTo>
                  <a:cubicBezTo>
                    <a:pt x="4459" y="6252"/>
                    <a:pt x="4845" y="6273"/>
                    <a:pt x="5198" y="6273"/>
                  </a:cubicBezTo>
                  <a:cubicBezTo>
                    <a:pt x="7328" y="6273"/>
                    <a:pt x="8240" y="5504"/>
                    <a:pt x="8440" y="5104"/>
                  </a:cubicBezTo>
                  <a:cubicBezTo>
                    <a:pt x="8840" y="4003"/>
                    <a:pt x="9174" y="2902"/>
                    <a:pt x="9441" y="1768"/>
                  </a:cubicBezTo>
                  <a:cubicBezTo>
                    <a:pt x="9607" y="1101"/>
                    <a:pt x="9307" y="1001"/>
                    <a:pt x="9307" y="1001"/>
                  </a:cubicBezTo>
                  <a:lnTo>
                    <a:pt x="9107" y="1768"/>
                  </a:lnTo>
                  <a:cubicBezTo>
                    <a:pt x="9107" y="1768"/>
                    <a:pt x="8055" y="2621"/>
                    <a:pt x="5454" y="2621"/>
                  </a:cubicBezTo>
                  <a:cubicBezTo>
                    <a:pt x="5237" y="2621"/>
                    <a:pt x="5009" y="2615"/>
                    <a:pt x="4771" y="2602"/>
                  </a:cubicBezTo>
                  <a:cubicBezTo>
                    <a:pt x="1668" y="2435"/>
                    <a:pt x="468" y="901"/>
                    <a:pt x="468" y="901"/>
                  </a:cubicBezTo>
                  <a:lnTo>
                    <a:pt x="434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52"/>
            <p:cNvSpPr/>
            <p:nvPr/>
          </p:nvSpPr>
          <p:spPr>
            <a:xfrm>
              <a:off x="1969075" y="3628050"/>
              <a:ext cx="240200" cy="156850"/>
            </a:xfrm>
            <a:custGeom>
              <a:rect b="b" l="l" r="r" t="t"/>
              <a:pathLst>
                <a:path extrusionOk="0" h="6274" w="9608">
                  <a:moveTo>
                    <a:pt x="434" y="0"/>
                  </a:moveTo>
                  <a:cubicBezTo>
                    <a:pt x="34" y="234"/>
                    <a:pt x="67" y="834"/>
                    <a:pt x="34" y="2102"/>
                  </a:cubicBezTo>
                  <a:cubicBezTo>
                    <a:pt x="1" y="2936"/>
                    <a:pt x="67" y="3769"/>
                    <a:pt x="201" y="4603"/>
                  </a:cubicBezTo>
                  <a:cubicBezTo>
                    <a:pt x="301" y="4904"/>
                    <a:pt x="1068" y="5904"/>
                    <a:pt x="4037" y="6205"/>
                  </a:cubicBezTo>
                  <a:cubicBezTo>
                    <a:pt x="4459" y="6252"/>
                    <a:pt x="4845" y="6273"/>
                    <a:pt x="5198" y="6273"/>
                  </a:cubicBezTo>
                  <a:cubicBezTo>
                    <a:pt x="7328" y="6273"/>
                    <a:pt x="8240" y="5504"/>
                    <a:pt x="8440" y="5104"/>
                  </a:cubicBezTo>
                  <a:cubicBezTo>
                    <a:pt x="8840" y="4003"/>
                    <a:pt x="9174" y="2902"/>
                    <a:pt x="9441" y="1768"/>
                  </a:cubicBezTo>
                  <a:cubicBezTo>
                    <a:pt x="9607" y="1101"/>
                    <a:pt x="9307" y="1001"/>
                    <a:pt x="9307" y="1001"/>
                  </a:cubicBezTo>
                  <a:lnTo>
                    <a:pt x="9107" y="1768"/>
                  </a:lnTo>
                  <a:cubicBezTo>
                    <a:pt x="9107" y="1768"/>
                    <a:pt x="8055" y="2621"/>
                    <a:pt x="5454" y="2621"/>
                  </a:cubicBezTo>
                  <a:cubicBezTo>
                    <a:pt x="5237" y="2621"/>
                    <a:pt x="5009" y="2615"/>
                    <a:pt x="4771" y="2602"/>
                  </a:cubicBezTo>
                  <a:cubicBezTo>
                    <a:pt x="1668" y="2435"/>
                    <a:pt x="468" y="901"/>
                    <a:pt x="468" y="901"/>
                  </a:cubicBezTo>
                  <a:lnTo>
                    <a:pt x="4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52"/>
            <p:cNvSpPr/>
            <p:nvPr/>
          </p:nvSpPr>
          <p:spPr>
            <a:xfrm>
              <a:off x="2430250" y="3649725"/>
              <a:ext cx="213500" cy="131525"/>
            </a:xfrm>
            <a:custGeom>
              <a:rect b="b" l="l" r="r" t="t"/>
              <a:pathLst>
                <a:path extrusionOk="0" h="5261" w="8540">
                  <a:moveTo>
                    <a:pt x="8173" y="0"/>
                  </a:moveTo>
                  <a:lnTo>
                    <a:pt x="8139" y="734"/>
                  </a:lnTo>
                  <a:cubicBezTo>
                    <a:pt x="8139" y="734"/>
                    <a:pt x="7606" y="1702"/>
                    <a:pt x="4703" y="1802"/>
                  </a:cubicBezTo>
                  <a:cubicBezTo>
                    <a:pt x="4574" y="1806"/>
                    <a:pt x="4447" y="1808"/>
                    <a:pt x="4323" y="1808"/>
                  </a:cubicBezTo>
                  <a:cubicBezTo>
                    <a:pt x="1682" y="1808"/>
                    <a:pt x="434" y="834"/>
                    <a:pt x="434" y="834"/>
                  </a:cubicBezTo>
                  <a:lnTo>
                    <a:pt x="267" y="234"/>
                  </a:lnTo>
                  <a:cubicBezTo>
                    <a:pt x="0" y="334"/>
                    <a:pt x="0" y="668"/>
                    <a:pt x="134" y="1368"/>
                  </a:cubicBezTo>
                  <a:cubicBezTo>
                    <a:pt x="234" y="2035"/>
                    <a:pt x="634" y="3570"/>
                    <a:pt x="734" y="4070"/>
                  </a:cubicBezTo>
                  <a:cubicBezTo>
                    <a:pt x="821" y="4476"/>
                    <a:pt x="2170" y="5261"/>
                    <a:pt x="4231" y="5261"/>
                  </a:cubicBezTo>
                  <a:cubicBezTo>
                    <a:pt x="4540" y="5261"/>
                    <a:pt x="4865" y="5243"/>
                    <a:pt x="5204" y="5204"/>
                  </a:cubicBezTo>
                  <a:cubicBezTo>
                    <a:pt x="7772" y="4904"/>
                    <a:pt x="8273" y="4237"/>
                    <a:pt x="8373" y="3570"/>
                  </a:cubicBezTo>
                  <a:cubicBezTo>
                    <a:pt x="8439" y="2869"/>
                    <a:pt x="8540" y="1101"/>
                    <a:pt x="8540" y="634"/>
                  </a:cubicBezTo>
                  <a:cubicBezTo>
                    <a:pt x="8540" y="167"/>
                    <a:pt x="8506" y="100"/>
                    <a:pt x="817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52"/>
            <p:cNvSpPr/>
            <p:nvPr/>
          </p:nvSpPr>
          <p:spPr>
            <a:xfrm>
              <a:off x="2430250" y="3649725"/>
              <a:ext cx="213500" cy="131525"/>
            </a:xfrm>
            <a:custGeom>
              <a:rect b="b" l="l" r="r" t="t"/>
              <a:pathLst>
                <a:path extrusionOk="0" h="5261" w="8540">
                  <a:moveTo>
                    <a:pt x="8173" y="0"/>
                  </a:moveTo>
                  <a:lnTo>
                    <a:pt x="8139" y="734"/>
                  </a:lnTo>
                  <a:cubicBezTo>
                    <a:pt x="8139" y="734"/>
                    <a:pt x="7606" y="1702"/>
                    <a:pt x="4703" y="1802"/>
                  </a:cubicBezTo>
                  <a:cubicBezTo>
                    <a:pt x="4574" y="1806"/>
                    <a:pt x="4447" y="1808"/>
                    <a:pt x="4323" y="1808"/>
                  </a:cubicBezTo>
                  <a:cubicBezTo>
                    <a:pt x="1682" y="1808"/>
                    <a:pt x="434" y="834"/>
                    <a:pt x="434" y="834"/>
                  </a:cubicBezTo>
                  <a:lnTo>
                    <a:pt x="267" y="234"/>
                  </a:lnTo>
                  <a:cubicBezTo>
                    <a:pt x="0" y="334"/>
                    <a:pt x="0" y="668"/>
                    <a:pt x="134" y="1368"/>
                  </a:cubicBezTo>
                  <a:cubicBezTo>
                    <a:pt x="234" y="2035"/>
                    <a:pt x="634" y="3570"/>
                    <a:pt x="734" y="4070"/>
                  </a:cubicBezTo>
                  <a:cubicBezTo>
                    <a:pt x="821" y="4476"/>
                    <a:pt x="2170" y="5261"/>
                    <a:pt x="4231" y="5261"/>
                  </a:cubicBezTo>
                  <a:cubicBezTo>
                    <a:pt x="4540" y="5261"/>
                    <a:pt x="4865" y="5243"/>
                    <a:pt x="5204" y="5204"/>
                  </a:cubicBezTo>
                  <a:cubicBezTo>
                    <a:pt x="7772" y="4904"/>
                    <a:pt x="8273" y="4237"/>
                    <a:pt x="8373" y="3570"/>
                  </a:cubicBezTo>
                  <a:cubicBezTo>
                    <a:pt x="8439" y="2869"/>
                    <a:pt x="8540" y="1101"/>
                    <a:pt x="8540" y="634"/>
                  </a:cubicBezTo>
                  <a:cubicBezTo>
                    <a:pt x="8540" y="167"/>
                    <a:pt x="8506" y="100"/>
                    <a:pt x="81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52"/>
            <p:cNvSpPr/>
            <p:nvPr/>
          </p:nvSpPr>
          <p:spPr>
            <a:xfrm>
              <a:off x="2003275" y="1376525"/>
              <a:ext cx="679675" cy="480475"/>
            </a:xfrm>
            <a:custGeom>
              <a:rect b="b" l="l" r="r" t="t"/>
              <a:pathLst>
                <a:path extrusionOk="0" h="19219" w="27187">
                  <a:moveTo>
                    <a:pt x="8267" y="0"/>
                  </a:moveTo>
                  <a:cubicBezTo>
                    <a:pt x="7705" y="0"/>
                    <a:pt x="7164" y="104"/>
                    <a:pt x="6672" y="364"/>
                  </a:cubicBezTo>
                  <a:cubicBezTo>
                    <a:pt x="5704" y="897"/>
                    <a:pt x="5004" y="1765"/>
                    <a:pt x="4637" y="2799"/>
                  </a:cubicBezTo>
                  <a:cubicBezTo>
                    <a:pt x="4070" y="4366"/>
                    <a:pt x="4203" y="6068"/>
                    <a:pt x="4237" y="7735"/>
                  </a:cubicBezTo>
                  <a:cubicBezTo>
                    <a:pt x="4270" y="8303"/>
                    <a:pt x="4170" y="8870"/>
                    <a:pt x="3970" y="9403"/>
                  </a:cubicBezTo>
                  <a:cubicBezTo>
                    <a:pt x="3764" y="9873"/>
                    <a:pt x="3300" y="10188"/>
                    <a:pt x="2804" y="10188"/>
                  </a:cubicBezTo>
                  <a:cubicBezTo>
                    <a:pt x="2737" y="10188"/>
                    <a:pt x="2670" y="10182"/>
                    <a:pt x="2602" y="10171"/>
                  </a:cubicBezTo>
                  <a:cubicBezTo>
                    <a:pt x="2035" y="10037"/>
                    <a:pt x="1768" y="9203"/>
                    <a:pt x="2202" y="8870"/>
                  </a:cubicBezTo>
                  <a:cubicBezTo>
                    <a:pt x="2155" y="8865"/>
                    <a:pt x="2110" y="8863"/>
                    <a:pt x="2065" y="8863"/>
                  </a:cubicBezTo>
                  <a:cubicBezTo>
                    <a:pt x="835" y="8863"/>
                    <a:pt x="409" y="10592"/>
                    <a:pt x="1568" y="11171"/>
                  </a:cubicBezTo>
                  <a:cubicBezTo>
                    <a:pt x="534" y="11338"/>
                    <a:pt x="0" y="12706"/>
                    <a:pt x="501" y="13606"/>
                  </a:cubicBezTo>
                  <a:cubicBezTo>
                    <a:pt x="913" y="14248"/>
                    <a:pt x="1593" y="14591"/>
                    <a:pt x="2303" y="14591"/>
                  </a:cubicBezTo>
                  <a:cubicBezTo>
                    <a:pt x="2627" y="14591"/>
                    <a:pt x="2956" y="14520"/>
                    <a:pt x="3269" y="14374"/>
                  </a:cubicBezTo>
                  <a:lnTo>
                    <a:pt x="3269" y="14374"/>
                  </a:lnTo>
                  <a:cubicBezTo>
                    <a:pt x="2869" y="15241"/>
                    <a:pt x="2635" y="16408"/>
                    <a:pt x="3770" y="17442"/>
                  </a:cubicBezTo>
                  <a:cubicBezTo>
                    <a:pt x="4365" y="17978"/>
                    <a:pt x="5160" y="18242"/>
                    <a:pt x="5869" y="18242"/>
                  </a:cubicBezTo>
                  <a:cubicBezTo>
                    <a:pt x="6352" y="18242"/>
                    <a:pt x="6794" y="18119"/>
                    <a:pt x="7105" y="17876"/>
                  </a:cubicBezTo>
                  <a:cubicBezTo>
                    <a:pt x="7601" y="18816"/>
                    <a:pt x="8179" y="18918"/>
                    <a:pt x="9062" y="18918"/>
                  </a:cubicBezTo>
                  <a:cubicBezTo>
                    <a:pt x="9308" y="18918"/>
                    <a:pt x="9577" y="18910"/>
                    <a:pt x="9874" y="18910"/>
                  </a:cubicBezTo>
                  <a:cubicBezTo>
                    <a:pt x="11242" y="18910"/>
                    <a:pt x="12509" y="18210"/>
                    <a:pt x="13243" y="17009"/>
                  </a:cubicBezTo>
                  <a:cubicBezTo>
                    <a:pt x="13243" y="18426"/>
                    <a:pt x="14819" y="19219"/>
                    <a:pt x="16090" y="19219"/>
                  </a:cubicBezTo>
                  <a:cubicBezTo>
                    <a:pt x="16165" y="19219"/>
                    <a:pt x="16239" y="19216"/>
                    <a:pt x="16312" y="19210"/>
                  </a:cubicBezTo>
                  <a:cubicBezTo>
                    <a:pt x="17146" y="19144"/>
                    <a:pt x="17946" y="18743"/>
                    <a:pt x="18547" y="18110"/>
                  </a:cubicBezTo>
                  <a:cubicBezTo>
                    <a:pt x="19177" y="18674"/>
                    <a:pt x="19907" y="18922"/>
                    <a:pt x="20619" y="18922"/>
                  </a:cubicBezTo>
                  <a:cubicBezTo>
                    <a:pt x="22433" y="18922"/>
                    <a:pt x="24124" y="17306"/>
                    <a:pt x="23717" y="15174"/>
                  </a:cubicBezTo>
                  <a:cubicBezTo>
                    <a:pt x="26186" y="15007"/>
                    <a:pt x="27186" y="11905"/>
                    <a:pt x="25285" y="10337"/>
                  </a:cubicBezTo>
                  <a:cubicBezTo>
                    <a:pt x="26219" y="9937"/>
                    <a:pt x="26819" y="9003"/>
                    <a:pt x="26352" y="7969"/>
                  </a:cubicBezTo>
                  <a:lnTo>
                    <a:pt x="26352" y="7969"/>
                  </a:lnTo>
                  <a:cubicBezTo>
                    <a:pt x="26167" y="8525"/>
                    <a:pt x="25792" y="8745"/>
                    <a:pt x="25295" y="8745"/>
                  </a:cubicBezTo>
                  <a:cubicBezTo>
                    <a:pt x="25166" y="8745"/>
                    <a:pt x="25029" y="8730"/>
                    <a:pt x="24885" y="8703"/>
                  </a:cubicBezTo>
                  <a:cubicBezTo>
                    <a:pt x="23484" y="8469"/>
                    <a:pt x="23183" y="7135"/>
                    <a:pt x="23083" y="6334"/>
                  </a:cubicBezTo>
                  <a:cubicBezTo>
                    <a:pt x="22983" y="5601"/>
                    <a:pt x="22283" y="5834"/>
                    <a:pt x="21749" y="5300"/>
                  </a:cubicBezTo>
                  <a:cubicBezTo>
                    <a:pt x="21182" y="4733"/>
                    <a:pt x="20515" y="4300"/>
                    <a:pt x="19781" y="3966"/>
                  </a:cubicBezTo>
                  <a:cubicBezTo>
                    <a:pt x="19414" y="3799"/>
                    <a:pt x="19014" y="3666"/>
                    <a:pt x="18647" y="3566"/>
                  </a:cubicBezTo>
                  <a:cubicBezTo>
                    <a:pt x="18247" y="3499"/>
                    <a:pt x="17880" y="3399"/>
                    <a:pt x="17546" y="3266"/>
                  </a:cubicBezTo>
                  <a:cubicBezTo>
                    <a:pt x="16779" y="2932"/>
                    <a:pt x="16045" y="2532"/>
                    <a:pt x="15278" y="2198"/>
                  </a:cubicBezTo>
                  <a:cubicBezTo>
                    <a:pt x="14511" y="1865"/>
                    <a:pt x="13610" y="1498"/>
                    <a:pt x="12776" y="1231"/>
                  </a:cubicBezTo>
                  <a:cubicBezTo>
                    <a:pt x="11483" y="767"/>
                    <a:pt x="9797" y="0"/>
                    <a:pt x="82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52"/>
            <p:cNvSpPr/>
            <p:nvPr/>
          </p:nvSpPr>
          <p:spPr>
            <a:xfrm>
              <a:off x="2502800" y="1427100"/>
              <a:ext cx="970700" cy="564800"/>
            </a:xfrm>
            <a:custGeom>
              <a:rect b="b" l="l" r="r" t="t"/>
              <a:pathLst>
                <a:path extrusionOk="0" h="22592" w="38828">
                  <a:moveTo>
                    <a:pt x="38053" y="0"/>
                  </a:moveTo>
                  <a:cubicBezTo>
                    <a:pt x="37359" y="0"/>
                    <a:pt x="36247" y="1251"/>
                    <a:pt x="35225" y="2410"/>
                  </a:cubicBezTo>
                  <a:cubicBezTo>
                    <a:pt x="34081" y="3620"/>
                    <a:pt x="32775" y="5247"/>
                    <a:pt x="32348" y="5247"/>
                  </a:cubicBezTo>
                  <a:cubicBezTo>
                    <a:pt x="32339" y="5247"/>
                    <a:pt x="32331" y="5247"/>
                    <a:pt x="32323" y="5245"/>
                  </a:cubicBezTo>
                  <a:cubicBezTo>
                    <a:pt x="31823" y="5179"/>
                    <a:pt x="32223" y="3511"/>
                    <a:pt x="31656" y="2610"/>
                  </a:cubicBezTo>
                  <a:cubicBezTo>
                    <a:pt x="31409" y="2193"/>
                    <a:pt x="31119" y="1998"/>
                    <a:pt x="30875" y="1998"/>
                  </a:cubicBezTo>
                  <a:cubicBezTo>
                    <a:pt x="30593" y="1998"/>
                    <a:pt x="30373" y="2260"/>
                    <a:pt x="30355" y="2744"/>
                  </a:cubicBezTo>
                  <a:cubicBezTo>
                    <a:pt x="30355" y="3511"/>
                    <a:pt x="29855" y="4645"/>
                    <a:pt x="29855" y="5946"/>
                  </a:cubicBezTo>
                  <a:cubicBezTo>
                    <a:pt x="29855" y="6580"/>
                    <a:pt x="30055" y="7947"/>
                    <a:pt x="29388" y="8581"/>
                  </a:cubicBezTo>
                  <a:cubicBezTo>
                    <a:pt x="28854" y="9115"/>
                    <a:pt x="18447" y="15419"/>
                    <a:pt x="18447" y="15419"/>
                  </a:cubicBezTo>
                  <a:cubicBezTo>
                    <a:pt x="18447" y="15419"/>
                    <a:pt x="12565" y="15578"/>
                    <a:pt x="9166" y="15578"/>
                  </a:cubicBezTo>
                  <a:cubicBezTo>
                    <a:pt x="8438" y="15578"/>
                    <a:pt x="7823" y="15571"/>
                    <a:pt x="7405" y="15553"/>
                  </a:cubicBezTo>
                  <a:cubicBezTo>
                    <a:pt x="5115" y="15469"/>
                    <a:pt x="4018" y="15222"/>
                    <a:pt x="1881" y="15222"/>
                  </a:cubicBezTo>
                  <a:cubicBezTo>
                    <a:pt x="1465" y="15222"/>
                    <a:pt x="1011" y="15231"/>
                    <a:pt x="501" y="15253"/>
                  </a:cubicBezTo>
                  <a:cubicBezTo>
                    <a:pt x="0" y="15920"/>
                    <a:pt x="1234" y="22191"/>
                    <a:pt x="4870" y="22591"/>
                  </a:cubicBezTo>
                  <a:cubicBezTo>
                    <a:pt x="4870" y="22591"/>
                    <a:pt x="13476" y="22424"/>
                    <a:pt x="16745" y="22291"/>
                  </a:cubicBezTo>
                  <a:cubicBezTo>
                    <a:pt x="19948" y="22158"/>
                    <a:pt x="20782" y="22158"/>
                    <a:pt x="21983" y="21324"/>
                  </a:cubicBezTo>
                  <a:cubicBezTo>
                    <a:pt x="24184" y="19823"/>
                    <a:pt x="26286" y="18188"/>
                    <a:pt x="28287" y="16453"/>
                  </a:cubicBezTo>
                  <a:cubicBezTo>
                    <a:pt x="31089" y="14118"/>
                    <a:pt x="32357" y="13118"/>
                    <a:pt x="32724" y="12918"/>
                  </a:cubicBezTo>
                  <a:cubicBezTo>
                    <a:pt x="33758" y="12250"/>
                    <a:pt x="34725" y="12117"/>
                    <a:pt x="35559" y="11583"/>
                  </a:cubicBezTo>
                  <a:cubicBezTo>
                    <a:pt x="36493" y="11050"/>
                    <a:pt x="37360" y="10349"/>
                    <a:pt x="38027" y="9482"/>
                  </a:cubicBezTo>
                  <a:cubicBezTo>
                    <a:pt x="38261" y="9215"/>
                    <a:pt x="38361" y="8848"/>
                    <a:pt x="38328" y="8514"/>
                  </a:cubicBezTo>
                  <a:cubicBezTo>
                    <a:pt x="38294" y="8348"/>
                    <a:pt x="38194" y="8181"/>
                    <a:pt x="38161" y="8014"/>
                  </a:cubicBezTo>
                  <a:cubicBezTo>
                    <a:pt x="38127" y="7714"/>
                    <a:pt x="38094" y="7414"/>
                    <a:pt x="38027" y="7147"/>
                  </a:cubicBezTo>
                  <a:cubicBezTo>
                    <a:pt x="37894" y="6780"/>
                    <a:pt x="37360" y="6613"/>
                    <a:pt x="37227" y="6246"/>
                  </a:cubicBezTo>
                  <a:cubicBezTo>
                    <a:pt x="37160" y="6079"/>
                    <a:pt x="37227" y="5579"/>
                    <a:pt x="37127" y="5446"/>
                  </a:cubicBezTo>
                  <a:cubicBezTo>
                    <a:pt x="36893" y="5179"/>
                    <a:pt x="36693" y="5145"/>
                    <a:pt x="36493" y="4979"/>
                  </a:cubicBezTo>
                  <a:cubicBezTo>
                    <a:pt x="36359" y="4879"/>
                    <a:pt x="36059" y="4712"/>
                    <a:pt x="36159" y="4512"/>
                  </a:cubicBezTo>
                  <a:cubicBezTo>
                    <a:pt x="36226" y="4311"/>
                    <a:pt x="36660" y="3878"/>
                    <a:pt x="37394" y="2744"/>
                  </a:cubicBezTo>
                  <a:cubicBezTo>
                    <a:pt x="38127" y="1610"/>
                    <a:pt x="38828" y="642"/>
                    <a:pt x="38428" y="175"/>
                  </a:cubicBezTo>
                  <a:cubicBezTo>
                    <a:pt x="38324" y="54"/>
                    <a:pt x="38198" y="0"/>
                    <a:pt x="38053" y="0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52"/>
            <p:cNvSpPr/>
            <p:nvPr/>
          </p:nvSpPr>
          <p:spPr>
            <a:xfrm>
              <a:off x="3326725" y="1561550"/>
              <a:ext cx="83400" cy="127625"/>
            </a:xfrm>
            <a:custGeom>
              <a:rect b="b" l="l" r="r" t="t"/>
              <a:pathLst>
                <a:path extrusionOk="0" h="5105" w="3336">
                  <a:moveTo>
                    <a:pt x="1835" y="1"/>
                  </a:moveTo>
                  <a:lnTo>
                    <a:pt x="1835" y="1"/>
                  </a:lnTo>
                  <a:cubicBezTo>
                    <a:pt x="1834" y="1"/>
                    <a:pt x="0" y="1469"/>
                    <a:pt x="67" y="2236"/>
                  </a:cubicBezTo>
                  <a:cubicBezTo>
                    <a:pt x="133" y="2703"/>
                    <a:pt x="467" y="3070"/>
                    <a:pt x="901" y="3237"/>
                  </a:cubicBezTo>
                  <a:cubicBezTo>
                    <a:pt x="867" y="3937"/>
                    <a:pt x="600" y="4604"/>
                    <a:pt x="133" y="5105"/>
                  </a:cubicBezTo>
                  <a:cubicBezTo>
                    <a:pt x="1245" y="4425"/>
                    <a:pt x="1328" y="3575"/>
                    <a:pt x="1334" y="3452"/>
                  </a:cubicBezTo>
                  <a:lnTo>
                    <a:pt x="1334" y="3452"/>
                  </a:lnTo>
                  <a:cubicBezTo>
                    <a:pt x="1313" y="4272"/>
                    <a:pt x="2268" y="4404"/>
                    <a:pt x="2268" y="4404"/>
                  </a:cubicBezTo>
                  <a:cubicBezTo>
                    <a:pt x="2290" y="4858"/>
                    <a:pt x="2592" y="4990"/>
                    <a:pt x="2893" y="4990"/>
                  </a:cubicBezTo>
                  <a:cubicBezTo>
                    <a:pt x="3056" y="4990"/>
                    <a:pt x="3219" y="4951"/>
                    <a:pt x="3336" y="4904"/>
                  </a:cubicBezTo>
                  <a:cubicBezTo>
                    <a:pt x="2869" y="4871"/>
                    <a:pt x="2502" y="4437"/>
                    <a:pt x="2535" y="3970"/>
                  </a:cubicBezTo>
                  <a:lnTo>
                    <a:pt x="2535" y="3970"/>
                  </a:lnTo>
                  <a:cubicBezTo>
                    <a:pt x="2483" y="3982"/>
                    <a:pt x="2431" y="3988"/>
                    <a:pt x="2379" y="3988"/>
                  </a:cubicBezTo>
                  <a:cubicBezTo>
                    <a:pt x="2134" y="3988"/>
                    <a:pt x="1906" y="3863"/>
                    <a:pt x="1768" y="3670"/>
                  </a:cubicBezTo>
                  <a:cubicBezTo>
                    <a:pt x="1601" y="3403"/>
                    <a:pt x="1568" y="3070"/>
                    <a:pt x="1701" y="2803"/>
                  </a:cubicBezTo>
                  <a:lnTo>
                    <a:pt x="1701" y="2803"/>
                  </a:lnTo>
                  <a:cubicBezTo>
                    <a:pt x="1568" y="2879"/>
                    <a:pt x="1424" y="2915"/>
                    <a:pt x="1282" y="2915"/>
                  </a:cubicBezTo>
                  <a:cubicBezTo>
                    <a:pt x="927" y="2915"/>
                    <a:pt x="586" y="2693"/>
                    <a:pt x="467" y="2336"/>
                  </a:cubicBezTo>
                  <a:cubicBezTo>
                    <a:pt x="267" y="1735"/>
                    <a:pt x="1201" y="902"/>
                    <a:pt x="1835" y="1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52"/>
            <p:cNvSpPr/>
            <p:nvPr/>
          </p:nvSpPr>
          <p:spPr>
            <a:xfrm>
              <a:off x="2101675" y="1807575"/>
              <a:ext cx="589600" cy="564400"/>
            </a:xfrm>
            <a:custGeom>
              <a:rect b="b" l="l" r="r" t="t"/>
              <a:pathLst>
                <a:path extrusionOk="0" h="22576" w="23584">
                  <a:moveTo>
                    <a:pt x="7272" y="0"/>
                  </a:moveTo>
                  <a:lnTo>
                    <a:pt x="2269" y="501"/>
                  </a:lnTo>
                  <a:cubicBezTo>
                    <a:pt x="3103" y="5838"/>
                    <a:pt x="467" y="11142"/>
                    <a:pt x="467" y="11142"/>
                  </a:cubicBezTo>
                  <a:cubicBezTo>
                    <a:pt x="334" y="14544"/>
                    <a:pt x="0" y="18480"/>
                    <a:pt x="1468" y="19247"/>
                  </a:cubicBezTo>
                  <a:cubicBezTo>
                    <a:pt x="1468" y="19714"/>
                    <a:pt x="1535" y="20148"/>
                    <a:pt x="1635" y="20582"/>
                  </a:cubicBezTo>
                  <a:cubicBezTo>
                    <a:pt x="3811" y="21709"/>
                    <a:pt x="7537" y="22575"/>
                    <a:pt x="11265" y="22575"/>
                  </a:cubicBezTo>
                  <a:cubicBezTo>
                    <a:pt x="13937" y="22575"/>
                    <a:pt x="16610" y="22130"/>
                    <a:pt x="18714" y="21015"/>
                  </a:cubicBezTo>
                  <a:lnTo>
                    <a:pt x="19081" y="19548"/>
                  </a:lnTo>
                  <a:cubicBezTo>
                    <a:pt x="20315" y="18714"/>
                    <a:pt x="20048" y="15178"/>
                    <a:pt x="20282" y="12643"/>
                  </a:cubicBezTo>
                  <a:cubicBezTo>
                    <a:pt x="23584" y="8139"/>
                    <a:pt x="19081" y="2369"/>
                    <a:pt x="16512" y="34"/>
                  </a:cubicBezTo>
                  <a:lnTo>
                    <a:pt x="13343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52"/>
            <p:cNvSpPr/>
            <p:nvPr/>
          </p:nvSpPr>
          <p:spPr>
            <a:xfrm>
              <a:off x="2135875" y="2288750"/>
              <a:ext cx="442825" cy="96450"/>
            </a:xfrm>
            <a:custGeom>
              <a:rect b="b" l="l" r="r" t="t"/>
              <a:pathLst>
                <a:path extrusionOk="0" h="3858" w="17713">
                  <a:moveTo>
                    <a:pt x="100" y="0"/>
                  </a:moveTo>
                  <a:lnTo>
                    <a:pt x="0" y="1235"/>
                  </a:lnTo>
                  <a:cubicBezTo>
                    <a:pt x="0" y="1235"/>
                    <a:pt x="1301" y="3570"/>
                    <a:pt x="8573" y="3836"/>
                  </a:cubicBezTo>
                  <a:cubicBezTo>
                    <a:pt x="8966" y="3851"/>
                    <a:pt x="9343" y="3858"/>
                    <a:pt x="9705" y="3858"/>
                  </a:cubicBezTo>
                  <a:cubicBezTo>
                    <a:pt x="16038" y="3858"/>
                    <a:pt x="17679" y="1768"/>
                    <a:pt x="17679" y="1768"/>
                  </a:cubicBezTo>
                  <a:lnTo>
                    <a:pt x="17713" y="301"/>
                  </a:lnTo>
                  <a:lnTo>
                    <a:pt x="17713" y="301"/>
                  </a:lnTo>
                  <a:cubicBezTo>
                    <a:pt x="15528" y="1709"/>
                    <a:pt x="12489" y="2269"/>
                    <a:pt x="9508" y="2269"/>
                  </a:cubicBezTo>
                  <a:cubicBezTo>
                    <a:pt x="5570" y="2269"/>
                    <a:pt x="1733" y="1291"/>
                    <a:pt x="100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52"/>
            <p:cNvSpPr/>
            <p:nvPr/>
          </p:nvSpPr>
          <p:spPr>
            <a:xfrm>
              <a:off x="2100000" y="1215475"/>
              <a:ext cx="543750" cy="548750"/>
            </a:xfrm>
            <a:custGeom>
              <a:rect b="b" l="l" r="r" t="t"/>
              <a:pathLst>
                <a:path extrusionOk="0" h="21950" w="21750">
                  <a:moveTo>
                    <a:pt x="8440" y="1"/>
                  </a:moveTo>
                  <a:lnTo>
                    <a:pt x="8440" y="1"/>
                  </a:lnTo>
                  <a:cubicBezTo>
                    <a:pt x="8640" y="668"/>
                    <a:pt x="8140" y="1368"/>
                    <a:pt x="7539" y="1735"/>
                  </a:cubicBezTo>
                  <a:cubicBezTo>
                    <a:pt x="6939" y="2102"/>
                    <a:pt x="6238" y="2269"/>
                    <a:pt x="5638" y="2636"/>
                  </a:cubicBezTo>
                  <a:cubicBezTo>
                    <a:pt x="5138" y="2936"/>
                    <a:pt x="4771" y="3370"/>
                    <a:pt x="4504" y="3870"/>
                  </a:cubicBezTo>
                  <a:cubicBezTo>
                    <a:pt x="4170" y="4471"/>
                    <a:pt x="3803" y="5771"/>
                    <a:pt x="4270" y="6439"/>
                  </a:cubicBezTo>
                  <a:cubicBezTo>
                    <a:pt x="1" y="8807"/>
                    <a:pt x="1535" y="14211"/>
                    <a:pt x="2903" y="16312"/>
                  </a:cubicBezTo>
                  <a:cubicBezTo>
                    <a:pt x="4337" y="18581"/>
                    <a:pt x="7306" y="21082"/>
                    <a:pt x="7306" y="21950"/>
                  </a:cubicBezTo>
                  <a:lnTo>
                    <a:pt x="18147" y="10808"/>
                  </a:lnTo>
                  <a:cubicBezTo>
                    <a:pt x="18147" y="10808"/>
                    <a:pt x="19081" y="12243"/>
                    <a:pt x="20115" y="12309"/>
                  </a:cubicBezTo>
                  <a:cubicBezTo>
                    <a:pt x="20156" y="12312"/>
                    <a:pt x="20196" y="12313"/>
                    <a:pt x="20234" y="12313"/>
                  </a:cubicBezTo>
                  <a:cubicBezTo>
                    <a:pt x="21190" y="12313"/>
                    <a:pt x="21283" y="11542"/>
                    <a:pt x="21283" y="11542"/>
                  </a:cubicBezTo>
                  <a:lnTo>
                    <a:pt x="21283" y="11542"/>
                  </a:lnTo>
                  <a:cubicBezTo>
                    <a:pt x="21189" y="11667"/>
                    <a:pt x="21062" y="11721"/>
                    <a:pt x="20936" y="11721"/>
                  </a:cubicBezTo>
                  <a:cubicBezTo>
                    <a:pt x="20658" y="11721"/>
                    <a:pt x="20380" y="11463"/>
                    <a:pt x="20449" y="11142"/>
                  </a:cubicBezTo>
                  <a:cubicBezTo>
                    <a:pt x="20615" y="10608"/>
                    <a:pt x="21549" y="10408"/>
                    <a:pt x="21683" y="9407"/>
                  </a:cubicBezTo>
                  <a:cubicBezTo>
                    <a:pt x="21750" y="8974"/>
                    <a:pt x="21616" y="8507"/>
                    <a:pt x="21349" y="8140"/>
                  </a:cubicBezTo>
                  <a:cubicBezTo>
                    <a:pt x="21016" y="7673"/>
                    <a:pt x="20849" y="7606"/>
                    <a:pt x="21049" y="7006"/>
                  </a:cubicBezTo>
                  <a:cubicBezTo>
                    <a:pt x="21483" y="5538"/>
                    <a:pt x="21016" y="3470"/>
                    <a:pt x="19448" y="2803"/>
                  </a:cubicBezTo>
                  <a:cubicBezTo>
                    <a:pt x="19137" y="2684"/>
                    <a:pt x="18812" y="2625"/>
                    <a:pt x="18489" y="2625"/>
                  </a:cubicBezTo>
                  <a:cubicBezTo>
                    <a:pt x="18085" y="2625"/>
                    <a:pt x="17684" y="2717"/>
                    <a:pt x="17313" y="2903"/>
                  </a:cubicBezTo>
                  <a:cubicBezTo>
                    <a:pt x="17246" y="2836"/>
                    <a:pt x="17180" y="2769"/>
                    <a:pt x="17113" y="2703"/>
                  </a:cubicBezTo>
                  <a:cubicBezTo>
                    <a:pt x="16919" y="2561"/>
                    <a:pt x="16701" y="2494"/>
                    <a:pt x="16487" y="2494"/>
                  </a:cubicBezTo>
                  <a:cubicBezTo>
                    <a:pt x="16147" y="2494"/>
                    <a:pt x="15816" y="2663"/>
                    <a:pt x="15612" y="2969"/>
                  </a:cubicBezTo>
                  <a:cubicBezTo>
                    <a:pt x="15779" y="2302"/>
                    <a:pt x="15545" y="1635"/>
                    <a:pt x="15011" y="1235"/>
                  </a:cubicBezTo>
                  <a:cubicBezTo>
                    <a:pt x="14681" y="987"/>
                    <a:pt x="14287" y="867"/>
                    <a:pt x="13884" y="867"/>
                  </a:cubicBezTo>
                  <a:cubicBezTo>
                    <a:pt x="13636" y="867"/>
                    <a:pt x="13385" y="912"/>
                    <a:pt x="13143" y="1001"/>
                  </a:cubicBezTo>
                  <a:cubicBezTo>
                    <a:pt x="12543" y="1235"/>
                    <a:pt x="12043" y="1702"/>
                    <a:pt x="11742" y="2302"/>
                  </a:cubicBezTo>
                  <a:cubicBezTo>
                    <a:pt x="11876" y="1869"/>
                    <a:pt x="11676" y="1402"/>
                    <a:pt x="11309" y="1202"/>
                  </a:cubicBezTo>
                  <a:cubicBezTo>
                    <a:pt x="11109" y="1118"/>
                    <a:pt x="10892" y="1076"/>
                    <a:pt x="10675" y="1076"/>
                  </a:cubicBezTo>
                  <a:cubicBezTo>
                    <a:pt x="10458" y="1076"/>
                    <a:pt x="10241" y="1118"/>
                    <a:pt x="10041" y="1202"/>
                  </a:cubicBezTo>
                  <a:cubicBezTo>
                    <a:pt x="9641" y="1402"/>
                    <a:pt x="9307" y="1635"/>
                    <a:pt x="9007" y="1935"/>
                  </a:cubicBezTo>
                  <a:cubicBezTo>
                    <a:pt x="9407" y="1268"/>
                    <a:pt x="9141" y="368"/>
                    <a:pt x="84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52"/>
            <p:cNvSpPr/>
            <p:nvPr/>
          </p:nvSpPr>
          <p:spPr>
            <a:xfrm>
              <a:off x="2184225" y="1371425"/>
              <a:ext cx="407825" cy="543275"/>
            </a:xfrm>
            <a:custGeom>
              <a:rect b="b" l="l" r="r" t="t"/>
              <a:pathLst>
                <a:path extrusionOk="0" h="21731" w="16313">
                  <a:moveTo>
                    <a:pt x="13711" y="0"/>
                  </a:moveTo>
                  <a:cubicBezTo>
                    <a:pt x="13410" y="1902"/>
                    <a:pt x="12977" y="3870"/>
                    <a:pt x="9975" y="5671"/>
                  </a:cubicBezTo>
                  <a:cubicBezTo>
                    <a:pt x="8401" y="6604"/>
                    <a:pt x="6623" y="7104"/>
                    <a:pt x="4819" y="7104"/>
                  </a:cubicBezTo>
                  <a:cubicBezTo>
                    <a:pt x="4559" y="7104"/>
                    <a:pt x="4298" y="7093"/>
                    <a:pt x="4037" y="7072"/>
                  </a:cubicBezTo>
                  <a:cubicBezTo>
                    <a:pt x="3520" y="6505"/>
                    <a:pt x="2970" y="6238"/>
                    <a:pt x="2436" y="6238"/>
                  </a:cubicBezTo>
                  <a:cubicBezTo>
                    <a:pt x="1902" y="6238"/>
                    <a:pt x="1385" y="6505"/>
                    <a:pt x="935" y="7005"/>
                  </a:cubicBezTo>
                  <a:cubicBezTo>
                    <a:pt x="1" y="7973"/>
                    <a:pt x="368" y="9874"/>
                    <a:pt x="1602" y="10842"/>
                  </a:cubicBezTo>
                  <a:cubicBezTo>
                    <a:pt x="1971" y="11137"/>
                    <a:pt x="2412" y="11279"/>
                    <a:pt x="2857" y="11279"/>
                  </a:cubicBezTo>
                  <a:cubicBezTo>
                    <a:pt x="3215" y="11279"/>
                    <a:pt x="3576" y="11187"/>
                    <a:pt x="3904" y="11008"/>
                  </a:cubicBezTo>
                  <a:lnTo>
                    <a:pt x="3937" y="17413"/>
                  </a:lnTo>
                  <a:lnTo>
                    <a:pt x="1969" y="17613"/>
                  </a:lnTo>
                  <a:cubicBezTo>
                    <a:pt x="1969" y="17613"/>
                    <a:pt x="4694" y="21731"/>
                    <a:pt x="9866" y="21731"/>
                  </a:cubicBezTo>
                  <a:cubicBezTo>
                    <a:pt x="10182" y="21731"/>
                    <a:pt x="10507" y="21715"/>
                    <a:pt x="10842" y="21683"/>
                  </a:cubicBezTo>
                  <a:cubicBezTo>
                    <a:pt x="14811" y="21316"/>
                    <a:pt x="11676" y="17446"/>
                    <a:pt x="11676" y="17446"/>
                  </a:cubicBezTo>
                  <a:lnTo>
                    <a:pt x="10175" y="17446"/>
                  </a:lnTo>
                  <a:lnTo>
                    <a:pt x="10175" y="14844"/>
                  </a:lnTo>
                  <a:cubicBezTo>
                    <a:pt x="11064" y="14989"/>
                    <a:pt x="11978" y="15121"/>
                    <a:pt x="12720" y="15121"/>
                  </a:cubicBezTo>
                  <a:cubicBezTo>
                    <a:pt x="13175" y="15121"/>
                    <a:pt x="13565" y="15071"/>
                    <a:pt x="13844" y="14944"/>
                  </a:cubicBezTo>
                  <a:cubicBezTo>
                    <a:pt x="14611" y="14578"/>
                    <a:pt x="16146" y="13377"/>
                    <a:pt x="16212" y="8473"/>
                  </a:cubicBezTo>
                  <a:cubicBezTo>
                    <a:pt x="16312" y="2702"/>
                    <a:pt x="15045" y="601"/>
                    <a:pt x="13711" y="0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52"/>
            <p:cNvSpPr/>
            <p:nvPr/>
          </p:nvSpPr>
          <p:spPr>
            <a:xfrm>
              <a:off x="2286800" y="1506525"/>
              <a:ext cx="40050" cy="81775"/>
            </a:xfrm>
            <a:custGeom>
              <a:rect b="b" l="l" r="r" t="t"/>
              <a:pathLst>
                <a:path extrusionOk="0" h="3271" w="1602">
                  <a:moveTo>
                    <a:pt x="1" y="0"/>
                  </a:moveTo>
                  <a:lnTo>
                    <a:pt x="1" y="3269"/>
                  </a:lnTo>
                  <a:cubicBezTo>
                    <a:pt x="20" y="3270"/>
                    <a:pt x="39" y="3270"/>
                    <a:pt x="58" y="3270"/>
                  </a:cubicBezTo>
                  <a:cubicBezTo>
                    <a:pt x="900" y="3270"/>
                    <a:pt x="1601" y="2550"/>
                    <a:pt x="1568" y="1702"/>
                  </a:cubicBezTo>
                  <a:cubicBezTo>
                    <a:pt x="1602" y="801"/>
                    <a:pt x="901" y="34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52"/>
            <p:cNvSpPr/>
            <p:nvPr/>
          </p:nvSpPr>
          <p:spPr>
            <a:xfrm>
              <a:off x="2533650" y="1521525"/>
              <a:ext cx="37550" cy="32125"/>
            </a:xfrm>
            <a:custGeom>
              <a:rect b="b" l="l" r="r" t="t"/>
              <a:pathLst>
                <a:path extrusionOk="0" h="1285" w="1502">
                  <a:moveTo>
                    <a:pt x="668" y="1"/>
                  </a:moveTo>
                  <a:cubicBezTo>
                    <a:pt x="301" y="1"/>
                    <a:pt x="0" y="268"/>
                    <a:pt x="0" y="635"/>
                  </a:cubicBezTo>
                  <a:cubicBezTo>
                    <a:pt x="0" y="1022"/>
                    <a:pt x="312" y="1285"/>
                    <a:pt x="647" y="1285"/>
                  </a:cubicBezTo>
                  <a:cubicBezTo>
                    <a:pt x="803" y="1285"/>
                    <a:pt x="964" y="1228"/>
                    <a:pt x="1101" y="1102"/>
                  </a:cubicBezTo>
                  <a:cubicBezTo>
                    <a:pt x="1501" y="735"/>
                    <a:pt x="1235" y="34"/>
                    <a:pt x="6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52"/>
            <p:cNvSpPr/>
            <p:nvPr/>
          </p:nvSpPr>
          <p:spPr>
            <a:xfrm>
              <a:off x="2416900" y="1533200"/>
              <a:ext cx="40875" cy="35425"/>
            </a:xfrm>
            <a:custGeom>
              <a:rect b="b" l="l" r="r" t="t"/>
              <a:pathLst>
                <a:path extrusionOk="0" h="1417" w="1635">
                  <a:moveTo>
                    <a:pt x="734" y="1"/>
                  </a:moveTo>
                  <a:cubicBezTo>
                    <a:pt x="334" y="1"/>
                    <a:pt x="0" y="301"/>
                    <a:pt x="0" y="701"/>
                  </a:cubicBezTo>
                  <a:cubicBezTo>
                    <a:pt x="0" y="1138"/>
                    <a:pt x="349" y="1416"/>
                    <a:pt x="707" y="1416"/>
                  </a:cubicBezTo>
                  <a:cubicBezTo>
                    <a:pt x="869" y="1416"/>
                    <a:pt x="1033" y="1359"/>
                    <a:pt x="1168" y="1235"/>
                  </a:cubicBezTo>
                  <a:cubicBezTo>
                    <a:pt x="1635" y="801"/>
                    <a:pt x="1335" y="34"/>
                    <a:pt x="7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52"/>
            <p:cNvSpPr/>
            <p:nvPr/>
          </p:nvSpPr>
          <p:spPr>
            <a:xfrm>
              <a:off x="2430250" y="1642450"/>
              <a:ext cx="63400" cy="42175"/>
            </a:xfrm>
            <a:custGeom>
              <a:rect b="b" l="l" r="r" t="t"/>
              <a:pathLst>
                <a:path extrusionOk="0" h="1687" w="2536">
                  <a:moveTo>
                    <a:pt x="200" y="1"/>
                  </a:moveTo>
                  <a:cubicBezTo>
                    <a:pt x="0" y="668"/>
                    <a:pt x="367" y="1402"/>
                    <a:pt x="1034" y="1635"/>
                  </a:cubicBezTo>
                  <a:cubicBezTo>
                    <a:pt x="1151" y="1670"/>
                    <a:pt x="1269" y="1687"/>
                    <a:pt x="1385" y="1687"/>
                  </a:cubicBezTo>
                  <a:cubicBezTo>
                    <a:pt x="1929" y="1687"/>
                    <a:pt x="2425" y="1318"/>
                    <a:pt x="2535" y="768"/>
                  </a:cubicBezTo>
                  <a:lnTo>
                    <a:pt x="200" y="1"/>
                  </a:ln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52"/>
            <p:cNvSpPr/>
            <p:nvPr/>
          </p:nvSpPr>
          <p:spPr>
            <a:xfrm>
              <a:off x="2434400" y="1655800"/>
              <a:ext cx="33400" cy="29200"/>
            </a:xfrm>
            <a:custGeom>
              <a:rect b="b" l="l" r="r" t="t"/>
              <a:pathLst>
                <a:path extrusionOk="0" h="1168" w="1336">
                  <a:moveTo>
                    <a:pt x="1" y="0"/>
                  </a:moveTo>
                  <a:cubicBezTo>
                    <a:pt x="68" y="501"/>
                    <a:pt x="401" y="934"/>
                    <a:pt x="868" y="1101"/>
                  </a:cubicBezTo>
                  <a:cubicBezTo>
                    <a:pt x="1035" y="1134"/>
                    <a:pt x="1202" y="1168"/>
                    <a:pt x="1335" y="1168"/>
                  </a:cubicBezTo>
                  <a:cubicBezTo>
                    <a:pt x="1335" y="501"/>
                    <a:pt x="835" y="0"/>
                    <a:pt x="201" y="0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52"/>
            <p:cNvSpPr/>
            <p:nvPr/>
          </p:nvSpPr>
          <p:spPr>
            <a:xfrm>
              <a:off x="2533650" y="1470550"/>
              <a:ext cx="45050" cy="33500"/>
            </a:xfrm>
            <a:custGeom>
              <a:rect b="b" l="l" r="r" t="t"/>
              <a:pathLst>
                <a:path extrusionOk="0" h="1340" w="1802">
                  <a:moveTo>
                    <a:pt x="784" y="0"/>
                  </a:moveTo>
                  <a:cubicBezTo>
                    <a:pt x="457" y="0"/>
                    <a:pt x="140" y="180"/>
                    <a:pt x="0" y="505"/>
                  </a:cubicBezTo>
                  <a:lnTo>
                    <a:pt x="1602" y="1339"/>
                  </a:lnTo>
                  <a:cubicBezTo>
                    <a:pt x="1802" y="906"/>
                    <a:pt x="1635" y="372"/>
                    <a:pt x="1201" y="105"/>
                  </a:cubicBezTo>
                  <a:cubicBezTo>
                    <a:pt x="1070" y="34"/>
                    <a:pt x="926" y="0"/>
                    <a:pt x="7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52"/>
            <p:cNvSpPr/>
            <p:nvPr/>
          </p:nvSpPr>
          <p:spPr>
            <a:xfrm>
              <a:off x="2489450" y="1533200"/>
              <a:ext cx="65075" cy="100100"/>
            </a:xfrm>
            <a:custGeom>
              <a:rect b="b" l="l" r="r" t="t"/>
              <a:pathLst>
                <a:path extrusionOk="0" h="4004" w="2603">
                  <a:moveTo>
                    <a:pt x="0" y="1"/>
                  </a:moveTo>
                  <a:lnTo>
                    <a:pt x="501" y="4004"/>
                  </a:lnTo>
                  <a:lnTo>
                    <a:pt x="2602" y="31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52"/>
            <p:cNvSpPr/>
            <p:nvPr/>
          </p:nvSpPr>
          <p:spPr>
            <a:xfrm>
              <a:off x="2311000" y="1683325"/>
              <a:ext cx="128450" cy="83400"/>
            </a:xfrm>
            <a:custGeom>
              <a:rect b="b" l="l" r="r" t="t"/>
              <a:pathLst>
                <a:path extrusionOk="0" h="3336" w="5138">
                  <a:moveTo>
                    <a:pt x="0" y="0"/>
                  </a:moveTo>
                  <a:cubicBezTo>
                    <a:pt x="200" y="634"/>
                    <a:pt x="567" y="1201"/>
                    <a:pt x="1101" y="1635"/>
                  </a:cubicBezTo>
                  <a:cubicBezTo>
                    <a:pt x="2035" y="2468"/>
                    <a:pt x="5137" y="3336"/>
                    <a:pt x="5137" y="3336"/>
                  </a:cubicBezTo>
                  <a:lnTo>
                    <a:pt x="5137" y="2368"/>
                  </a:lnTo>
                  <a:cubicBezTo>
                    <a:pt x="3603" y="2202"/>
                    <a:pt x="500" y="1268"/>
                    <a:pt x="0" y="0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52"/>
            <p:cNvSpPr/>
            <p:nvPr/>
          </p:nvSpPr>
          <p:spPr>
            <a:xfrm>
              <a:off x="2292650" y="2383275"/>
              <a:ext cx="161800" cy="57275"/>
            </a:xfrm>
            <a:custGeom>
              <a:rect b="b" l="l" r="r" t="t"/>
              <a:pathLst>
                <a:path extrusionOk="0" h="2291" w="6472">
                  <a:moveTo>
                    <a:pt x="6078" y="1"/>
                  </a:moveTo>
                  <a:cubicBezTo>
                    <a:pt x="5854" y="1"/>
                    <a:pt x="5426" y="294"/>
                    <a:pt x="4670" y="456"/>
                  </a:cubicBezTo>
                  <a:cubicBezTo>
                    <a:pt x="3469" y="723"/>
                    <a:pt x="3002" y="689"/>
                    <a:pt x="1768" y="1023"/>
                  </a:cubicBezTo>
                  <a:cubicBezTo>
                    <a:pt x="1201" y="1190"/>
                    <a:pt x="601" y="1323"/>
                    <a:pt x="0" y="1323"/>
                  </a:cubicBezTo>
                  <a:lnTo>
                    <a:pt x="4570" y="2290"/>
                  </a:lnTo>
                  <a:cubicBezTo>
                    <a:pt x="5037" y="2090"/>
                    <a:pt x="5471" y="1823"/>
                    <a:pt x="5871" y="1490"/>
                  </a:cubicBezTo>
                  <a:cubicBezTo>
                    <a:pt x="6338" y="1156"/>
                    <a:pt x="6471" y="522"/>
                    <a:pt x="6205" y="55"/>
                  </a:cubicBezTo>
                  <a:cubicBezTo>
                    <a:pt x="6173" y="17"/>
                    <a:pt x="6131" y="1"/>
                    <a:pt x="6078" y="1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52"/>
            <p:cNvSpPr/>
            <p:nvPr/>
          </p:nvSpPr>
          <p:spPr>
            <a:xfrm>
              <a:off x="2351850" y="2123625"/>
              <a:ext cx="488700" cy="570425"/>
            </a:xfrm>
            <a:custGeom>
              <a:rect b="b" l="l" r="r" t="t"/>
              <a:pathLst>
                <a:path extrusionOk="0" h="22817" w="19548">
                  <a:moveTo>
                    <a:pt x="19281" y="1"/>
                  </a:moveTo>
                  <a:lnTo>
                    <a:pt x="4337" y="3403"/>
                  </a:lnTo>
                  <a:lnTo>
                    <a:pt x="1" y="22450"/>
                  </a:lnTo>
                  <a:lnTo>
                    <a:pt x="301" y="22817"/>
                  </a:lnTo>
                  <a:lnTo>
                    <a:pt x="14544" y="19281"/>
                  </a:lnTo>
                  <a:lnTo>
                    <a:pt x="19548" y="368"/>
                  </a:lnTo>
                  <a:lnTo>
                    <a:pt x="1928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52"/>
            <p:cNvSpPr/>
            <p:nvPr/>
          </p:nvSpPr>
          <p:spPr>
            <a:xfrm>
              <a:off x="2359350" y="2132800"/>
              <a:ext cx="481200" cy="561250"/>
            </a:xfrm>
            <a:custGeom>
              <a:rect b="b" l="l" r="r" t="t"/>
              <a:pathLst>
                <a:path extrusionOk="0" h="22450" w="19248">
                  <a:moveTo>
                    <a:pt x="19248" y="1"/>
                  </a:moveTo>
                  <a:lnTo>
                    <a:pt x="4304" y="3436"/>
                  </a:lnTo>
                  <a:lnTo>
                    <a:pt x="1" y="22450"/>
                  </a:lnTo>
                  <a:lnTo>
                    <a:pt x="14244" y="18914"/>
                  </a:lnTo>
                  <a:lnTo>
                    <a:pt x="1924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52"/>
            <p:cNvSpPr/>
            <p:nvPr/>
          </p:nvSpPr>
          <p:spPr>
            <a:xfrm>
              <a:off x="2351850" y="2208700"/>
              <a:ext cx="115100" cy="485350"/>
            </a:xfrm>
            <a:custGeom>
              <a:rect b="b" l="l" r="r" t="t"/>
              <a:pathLst>
                <a:path extrusionOk="0" h="19414" w="4604">
                  <a:moveTo>
                    <a:pt x="4337" y="0"/>
                  </a:moveTo>
                  <a:lnTo>
                    <a:pt x="1" y="19047"/>
                  </a:lnTo>
                  <a:lnTo>
                    <a:pt x="301" y="19414"/>
                  </a:lnTo>
                  <a:lnTo>
                    <a:pt x="4604" y="400"/>
                  </a:lnTo>
                  <a:lnTo>
                    <a:pt x="43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52"/>
            <p:cNvSpPr/>
            <p:nvPr/>
          </p:nvSpPr>
          <p:spPr>
            <a:xfrm>
              <a:off x="2359350" y="2132800"/>
              <a:ext cx="481200" cy="561250"/>
            </a:xfrm>
            <a:custGeom>
              <a:rect b="b" l="l" r="r" t="t"/>
              <a:pathLst>
                <a:path extrusionOk="0" h="22450" w="19248">
                  <a:moveTo>
                    <a:pt x="19248" y="1"/>
                  </a:moveTo>
                  <a:lnTo>
                    <a:pt x="4304" y="3436"/>
                  </a:lnTo>
                  <a:lnTo>
                    <a:pt x="1" y="22450"/>
                  </a:lnTo>
                  <a:lnTo>
                    <a:pt x="14244" y="18914"/>
                  </a:lnTo>
                  <a:lnTo>
                    <a:pt x="1924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52"/>
            <p:cNvSpPr/>
            <p:nvPr/>
          </p:nvSpPr>
          <p:spPr>
            <a:xfrm>
              <a:off x="2548650" y="2189425"/>
              <a:ext cx="179550" cy="59325"/>
            </a:xfrm>
            <a:custGeom>
              <a:rect b="b" l="l" r="r" t="t"/>
              <a:pathLst>
                <a:path extrusionOk="0" h="2373" w="7182">
                  <a:moveTo>
                    <a:pt x="6806" y="1"/>
                  </a:moveTo>
                  <a:cubicBezTo>
                    <a:pt x="6461" y="1"/>
                    <a:pt x="5884" y="124"/>
                    <a:pt x="5205" y="337"/>
                  </a:cubicBezTo>
                  <a:lnTo>
                    <a:pt x="2536" y="838"/>
                  </a:lnTo>
                  <a:cubicBezTo>
                    <a:pt x="1368" y="1271"/>
                    <a:pt x="268" y="1505"/>
                    <a:pt x="168" y="1805"/>
                  </a:cubicBezTo>
                  <a:lnTo>
                    <a:pt x="1" y="2372"/>
                  </a:lnTo>
                  <a:lnTo>
                    <a:pt x="6972" y="771"/>
                  </a:lnTo>
                  <a:cubicBezTo>
                    <a:pt x="6972" y="771"/>
                    <a:pt x="7039" y="504"/>
                    <a:pt x="7139" y="204"/>
                  </a:cubicBezTo>
                  <a:cubicBezTo>
                    <a:pt x="7181" y="65"/>
                    <a:pt x="7054" y="1"/>
                    <a:pt x="68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52"/>
            <p:cNvSpPr/>
            <p:nvPr/>
          </p:nvSpPr>
          <p:spPr>
            <a:xfrm>
              <a:off x="2557825" y="2133625"/>
              <a:ext cx="194550" cy="64250"/>
            </a:xfrm>
            <a:custGeom>
              <a:rect b="b" l="l" r="r" t="t"/>
              <a:pathLst>
                <a:path extrusionOk="0" h="2570" w="7782">
                  <a:moveTo>
                    <a:pt x="5317" y="0"/>
                  </a:moveTo>
                  <a:cubicBezTo>
                    <a:pt x="5109" y="0"/>
                    <a:pt x="4853" y="20"/>
                    <a:pt x="4537" y="68"/>
                  </a:cubicBezTo>
                  <a:cubicBezTo>
                    <a:pt x="2336" y="401"/>
                    <a:pt x="2169" y="1469"/>
                    <a:pt x="2169" y="1469"/>
                  </a:cubicBezTo>
                  <a:cubicBezTo>
                    <a:pt x="1802" y="1569"/>
                    <a:pt x="1435" y="1669"/>
                    <a:pt x="1068" y="1736"/>
                  </a:cubicBezTo>
                  <a:cubicBezTo>
                    <a:pt x="334" y="1902"/>
                    <a:pt x="234" y="2002"/>
                    <a:pt x="168" y="2203"/>
                  </a:cubicBezTo>
                  <a:lnTo>
                    <a:pt x="1" y="2569"/>
                  </a:lnTo>
                  <a:lnTo>
                    <a:pt x="7640" y="835"/>
                  </a:lnTo>
                  <a:cubicBezTo>
                    <a:pt x="7640" y="835"/>
                    <a:pt x="7673" y="668"/>
                    <a:pt x="7740" y="501"/>
                  </a:cubicBezTo>
                  <a:cubicBezTo>
                    <a:pt x="7782" y="374"/>
                    <a:pt x="7663" y="328"/>
                    <a:pt x="7452" y="328"/>
                  </a:cubicBezTo>
                  <a:cubicBezTo>
                    <a:pt x="7330" y="328"/>
                    <a:pt x="7177" y="343"/>
                    <a:pt x="7006" y="368"/>
                  </a:cubicBezTo>
                  <a:lnTo>
                    <a:pt x="6138" y="568"/>
                  </a:lnTo>
                  <a:cubicBezTo>
                    <a:pt x="6138" y="568"/>
                    <a:pt x="6422" y="0"/>
                    <a:pt x="5317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52"/>
            <p:cNvSpPr/>
            <p:nvPr/>
          </p:nvSpPr>
          <p:spPr>
            <a:xfrm>
              <a:off x="2553650" y="2156975"/>
              <a:ext cx="181000" cy="92600"/>
            </a:xfrm>
            <a:custGeom>
              <a:rect b="b" l="l" r="r" t="t"/>
              <a:pathLst>
                <a:path extrusionOk="0" h="3704" w="7240">
                  <a:moveTo>
                    <a:pt x="7239" y="1"/>
                  </a:moveTo>
                  <a:lnTo>
                    <a:pt x="1135" y="1402"/>
                  </a:lnTo>
                  <a:lnTo>
                    <a:pt x="902" y="2069"/>
                  </a:lnTo>
                  <a:cubicBezTo>
                    <a:pt x="1180" y="1971"/>
                    <a:pt x="1436" y="1926"/>
                    <a:pt x="1632" y="1926"/>
                  </a:cubicBezTo>
                  <a:cubicBezTo>
                    <a:pt x="1904" y="1926"/>
                    <a:pt x="2061" y="2014"/>
                    <a:pt x="2002" y="2169"/>
                  </a:cubicBezTo>
                  <a:cubicBezTo>
                    <a:pt x="2002" y="2203"/>
                    <a:pt x="1969" y="2269"/>
                    <a:pt x="1936" y="2336"/>
                  </a:cubicBezTo>
                  <a:cubicBezTo>
                    <a:pt x="1035" y="2636"/>
                    <a:pt x="268" y="2870"/>
                    <a:pt x="168" y="3137"/>
                  </a:cubicBezTo>
                  <a:lnTo>
                    <a:pt x="1" y="3704"/>
                  </a:lnTo>
                  <a:lnTo>
                    <a:pt x="6939" y="2069"/>
                  </a:lnTo>
                  <a:lnTo>
                    <a:pt x="7139" y="1502"/>
                  </a:lnTo>
                  <a:cubicBezTo>
                    <a:pt x="7173" y="1385"/>
                    <a:pt x="7048" y="1327"/>
                    <a:pt x="6810" y="1327"/>
                  </a:cubicBezTo>
                  <a:cubicBezTo>
                    <a:pt x="6572" y="1327"/>
                    <a:pt x="6222" y="1385"/>
                    <a:pt x="5805" y="1502"/>
                  </a:cubicBezTo>
                  <a:lnTo>
                    <a:pt x="5838" y="1369"/>
                  </a:lnTo>
                  <a:cubicBezTo>
                    <a:pt x="6005" y="902"/>
                    <a:pt x="6239" y="902"/>
                    <a:pt x="6939" y="668"/>
                  </a:cubicBezTo>
                  <a:lnTo>
                    <a:pt x="723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52"/>
            <p:cNvSpPr/>
            <p:nvPr/>
          </p:nvSpPr>
          <p:spPr>
            <a:xfrm>
              <a:off x="1863175" y="1819000"/>
              <a:ext cx="693850" cy="753475"/>
            </a:xfrm>
            <a:custGeom>
              <a:rect b="b" l="l" r="r" t="t"/>
              <a:pathLst>
                <a:path extrusionOk="0" h="30139" w="27754">
                  <a:moveTo>
                    <a:pt x="11669" y="0"/>
                  </a:moveTo>
                  <a:cubicBezTo>
                    <a:pt x="8168" y="0"/>
                    <a:pt x="6880" y="1958"/>
                    <a:pt x="5437" y="5548"/>
                  </a:cubicBezTo>
                  <a:cubicBezTo>
                    <a:pt x="4403" y="8116"/>
                    <a:pt x="1435" y="17256"/>
                    <a:pt x="634" y="20392"/>
                  </a:cubicBezTo>
                  <a:cubicBezTo>
                    <a:pt x="167" y="22193"/>
                    <a:pt x="0" y="23794"/>
                    <a:pt x="1968" y="24895"/>
                  </a:cubicBezTo>
                  <a:cubicBezTo>
                    <a:pt x="3736" y="25895"/>
                    <a:pt x="9207" y="27663"/>
                    <a:pt x="13076" y="28764"/>
                  </a:cubicBezTo>
                  <a:cubicBezTo>
                    <a:pt x="15011" y="29331"/>
                    <a:pt x="16979" y="29732"/>
                    <a:pt x="18980" y="29965"/>
                  </a:cubicBezTo>
                  <a:cubicBezTo>
                    <a:pt x="20180" y="30078"/>
                    <a:pt x="21157" y="30139"/>
                    <a:pt x="21968" y="30139"/>
                  </a:cubicBezTo>
                  <a:cubicBezTo>
                    <a:pt x="24270" y="30139"/>
                    <a:pt x="25231" y="29648"/>
                    <a:pt x="26119" y="28464"/>
                  </a:cubicBezTo>
                  <a:cubicBezTo>
                    <a:pt x="26619" y="27763"/>
                    <a:pt x="26753" y="26729"/>
                    <a:pt x="27186" y="26162"/>
                  </a:cubicBezTo>
                  <a:cubicBezTo>
                    <a:pt x="27620" y="25595"/>
                    <a:pt x="27753" y="25362"/>
                    <a:pt x="27620" y="25062"/>
                  </a:cubicBezTo>
                  <a:cubicBezTo>
                    <a:pt x="27467" y="24772"/>
                    <a:pt x="27224" y="24684"/>
                    <a:pt x="26864" y="24684"/>
                  </a:cubicBezTo>
                  <a:cubicBezTo>
                    <a:pt x="26438" y="24684"/>
                    <a:pt x="25848" y="24807"/>
                    <a:pt x="25051" y="24861"/>
                  </a:cubicBezTo>
                  <a:cubicBezTo>
                    <a:pt x="24501" y="24911"/>
                    <a:pt x="23951" y="24936"/>
                    <a:pt x="23404" y="24936"/>
                  </a:cubicBezTo>
                  <a:cubicBezTo>
                    <a:pt x="22858" y="24936"/>
                    <a:pt x="22316" y="24911"/>
                    <a:pt x="21782" y="24861"/>
                  </a:cubicBezTo>
                  <a:lnTo>
                    <a:pt x="17179" y="23894"/>
                  </a:lnTo>
                  <a:cubicBezTo>
                    <a:pt x="16312" y="23894"/>
                    <a:pt x="14277" y="23327"/>
                    <a:pt x="12042" y="22426"/>
                  </a:cubicBezTo>
                  <a:cubicBezTo>
                    <a:pt x="10608" y="21893"/>
                    <a:pt x="9173" y="21225"/>
                    <a:pt x="7806" y="20492"/>
                  </a:cubicBezTo>
                  <a:cubicBezTo>
                    <a:pt x="8807" y="17156"/>
                    <a:pt x="10007" y="13854"/>
                    <a:pt x="11375" y="10651"/>
                  </a:cubicBezTo>
                  <a:cubicBezTo>
                    <a:pt x="13276" y="7949"/>
                    <a:pt x="14244" y="2479"/>
                    <a:pt x="12109" y="10"/>
                  </a:cubicBezTo>
                  <a:cubicBezTo>
                    <a:pt x="11959" y="4"/>
                    <a:pt x="11812" y="0"/>
                    <a:pt x="11669" y="0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52"/>
            <p:cNvSpPr/>
            <p:nvPr/>
          </p:nvSpPr>
          <p:spPr>
            <a:xfrm>
              <a:off x="1962400" y="2306325"/>
              <a:ext cx="100100" cy="24975"/>
            </a:xfrm>
            <a:custGeom>
              <a:rect b="b" l="l" r="r" t="t"/>
              <a:pathLst>
                <a:path extrusionOk="0" h="999" w="4004">
                  <a:moveTo>
                    <a:pt x="1982" y="1"/>
                  </a:moveTo>
                  <a:cubicBezTo>
                    <a:pt x="560" y="1"/>
                    <a:pt x="1" y="665"/>
                    <a:pt x="1" y="665"/>
                  </a:cubicBezTo>
                  <a:cubicBezTo>
                    <a:pt x="390" y="519"/>
                    <a:pt x="817" y="464"/>
                    <a:pt x="1240" y="464"/>
                  </a:cubicBezTo>
                  <a:cubicBezTo>
                    <a:pt x="2557" y="464"/>
                    <a:pt x="3837" y="999"/>
                    <a:pt x="3837" y="999"/>
                  </a:cubicBezTo>
                  <a:lnTo>
                    <a:pt x="4004" y="365"/>
                  </a:lnTo>
                  <a:cubicBezTo>
                    <a:pt x="3193" y="98"/>
                    <a:pt x="2525" y="1"/>
                    <a:pt x="1982" y="1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52"/>
            <p:cNvSpPr/>
            <p:nvPr/>
          </p:nvSpPr>
          <p:spPr>
            <a:xfrm>
              <a:off x="5432375" y="1740850"/>
              <a:ext cx="127625" cy="306925"/>
            </a:xfrm>
            <a:custGeom>
              <a:rect b="b" l="l" r="r" t="t"/>
              <a:pathLst>
                <a:path extrusionOk="0" h="12277" w="5105">
                  <a:moveTo>
                    <a:pt x="5104" y="1"/>
                  </a:moveTo>
                  <a:cubicBezTo>
                    <a:pt x="4070" y="668"/>
                    <a:pt x="3303" y="1535"/>
                    <a:pt x="2469" y="2903"/>
                  </a:cubicBezTo>
                  <a:cubicBezTo>
                    <a:pt x="368" y="6272"/>
                    <a:pt x="1" y="10542"/>
                    <a:pt x="1335" y="12276"/>
                  </a:cubicBezTo>
                  <a:lnTo>
                    <a:pt x="5104" y="6238"/>
                  </a:lnTo>
                  <a:lnTo>
                    <a:pt x="510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52"/>
            <p:cNvSpPr/>
            <p:nvPr/>
          </p:nvSpPr>
          <p:spPr>
            <a:xfrm>
              <a:off x="5476575" y="1878450"/>
              <a:ext cx="211850" cy="200900"/>
            </a:xfrm>
            <a:custGeom>
              <a:rect b="b" l="l" r="r" t="t"/>
              <a:pathLst>
                <a:path extrusionOk="0" h="8036" w="8474">
                  <a:moveTo>
                    <a:pt x="8473" y="1"/>
                  </a:moveTo>
                  <a:lnTo>
                    <a:pt x="3803" y="1135"/>
                  </a:lnTo>
                  <a:lnTo>
                    <a:pt x="1" y="7306"/>
                  </a:lnTo>
                  <a:cubicBezTo>
                    <a:pt x="475" y="7780"/>
                    <a:pt x="1101" y="8035"/>
                    <a:pt x="1747" y="8035"/>
                  </a:cubicBezTo>
                  <a:cubicBezTo>
                    <a:pt x="2010" y="8035"/>
                    <a:pt x="2276" y="7993"/>
                    <a:pt x="2536" y="7906"/>
                  </a:cubicBezTo>
                  <a:cubicBezTo>
                    <a:pt x="5104" y="7273"/>
                    <a:pt x="7706" y="3770"/>
                    <a:pt x="847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52"/>
            <p:cNvSpPr/>
            <p:nvPr/>
          </p:nvSpPr>
          <p:spPr>
            <a:xfrm>
              <a:off x="5579150" y="1724175"/>
              <a:ext cx="121775" cy="165150"/>
            </a:xfrm>
            <a:custGeom>
              <a:rect b="b" l="l" r="r" t="t"/>
              <a:pathLst>
                <a:path extrusionOk="0" h="6606" w="4871">
                  <a:moveTo>
                    <a:pt x="2502" y="1"/>
                  </a:moveTo>
                  <a:lnTo>
                    <a:pt x="1" y="6605"/>
                  </a:lnTo>
                  <a:lnTo>
                    <a:pt x="1" y="6605"/>
                  </a:lnTo>
                  <a:lnTo>
                    <a:pt x="4471" y="5504"/>
                  </a:lnTo>
                  <a:cubicBezTo>
                    <a:pt x="4871" y="2702"/>
                    <a:pt x="4104" y="601"/>
                    <a:pt x="250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52"/>
            <p:cNvSpPr/>
            <p:nvPr/>
          </p:nvSpPr>
          <p:spPr>
            <a:xfrm>
              <a:off x="5573325" y="1721600"/>
              <a:ext cx="56725" cy="150200"/>
            </a:xfrm>
            <a:custGeom>
              <a:rect b="b" l="l" r="r" t="t"/>
              <a:pathLst>
                <a:path extrusionOk="0" h="6008" w="2269">
                  <a:moveTo>
                    <a:pt x="1604" y="1"/>
                  </a:moveTo>
                  <a:cubicBezTo>
                    <a:pt x="1033" y="1"/>
                    <a:pt x="482" y="157"/>
                    <a:pt x="0" y="470"/>
                  </a:cubicBezTo>
                  <a:lnTo>
                    <a:pt x="0" y="6008"/>
                  </a:lnTo>
                  <a:lnTo>
                    <a:pt x="2268" y="70"/>
                  </a:lnTo>
                  <a:cubicBezTo>
                    <a:pt x="2046" y="24"/>
                    <a:pt x="1824" y="1"/>
                    <a:pt x="160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52"/>
            <p:cNvSpPr/>
            <p:nvPr/>
          </p:nvSpPr>
          <p:spPr>
            <a:xfrm>
              <a:off x="4668500" y="4397750"/>
              <a:ext cx="32550" cy="71550"/>
            </a:xfrm>
            <a:custGeom>
              <a:rect b="b" l="l" r="r" t="t"/>
              <a:pathLst>
                <a:path extrusionOk="0" h="2862" w="1302">
                  <a:moveTo>
                    <a:pt x="1235" y="1"/>
                  </a:moveTo>
                  <a:lnTo>
                    <a:pt x="67" y="701"/>
                  </a:lnTo>
                  <a:cubicBezTo>
                    <a:pt x="34" y="735"/>
                    <a:pt x="1" y="768"/>
                    <a:pt x="1" y="835"/>
                  </a:cubicBezTo>
                  <a:lnTo>
                    <a:pt x="1" y="1135"/>
                  </a:lnTo>
                  <a:lnTo>
                    <a:pt x="1" y="1202"/>
                  </a:lnTo>
                  <a:lnTo>
                    <a:pt x="67" y="1202"/>
                  </a:lnTo>
                  <a:lnTo>
                    <a:pt x="801" y="768"/>
                  </a:lnTo>
                  <a:lnTo>
                    <a:pt x="268" y="2736"/>
                  </a:lnTo>
                  <a:cubicBezTo>
                    <a:pt x="268" y="2769"/>
                    <a:pt x="268" y="2769"/>
                    <a:pt x="268" y="2803"/>
                  </a:cubicBezTo>
                  <a:cubicBezTo>
                    <a:pt x="234" y="2803"/>
                    <a:pt x="268" y="2836"/>
                    <a:pt x="268" y="2836"/>
                  </a:cubicBezTo>
                  <a:cubicBezTo>
                    <a:pt x="284" y="2853"/>
                    <a:pt x="293" y="2861"/>
                    <a:pt x="301" y="2861"/>
                  </a:cubicBezTo>
                  <a:cubicBezTo>
                    <a:pt x="309" y="2861"/>
                    <a:pt x="318" y="2853"/>
                    <a:pt x="334" y="2836"/>
                  </a:cubicBezTo>
                  <a:lnTo>
                    <a:pt x="668" y="2636"/>
                  </a:lnTo>
                  <a:cubicBezTo>
                    <a:pt x="701" y="2636"/>
                    <a:pt x="701" y="2603"/>
                    <a:pt x="701" y="2603"/>
                  </a:cubicBezTo>
                  <a:cubicBezTo>
                    <a:pt x="735" y="2569"/>
                    <a:pt x="735" y="2536"/>
                    <a:pt x="735" y="2536"/>
                  </a:cubicBezTo>
                  <a:lnTo>
                    <a:pt x="1268" y="568"/>
                  </a:lnTo>
                  <a:cubicBezTo>
                    <a:pt x="1302" y="501"/>
                    <a:pt x="1302" y="434"/>
                    <a:pt x="1302" y="368"/>
                  </a:cubicBezTo>
                  <a:lnTo>
                    <a:pt x="1302" y="67"/>
                  </a:lnTo>
                  <a:cubicBezTo>
                    <a:pt x="1302" y="34"/>
                    <a:pt x="1302" y="34"/>
                    <a:pt x="130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52"/>
            <p:cNvSpPr/>
            <p:nvPr/>
          </p:nvSpPr>
          <p:spPr>
            <a:xfrm>
              <a:off x="4706025" y="4380250"/>
              <a:ext cx="35900" cy="64225"/>
            </a:xfrm>
            <a:custGeom>
              <a:rect b="b" l="l" r="r" t="t"/>
              <a:pathLst>
                <a:path extrusionOk="0" h="2569" w="1436">
                  <a:moveTo>
                    <a:pt x="897" y="587"/>
                  </a:moveTo>
                  <a:cubicBezTo>
                    <a:pt x="918" y="587"/>
                    <a:pt x="935" y="610"/>
                    <a:pt x="935" y="634"/>
                  </a:cubicBezTo>
                  <a:cubicBezTo>
                    <a:pt x="968" y="634"/>
                    <a:pt x="968" y="667"/>
                    <a:pt x="968" y="701"/>
                  </a:cubicBezTo>
                  <a:cubicBezTo>
                    <a:pt x="1001" y="767"/>
                    <a:pt x="1001" y="801"/>
                    <a:pt x="968" y="868"/>
                  </a:cubicBezTo>
                  <a:lnTo>
                    <a:pt x="968" y="1401"/>
                  </a:lnTo>
                  <a:cubicBezTo>
                    <a:pt x="1001" y="1468"/>
                    <a:pt x="1001" y="1501"/>
                    <a:pt x="1001" y="1568"/>
                  </a:cubicBezTo>
                  <a:cubicBezTo>
                    <a:pt x="968" y="1601"/>
                    <a:pt x="968" y="1668"/>
                    <a:pt x="935" y="1701"/>
                  </a:cubicBezTo>
                  <a:cubicBezTo>
                    <a:pt x="901" y="1802"/>
                    <a:pt x="835" y="1902"/>
                    <a:pt x="735" y="1935"/>
                  </a:cubicBezTo>
                  <a:cubicBezTo>
                    <a:pt x="701" y="1968"/>
                    <a:pt x="668" y="1968"/>
                    <a:pt x="601" y="1968"/>
                  </a:cubicBezTo>
                  <a:cubicBezTo>
                    <a:pt x="568" y="1968"/>
                    <a:pt x="568" y="1968"/>
                    <a:pt x="534" y="1935"/>
                  </a:cubicBezTo>
                  <a:cubicBezTo>
                    <a:pt x="501" y="1935"/>
                    <a:pt x="501" y="1902"/>
                    <a:pt x="501" y="1868"/>
                  </a:cubicBezTo>
                  <a:cubicBezTo>
                    <a:pt x="468" y="1802"/>
                    <a:pt x="468" y="1768"/>
                    <a:pt x="501" y="1701"/>
                  </a:cubicBezTo>
                  <a:lnTo>
                    <a:pt x="501" y="1168"/>
                  </a:lnTo>
                  <a:cubicBezTo>
                    <a:pt x="501" y="1101"/>
                    <a:pt x="501" y="1034"/>
                    <a:pt x="501" y="1001"/>
                  </a:cubicBezTo>
                  <a:cubicBezTo>
                    <a:pt x="501" y="934"/>
                    <a:pt x="501" y="901"/>
                    <a:pt x="534" y="868"/>
                  </a:cubicBezTo>
                  <a:cubicBezTo>
                    <a:pt x="568" y="801"/>
                    <a:pt x="568" y="767"/>
                    <a:pt x="601" y="734"/>
                  </a:cubicBezTo>
                  <a:cubicBezTo>
                    <a:pt x="635" y="701"/>
                    <a:pt x="701" y="667"/>
                    <a:pt x="735" y="634"/>
                  </a:cubicBezTo>
                  <a:cubicBezTo>
                    <a:pt x="768" y="601"/>
                    <a:pt x="801" y="601"/>
                    <a:pt x="868" y="601"/>
                  </a:cubicBezTo>
                  <a:cubicBezTo>
                    <a:pt x="878" y="591"/>
                    <a:pt x="888" y="587"/>
                    <a:pt x="897" y="587"/>
                  </a:cubicBezTo>
                  <a:close/>
                  <a:moveTo>
                    <a:pt x="1035" y="0"/>
                  </a:moveTo>
                  <a:cubicBezTo>
                    <a:pt x="935" y="0"/>
                    <a:pt x="801" y="34"/>
                    <a:pt x="735" y="100"/>
                  </a:cubicBezTo>
                  <a:cubicBezTo>
                    <a:pt x="601" y="167"/>
                    <a:pt x="501" y="267"/>
                    <a:pt x="401" y="367"/>
                  </a:cubicBezTo>
                  <a:cubicBezTo>
                    <a:pt x="301" y="467"/>
                    <a:pt x="234" y="567"/>
                    <a:pt x="168" y="667"/>
                  </a:cubicBezTo>
                  <a:cubicBezTo>
                    <a:pt x="134" y="801"/>
                    <a:pt x="67" y="901"/>
                    <a:pt x="67" y="1034"/>
                  </a:cubicBezTo>
                  <a:cubicBezTo>
                    <a:pt x="34" y="1168"/>
                    <a:pt x="1" y="1268"/>
                    <a:pt x="1" y="1401"/>
                  </a:cubicBezTo>
                  <a:lnTo>
                    <a:pt x="1" y="1701"/>
                  </a:lnTo>
                  <a:lnTo>
                    <a:pt x="1" y="2002"/>
                  </a:lnTo>
                  <a:cubicBezTo>
                    <a:pt x="1" y="2102"/>
                    <a:pt x="34" y="2202"/>
                    <a:pt x="67" y="2302"/>
                  </a:cubicBezTo>
                  <a:cubicBezTo>
                    <a:pt x="67" y="2369"/>
                    <a:pt x="101" y="2469"/>
                    <a:pt x="168" y="2502"/>
                  </a:cubicBezTo>
                  <a:cubicBezTo>
                    <a:pt x="234" y="2569"/>
                    <a:pt x="334" y="2569"/>
                    <a:pt x="401" y="2569"/>
                  </a:cubicBezTo>
                  <a:cubicBezTo>
                    <a:pt x="501" y="2569"/>
                    <a:pt x="635" y="2535"/>
                    <a:pt x="735" y="2469"/>
                  </a:cubicBezTo>
                  <a:cubicBezTo>
                    <a:pt x="835" y="2402"/>
                    <a:pt x="935" y="2302"/>
                    <a:pt x="1035" y="2202"/>
                  </a:cubicBezTo>
                  <a:cubicBezTo>
                    <a:pt x="1135" y="2102"/>
                    <a:pt x="1202" y="2002"/>
                    <a:pt x="1268" y="1902"/>
                  </a:cubicBezTo>
                  <a:cubicBezTo>
                    <a:pt x="1302" y="1768"/>
                    <a:pt x="1368" y="1668"/>
                    <a:pt x="1402" y="1535"/>
                  </a:cubicBezTo>
                  <a:cubicBezTo>
                    <a:pt x="1402" y="1401"/>
                    <a:pt x="1435" y="1268"/>
                    <a:pt x="1435" y="1168"/>
                  </a:cubicBezTo>
                  <a:lnTo>
                    <a:pt x="1435" y="868"/>
                  </a:lnTo>
                  <a:lnTo>
                    <a:pt x="1435" y="567"/>
                  </a:lnTo>
                  <a:cubicBezTo>
                    <a:pt x="1435" y="467"/>
                    <a:pt x="1402" y="367"/>
                    <a:pt x="1402" y="267"/>
                  </a:cubicBezTo>
                  <a:cubicBezTo>
                    <a:pt x="1368" y="200"/>
                    <a:pt x="1335" y="100"/>
                    <a:pt x="1268" y="67"/>
                  </a:cubicBezTo>
                  <a:cubicBezTo>
                    <a:pt x="1202" y="0"/>
                    <a:pt x="1102" y="0"/>
                    <a:pt x="103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52"/>
            <p:cNvSpPr/>
            <p:nvPr/>
          </p:nvSpPr>
          <p:spPr>
            <a:xfrm>
              <a:off x="4746900" y="4346050"/>
              <a:ext cx="48375" cy="78425"/>
            </a:xfrm>
            <a:custGeom>
              <a:rect b="b" l="l" r="r" t="t"/>
              <a:pathLst>
                <a:path extrusionOk="0" h="3137" w="1935">
                  <a:moveTo>
                    <a:pt x="467" y="1035"/>
                  </a:moveTo>
                  <a:cubicBezTo>
                    <a:pt x="501" y="1068"/>
                    <a:pt x="501" y="1101"/>
                    <a:pt x="501" y="1168"/>
                  </a:cubicBezTo>
                  <a:cubicBezTo>
                    <a:pt x="501" y="1235"/>
                    <a:pt x="501" y="1302"/>
                    <a:pt x="501" y="1368"/>
                  </a:cubicBezTo>
                  <a:cubicBezTo>
                    <a:pt x="501" y="1402"/>
                    <a:pt x="501" y="1468"/>
                    <a:pt x="467" y="1502"/>
                  </a:cubicBezTo>
                  <a:cubicBezTo>
                    <a:pt x="467" y="1535"/>
                    <a:pt x="434" y="1568"/>
                    <a:pt x="401" y="1602"/>
                  </a:cubicBezTo>
                  <a:lnTo>
                    <a:pt x="334" y="1602"/>
                  </a:lnTo>
                  <a:cubicBezTo>
                    <a:pt x="300" y="1568"/>
                    <a:pt x="300" y="1502"/>
                    <a:pt x="300" y="1468"/>
                  </a:cubicBezTo>
                  <a:cubicBezTo>
                    <a:pt x="300" y="1402"/>
                    <a:pt x="300" y="1335"/>
                    <a:pt x="300" y="1268"/>
                  </a:cubicBezTo>
                  <a:cubicBezTo>
                    <a:pt x="300" y="1201"/>
                    <a:pt x="300" y="1168"/>
                    <a:pt x="334" y="1135"/>
                  </a:cubicBezTo>
                  <a:cubicBezTo>
                    <a:pt x="334" y="1101"/>
                    <a:pt x="367" y="1068"/>
                    <a:pt x="401" y="1035"/>
                  </a:cubicBezTo>
                  <a:close/>
                  <a:moveTo>
                    <a:pt x="567" y="668"/>
                  </a:moveTo>
                  <a:cubicBezTo>
                    <a:pt x="501" y="668"/>
                    <a:pt x="467" y="701"/>
                    <a:pt x="401" y="734"/>
                  </a:cubicBezTo>
                  <a:cubicBezTo>
                    <a:pt x="334" y="768"/>
                    <a:pt x="267" y="801"/>
                    <a:pt x="234" y="868"/>
                  </a:cubicBezTo>
                  <a:cubicBezTo>
                    <a:pt x="200" y="901"/>
                    <a:pt x="134" y="968"/>
                    <a:pt x="134" y="1035"/>
                  </a:cubicBezTo>
                  <a:cubicBezTo>
                    <a:pt x="100" y="1101"/>
                    <a:pt x="67" y="1135"/>
                    <a:pt x="34" y="1201"/>
                  </a:cubicBezTo>
                  <a:cubicBezTo>
                    <a:pt x="34" y="1268"/>
                    <a:pt x="34" y="1335"/>
                    <a:pt x="0" y="1402"/>
                  </a:cubicBezTo>
                  <a:lnTo>
                    <a:pt x="0" y="1535"/>
                  </a:lnTo>
                  <a:lnTo>
                    <a:pt x="0" y="1668"/>
                  </a:lnTo>
                  <a:cubicBezTo>
                    <a:pt x="34" y="1735"/>
                    <a:pt x="34" y="1769"/>
                    <a:pt x="34" y="1835"/>
                  </a:cubicBezTo>
                  <a:cubicBezTo>
                    <a:pt x="67" y="1869"/>
                    <a:pt x="67" y="1902"/>
                    <a:pt x="134" y="1935"/>
                  </a:cubicBezTo>
                  <a:cubicBezTo>
                    <a:pt x="134" y="1969"/>
                    <a:pt x="200" y="1969"/>
                    <a:pt x="234" y="1969"/>
                  </a:cubicBezTo>
                  <a:cubicBezTo>
                    <a:pt x="300" y="1969"/>
                    <a:pt x="334" y="1935"/>
                    <a:pt x="401" y="1902"/>
                  </a:cubicBezTo>
                  <a:cubicBezTo>
                    <a:pt x="467" y="1869"/>
                    <a:pt x="534" y="1835"/>
                    <a:pt x="567" y="1769"/>
                  </a:cubicBezTo>
                  <a:cubicBezTo>
                    <a:pt x="601" y="1735"/>
                    <a:pt x="667" y="1668"/>
                    <a:pt x="701" y="1602"/>
                  </a:cubicBezTo>
                  <a:cubicBezTo>
                    <a:pt x="701" y="1535"/>
                    <a:pt x="734" y="1468"/>
                    <a:pt x="767" y="1435"/>
                  </a:cubicBezTo>
                  <a:cubicBezTo>
                    <a:pt x="767" y="1368"/>
                    <a:pt x="801" y="1302"/>
                    <a:pt x="801" y="1235"/>
                  </a:cubicBezTo>
                  <a:lnTo>
                    <a:pt x="801" y="968"/>
                  </a:lnTo>
                  <a:cubicBezTo>
                    <a:pt x="801" y="901"/>
                    <a:pt x="767" y="868"/>
                    <a:pt x="767" y="801"/>
                  </a:cubicBezTo>
                  <a:cubicBezTo>
                    <a:pt x="734" y="768"/>
                    <a:pt x="734" y="734"/>
                    <a:pt x="701" y="701"/>
                  </a:cubicBezTo>
                  <a:cubicBezTo>
                    <a:pt x="667" y="668"/>
                    <a:pt x="601" y="668"/>
                    <a:pt x="567" y="668"/>
                  </a:cubicBezTo>
                  <a:close/>
                  <a:moveTo>
                    <a:pt x="1610" y="1510"/>
                  </a:moveTo>
                  <a:cubicBezTo>
                    <a:pt x="1626" y="1510"/>
                    <a:pt x="1635" y="1518"/>
                    <a:pt x="1635" y="1535"/>
                  </a:cubicBezTo>
                  <a:cubicBezTo>
                    <a:pt x="1635" y="1568"/>
                    <a:pt x="1635" y="1602"/>
                    <a:pt x="1635" y="1635"/>
                  </a:cubicBezTo>
                  <a:cubicBezTo>
                    <a:pt x="1635" y="1702"/>
                    <a:pt x="1635" y="1769"/>
                    <a:pt x="1635" y="1869"/>
                  </a:cubicBezTo>
                  <a:cubicBezTo>
                    <a:pt x="1635" y="1902"/>
                    <a:pt x="1635" y="1935"/>
                    <a:pt x="1635" y="2002"/>
                  </a:cubicBezTo>
                  <a:cubicBezTo>
                    <a:pt x="1601" y="2035"/>
                    <a:pt x="1568" y="2069"/>
                    <a:pt x="1535" y="2069"/>
                  </a:cubicBezTo>
                  <a:cubicBezTo>
                    <a:pt x="1518" y="2085"/>
                    <a:pt x="1501" y="2094"/>
                    <a:pt x="1489" y="2094"/>
                  </a:cubicBezTo>
                  <a:cubicBezTo>
                    <a:pt x="1476" y="2094"/>
                    <a:pt x="1468" y="2085"/>
                    <a:pt x="1468" y="2069"/>
                  </a:cubicBezTo>
                  <a:cubicBezTo>
                    <a:pt x="1435" y="2035"/>
                    <a:pt x="1435" y="2002"/>
                    <a:pt x="1435" y="1969"/>
                  </a:cubicBezTo>
                  <a:cubicBezTo>
                    <a:pt x="1435" y="1902"/>
                    <a:pt x="1435" y="1835"/>
                    <a:pt x="1435" y="1769"/>
                  </a:cubicBezTo>
                  <a:cubicBezTo>
                    <a:pt x="1435" y="1702"/>
                    <a:pt x="1468" y="1668"/>
                    <a:pt x="1468" y="1602"/>
                  </a:cubicBezTo>
                  <a:cubicBezTo>
                    <a:pt x="1468" y="1568"/>
                    <a:pt x="1501" y="1535"/>
                    <a:pt x="1535" y="1535"/>
                  </a:cubicBezTo>
                  <a:cubicBezTo>
                    <a:pt x="1568" y="1518"/>
                    <a:pt x="1593" y="1510"/>
                    <a:pt x="1610" y="1510"/>
                  </a:cubicBezTo>
                  <a:close/>
                  <a:moveTo>
                    <a:pt x="1743" y="1153"/>
                  </a:moveTo>
                  <a:cubicBezTo>
                    <a:pt x="1727" y="1153"/>
                    <a:pt x="1713" y="1157"/>
                    <a:pt x="1701" y="1168"/>
                  </a:cubicBezTo>
                  <a:cubicBezTo>
                    <a:pt x="1635" y="1168"/>
                    <a:pt x="1601" y="1168"/>
                    <a:pt x="1535" y="1201"/>
                  </a:cubicBezTo>
                  <a:cubicBezTo>
                    <a:pt x="1468" y="1235"/>
                    <a:pt x="1435" y="1302"/>
                    <a:pt x="1368" y="1335"/>
                  </a:cubicBezTo>
                  <a:cubicBezTo>
                    <a:pt x="1335" y="1402"/>
                    <a:pt x="1301" y="1435"/>
                    <a:pt x="1268" y="1502"/>
                  </a:cubicBezTo>
                  <a:cubicBezTo>
                    <a:pt x="1234" y="1568"/>
                    <a:pt x="1201" y="1635"/>
                    <a:pt x="1201" y="1702"/>
                  </a:cubicBezTo>
                  <a:cubicBezTo>
                    <a:pt x="1168" y="1769"/>
                    <a:pt x="1168" y="1835"/>
                    <a:pt x="1168" y="1902"/>
                  </a:cubicBezTo>
                  <a:lnTo>
                    <a:pt x="1168" y="2035"/>
                  </a:lnTo>
                  <a:cubicBezTo>
                    <a:pt x="1168" y="2069"/>
                    <a:pt x="1168" y="2102"/>
                    <a:pt x="1168" y="2135"/>
                  </a:cubicBezTo>
                  <a:cubicBezTo>
                    <a:pt x="1168" y="2202"/>
                    <a:pt x="1168" y="2269"/>
                    <a:pt x="1201" y="2302"/>
                  </a:cubicBezTo>
                  <a:cubicBezTo>
                    <a:pt x="1201" y="2369"/>
                    <a:pt x="1234" y="2402"/>
                    <a:pt x="1268" y="2436"/>
                  </a:cubicBezTo>
                  <a:cubicBezTo>
                    <a:pt x="1301" y="2436"/>
                    <a:pt x="1335" y="2469"/>
                    <a:pt x="1368" y="2469"/>
                  </a:cubicBezTo>
                  <a:cubicBezTo>
                    <a:pt x="1435" y="2436"/>
                    <a:pt x="1501" y="2436"/>
                    <a:pt x="1535" y="2402"/>
                  </a:cubicBezTo>
                  <a:cubicBezTo>
                    <a:pt x="1601" y="2369"/>
                    <a:pt x="1668" y="2302"/>
                    <a:pt x="1701" y="2269"/>
                  </a:cubicBezTo>
                  <a:cubicBezTo>
                    <a:pt x="1768" y="2202"/>
                    <a:pt x="1802" y="2135"/>
                    <a:pt x="1835" y="2102"/>
                  </a:cubicBezTo>
                  <a:cubicBezTo>
                    <a:pt x="1868" y="2035"/>
                    <a:pt x="1868" y="1969"/>
                    <a:pt x="1902" y="1902"/>
                  </a:cubicBezTo>
                  <a:cubicBezTo>
                    <a:pt x="1902" y="1835"/>
                    <a:pt x="1935" y="1769"/>
                    <a:pt x="1935" y="1702"/>
                  </a:cubicBezTo>
                  <a:lnTo>
                    <a:pt x="1935" y="1468"/>
                  </a:lnTo>
                  <a:cubicBezTo>
                    <a:pt x="1935" y="1402"/>
                    <a:pt x="1902" y="1335"/>
                    <a:pt x="1902" y="1302"/>
                  </a:cubicBezTo>
                  <a:cubicBezTo>
                    <a:pt x="1902" y="1235"/>
                    <a:pt x="1868" y="1201"/>
                    <a:pt x="1835" y="1168"/>
                  </a:cubicBezTo>
                  <a:cubicBezTo>
                    <a:pt x="1813" y="1168"/>
                    <a:pt x="1776" y="1153"/>
                    <a:pt x="1743" y="1153"/>
                  </a:cubicBezTo>
                  <a:close/>
                  <a:moveTo>
                    <a:pt x="1701" y="1"/>
                  </a:moveTo>
                  <a:lnTo>
                    <a:pt x="1501" y="101"/>
                  </a:lnTo>
                  <a:cubicBezTo>
                    <a:pt x="1468" y="134"/>
                    <a:pt x="1468" y="134"/>
                    <a:pt x="1435" y="167"/>
                  </a:cubicBezTo>
                  <a:cubicBezTo>
                    <a:pt x="1435" y="167"/>
                    <a:pt x="1401" y="201"/>
                    <a:pt x="1401" y="234"/>
                  </a:cubicBezTo>
                  <a:lnTo>
                    <a:pt x="200" y="3069"/>
                  </a:lnTo>
                  <a:cubicBezTo>
                    <a:pt x="167" y="3103"/>
                    <a:pt x="167" y="3103"/>
                    <a:pt x="200" y="3103"/>
                  </a:cubicBezTo>
                  <a:cubicBezTo>
                    <a:pt x="167" y="3103"/>
                    <a:pt x="167" y="3136"/>
                    <a:pt x="200" y="3136"/>
                  </a:cubicBezTo>
                  <a:lnTo>
                    <a:pt x="234" y="3136"/>
                  </a:lnTo>
                  <a:lnTo>
                    <a:pt x="434" y="3036"/>
                  </a:lnTo>
                  <a:cubicBezTo>
                    <a:pt x="467" y="3003"/>
                    <a:pt x="467" y="3003"/>
                    <a:pt x="501" y="2969"/>
                  </a:cubicBezTo>
                  <a:cubicBezTo>
                    <a:pt x="501" y="2969"/>
                    <a:pt x="534" y="2936"/>
                    <a:pt x="534" y="2903"/>
                  </a:cubicBezTo>
                  <a:lnTo>
                    <a:pt x="1735" y="67"/>
                  </a:lnTo>
                  <a:lnTo>
                    <a:pt x="1735" y="34"/>
                  </a:lnTo>
                  <a:cubicBezTo>
                    <a:pt x="1735" y="34"/>
                    <a:pt x="1735" y="1"/>
                    <a:pt x="173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52"/>
            <p:cNvSpPr/>
            <p:nvPr/>
          </p:nvSpPr>
          <p:spPr>
            <a:xfrm>
              <a:off x="4605950" y="4269325"/>
              <a:ext cx="79250" cy="101775"/>
            </a:xfrm>
            <a:custGeom>
              <a:rect b="b" l="l" r="r" t="t"/>
              <a:pathLst>
                <a:path extrusionOk="0" h="4071" w="3170">
                  <a:moveTo>
                    <a:pt x="2636" y="1"/>
                  </a:moveTo>
                  <a:cubicBezTo>
                    <a:pt x="1569" y="1068"/>
                    <a:pt x="668" y="2336"/>
                    <a:pt x="1" y="3703"/>
                  </a:cubicBezTo>
                  <a:lnTo>
                    <a:pt x="1335" y="4070"/>
                  </a:lnTo>
                  <a:cubicBezTo>
                    <a:pt x="1802" y="3136"/>
                    <a:pt x="2403" y="2269"/>
                    <a:pt x="3170" y="1502"/>
                  </a:cubicBezTo>
                  <a:lnTo>
                    <a:pt x="2636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52"/>
            <p:cNvSpPr/>
            <p:nvPr/>
          </p:nvSpPr>
          <p:spPr>
            <a:xfrm>
              <a:off x="4686850" y="4196775"/>
              <a:ext cx="90100" cy="93425"/>
            </a:xfrm>
            <a:custGeom>
              <a:rect b="b" l="l" r="r" t="t"/>
              <a:pathLst>
                <a:path extrusionOk="0" h="3737" w="3604">
                  <a:moveTo>
                    <a:pt x="3603" y="1"/>
                  </a:moveTo>
                  <a:lnTo>
                    <a:pt x="3603" y="1"/>
                  </a:lnTo>
                  <a:cubicBezTo>
                    <a:pt x="2969" y="134"/>
                    <a:pt x="2369" y="401"/>
                    <a:pt x="1802" y="735"/>
                  </a:cubicBezTo>
                  <a:cubicBezTo>
                    <a:pt x="1168" y="1101"/>
                    <a:pt x="534" y="1568"/>
                    <a:pt x="1" y="2069"/>
                  </a:cubicBezTo>
                  <a:lnTo>
                    <a:pt x="534" y="3737"/>
                  </a:lnTo>
                  <a:cubicBezTo>
                    <a:pt x="935" y="3370"/>
                    <a:pt x="1335" y="3070"/>
                    <a:pt x="1802" y="2836"/>
                  </a:cubicBezTo>
                  <a:cubicBezTo>
                    <a:pt x="2169" y="2603"/>
                    <a:pt x="2602" y="2436"/>
                    <a:pt x="3036" y="2302"/>
                  </a:cubicBezTo>
                  <a:lnTo>
                    <a:pt x="3603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52"/>
            <p:cNvSpPr/>
            <p:nvPr/>
          </p:nvSpPr>
          <p:spPr>
            <a:xfrm>
              <a:off x="4772750" y="4192650"/>
              <a:ext cx="86750" cy="72525"/>
            </a:xfrm>
            <a:custGeom>
              <a:rect b="b" l="l" r="r" t="t"/>
              <a:pathLst>
                <a:path extrusionOk="0" h="2901" w="3470">
                  <a:moveTo>
                    <a:pt x="1239" y="1"/>
                  </a:moveTo>
                  <a:cubicBezTo>
                    <a:pt x="1016" y="1"/>
                    <a:pt x="791" y="22"/>
                    <a:pt x="567" y="66"/>
                  </a:cubicBezTo>
                  <a:lnTo>
                    <a:pt x="0" y="2367"/>
                  </a:lnTo>
                  <a:cubicBezTo>
                    <a:pt x="130" y="2349"/>
                    <a:pt x="261" y="2339"/>
                    <a:pt x="392" y="2339"/>
                  </a:cubicBezTo>
                  <a:cubicBezTo>
                    <a:pt x="967" y="2339"/>
                    <a:pt x="1540" y="2521"/>
                    <a:pt x="2002" y="2901"/>
                  </a:cubicBezTo>
                  <a:lnTo>
                    <a:pt x="3469" y="833"/>
                  </a:lnTo>
                  <a:cubicBezTo>
                    <a:pt x="2842" y="284"/>
                    <a:pt x="2050" y="1"/>
                    <a:pt x="123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52"/>
            <p:cNvSpPr/>
            <p:nvPr/>
          </p:nvSpPr>
          <p:spPr>
            <a:xfrm>
              <a:off x="4575100" y="4375250"/>
              <a:ext cx="58400" cy="103425"/>
            </a:xfrm>
            <a:custGeom>
              <a:rect b="b" l="l" r="r" t="t"/>
              <a:pathLst>
                <a:path extrusionOk="0" h="4137" w="2336">
                  <a:moveTo>
                    <a:pt x="1001" y="0"/>
                  </a:moveTo>
                  <a:cubicBezTo>
                    <a:pt x="401" y="1301"/>
                    <a:pt x="67" y="2702"/>
                    <a:pt x="1" y="4136"/>
                  </a:cubicBezTo>
                  <a:lnTo>
                    <a:pt x="1635" y="3202"/>
                  </a:lnTo>
                  <a:cubicBezTo>
                    <a:pt x="1702" y="2202"/>
                    <a:pt x="1935" y="1234"/>
                    <a:pt x="2336" y="334"/>
                  </a:cubicBezTo>
                  <a:lnTo>
                    <a:pt x="100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52"/>
            <p:cNvSpPr/>
            <p:nvPr/>
          </p:nvSpPr>
          <p:spPr>
            <a:xfrm>
              <a:off x="4574275" y="4466975"/>
              <a:ext cx="58400" cy="98425"/>
            </a:xfrm>
            <a:custGeom>
              <a:rect b="b" l="l" r="r" t="t"/>
              <a:pathLst>
                <a:path extrusionOk="0" h="3937" w="2336">
                  <a:moveTo>
                    <a:pt x="1668" y="0"/>
                  </a:moveTo>
                  <a:lnTo>
                    <a:pt x="0" y="968"/>
                  </a:lnTo>
                  <a:cubicBezTo>
                    <a:pt x="0" y="2035"/>
                    <a:pt x="334" y="3103"/>
                    <a:pt x="1001" y="3937"/>
                  </a:cubicBezTo>
                  <a:lnTo>
                    <a:pt x="2335" y="2069"/>
                  </a:lnTo>
                  <a:cubicBezTo>
                    <a:pt x="1902" y="1468"/>
                    <a:pt x="1668" y="734"/>
                    <a:pt x="16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52"/>
            <p:cNvSpPr/>
            <p:nvPr/>
          </p:nvSpPr>
          <p:spPr>
            <a:xfrm>
              <a:off x="4603450" y="4540350"/>
              <a:ext cx="85925" cy="73375"/>
            </a:xfrm>
            <a:custGeom>
              <a:rect b="b" l="l" r="r" t="t"/>
              <a:pathLst>
                <a:path extrusionOk="0" h="2935" w="3437">
                  <a:moveTo>
                    <a:pt x="1469" y="1"/>
                  </a:moveTo>
                  <a:lnTo>
                    <a:pt x="1" y="2102"/>
                  </a:lnTo>
                  <a:cubicBezTo>
                    <a:pt x="602" y="2652"/>
                    <a:pt x="1409" y="2934"/>
                    <a:pt x="2228" y="2934"/>
                  </a:cubicBezTo>
                  <a:cubicBezTo>
                    <a:pt x="2453" y="2934"/>
                    <a:pt x="2680" y="2913"/>
                    <a:pt x="2903" y="2870"/>
                  </a:cubicBezTo>
                  <a:lnTo>
                    <a:pt x="3437" y="535"/>
                  </a:lnTo>
                  <a:lnTo>
                    <a:pt x="3437" y="535"/>
                  </a:lnTo>
                  <a:cubicBezTo>
                    <a:pt x="3294" y="562"/>
                    <a:pt x="3149" y="575"/>
                    <a:pt x="3005" y="575"/>
                  </a:cubicBezTo>
                  <a:cubicBezTo>
                    <a:pt x="2445" y="575"/>
                    <a:pt x="1893" y="373"/>
                    <a:pt x="146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52"/>
            <p:cNvSpPr/>
            <p:nvPr/>
          </p:nvSpPr>
          <p:spPr>
            <a:xfrm>
              <a:off x="4686025" y="4516175"/>
              <a:ext cx="90075" cy="93425"/>
            </a:xfrm>
            <a:custGeom>
              <a:rect b="b" l="l" r="r" t="t"/>
              <a:pathLst>
                <a:path extrusionOk="0" h="3737" w="3603">
                  <a:moveTo>
                    <a:pt x="3036" y="1"/>
                  </a:moveTo>
                  <a:cubicBezTo>
                    <a:pt x="2669" y="334"/>
                    <a:pt x="2235" y="634"/>
                    <a:pt x="1801" y="901"/>
                  </a:cubicBezTo>
                  <a:cubicBezTo>
                    <a:pt x="1401" y="1135"/>
                    <a:pt x="1001" y="1301"/>
                    <a:pt x="567" y="1402"/>
                  </a:cubicBezTo>
                  <a:lnTo>
                    <a:pt x="0" y="3737"/>
                  </a:lnTo>
                  <a:cubicBezTo>
                    <a:pt x="634" y="3570"/>
                    <a:pt x="1234" y="3336"/>
                    <a:pt x="1801" y="3003"/>
                  </a:cubicBezTo>
                  <a:cubicBezTo>
                    <a:pt x="2435" y="2602"/>
                    <a:pt x="3036" y="2169"/>
                    <a:pt x="3603" y="1668"/>
                  </a:cubicBezTo>
                  <a:lnTo>
                    <a:pt x="3036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52"/>
            <p:cNvSpPr/>
            <p:nvPr/>
          </p:nvSpPr>
          <p:spPr>
            <a:xfrm>
              <a:off x="4772750" y="4435275"/>
              <a:ext cx="86750" cy="111775"/>
            </a:xfrm>
            <a:custGeom>
              <a:rect b="b" l="l" r="r" t="t"/>
              <a:pathLst>
                <a:path extrusionOk="0" h="4471" w="3470">
                  <a:moveTo>
                    <a:pt x="2002" y="1"/>
                  </a:moveTo>
                  <a:cubicBezTo>
                    <a:pt x="1501" y="1035"/>
                    <a:pt x="801" y="1969"/>
                    <a:pt x="0" y="2803"/>
                  </a:cubicBezTo>
                  <a:lnTo>
                    <a:pt x="567" y="4471"/>
                  </a:lnTo>
                  <a:cubicBezTo>
                    <a:pt x="1768" y="3270"/>
                    <a:pt x="2736" y="1902"/>
                    <a:pt x="3469" y="368"/>
                  </a:cubicBezTo>
                  <a:lnTo>
                    <a:pt x="200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52"/>
            <p:cNvSpPr/>
            <p:nvPr/>
          </p:nvSpPr>
          <p:spPr>
            <a:xfrm>
              <a:off x="4829450" y="4220125"/>
              <a:ext cx="64250" cy="108450"/>
            </a:xfrm>
            <a:custGeom>
              <a:rect b="b" l="l" r="r" t="t"/>
              <a:pathLst>
                <a:path extrusionOk="0" h="4338" w="2570">
                  <a:moveTo>
                    <a:pt x="1468" y="1"/>
                  </a:moveTo>
                  <a:lnTo>
                    <a:pt x="1" y="2102"/>
                  </a:lnTo>
                  <a:cubicBezTo>
                    <a:pt x="501" y="2736"/>
                    <a:pt x="768" y="3537"/>
                    <a:pt x="768" y="4337"/>
                  </a:cubicBezTo>
                  <a:lnTo>
                    <a:pt x="2569" y="3303"/>
                  </a:lnTo>
                  <a:cubicBezTo>
                    <a:pt x="2536" y="1869"/>
                    <a:pt x="2135" y="735"/>
                    <a:pt x="146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52"/>
            <p:cNvSpPr/>
            <p:nvPr/>
          </p:nvSpPr>
          <p:spPr>
            <a:xfrm>
              <a:off x="4829450" y="4315200"/>
              <a:ext cx="64250" cy="115100"/>
            </a:xfrm>
            <a:custGeom>
              <a:rect b="b" l="l" r="r" t="t"/>
              <a:pathLst>
                <a:path extrusionOk="0" h="4604" w="2570">
                  <a:moveTo>
                    <a:pt x="2569" y="0"/>
                  </a:moveTo>
                  <a:lnTo>
                    <a:pt x="768" y="1068"/>
                  </a:lnTo>
                  <a:cubicBezTo>
                    <a:pt x="701" y="2135"/>
                    <a:pt x="434" y="3203"/>
                    <a:pt x="1" y="4203"/>
                  </a:cubicBezTo>
                  <a:lnTo>
                    <a:pt x="1468" y="4604"/>
                  </a:lnTo>
                  <a:cubicBezTo>
                    <a:pt x="2135" y="3169"/>
                    <a:pt x="2502" y="1602"/>
                    <a:pt x="256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52"/>
            <p:cNvSpPr/>
            <p:nvPr/>
          </p:nvSpPr>
          <p:spPr>
            <a:xfrm>
              <a:off x="3259175" y="2889175"/>
              <a:ext cx="346700" cy="311925"/>
            </a:xfrm>
            <a:custGeom>
              <a:rect b="b" l="l" r="r" t="t"/>
              <a:pathLst>
                <a:path extrusionOk="0" h="12477" w="13868">
                  <a:moveTo>
                    <a:pt x="10908" y="1"/>
                  </a:moveTo>
                  <a:cubicBezTo>
                    <a:pt x="10741" y="1"/>
                    <a:pt x="10574" y="134"/>
                    <a:pt x="10541" y="301"/>
                  </a:cubicBezTo>
                  <a:lnTo>
                    <a:pt x="8273" y="5071"/>
                  </a:lnTo>
                  <a:cubicBezTo>
                    <a:pt x="8273" y="5071"/>
                    <a:pt x="8239" y="5104"/>
                    <a:pt x="8239" y="5104"/>
                  </a:cubicBezTo>
                  <a:cubicBezTo>
                    <a:pt x="8206" y="5104"/>
                    <a:pt x="8173" y="5071"/>
                    <a:pt x="8139" y="5004"/>
                  </a:cubicBezTo>
                  <a:lnTo>
                    <a:pt x="6004" y="1335"/>
                  </a:lnTo>
                  <a:cubicBezTo>
                    <a:pt x="5871" y="1035"/>
                    <a:pt x="5671" y="1035"/>
                    <a:pt x="5571" y="1035"/>
                  </a:cubicBezTo>
                  <a:cubicBezTo>
                    <a:pt x="5404" y="1068"/>
                    <a:pt x="5271" y="1201"/>
                    <a:pt x="5237" y="1368"/>
                  </a:cubicBezTo>
                  <a:lnTo>
                    <a:pt x="2869" y="8140"/>
                  </a:lnTo>
                  <a:cubicBezTo>
                    <a:pt x="2835" y="8206"/>
                    <a:pt x="2802" y="8240"/>
                    <a:pt x="2802" y="8240"/>
                  </a:cubicBezTo>
                  <a:cubicBezTo>
                    <a:pt x="2769" y="8240"/>
                    <a:pt x="2702" y="8240"/>
                    <a:pt x="2669" y="8173"/>
                  </a:cubicBezTo>
                  <a:lnTo>
                    <a:pt x="2068" y="7573"/>
                  </a:lnTo>
                  <a:cubicBezTo>
                    <a:pt x="1966" y="7471"/>
                    <a:pt x="1825" y="7427"/>
                    <a:pt x="1690" y="7427"/>
                  </a:cubicBezTo>
                  <a:cubicBezTo>
                    <a:pt x="1648" y="7427"/>
                    <a:pt x="1607" y="7431"/>
                    <a:pt x="1568" y="7439"/>
                  </a:cubicBezTo>
                  <a:cubicBezTo>
                    <a:pt x="1401" y="7506"/>
                    <a:pt x="1268" y="7639"/>
                    <a:pt x="1234" y="7840"/>
                  </a:cubicBezTo>
                  <a:lnTo>
                    <a:pt x="33" y="12209"/>
                  </a:lnTo>
                  <a:cubicBezTo>
                    <a:pt x="0" y="12343"/>
                    <a:pt x="67" y="12443"/>
                    <a:pt x="167" y="12476"/>
                  </a:cubicBezTo>
                  <a:lnTo>
                    <a:pt x="234" y="12476"/>
                  </a:lnTo>
                  <a:cubicBezTo>
                    <a:pt x="300" y="12476"/>
                    <a:pt x="400" y="12443"/>
                    <a:pt x="434" y="12343"/>
                  </a:cubicBezTo>
                  <a:lnTo>
                    <a:pt x="1635" y="7940"/>
                  </a:lnTo>
                  <a:cubicBezTo>
                    <a:pt x="1668" y="7873"/>
                    <a:pt x="1701" y="7840"/>
                    <a:pt x="1701" y="7840"/>
                  </a:cubicBezTo>
                  <a:cubicBezTo>
                    <a:pt x="1735" y="7840"/>
                    <a:pt x="1768" y="7840"/>
                    <a:pt x="1801" y="7873"/>
                  </a:cubicBezTo>
                  <a:lnTo>
                    <a:pt x="2435" y="8473"/>
                  </a:lnTo>
                  <a:cubicBezTo>
                    <a:pt x="2518" y="8584"/>
                    <a:pt x="2670" y="8649"/>
                    <a:pt x="2814" y="8649"/>
                  </a:cubicBezTo>
                  <a:cubicBezTo>
                    <a:pt x="2844" y="8649"/>
                    <a:pt x="2874" y="8646"/>
                    <a:pt x="2902" y="8640"/>
                  </a:cubicBezTo>
                  <a:cubicBezTo>
                    <a:pt x="3069" y="8573"/>
                    <a:pt x="3236" y="8440"/>
                    <a:pt x="3269" y="8273"/>
                  </a:cubicBezTo>
                  <a:lnTo>
                    <a:pt x="5604" y="1502"/>
                  </a:lnTo>
                  <a:cubicBezTo>
                    <a:pt x="5604" y="1502"/>
                    <a:pt x="5604" y="1468"/>
                    <a:pt x="5604" y="1468"/>
                  </a:cubicBezTo>
                  <a:cubicBezTo>
                    <a:pt x="5637" y="1502"/>
                    <a:pt x="5637" y="1502"/>
                    <a:pt x="5671" y="1535"/>
                  </a:cubicBezTo>
                  <a:lnTo>
                    <a:pt x="7806" y="5238"/>
                  </a:lnTo>
                  <a:cubicBezTo>
                    <a:pt x="7872" y="5404"/>
                    <a:pt x="8073" y="5538"/>
                    <a:pt x="8239" y="5538"/>
                  </a:cubicBezTo>
                  <a:cubicBezTo>
                    <a:pt x="8406" y="5505"/>
                    <a:pt x="8573" y="5404"/>
                    <a:pt x="8640" y="5238"/>
                  </a:cubicBezTo>
                  <a:lnTo>
                    <a:pt x="10875" y="468"/>
                  </a:lnTo>
                  <a:cubicBezTo>
                    <a:pt x="10908" y="434"/>
                    <a:pt x="10908" y="401"/>
                    <a:pt x="10908" y="401"/>
                  </a:cubicBezTo>
                  <a:cubicBezTo>
                    <a:pt x="10975" y="434"/>
                    <a:pt x="10975" y="468"/>
                    <a:pt x="11008" y="501"/>
                  </a:cubicBezTo>
                  <a:lnTo>
                    <a:pt x="13410" y="4671"/>
                  </a:lnTo>
                  <a:cubicBezTo>
                    <a:pt x="13452" y="4744"/>
                    <a:pt x="13517" y="4775"/>
                    <a:pt x="13582" y="4775"/>
                  </a:cubicBezTo>
                  <a:cubicBezTo>
                    <a:pt x="13725" y="4775"/>
                    <a:pt x="13868" y="4630"/>
                    <a:pt x="13777" y="4470"/>
                  </a:cubicBezTo>
                  <a:lnTo>
                    <a:pt x="11375" y="301"/>
                  </a:lnTo>
                  <a:cubicBezTo>
                    <a:pt x="11275" y="134"/>
                    <a:pt x="11108" y="1"/>
                    <a:pt x="1090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52"/>
            <p:cNvSpPr/>
            <p:nvPr/>
          </p:nvSpPr>
          <p:spPr>
            <a:xfrm>
              <a:off x="3265000" y="2973300"/>
              <a:ext cx="333600" cy="368725"/>
            </a:xfrm>
            <a:custGeom>
              <a:rect b="b" l="l" r="r" t="t"/>
              <a:pathLst>
                <a:path extrusionOk="0" h="14749" w="13344">
                  <a:moveTo>
                    <a:pt x="10724" y="0"/>
                  </a:moveTo>
                  <a:cubicBezTo>
                    <a:pt x="10646" y="0"/>
                    <a:pt x="10576" y="67"/>
                    <a:pt x="10541" y="205"/>
                  </a:cubicBezTo>
                  <a:lnTo>
                    <a:pt x="8140" y="7910"/>
                  </a:lnTo>
                  <a:cubicBezTo>
                    <a:pt x="8106" y="8044"/>
                    <a:pt x="8040" y="8110"/>
                    <a:pt x="7960" y="8110"/>
                  </a:cubicBezTo>
                  <a:cubicBezTo>
                    <a:pt x="7881" y="8110"/>
                    <a:pt x="7790" y="8044"/>
                    <a:pt x="7706" y="7910"/>
                  </a:cubicBezTo>
                  <a:lnTo>
                    <a:pt x="5571" y="4241"/>
                  </a:lnTo>
                  <a:cubicBezTo>
                    <a:pt x="5505" y="4108"/>
                    <a:pt x="5421" y="4041"/>
                    <a:pt x="5346" y="4041"/>
                  </a:cubicBezTo>
                  <a:cubicBezTo>
                    <a:pt x="5271" y="4041"/>
                    <a:pt x="5204" y="4108"/>
                    <a:pt x="5171" y="4241"/>
                  </a:cubicBezTo>
                  <a:lnTo>
                    <a:pt x="2803" y="11013"/>
                  </a:lnTo>
                  <a:cubicBezTo>
                    <a:pt x="2771" y="11122"/>
                    <a:pt x="2718" y="11180"/>
                    <a:pt x="2657" y="11180"/>
                  </a:cubicBezTo>
                  <a:cubicBezTo>
                    <a:pt x="2587" y="11180"/>
                    <a:pt x="2507" y="11105"/>
                    <a:pt x="2436" y="10946"/>
                  </a:cubicBezTo>
                  <a:lnTo>
                    <a:pt x="1535" y="8644"/>
                  </a:lnTo>
                  <a:cubicBezTo>
                    <a:pt x="1466" y="8490"/>
                    <a:pt x="1398" y="8415"/>
                    <a:pt x="1334" y="8415"/>
                  </a:cubicBezTo>
                  <a:cubicBezTo>
                    <a:pt x="1273" y="8415"/>
                    <a:pt x="1217" y="8481"/>
                    <a:pt x="1168" y="8611"/>
                  </a:cubicBezTo>
                  <a:lnTo>
                    <a:pt x="1" y="13014"/>
                  </a:lnTo>
                  <a:lnTo>
                    <a:pt x="1" y="14749"/>
                  </a:lnTo>
                  <a:lnTo>
                    <a:pt x="13343" y="7043"/>
                  </a:lnTo>
                  <a:lnTo>
                    <a:pt x="13343" y="3240"/>
                  </a:lnTo>
                  <a:lnTo>
                    <a:pt x="10942" y="171"/>
                  </a:lnTo>
                  <a:cubicBezTo>
                    <a:pt x="10877" y="59"/>
                    <a:pt x="10797" y="0"/>
                    <a:pt x="1072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52"/>
            <p:cNvSpPr/>
            <p:nvPr/>
          </p:nvSpPr>
          <p:spPr>
            <a:xfrm>
              <a:off x="3378425" y="2897600"/>
              <a:ext cx="40050" cy="51250"/>
            </a:xfrm>
            <a:custGeom>
              <a:rect b="b" l="l" r="r" t="t"/>
              <a:pathLst>
                <a:path extrusionOk="0" h="2050" w="1602">
                  <a:moveTo>
                    <a:pt x="1144" y="0"/>
                  </a:moveTo>
                  <a:cubicBezTo>
                    <a:pt x="1040" y="0"/>
                    <a:pt x="923" y="32"/>
                    <a:pt x="801" y="97"/>
                  </a:cubicBezTo>
                  <a:cubicBezTo>
                    <a:pt x="334" y="397"/>
                    <a:pt x="34" y="931"/>
                    <a:pt x="0" y="1465"/>
                  </a:cubicBezTo>
                  <a:cubicBezTo>
                    <a:pt x="0" y="1839"/>
                    <a:pt x="181" y="2050"/>
                    <a:pt x="438" y="2050"/>
                  </a:cubicBezTo>
                  <a:cubicBezTo>
                    <a:pt x="548" y="2050"/>
                    <a:pt x="671" y="2012"/>
                    <a:pt x="801" y="1932"/>
                  </a:cubicBezTo>
                  <a:cubicBezTo>
                    <a:pt x="1268" y="1632"/>
                    <a:pt x="1568" y="1131"/>
                    <a:pt x="1601" y="564"/>
                  </a:cubicBezTo>
                  <a:cubicBezTo>
                    <a:pt x="1601" y="205"/>
                    <a:pt x="1412" y="0"/>
                    <a:pt x="114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52"/>
            <p:cNvSpPr/>
            <p:nvPr/>
          </p:nvSpPr>
          <p:spPr>
            <a:xfrm>
              <a:off x="3246650" y="3171375"/>
              <a:ext cx="401975" cy="235700"/>
            </a:xfrm>
            <a:custGeom>
              <a:rect b="b" l="l" r="r" t="t"/>
              <a:pathLst>
                <a:path extrusionOk="0" h="9428" w="16079">
                  <a:moveTo>
                    <a:pt x="15872" y="1"/>
                  </a:moveTo>
                  <a:cubicBezTo>
                    <a:pt x="15836" y="1"/>
                    <a:pt x="15803" y="8"/>
                    <a:pt x="15779" y="21"/>
                  </a:cubicBezTo>
                  <a:lnTo>
                    <a:pt x="134" y="9060"/>
                  </a:lnTo>
                  <a:cubicBezTo>
                    <a:pt x="34" y="9127"/>
                    <a:pt x="1" y="9227"/>
                    <a:pt x="67" y="9327"/>
                  </a:cubicBezTo>
                  <a:cubicBezTo>
                    <a:pt x="101" y="9394"/>
                    <a:pt x="168" y="9427"/>
                    <a:pt x="234" y="9427"/>
                  </a:cubicBezTo>
                  <a:cubicBezTo>
                    <a:pt x="268" y="9427"/>
                    <a:pt x="301" y="9427"/>
                    <a:pt x="334" y="9394"/>
                  </a:cubicBezTo>
                  <a:lnTo>
                    <a:pt x="15979" y="388"/>
                  </a:lnTo>
                  <a:cubicBezTo>
                    <a:pt x="16079" y="321"/>
                    <a:pt x="16079" y="187"/>
                    <a:pt x="16046" y="87"/>
                  </a:cubicBezTo>
                  <a:cubicBezTo>
                    <a:pt x="16003" y="24"/>
                    <a:pt x="15934" y="1"/>
                    <a:pt x="1587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52"/>
            <p:cNvSpPr/>
            <p:nvPr/>
          </p:nvSpPr>
          <p:spPr>
            <a:xfrm>
              <a:off x="3440950" y="3284675"/>
              <a:ext cx="10875" cy="205800"/>
            </a:xfrm>
            <a:custGeom>
              <a:rect b="b" l="l" r="r" t="t"/>
              <a:pathLst>
                <a:path extrusionOk="0" h="8232" w="435">
                  <a:moveTo>
                    <a:pt x="201" y="0"/>
                  </a:moveTo>
                  <a:cubicBezTo>
                    <a:pt x="101" y="0"/>
                    <a:pt x="1" y="75"/>
                    <a:pt x="1" y="225"/>
                  </a:cubicBezTo>
                  <a:lnTo>
                    <a:pt x="1" y="8031"/>
                  </a:lnTo>
                  <a:cubicBezTo>
                    <a:pt x="1" y="8131"/>
                    <a:pt x="68" y="8231"/>
                    <a:pt x="201" y="8231"/>
                  </a:cubicBezTo>
                  <a:cubicBezTo>
                    <a:pt x="301" y="8231"/>
                    <a:pt x="435" y="8131"/>
                    <a:pt x="401" y="8031"/>
                  </a:cubicBezTo>
                  <a:lnTo>
                    <a:pt x="401" y="225"/>
                  </a:lnTo>
                  <a:cubicBezTo>
                    <a:pt x="401" y="75"/>
                    <a:pt x="301" y="0"/>
                    <a:pt x="20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52"/>
            <p:cNvSpPr/>
            <p:nvPr/>
          </p:nvSpPr>
          <p:spPr>
            <a:xfrm>
              <a:off x="3843750" y="1640775"/>
              <a:ext cx="301900" cy="466775"/>
            </a:xfrm>
            <a:custGeom>
              <a:rect b="b" l="l" r="r" t="t"/>
              <a:pathLst>
                <a:path extrusionOk="0" h="18671" w="12076">
                  <a:moveTo>
                    <a:pt x="7639" y="1"/>
                  </a:moveTo>
                  <a:lnTo>
                    <a:pt x="7638" y="7"/>
                  </a:lnTo>
                  <a:lnTo>
                    <a:pt x="7638" y="7"/>
                  </a:lnTo>
                  <a:cubicBezTo>
                    <a:pt x="7650" y="5"/>
                    <a:pt x="7661" y="3"/>
                    <a:pt x="7673" y="1"/>
                  </a:cubicBezTo>
                  <a:close/>
                  <a:moveTo>
                    <a:pt x="7638" y="7"/>
                  </a:moveTo>
                  <a:lnTo>
                    <a:pt x="7638" y="7"/>
                  </a:lnTo>
                  <a:cubicBezTo>
                    <a:pt x="7116" y="111"/>
                    <a:pt x="6595" y="340"/>
                    <a:pt x="6138" y="601"/>
                  </a:cubicBezTo>
                  <a:cubicBezTo>
                    <a:pt x="2736" y="2569"/>
                    <a:pt x="0" y="8040"/>
                    <a:pt x="0" y="12843"/>
                  </a:cubicBezTo>
                  <a:cubicBezTo>
                    <a:pt x="0" y="16486"/>
                    <a:pt x="1573" y="18670"/>
                    <a:pt x="3817" y="18670"/>
                  </a:cubicBezTo>
                  <a:cubicBezTo>
                    <a:pt x="4532" y="18670"/>
                    <a:pt x="5316" y="18448"/>
                    <a:pt x="6138" y="17980"/>
                  </a:cubicBezTo>
                  <a:cubicBezTo>
                    <a:pt x="9007" y="16313"/>
                    <a:pt x="11409" y="12143"/>
                    <a:pt x="12076" y="8007"/>
                  </a:cubicBezTo>
                  <a:lnTo>
                    <a:pt x="12076" y="8007"/>
                  </a:lnTo>
                  <a:lnTo>
                    <a:pt x="10408" y="8373"/>
                  </a:lnTo>
                  <a:cubicBezTo>
                    <a:pt x="9908" y="11342"/>
                    <a:pt x="8173" y="14311"/>
                    <a:pt x="6138" y="15512"/>
                  </a:cubicBezTo>
                  <a:cubicBezTo>
                    <a:pt x="5552" y="15849"/>
                    <a:pt x="4994" y="16008"/>
                    <a:pt x="4483" y="16008"/>
                  </a:cubicBezTo>
                  <a:cubicBezTo>
                    <a:pt x="2870" y="16008"/>
                    <a:pt x="1735" y="14419"/>
                    <a:pt x="1735" y="11809"/>
                  </a:cubicBezTo>
                  <a:cubicBezTo>
                    <a:pt x="1768" y="8407"/>
                    <a:pt x="3703" y="4471"/>
                    <a:pt x="6138" y="3070"/>
                  </a:cubicBezTo>
                  <a:cubicBezTo>
                    <a:pt x="6472" y="2870"/>
                    <a:pt x="6839" y="2736"/>
                    <a:pt x="7239" y="2636"/>
                  </a:cubicBezTo>
                  <a:lnTo>
                    <a:pt x="7638" y="7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52"/>
            <p:cNvSpPr/>
            <p:nvPr/>
          </p:nvSpPr>
          <p:spPr>
            <a:xfrm>
              <a:off x="3931300" y="1772575"/>
              <a:ext cx="131800" cy="200950"/>
            </a:xfrm>
            <a:custGeom>
              <a:rect b="b" l="l" r="r" t="t"/>
              <a:pathLst>
                <a:path extrusionOk="0" h="8038" w="5272">
                  <a:moveTo>
                    <a:pt x="3640" y="1"/>
                  </a:moveTo>
                  <a:cubicBezTo>
                    <a:pt x="3332" y="1"/>
                    <a:pt x="2993" y="97"/>
                    <a:pt x="2636" y="299"/>
                  </a:cubicBezTo>
                  <a:cubicBezTo>
                    <a:pt x="1168" y="1133"/>
                    <a:pt x="1" y="3502"/>
                    <a:pt x="1" y="5537"/>
                  </a:cubicBezTo>
                  <a:cubicBezTo>
                    <a:pt x="1" y="7102"/>
                    <a:pt x="670" y="8037"/>
                    <a:pt x="1632" y="8037"/>
                  </a:cubicBezTo>
                  <a:cubicBezTo>
                    <a:pt x="1941" y="8037"/>
                    <a:pt x="2280" y="7941"/>
                    <a:pt x="2636" y="7738"/>
                  </a:cubicBezTo>
                  <a:cubicBezTo>
                    <a:pt x="4104" y="6904"/>
                    <a:pt x="5271" y="4536"/>
                    <a:pt x="5271" y="2501"/>
                  </a:cubicBezTo>
                  <a:cubicBezTo>
                    <a:pt x="5271" y="935"/>
                    <a:pt x="4602" y="1"/>
                    <a:pt x="364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52"/>
            <p:cNvSpPr/>
            <p:nvPr/>
          </p:nvSpPr>
          <p:spPr>
            <a:xfrm>
              <a:off x="4046400" y="1614450"/>
              <a:ext cx="125950" cy="211500"/>
            </a:xfrm>
            <a:custGeom>
              <a:rect b="b" l="l" r="r" t="t"/>
              <a:pathLst>
                <a:path extrusionOk="0" h="8460" w="5038">
                  <a:moveTo>
                    <a:pt x="1194" y="0"/>
                  </a:moveTo>
                  <a:cubicBezTo>
                    <a:pt x="937" y="0"/>
                    <a:pt x="673" y="29"/>
                    <a:pt x="401" y="86"/>
                  </a:cubicBezTo>
                  <a:lnTo>
                    <a:pt x="0" y="2755"/>
                  </a:lnTo>
                  <a:cubicBezTo>
                    <a:pt x="204" y="2709"/>
                    <a:pt x="402" y="2686"/>
                    <a:pt x="593" y="2686"/>
                  </a:cubicBezTo>
                  <a:cubicBezTo>
                    <a:pt x="2186" y="2686"/>
                    <a:pt x="3303" y="4267"/>
                    <a:pt x="3303" y="6858"/>
                  </a:cubicBezTo>
                  <a:cubicBezTo>
                    <a:pt x="3269" y="7392"/>
                    <a:pt x="3236" y="7925"/>
                    <a:pt x="3136" y="8459"/>
                  </a:cubicBezTo>
                  <a:lnTo>
                    <a:pt x="4837" y="8092"/>
                  </a:lnTo>
                  <a:cubicBezTo>
                    <a:pt x="4970" y="7325"/>
                    <a:pt x="5037" y="6591"/>
                    <a:pt x="5037" y="5824"/>
                  </a:cubicBezTo>
                  <a:cubicBezTo>
                    <a:pt x="5037" y="2199"/>
                    <a:pt x="3450" y="0"/>
                    <a:pt x="119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52"/>
            <p:cNvSpPr/>
            <p:nvPr/>
          </p:nvSpPr>
          <p:spPr>
            <a:xfrm>
              <a:off x="3926300" y="2398000"/>
              <a:ext cx="45075" cy="356950"/>
            </a:xfrm>
            <a:custGeom>
              <a:rect b="b" l="l" r="r" t="t"/>
              <a:pathLst>
                <a:path extrusionOk="0" h="14278" w="1803">
                  <a:moveTo>
                    <a:pt x="1802" y="0"/>
                  </a:moveTo>
                  <a:lnTo>
                    <a:pt x="1" y="1034"/>
                  </a:lnTo>
                  <a:lnTo>
                    <a:pt x="1" y="14277"/>
                  </a:lnTo>
                  <a:lnTo>
                    <a:pt x="1802" y="13243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52"/>
            <p:cNvSpPr/>
            <p:nvPr/>
          </p:nvSpPr>
          <p:spPr>
            <a:xfrm>
              <a:off x="4179000" y="2428025"/>
              <a:ext cx="45050" cy="180975"/>
            </a:xfrm>
            <a:custGeom>
              <a:rect b="b" l="l" r="r" t="t"/>
              <a:pathLst>
                <a:path extrusionOk="0" h="7239" w="1802">
                  <a:moveTo>
                    <a:pt x="1801" y="0"/>
                  </a:moveTo>
                  <a:lnTo>
                    <a:pt x="0" y="1034"/>
                  </a:lnTo>
                  <a:lnTo>
                    <a:pt x="0" y="7239"/>
                  </a:lnTo>
                  <a:lnTo>
                    <a:pt x="1801" y="6204"/>
                  </a:lnTo>
                  <a:lnTo>
                    <a:pt x="1801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52"/>
            <p:cNvSpPr/>
            <p:nvPr/>
          </p:nvSpPr>
          <p:spPr>
            <a:xfrm>
              <a:off x="4116450" y="2378800"/>
              <a:ext cx="44225" cy="266900"/>
            </a:xfrm>
            <a:custGeom>
              <a:rect b="b" l="l" r="r" t="t"/>
              <a:pathLst>
                <a:path extrusionOk="0" h="10676" w="1769">
                  <a:moveTo>
                    <a:pt x="1768" y="1"/>
                  </a:moveTo>
                  <a:lnTo>
                    <a:pt x="0" y="1035"/>
                  </a:lnTo>
                  <a:lnTo>
                    <a:pt x="0" y="10675"/>
                  </a:lnTo>
                  <a:lnTo>
                    <a:pt x="1768" y="9641"/>
                  </a:lnTo>
                  <a:lnTo>
                    <a:pt x="176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52"/>
            <p:cNvSpPr/>
            <p:nvPr/>
          </p:nvSpPr>
          <p:spPr>
            <a:xfrm>
              <a:off x="4053075" y="2529750"/>
              <a:ext cx="45050" cy="152625"/>
            </a:xfrm>
            <a:custGeom>
              <a:rect b="b" l="l" r="r" t="t"/>
              <a:pathLst>
                <a:path extrusionOk="0" h="6105" w="1802">
                  <a:moveTo>
                    <a:pt x="1801" y="1"/>
                  </a:moveTo>
                  <a:lnTo>
                    <a:pt x="0" y="1035"/>
                  </a:lnTo>
                  <a:lnTo>
                    <a:pt x="0" y="6105"/>
                  </a:lnTo>
                  <a:lnTo>
                    <a:pt x="1801" y="5071"/>
                  </a:lnTo>
                  <a:lnTo>
                    <a:pt x="180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52"/>
            <p:cNvSpPr/>
            <p:nvPr/>
          </p:nvSpPr>
          <p:spPr>
            <a:xfrm>
              <a:off x="3989675" y="2526425"/>
              <a:ext cx="45075" cy="192650"/>
            </a:xfrm>
            <a:custGeom>
              <a:rect b="b" l="l" r="r" t="t"/>
              <a:pathLst>
                <a:path extrusionOk="0" h="7706" w="1803">
                  <a:moveTo>
                    <a:pt x="1802" y="0"/>
                  </a:moveTo>
                  <a:lnTo>
                    <a:pt x="1" y="1034"/>
                  </a:lnTo>
                  <a:lnTo>
                    <a:pt x="1" y="7706"/>
                  </a:lnTo>
                  <a:lnTo>
                    <a:pt x="1802" y="6638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52"/>
            <p:cNvSpPr/>
            <p:nvPr/>
          </p:nvSpPr>
          <p:spPr>
            <a:xfrm>
              <a:off x="3892950" y="2572400"/>
              <a:ext cx="404450" cy="235900"/>
            </a:xfrm>
            <a:custGeom>
              <a:rect b="b" l="l" r="r" t="t"/>
              <a:pathLst>
                <a:path extrusionOk="0" h="9436" w="16178">
                  <a:moveTo>
                    <a:pt x="15880" y="0"/>
                  </a:moveTo>
                  <a:cubicBezTo>
                    <a:pt x="15848" y="0"/>
                    <a:pt x="15813" y="9"/>
                    <a:pt x="15778" y="29"/>
                  </a:cubicBezTo>
                  <a:lnTo>
                    <a:pt x="134" y="9069"/>
                  </a:lnTo>
                  <a:cubicBezTo>
                    <a:pt x="34" y="9102"/>
                    <a:pt x="1" y="9236"/>
                    <a:pt x="67" y="9336"/>
                  </a:cubicBezTo>
                  <a:cubicBezTo>
                    <a:pt x="101" y="9403"/>
                    <a:pt x="167" y="9436"/>
                    <a:pt x="234" y="9436"/>
                  </a:cubicBezTo>
                  <a:cubicBezTo>
                    <a:pt x="267" y="9436"/>
                    <a:pt x="301" y="9436"/>
                    <a:pt x="334" y="9403"/>
                  </a:cubicBezTo>
                  <a:lnTo>
                    <a:pt x="15979" y="396"/>
                  </a:lnTo>
                  <a:cubicBezTo>
                    <a:pt x="16177" y="283"/>
                    <a:pt x="16062" y="0"/>
                    <a:pt x="1588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52"/>
            <p:cNvSpPr/>
            <p:nvPr/>
          </p:nvSpPr>
          <p:spPr>
            <a:xfrm>
              <a:off x="4087250" y="2685900"/>
              <a:ext cx="10875" cy="205800"/>
            </a:xfrm>
            <a:custGeom>
              <a:rect b="b" l="l" r="r" t="t"/>
              <a:pathLst>
                <a:path extrusionOk="0" h="8232" w="435">
                  <a:moveTo>
                    <a:pt x="201" y="1"/>
                  </a:moveTo>
                  <a:cubicBezTo>
                    <a:pt x="101" y="1"/>
                    <a:pt x="1" y="76"/>
                    <a:pt x="1" y="226"/>
                  </a:cubicBezTo>
                  <a:lnTo>
                    <a:pt x="1" y="8032"/>
                  </a:lnTo>
                  <a:cubicBezTo>
                    <a:pt x="1" y="8132"/>
                    <a:pt x="101" y="8232"/>
                    <a:pt x="201" y="8232"/>
                  </a:cubicBezTo>
                  <a:cubicBezTo>
                    <a:pt x="334" y="8232"/>
                    <a:pt x="434" y="8132"/>
                    <a:pt x="401" y="8032"/>
                  </a:cubicBezTo>
                  <a:lnTo>
                    <a:pt x="401" y="226"/>
                  </a:lnTo>
                  <a:cubicBezTo>
                    <a:pt x="401" y="76"/>
                    <a:pt x="301" y="1"/>
                    <a:pt x="20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52"/>
            <p:cNvSpPr/>
            <p:nvPr/>
          </p:nvSpPr>
          <p:spPr>
            <a:xfrm>
              <a:off x="5191375" y="1351250"/>
              <a:ext cx="205175" cy="37700"/>
            </a:xfrm>
            <a:custGeom>
              <a:rect b="b" l="l" r="r" t="t"/>
              <a:pathLst>
                <a:path extrusionOk="0" h="1508" w="8207">
                  <a:moveTo>
                    <a:pt x="194" y="0"/>
                  </a:moveTo>
                  <a:cubicBezTo>
                    <a:pt x="109" y="0"/>
                    <a:pt x="34" y="87"/>
                    <a:pt x="34" y="174"/>
                  </a:cubicBezTo>
                  <a:cubicBezTo>
                    <a:pt x="1" y="274"/>
                    <a:pt x="67" y="374"/>
                    <a:pt x="201" y="374"/>
                  </a:cubicBezTo>
                  <a:lnTo>
                    <a:pt x="8006" y="1508"/>
                  </a:lnTo>
                  <a:lnTo>
                    <a:pt x="8040" y="1508"/>
                  </a:lnTo>
                  <a:cubicBezTo>
                    <a:pt x="8106" y="1508"/>
                    <a:pt x="8206" y="1441"/>
                    <a:pt x="8206" y="1341"/>
                  </a:cubicBezTo>
                  <a:cubicBezTo>
                    <a:pt x="8206" y="1241"/>
                    <a:pt x="8140" y="1141"/>
                    <a:pt x="8040" y="1141"/>
                  </a:cubicBezTo>
                  <a:lnTo>
                    <a:pt x="234" y="7"/>
                  </a:lnTo>
                  <a:cubicBezTo>
                    <a:pt x="221" y="2"/>
                    <a:pt x="207" y="0"/>
                    <a:pt x="19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52"/>
            <p:cNvSpPr/>
            <p:nvPr/>
          </p:nvSpPr>
          <p:spPr>
            <a:xfrm>
              <a:off x="5449050" y="2423625"/>
              <a:ext cx="252725" cy="47100"/>
            </a:xfrm>
            <a:custGeom>
              <a:rect b="b" l="l" r="r" t="t"/>
              <a:pathLst>
                <a:path extrusionOk="0" h="1884" w="10109">
                  <a:moveTo>
                    <a:pt x="183" y="1"/>
                  </a:moveTo>
                  <a:cubicBezTo>
                    <a:pt x="103" y="1"/>
                    <a:pt x="34" y="66"/>
                    <a:pt x="34" y="176"/>
                  </a:cubicBezTo>
                  <a:cubicBezTo>
                    <a:pt x="1" y="276"/>
                    <a:pt x="68" y="343"/>
                    <a:pt x="201" y="376"/>
                  </a:cubicBezTo>
                  <a:lnTo>
                    <a:pt x="9841" y="1877"/>
                  </a:lnTo>
                  <a:lnTo>
                    <a:pt x="9875" y="1877"/>
                  </a:lnTo>
                  <a:cubicBezTo>
                    <a:pt x="9888" y="1882"/>
                    <a:pt x="9902" y="1884"/>
                    <a:pt x="9915" y="1884"/>
                  </a:cubicBezTo>
                  <a:cubicBezTo>
                    <a:pt x="10000" y="1884"/>
                    <a:pt x="10075" y="1797"/>
                    <a:pt x="10075" y="1710"/>
                  </a:cubicBezTo>
                  <a:cubicBezTo>
                    <a:pt x="10108" y="1610"/>
                    <a:pt x="10041" y="1510"/>
                    <a:pt x="9908" y="1510"/>
                  </a:cubicBezTo>
                  <a:lnTo>
                    <a:pt x="234" y="9"/>
                  </a:lnTo>
                  <a:cubicBezTo>
                    <a:pt x="217" y="4"/>
                    <a:pt x="200" y="1"/>
                    <a:pt x="18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52"/>
            <p:cNvSpPr/>
            <p:nvPr/>
          </p:nvSpPr>
          <p:spPr>
            <a:xfrm>
              <a:off x="4833625" y="1974475"/>
              <a:ext cx="163550" cy="88300"/>
            </a:xfrm>
            <a:custGeom>
              <a:rect b="b" l="l" r="r" t="t"/>
              <a:pathLst>
                <a:path extrusionOk="0" h="3532" w="6542">
                  <a:moveTo>
                    <a:pt x="6272" y="0"/>
                  </a:moveTo>
                  <a:cubicBezTo>
                    <a:pt x="6240" y="0"/>
                    <a:pt x="6207" y="9"/>
                    <a:pt x="6171" y="29"/>
                  </a:cubicBezTo>
                  <a:lnTo>
                    <a:pt x="100" y="3165"/>
                  </a:lnTo>
                  <a:cubicBezTo>
                    <a:pt x="34" y="3231"/>
                    <a:pt x="0" y="3331"/>
                    <a:pt x="34" y="3432"/>
                  </a:cubicBezTo>
                  <a:cubicBezTo>
                    <a:pt x="67" y="3498"/>
                    <a:pt x="134" y="3532"/>
                    <a:pt x="201" y="3532"/>
                  </a:cubicBezTo>
                  <a:lnTo>
                    <a:pt x="301" y="3532"/>
                  </a:lnTo>
                  <a:lnTo>
                    <a:pt x="6372" y="363"/>
                  </a:lnTo>
                  <a:cubicBezTo>
                    <a:pt x="6542" y="278"/>
                    <a:pt x="6447" y="0"/>
                    <a:pt x="627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52"/>
            <p:cNvSpPr/>
            <p:nvPr/>
          </p:nvSpPr>
          <p:spPr>
            <a:xfrm>
              <a:off x="4648900" y="2318550"/>
              <a:ext cx="10875" cy="148675"/>
            </a:xfrm>
            <a:custGeom>
              <a:rect b="b" l="l" r="r" t="t"/>
              <a:pathLst>
                <a:path extrusionOk="0" h="5947" w="435">
                  <a:moveTo>
                    <a:pt x="218" y="1"/>
                  </a:moveTo>
                  <a:cubicBezTo>
                    <a:pt x="109" y="1"/>
                    <a:pt x="1" y="59"/>
                    <a:pt x="17" y="176"/>
                  </a:cubicBezTo>
                  <a:lnTo>
                    <a:pt x="17" y="5747"/>
                  </a:lnTo>
                  <a:cubicBezTo>
                    <a:pt x="17" y="5847"/>
                    <a:pt x="118" y="5947"/>
                    <a:pt x="218" y="5947"/>
                  </a:cubicBezTo>
                  <a:cubicBezTo>
                    <a:pt x="318" y="5947"/>
                    <a:pt x="418" y="5847"/>
                    <a:pt x="418" y="5747"/>
                  </a:cubicBezTo>
                  <a:lnTo>
                    <a:pt x="418" y="176"/>
                  </a:lnTo>
                  <a:cubicBezTo>
                    <a:pt x="434" y="59"/>
                    <a:pt x="326" y="1"/>
                    <a:pt x="21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52"/>
            <p:cNvSpPr/>
            <p:nvPr/>
          </p:nvSpPr>
          <p:spPr>
            <a:xfrm>
              <a:off x="4799925" y="3728700"/>
              <a:ext cx="454025" cy="229600"/>
            </a:xfrm>
            <a:custGeom>
              <a:rect b="b" l="l" r="r" t="t"/>
              <a:pathLst>
                <a:path extrusionOk="0" h="9184" w="18161">
                  <a:moveTo>
                    <a:pt x="282" y="1"/>
                  </a:moveTo>
                  <a:cubicBezTo>
                    <a:pt x="91" y="1"/>
                    <a:pt x="0" y="254"/>
                    <a:pt x="181" y="344"/>
                  </a:cubicBezTo>
                  <a:lnTo>
                    <a:pt x="17793" y="9184"/>
                  </a:lnTo>
                  <a:lnTo>
                    <a:pt x="17860" y="9184"/>
                  </a:lnTo>
                  <a:cubicBezTo>
                    <a:pt x="18060" y="9184"/>
                    <a:pt x="18160" y="8917"/>
                    <a:pt x="17960" y="8817"/>
                  </a:cubicBezTo>
                  <a:lnTo>
                    <a:pt x="348" y="10"/>
                  </a:lnTo>
                  <a:cubicBezTo>
                    <a:pt x="325" y="4"/>
                    <a:pt x="303" y="1"/>
                    <a:pt x="28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52"/>
            <p:cNvSpPr/>
            <p:nvPr/>
          </p:nvSpPr>
          <p:spPr>
            <a:xfrm>
              <a:off x="3429200" y="4345800"/>
              <a:ext cx="178575" cy="208750"/>
            </a:xfrm>
            <a:custGeom>
              <a:rect b="b" l="l" r="r" t="t"/>
              <a:pathLst>
                <a:path extrusionOk="0" h="8350" w="7143">
                  <a:moveTo>
                    <a:pt x="253" y="1"/>
                  </a:moveTo>
                  <a:cubicBezTo>
                    <a:pt x="117" y="1"/>
                    <a:pt x="1" y="156"/>
                    <a:pt x="104" y="311"/>
                  </a:cubicBezTo>
                  <a:lnTo>
                    <a:pt x="6775" y="8283"/>
                  </a:lnTo>
                  <a:cubicBezTo>
                    <a:pt x="6809" y="8350"/>
                    <a:pt x="6876" y="8350"/>
                    <a:pt x="6942" y="8350"/>
                  </a:cubicBezTo>
                  <a:cubicBezTo>
                    <a:pt x="6976" y="8350"/>
                    <a:pt x="7009" y="8350"/>
                    <a:pt x="7042" y="8317"/>
                  </a:cubicBezTo>
                  <a:cubicBezTo>
                    <a:pt x="7142" y="8250"/>
                    <a:pt x="7142" y="8116"/>
                    <a:pt x="7076" y="8050"/>
                  </a:cubicBezTo>
                  <a:lnTo>
                    <a:pt x="371" y="44"/>
                  </a:lnTo>
                  <a:cubicBezTo>
                    <a:pt x="333" y="14"/>
                    <a:pt x="292" y="1"/>
                    <a:pt x="25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52"/>
            <p:cNvSpPr/>
            <p:nvPr/>
          </p:nvSpPr>
          <p:spPr>
            <a:xfrm>
              <a:off x="3802050" y="4453300"/>
              <a:ext cx="191000" cy="148800"/>
            </a:xfrm>
            <a:custGeom>
              <a:rect b="b" l="l" r="r" t="t"/>
              <a:pathLst>
                <a:path extrusionOk="0" h="5952" w="7640">
                  <a:moveTo>
                    <a:pt x="7438" y="1"/>
                  </a:moveTo>
                  <a:cubicBezTo>
                    <a:pt x="7396" y="1"/>
                    <a:pt x="7351" y="17"/>
                    <a:pt x="7306" y="47"/>
                  </a:cubicBezTo>
                  <a:lnTo>
                    <a:pt x="101" y="5584"/>
                  </a:lnTo>
                  <a:cubicBezTo>
                    <a:pt x="34" y="5651"/>
                    <a:pt x="1" y="5785"/>
                    <a:pt x="67" y="5851"/>
                  </a:cubicBezTo>
                  <a:cubicBezTo>
                    <a:pt x="101" y="5918"/>
                    <a:pt x="167" y="5951"/>
                    <a:pt x="234" y="5951"/>
                  </a:cubicBezTo>
                  <a:cubicBezTo>
                    <a:pt x="267" y="5951"/>
                    <a:pt x="301" y="5918"/>
                    <a:pt x="334" y="5885"/>
                  </a:cubicBezTo>
                  <a:lnTo>
                    <a:pt x="7539" y="347"/>
                  </a:lnTo>
                  <a:cubicBezTo>
                    <a:pt x="7639" y="281"/>
                    <a:pt x="7639" y="147"/>
                    <a:pt x="7573" y="80"/>
                  </a:cubicBezTo>
                  <a:cubicBezTo>
                    <a:pt x="7536" y="25"/>
                    <a:pt x="7489" y="1"/>
                    <a:pt x="743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52"/>
            <p:cNvSpPr/>
            <p:nvPr/>
          </p:nvSpPr>
          <p:spPr>
            <a:xfrm>
              <a:off x="4185650" y="1864275"/>
              <a:ext cx="321100" cy="8375"/>
            </a:xfrm>
            <a:custGeom>
              <a:rect b="b" l="l" r="r" t="t"/>
              <a:pathLst>
                <a:path extrusionOk="0" h="335" w="12844">
                  <a:moveTo>
                    <a:pt x="12643" y="1"/>
                  </a:moveTo>
                  <a:lnTo>
                    <a:pt x="201" y="101"/>
                  </a:lnTo>
                  <a:cubicBezTo>
                    <a:pt x="101" y="101"/>
                    <a:pt x="1" y="134"/>
                    <a:pt x="34" y="201"/>
                  </a:cubicBezTo>
                  <a:cubicBezTo>
                    <a:pt x="34" y="267"/>
                    <a:pt x="101" y="334"/>
                    <a:pt x="201" y="334"/>
                  </a:cubicBezTo>
                  <a:lnTo>
                    <a:pt x="12643" y="234"/>
                  </a:lnTo>
                  <a:cubicBezTo>
                    <a:pt x="12743" y="234"/>
                    <a:pt x="12843" y="201"/>
                    <a:pt x="12843" y="134"/>
                  </a:cubicBezTo>
                  <a:cubicBezTo>
                    <a:pt x="12843" y="67"/>
                    <a:pt x="12743" y="1"/>
                    <a:pt x="1264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52"/>
            <p:cNvSpPr/>
            <p:nvPr/>
          </p:nvSpPr>
          <p:spPr>
            <a:xfrm>
              <a:off x="4715200" y="3815500"/>
              <a:ext cx="13375" cy="352950"/>
            </a:xfrm>
            <a:custGeom>
              <a:rect b="b" l="l" r="r" t="t"/>
              <a:pathLst>
                <a:path extrusionOk="0" h="14118" w="535">
                  <a:moveTo>
                    <a:pt x="239" y="1"/>
                  </a:moveTo>
                  <a:cubicBezTo>
                    <a:pt x="227" y="1"/>
                    <a:pt x="214" y="3"/>
                    <a:pt x="201" y="7"/>
                  </a:cubicBezTo>
                  <a:cubicBezTo>
                    <a:pt x="67" y="7"/>
                    <a:pt x="1" y="74"/>
                    <a:pt x="1" y="174"/>
                  </a:cubicBezTo>
                  <a:lnTo>
                    <a:pt x="167" y="13917"/>
                  </a:lnTo>
                  <a:cubicBezTo>
                    <a:pt x="167" y="14017"/>
                    <a:pt x="234" y="14118"/>
                    <a:pt x="368" y="14118"/>
                  </a:cubicBezTo>
                  <a:cubicBezTo>
                    <a:pt x="468" y="14118"/>
                    <a:pt x="534" y="14017"/>
                    <a:pt x="534" y="13917"/>
                  </a:cubicBezTo>
                  <a:lnTo>
                    <a:pt x="368" y="174"/>
                  </a:lnTo>
                  <a:cubicBezTo>
                    <a:pt x="368" y="88"/>
                    <a:pt x="318" y="1"/>
                    <a:pt x="23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52"/>
            <p:cNvSpPr/>
            <p:nvPr/>
          </p:nvSpPr>
          <p:spPr>
            <a:xfrm>
              <a:off x="5424875" y="2105050"/>
              <a:ext cx="79450" cy="231250"/>
            </a:xfrm>
            <a:custGeom>
              <a:rect b="b" l="l" r="r" t="t"/>
              <a:pathLst>
                <a:path extrusionOk="0" h="9250" w="3178">
                  <a:moveTo>
                    <a:pt x="2922" y="1"/>
                  </a:moveTo>
                  <a:cubicBezTo>
                    <a:pt x="2848" y="1"/>
                    <a:pt x="2782" y="33"/>
                    <a:pt x="2769" y="110"/>
                  </a:cubicBezTo>
                  <a:lnTo>
                    <a:pt x="34" y="9016"/>
                  </a:lnTo>
                  <a:cubicBezTo>
                    <a:pt x="1" y="9116"/>
                    <a:pt x="67" y="9216"/>
                    <a:pt x="167" y="9250"/>
                  </a:cubicBezTo>
                  <a:lnTo>
                    <a:pt x="201" y="9250"/>
                  </a:lnTo>
                  <a:cubicBezTo>
                    <a:pt x="301" y="9250"/>
                    <a:pt x="368" y="9183"/>
                    <a:pt x="401" y="9116"/>
                  </a:cubicBezTo>
                  <a:lnTo>
                    <a:pt x="3136" y="210"/>
                  </a:lnTo>
                  <a:cubicBezTo>
                    <a:pt x="3177" y="86"/>
                    <a:pt x="3040" y="1"/>
                    <a:pt x="292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52"/>
            <p:cNvSpPr/>
            <p:nvPr/>
          </p:nvSpPr>
          <p:spPr>
            <a:xfrm>
              <a:off x="4573425" y="3479950"/>
              <a:ext cx="292750" cy="370775"/>
            </a:xfrm>
            <a:custGeom>
              <a:rect b="b" l="l" r="r" t="t"/>
              <a:pathLst>
                <a:path extrusionOk="0" h="14831" w="11710">
                  <a:moveTo>
                    <a:pt x="8274" y="920"/>
                  </a:moveTo>
                  <a:cubicBezTo>
                    <a:pt x="8674" y="920"/>
                    <a:pt x="9074" y="1021"/>
                    <a:pt x="9441" y="1221"/>
                  </a:cubicBezTo>
                  <a:cubicBezTo>
                    <a:pt x="10308" y="1721"/>
                    <a:pt x="10775" y="2822"/>
                    <a:pt x="10775" y="4290"/>
                  </a:cubicBezTo>
                  <a:cubicBezTo>
                    <a:pt x="10775" y="7559"/>
                    <a:pt x="8474" y="11561"/>
                    <a:pt x="5638" y="13196"/>
                  </a:cubicBezTo>
                  <a:cubicBezTo>
                    <a:pt x="4856" y="13637"/>
                    <a:pt x="4123" y="13861"/>
                    <a:pt x="3473" y="13861"/>
                  </a:cubicBezTo>
                  <a:cubicBezTo>
                    <a:pt x="3042" y="13861"/>
                    <a:pt x="2649" y="13762"/>
                    <a:pt x="2303" y="13563"/>
                  </a:cubicBezTo>
                  <a:cubicBezTo>
                    <a:pt x="1435" y="13063"/>
                    <a:pt x="968" y="11995"/>
                    <a:pt x="968" y="10494"/>
                  </a:cubicBezTo>
                  <a:cubicBezTo>
                    <a:pt x="968" y="7225"/>
                    <a:pt x="3270" y="3222"/>
                    <a:pt x="6105" y="1588"/>
                  </a:cubicBezTo>
                  <a:cubicBezTo>
                    <a:pt x="6739" y="1187"/>
                    <a:pt x="7506" y="954"/>
                    <a:pt x="8274" y="920"/>
                  </a:cubicBezTo>
                  <a:close/>
                  <a:moveTo>
                    <a:pt x="8266" y="1"/>
                  </a:moveTo>
                  <a:cubicBezTo>
                    <a:pt x="7445" y="1"/>
                    <a:pt x="6547" y="265"/>
                    <a:pt x="5638" y="787"/>
                  </a:cubicBezTo>
                  <a:cubicBezTo>
                    <a:pt x="2536" y="2588"/>
                    <a:pt x="1" y="6925"/>
                    <a:pt x="1" y="10527"/>
                  </a:cubicBezTo>
                  <a:cubicBezTo>
                    <a:pt x="1" y="12362"/>
                    <a:pt x="668" y="13730"/>
                    <a:pt x="1836" y="14397"/>
                  </a:cubicBezTo>
                  <a:cubicBezTo>
                    <a:pt x="2336" y="14697"/>
                    <a:pt x="2903" y="14830"/>
                    <a:pt x="3470" y="14830"/>
                  </a:cubicBezTo>
                  <a:cubicBezTo>
                    <a:pt x="4404" y="14797"/>
                    <a:pt x="5305" y="14530"/>
                    <a:pt x="6105" y="14030"/>
                  </a:cubicBezTo>
                  <a:cubicBezTo>
                    <a:pt x="9208" y="12229"/>
                    <a:pt x="11709" y="7859"/>
                    <a:pt x="11709" y="4290"/>
                  </a:cubicBezTo>
                  <a:cubicBezTo>
                    <a:pt x="11709" y="2455"/>
                    <a:pt x="11076" y="1087"/>
                    <a:pt x="9908" y="420"/>
                  </a:cubicBezTo>
                  <a:cubicBezTo>
                    <a:pt x="9417" y="140"/>
                    <a:pt x="8862" y="1"/>
                    <a:pt x="826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52"/>
            <p:cNvSpPr/>
            <p:nvPr/>
          </p:nvSpPr>
          <p:spPr>
            <a:xfrm>
              <a:off x="4640975" y="3562400"/>
              <a:ext cx="158475" cy="204850"/>
            </a:xfrm>
            <a:custGeom>
              <a:rect b="b" l="l" r="r" t="t"/>
              <a:pathLst>
                <a:path extrusionOk="0" h="8194" w="6339">
                  <a:moveTo>
                    <a:pt x="4580" y="0"/>
                  </a:moveTo>
                  <a:cubicBezTo>
                    <a:pt x="4157" y="0"/>
                    <a:pt x="3679" y="137"/>
                    <a:pt x="3170" y="424"/>
                  </a:cubicBezTo>
                  <a:cubicBezTo>
                    <a:pt x="1302" y="1659"/>
                    <a:pt x="101" y="3694"/>
                    <a:pt x="1" y="5928"/>
                  </a:cubicBezTo>
                  <a:cubicBezTo>
                    <a:pt x="1" y="7371"/>
                    <a:pt x="705" y="8193"/>
                    <a:pt x="1745" y="8193"/>
                  </a:cubicBezTo>
                  <a:cubicBezTo>
                    <a:pt x="2172" y="8193"/>
                    <a:pt x="2655" y="8054"/>
                    <a:pt x="3170" y="7763"/>
                  </a:cubicBezTo>
                  <a:cubicBezTo>
                    <a:pt x="5038" y="6529"/>
                    <a:pt x="6205" y="4494"/>
                    <a:pt x="6339" y="2259"/>
                  </a:cubicBezTo>
                  <a:cubicBezTo>
                    <a:pt x="6339" y="834"/>
                    <a:pt x="5628" y="0"/>
                    <a:pt x="458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52"/>
            <p:cNvSpPr/>
            <p:nvPr/>
          </p:nvSpPr>
          <p:spPr>
            <a:xfrm>
              <a:off x="3957175" y="4127075"/>
              <a:ext cx="292725" cy="370775"/>
            </a:xfrm>
            <a:custGeom>
              <a:rect b="b" l="l" r="r" t="t"/>
              <a:pathLst>
                <a:path extrusionOk="0" h="14831" w="11709">
                  <a:moveTo>
                    <a:pt x="8274" y="925"/>
                  </a:moveTo>
                  <a:cubicBezTo>
                    <a:pt x="8703" y="925"/>
                    <a:pt x="9098" y="1023"/>
                    <a:pt x="9440" y="1221"/>
                  </a:cubicBezTo>
                  <a:cubicBezTo>
                    <a:pt x="10307" y="1721"/>
                    <a:pt x="10774" y="2822"/>
                    <a:pt x="10774" y="4290"/>
                  </a:cubicBezTo>
                  <a:cubicBezTo>
                    <a:pt x="10774" y="7559"/>
                    <a:pt x="8473" y="11562"/>
                    <a:pt x="5637" y="13196"/>
                  </a:cubicBezTo>
                  <a:cubicBezTo>
                    <a:pt x="4855" y="13637"/>
                    <a:pt x="4122" y="13861"/>
                    <a:pt x="3472" y="13861"/>
                  </a:cubicBezTo>
                  <a:cubicBezTo>
                    <a:pt x="3041" y="13861"/>
                    <a:pt x="2648" y="13763"/>
                    <a:pt x="2302" y="13563"/>
                  </a:cubicBezTo>
                  <a:cubicBezTo>
                    <a:pt x="1434" y="13096"/>
                    <a:pt x="967" y="11995"/>
                    <a:pt x="967" y="10494"/>
                  </a:cubicBezTo>
                  <a:cubicBezTo>
                    <a:pt x="967" y="7225"/>
                    <a:pt x="3269" y="3256"/>
                    <a:pt x="6104" y="1621"/>
                  </a:cubicBezTo>
                  <a:cubicBezTo>
                    <a:pt x="6872" y="1157"/>
                    <a:pt x="7614" y="925"/>
                    <a:pt x="8274" y="925"/>
                  </a:cubicBezTo>
                  <a:close/>
                  <a:moveTo>
                    <a:pt x="8263" y="1"/>
                  </a:moveTo>
                  <a:cubicBezTo>
                    <a:pt x="7438" y="1"/>
                    <a:pt x="6532" y="265"/>
                    <a:pt x="5604" y="787"/>
                  </a:cubicBezTo>
                  <a:cubicBezTo>
                    <a:pt x="2502" y="2589"/>
                    <a:pt x="0" y="6958"/>
                    <a:pt x="0" y="10528"/>
                  </a:cubicBezTo>
                  <a:cubicBezTo>
                    <a:pt x="0" y="12362"/>
                    <a:pt x="634" y="13730"/>
                    <a:pt x="1835" y="14397"/>
                  </a:cubicBezTo>
                  <a:cubicBezTo>
                    <a:pt x="2302" y="14697"/>
                    <a:pt x="2869" y="14831"/>
                    <a:pt x="3469" y="14831"/>
                  </a:cubicBezTo>
                  <a:cubicBezTo>
                    <a:pt x="4403" y="14797"/>
                    <a:pt x="5304" y="14530"/>
                    <a:pt x="6104" y="14030"/>
                  </a:cubicBezTo>
                  <a:cubicBezTo>
                    <a:pt x="9207" y="12229"/>
                    <a:pt x="11708" y="7892"/>
                    <a:pt x="11708" y="4323"/>
                  </a:cubicBezTo>
                  <a:cubicBezTo>
                    <a:pt x="11708" y="2488"/>
                    <a:pt x="11075" y="1087"/>
                    <a:pt x="9907" y="420"/>
                  </a:cubicBezTo>
                  <a:cubicBezTo>
                    <a:pt x="9416" y="140"/>
                    <a:pt x="8861" y="1"/>
                    <a:pt x="826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52"/>
            <p:cNvSpPr/>
            <p:nvPr/>
          </p:nvSpPr>
          <p:spPr>
            <a:xfrm>
              <a:off x="4023875" y="4209375"/>
              <a:ext cx="159300" cy="205000"/>
            </a:xfrm>
            <a:custGeom>
              <a:rect b="b" l="l" r="r" t="t"/>
              <a:pathLst>
                <a:path extrusionOk="0" h="8200" w="6372">
                  <a:moveTo>
                    <a:pt x="4613" y="1"/>
                  </a:moveTo>
                  <a:cubicBezTo>
                    <a:pt x="4187" y="1"/>
                    <a:pt x="3708" y="139"/>
                    <a:pt x="3203" y="431"/>
                  </a:cubicBezTo>
                  <a:cubicBezTo>
                    <a:pt x="1302" y="1665"/>
                    <a:pt x="134" y="3700"/>
                    <a:pt x="1" y="5935"/>
                  </a:cubicBezTo>
                  <a:cubicBezTo>
                    <a:pt x="1" y="7377"/>
                    <a:pt x="721" y="8199"/>
                    <a:pt x="1771" y="8199"/>
                  </a:cubicBezTo>
                  <a:cubicBezTo>
                    <a:pt x="2202" y="8199"/>
                    <a:pt x="2688" y="8061"/>
                    <a:pt x="3203" y="7769"/>
                  </a:cubicBezTo>
                  <a:cubicBezTo>
                    <a:pt x="5071" y="6535"/>
                    <a:pt x="6238" y="4500"/>
                    <a:pt x="6372" y="2265"/>
                  </a:cubicBezTo>
                  <a:cubicBezTo>
                    <a:pt x="6372" y="823"/>
                    <a:pt x="5651" y="1"/>
                    <a:pt x="461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52"/>
            <p:cNvSpPr/>
            <p:nvPr/>
          </p:nvSpPr>
          <p:spPr>
            <a:xfrm>
              <a:off x="3278350" y="4134700"/>
              <a:ext cx="220175" cy="278100"/>
            </a:xfrm>
            <a:custGeom>
              <a:rect b="b" l="l" r="r" t="t"/>
              <a:pathLst>
                <a:path extrusionOk="0" h="11124" w="8807">
                  <a:moveTo>
                    <a:pt x="6238" y="682"/>
                  </a:moveTo>
                  <a:lnTo>
                    <a:pt x="6238" y="716"/>
                  </a:lnTo>
                  <a:cubicBezTo>
                    <a:pt x="6288" y="710"/>
                    <a:pt x="6338" y="707"/>
                    <a:pt x="6388" y="707"/>
                  </a:cubicBezTo>
                  <a:cubicBezTo>
                    <a:pt x="6637" y="707"/>
                    <a:pt x="6883" y="777"/>
                    <a:pt x="7105" y="916"/>
                  </a:cubicBezTo>
                  <a:cubicBezTo>
                    <a:pt x="7739" y="1283"/>
                    <a:pt x="8106" y="2117"/>
                    <a:pt x="8106" y="3218"/>
                  </a:cubicBezTo>
                  <a:cubicBezTo>
                    <a:pt x="8106" y="5653"/>
                    <a:pt x="6372" y="8655"/>
                    <a:pt x="4237" y="9889"/>
                  </a:cubicBezTo>
                  <a:cubicBezTo>
                    <a:pt x="3662" y="10226"/>
                    <a:pt x="3122" y="10398"/>
                    <a:pt x="2638" y="10398"/>
                  </a:cubicBezTo>
                  <a:cubicBezTo>
                    <a:pt x="2309" y="10398"/>
                    <a:pt x="2005" y="10318"/>
                    <a:pt x="1735" y="10156"/>
                  </a:cubicBezTo>
                  <a:cubicBezTo>
                    <a:pt x="1101" y="9789"/>
                    <a:pt x="734" y="8988"/>
                    <a:pt x="734" y="7854"/>
                  </a:cubicBezTo>
                  <a:cubicBezTo>
                    <a:pt x="734" y="5419"/>
                    <a:pt x="2469" y="2417"/>
                    <a:pt x="4604" y="1183"/>
                  </a:cubicBezTo>
                  <a:cubicBezTo>
                    <a:pt x="5071" y="883"/>
                    <a:pt x="5638" y="716"/>
                    <a:pt x="6238" y="682"/>
                  </a:cubicBezTo>
                  <a:close/>
                  <a:moveTo>
                    <a:pt x="6204" y="0"/>
                  </a:moveTo>
                  <a:cubicBezTo>
                    <a:pt x="5587" y="0"/>
                    <a:pt x="4912" y="196"/>
                    <a:pt x="4237" y="582"/>
                  </a:cubicBezTo>
                  <a:cubicBezTo>
                    <a:pt x="1902" y="1917"/>
                    <a:pt x="0" y="5186"/>
                    <a:pt x="0" y="7888"/>
                  </a:cubicBezTo>
                  <a:cubicBezTo>
                    <a:pt x="0" y="9255"/>
                    <a:pt x="501" y="10289"/>
                    <a:pt x="1368" y="10790"/>
                  </a:cubicBezTo>
                  <a:cubicBezTo>
                    <a:pt x="1768" y="11023"/>
                    <a:pt x="2169" y="11123"/>
                    <a:pt x="2636" y="11123"/>
                  </a:cubicBezTo>
                  <a:cubicBezTo>
                    <a:pt x="3303" y="11090"/>
                    <a:pt x="4003" y="10890"/>
                    <a:pt x="4570" y="10523"/>
                  </a:cubicBezTo>
                  <a:cubicBezTo>
                    <a:pt x="6905" y="9188"/>
                    <a:pt x="8807" y="5919"/>
                    <a:pt x="8807" y="3218"/>
                  </a:cubicBezTo>
                  <a:cubicBezTo>
                    <a:pt x="8807" y="1850"/>
                    <a:pt x="8306" y="816"/>
                    <a:pt x="7439" y="315"/>
                  </a:cubicBezTo>
                  <a:cubicBezTo>
                    <a:pt x="7073" y="105"/>
                    <a:pt x="6654" y="0"/>
                    <a:pt x="620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52"/>
            <p:cNvSpPr/>
            <p:nvPr/>
          </p:nvSpPr>
          <p:spPr>
            <a:xfrm>
              <a:off x="3329225" y="4196800"/>
              <a:ext cx="119275" cy="153425"/>
            </a:xfrm>
            <a:custGeom>
              <a:rect b="b" l="l" r="r" t="t"/>
              <a:pathLst>
                <a:path extrusionOk="0" h="6137" w="4771">
                  <a:moveTo>
                    <a:pt x="3468" y="0"/>
                  </a:moveTo>
                  <a:cubicBezTo>
                    <a:pt x="3147" y="0"/>
                    <a:pt x="2785" y="108"/>
                    <a:pt x="2402" y="333"/>
                  </a:cubicBezTo>
                  <a:cubicBezTo>
                    <a:pt x="967" y="1234"/>
                    <a:pt x="100" y="2768"/>
                    <a:pt x="0" y="4436"/>
                  </a:cubicBezTo>
                  <a:cubicBezTo>
                    <a:pt x="0" y="5519"/>
                    <a:pt x="532" y="6137"/>
                    <a:pt x="1314" y="6137"/>
                  </a:cubicBezTo>
                  <a:cubicBezTo>
                    <a:pt x="1640" y="6137"/>
                    <a:pt x="2009" y="6030"/>
                    <a:pt x="2402" y="5804"/>
                  </a:cubicBezTo>
                  <a:cubicBezTo>
                    <a:pt x="3803" y="4903"/>
                    <a:pt x="4670" y="3369"/>
                    <a:pt x="4770" y="1701"/>
                  </a:cubicBezTo>
                  <a:cubicBezTo>
                    <a:pt x="4770" y="618"/>
                    <a:pt x="4238" y="0"/>
                    <a:pt x="346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52"/>
            <p:cNvSpPr/>
            <p:nvPr/>
          </p:nvSpPr>
          <p:spPr>
            <a:xfrm>
              <a:off x="3658625" y="3716950"/>
              <a:ext cx="225175" cy="285550"/>
            </a:xfrm>
            <a:custGeom>
              <a:rect b="b" l="l" r="r" t="t"/>
              <a:pathLst>
                <a:path extrusionOk="0" h="11422" w="9007">
                  <a:moveTo>
                    <a:pt x="6352" y="731"/>
                  </a:moveTo>
                  <a:cubicBezTo>
                    <a:pt x="6678" y="731"/>
                    <a:pt x="6977" y="803"/>
                    <a:pt x="7239" y="947"/>
                  </a:cubicBezTo>
                  <a:cubicBezTo>
                    <a:pt x="7906" y="1348"/>
                    <a:pt x="8273" y="2182"/>
                    <a:pt x="8273" y="3316"/>
                  </a:cubicBezTo>
                  <a:cubicBezTo>
                    <a:pt x="8273" y="5851"/>
                    <a:pt x="6471" y="8920"/>
                    <a:pt x="4303" y="10154"/>
                  </a:cubicBezTo>
                  <a:cubicBezTo>
                    <a:pt x="3716" y="10498"/>
                    <a:pt x="3141" y="10670"/>
                    <a:pt x="2638" y="10670"/>
                  </a:cubicBezTo>
                  <a:cubicBezTo>
                    <a:pt x="2312" y="10670"/>
                    <a:pt x="2017" y="10598"/>
                    <a:pt x="1768" y="10454"/>
                  </a:cubicBezTo>
                  <a:cubicBezTo>
                    <a:pt x="1101" y="10054"/>
                    <a:pt x="734" y="9220"/>
                    <a:pt x="734" y="8086"/>
                  </a:cubicBezTo>
                  <a:cubicBezTo>
                    <a:pt x="734" y="5584"/>
                    <a:pt x="2502" y="2515"/>
                    <a:pt x="4670" y="1248"/>
                  </a:cubicBezTo>
                  <a:cubicBezTo>
                    <a:pt x="5278" y="903"/>
                    <a:pt x="5848" y="731"/>
                    <a:pt x="6352" y="731"/>
                  </a:cubicBezTo>
                  <a:close/>
                  <a:moveTo>
                    <a:pt x="6358" y="1"/>
                  </a:moveTo>
                  <a:cubicBezTo>
                    <a:pt x="5726" y="1"/>
                    <a:pt x="5037" y="205"/>
                    <a:pt x="4337" y="614"/>
                  </a:cubicBezTo>
                  <a:cubicBezTo>
                    <a:pt x="1935" y="1981"/>
                    <a:pt x="0" y="5350"/>
                    <a:pt x="0" y="8086"/>
                  </a:cubicBezTo>
                  <a:cubicBezTo>
                    <a:pt x="0" y="9487"/>
                    <a:pt x="501" y="10554"/>
                    <a:pt x="1401" y="11088"/>
                  </a:cubicBezTo>
                  <a:cubicBezTo>
                    <a:pt x="1768" y="11288"/>
                    <a:pt x="2202" y="11421"/>
                    <a:pt x="2635" y="11421"/>
                  </a:cubicBezTo>
                  <a:cubicBezTo>
                    <a:pt x="3369" y="11388"/>
                    <a:pt x="4070" y="11188"/>
                    <a:pt x="4670" y="10788"/>
                  </a:cubicBezTo>
                  <a:cubicBezTo>
                    <a:pt x="7072" y="9420"/>
                    <a:pt x="9007" y="6051"/>
                    <a:pt x="9007" y="3316"/>
                  </a:cubicBezTo>
                  <a:cubicBezTo>
                    <a:pt x="9007" y="1915"/>
                    <a:pt x="8506" y="847"/>
                    <a:pt x="7606" y="314"/>
                  </a:cubicBezTo>
                  <a:cubicBezTo>
                    <a:pt x="7230" y="105"/>
                    <a:pt x="6809" y="1"/>
                    <a:pt x="635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52"/>
            <p:cNvSpPr/>
            <p:nvPr/>
          </p:nvSpPr>
          <p:spPr>
            <a:xfrm>
              <a:off x="3710325" y="3780825"/>
              <a:ext cx="121775" cy="157275"/>
            </a:xfrm>
            <a:custGeom>
              <a:rect b="b" l="l" r="r" t="t"/>
              <a:pathLst>
                <a:path extrusionOk="0" h="6291" w="4871">
                  <a:moveTo>
                    <a:pt x="3512" y="1"/>
                  </a:moveTo>
                  <a:cubicBezTo>
                    <a:pt x="3186" y="1"/>
                    <a:pt x="2821" y="106"/>
                    <a:pt x="2435" y="327"/>
                  </a:cubicBezTo>
                  <a:cubicBezTo>
                    <a:pt x="1001" y="1261"/>
                    <a:pt x="67" y="2829"/>
                    <a:pt x="0" y="4563"/>
                  </a:cubicBezTo>
                  <a:cubicBezTo>
                    <a:pt x="0" y="5655"/>
                    <a:pt x="540" y="6291"/>
                    <a:pt x="1344" y="6291"/>
                  </a:cubicBezTo>
                  <a:cubicBezTo>
                    <a:pt x="1671" y="6291"/>
                    <a:pt x="2041" y="6186"/>
                    <a:pt x="2435" y="5964"/>
                  </a:cubicBezTo>
                  <a:cubicBezTo>
                    <a:pt x="3870" y="5030"/>
                    <a:pt x="4770" y="3463"/>
                    <a:pt x="4870" y="1728"/>
                  </a:cubicBezTo>
                  <a:cubicBezTo>
                    <a:pt x="4870" y="637"/>
                    <a:pt x="4314" y="1"/>
                    <a:pt x="351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52"/>
            <p:cNvSpPr/>
            <p:nvPr/>
          </p:nvSpPr>
          <p:spPr>
            <a:xfrm>
              <a:off x="4069750" y="3587475"/>
              <a:ext cx="179325" cy="228225"/>
            </a:xfrm>
            <a:custGeom>
              <a:rect b="b" l="l" r="r" t="t"/>
              <a:pathLst>
                <a:path extrusionOk="0" h="9129" w="7173">
                  <a:moveTo>
                    <a:pt x="5051" y="607"/>
                  </a:moveTo>
                  <a:cubicBezTo>
                    <a:pt x="5315" y="607"/>
                    <a:pt x="5557" y="669"/>
                    <a:pt x="5771" y="789"/>
                  </a:cubicBezTo>
                  <a:cubicBezTo>
                    <a:pt x="6338" y="1089"/>
                    <a:pt x="6605" y="1756"/>
                    <a:pt x="6605" y="2657"/>
                  </a:cubicBezTo>
                  <a:cubicBezTo>
                    <a:pt x="6505" y="4892"/>
                    <a:pt x="5337" y="6894"/>
                    <a:pt x="3469" y="8128"/>
                  </a:cubicBezTo>
                  <a:cubicBezTo>
                    <a:pt x="2990" y="8407"/>
                    <a:pt x="2547" y="8543"/>
                    <a:pt x="2154" y="8543"/>
                  </a:cubicBezTo>
                  <a:cubicBezTo>
                    <a:pt x="1890" y="8543"/>
                    <a:pt x="1649" y="8482"/>
                    <a:pt x="1435" y="8361"/>
                  </a:cubicBezTo>
                  <a:cubicBezTo>
                    <a:pt x="868" y="8061"/>
                    <a:pt x="601" y="7394"/>
                    <a:pt x="601" y="6460"/>
                  </a:cubicBezTo>
                  <a:cubicBezTo>
                    <a:pt x="701" y="4258"/>
                    <a:pt x="1868" y="2224"/>
                    <a:pt x="3736" y="1023"/>
                  </a:cubicBezTo>
                  <a:cubicBezTo>
                    <a:pt x="4215" y="743"/>
                    <a:pt x="4658" y="607"/>
                    <a:pt x="5051" y="607"/>
                  </a:cubicBezTo>
                  <a:close/>
                  <a:moveTo>
                    <a:pt x="5074" y="1"/>
                  </a:moveTo>
                  <a:cubicBezTo>
                    <a:pt x="4576" y="1"/>
                    <a:pt x="4028" y="161"/>
                    <a:pt x="3469" y="489"/>
                  </a:cubicBezTo>
                  <a:cubicBezTo>
                    <a:pt x="1568" y="1590"/>
                    <a:pt x="0" y="4292"/>
                    <a:pt x="0" y="6460"/>
                  </a:cubicBezTo>
                  <a:cubicBezTo>
                    <a:pt x="0" y="7594"/>
                    <a:pt x="401" y="8428"/>
                    <a:pt x="1134" y="8862"/>
                  </a:cubicBezTo>
                  <a:cubicBezTo>
                    <a:pt x="1435" y="9028"/>
                    <a:pt x="1768" y="9128"/>
                    <a:pt x="2135" y="9128"/>
                  </a:cubicBezTo>
                  <a:cubicBezTo>
                    <a:pt x="2702" y="9095"/>
                    <a:pt x="3269" y="8928"/>
                    <a:pt x="3736" y="8628"/>
                  </a:cubicBezTo>
                  <a:cubicBezTo>
                    <a:pt x="5638" y="7527"/>
                    <a:pt x="7172" y="4859"/>
                    <a:pt x="7172" y="2657"/>
                  </a:cubicBezTo>
                  <a:cubicBezTo>
                    <a:pt x="7172" y="1523"/>
                    <a:pt x="6805" y="689"/>
                    <a:pt x="6071" y="255"/>
                  </a:cubicBezTo>
                  <a:cubicBezTo>
                    <a:pt x="5776" y="86"/>
                    <a:pt x="5438" y="1"/>
                    <a:pt x="507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52"/>
            <p:cNvSpPr/>
            <p:nvPr/>
          </p:nvSpPr>
          <p:spPr>
            <a:xfrm>
              <a:off x="4111450" y="363870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806" y="0"/>
                  </a:moveTo>
                  <a:cubicBezTo>
                    <a:pt x="2544" y="0"/>
                    <a:pt x="2248" y="89"/>
                    <a:pt x="1935" y="275"/>
                  </a:cubicBezTo>
                  <a:cubicBezTo>
                    <a:pt x="801" y="1008"/>
                    <a:pt x="67" y="2276"/>
                    <a:pt x="0" y="3644"/>
                  </a:cubicBezTo>
                  <a:cubicBezTo>
                    <a:pt x="0" y="4524"/>
                    <a:pt x="442" y="5031"/>
                    <a:pt x="1083" y="5031"/>
                  </a:cubicBezTo>
                  <a:cubicBezTo>
                    <a:pt x="1340" y="5031"/>
                    <a:pt x="1629" y="4950"/>
                    <a:pt x="1935" y="4778"/>
                  </a:cubicBezTo>
                  <a:cubicBezTo>
                    <a:pt x="3069" y="4011"/>
                    <a:pt x="3803" y="2776"/>
                    <a:pt x="3870" y="1409"/>
                  </a:cubicBezTo>
                  <a:cubicBezTo>
                    <a:pt x="3870" y="513"/>
                    <a:pt x="3436" y="0"/>
                    <a:pt x="280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52"/>
            <p:cNvSpPr/>
            <p:nvPr/>
          </p:nvSpPr>
          <p:spPr>
            <a:xfrm>
              <a:off x="3350900" y="3468700"/>
              <a:ext cx="180150" cy="227750"/>
            </a:xfrm>
            <a:custGeom>
              <a:rect b="b" l="l" r="r" t="t"/>
              <a:pathLst>
                <a:path extrusionOk="0" h="9110" w="7206">
                  <a:moveTo>
                    <a:pt x="5051" y="588"/>
                  </a:moveTo>
                  <a:cubicBezTo>
                    <a:pt x="5315" y="588"/>
                    <a:pt x="5557" y="649"/>
                    <a:pt x="5771" y="770"/>
                  </a:cubicBezTo>
                  <a:cubicBezTo>
                    <a:pt x="6338" y="1070"/>
                    <a:pt x="6605" y="1737"/>
                    <a:pt x="6605" y="2638"/>
                  </a:cubicBezTo>
                  <a:cubicBezTo>
                    <a:pt x="6505" y="4873"/>
                    <a:pt x="5338" y="6908"/>
                    <a:pt x="3470" y="8109"/>
                  </a:cubicBezTo>
                  <a:cubicBezTo>
                    <a:pt x="2987" y="8390"/>
                    <a:pt x="2540" y="8539"/>
                    <a:pt x="2145" y="8539"/>
                  </a:cubicBezTo>
                  <a:cubicBezTo>
                    <a:pt x="1884" y="8539"/>
                    <a:pt x="1646" y="8474"/>
                    <a:pt x="1435" y="8342"/>
                  </a:cubicBezTo>
                  <a:cubicBezTo>
                    <a:pt x="868" y="8042"/>
                    <a:pt x="601" y="7375"/>
                    <a:pt x="601" y="6474"/>
                  </a:cubicBezTo>
                  <a:cubicBezTo>
                    <a:pt x="701" y="4239"/>
                    <a:pt x="1868" y="2204"/>
                    <a:pt x="3736" y="1004"/>
                  </a:cubicBezTo>
                  <a:cubicBezTo>
                    <a:pt x="4215" y="724"/>
                    <a:pt x="4658" y="588"/>
                    <a:pt x="5051" y="588"/>
                  </a:cubicBezTo>
                  <a:close/>
                  <a:moveTo>
                    <a:pt x="5087" y="1"/>
                  </a:moveTo>
                  <a:cubicBezTo>
                    <a:pt x="4586" y="1"/>
                    <a:pt x="4033" y="173"/>
                    <a:pt x="3470" y="503"/>
                  </a:cubicBezTo>
                  <a:cubicBezTo>
                    <a:pt x="1568" y="1604"/>
                    <a:pt x="0" y="4273"/>
                    <a:pt x="0" y="6474"/>
                  </a:cubicBezTo>
                  <a:cubicBezTo>
                    <a:pt x="0" y="7608"/>
                    <a:pt x="401" y="8442"/>
                    <a:pt x="1135" y="8843"/>
                  </a:cubicBezTo>
                  <a:cubicBezTo>
                    <a:pt x="1435" y="9043"/>
                    <a:pt x="1768" y="9109"/>
                    <a:pt x="2135" y="9109"/>
                  </a:cubicBezTo>
                  <a:cubicBezTo>
                    <a:pt x="2702" y="9076"/>
                    <a:pt x="3269" y="8909"/>
                    <a:pt x="3736" y="8609"/>
                  </a:cubicBezTo>
                  <a:cubicBezTo>
                    <a:pt x="5638" y="7542"/>
                    <a:pt x="7206" y="4840"/>
                    <a:pt x="7206" y="2638"/>
                  </a:cubicBezTo>
                  <a:cubicBezTo>
                    <a:pt x="7206" y="1504"/>
                    <a:pt x="6805" y="670"/>
                    <a:pt x="6071" y="270"/>
                  </a:cubicBezTo>
                  <a:cubicBezTo>
                    <a:pt x="5779" y="89"/>
                    <a:pt x="5446" y="1"/>
                    <a:pt x="508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52"/>
            <p:cNvSpPr/>
            <p:nvPr/>
          </p:nvSpPr>
          <p:spPr>
            <a:xfrm>
              <a:off x="3392600" y="351995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787" y="1"/>
                  </a:moveTo>
                  <a:cubicBezTo>
                    <a:pt x="2530" y="1"/>
                    <a:pt x="2241" y="83"/>
                    <a:pt x="1935" y="254"/>
                  </a:cubicBezTo>
                  <a:cubicBezTo>
                    <a:pt x="767" y="1022"/>
                    <a:pt x="67" y="2256"/>
                    <a:pt x="0" y="3624"/>
                  </a:cubicBezTo>
                  <a:cubicBezTo>
                    <a:pt x="0" y="4519"/>
                    <a:pt x="433" y="5032"/>
                    <a:pt x="1064" y="5032"/>
                  </a:cubicBezTo>
                  <a:cubicBezTo>
                    <a:pt x="1326" y="5032"/>
                    <a:pt x="1622" y="4944"/>
                    <a:pt x="1935" y="4758"/>
                  </a:cubicBezTo>
                  <a:cubicBezTo>
                    <a:pt x="3069" y="4024"/>
                    <a:pt x="3803" y="2756"/>
                    <a:pt x="3870" y="1389"/>
                  </a:cubicBezTo>
                  <a:cubicBezTo>
                    <a:pt x="3870" y="508"/>
                    <a:pt x="3428" y="1"/>
                    <a:pt x="278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52"/>
            <p:cNvSpPr/>
            <p:nvPr/>
          </p:nvSpPr>
          <p:spPr>
            <a:xfrm>
              <a:off x="5040425" y="3303925"/>
              <a:ext cx="129925" cy="157350"/>
            </a:xfrm>
            <a:custGeom>
              <a:rect b="b" l="l" r="r" t="t"/>
              <a:pathLst>
                <a:path extrusionOk="0" h="6294" w="5197">
                  <a:moveTo>
                    <a:pt x="3439" y="399"/>
                  </a:moveTo>
                  <a:cubicBezTo>
                    <a:pt x="4144" y="399"/>
                    <a:pt x="4796" y="1042"/>
                    <a:pt x="4604" y="1857"/>
                  </a:cubicBezTo>
                  <a:cubicBezTo>
                    <a:pt x="4504" y="3392"/>
                    <a:pt x="3704" y="4793"/>
                    <a:pt x="2436" y="5626"/>
                  </a:cubicBezTo>
                  <a:cubicBezTo>
                    <a:pt x="2192" y="5852"/>
                    <a:pt x="1908" y="5950"/>
                    <a:pt x="1633" y="5950"/>
                  </a:cubicBezTo>
                  <a:cubicBezTo>
                    <a:pt x="929" y="5950"/>
                    <a:pt x="276" y="5307"/>
                    <a:pt x="468" y="4492"/>
                  </a:cubicBezTo>
                  <a:cubicBezTo>
                    <a:pt x="535" y="2958"/>
                    <a:pt x="1369" y="1557"/>
                    <a:pt x="2636" y="723"/>
                  </a:cubicBezTo>
                  <a:cubicBezTo>
                    <a:pt x="2880" y="498"/>
                    <a:pt x="3164" y="399"/>
                    <a:pt x="3439" y="399"/>
                  </a:cubicBezTo>
                  <a:close/>
                  <a:moveTo>
                    <a:pt x="3462" y="0"/>
                  </a:moveTo>
                  <a:cubicBezTo>
                    <a:pt x="3113" y="0"/>
                    <a:pt x="2752" y="120"/>
                    <a:pt x="2436" y="389"/>
                  </a:cubicBezTo>
                  <a:cubicBezTo>
                    <a:pt x="1035" y="1290"/>
                    <a:pt x="168" y="2824"/>
                    <a:pt x="68" y="4492"/>
                  </a:cubicBezTo>
                  <a:cubicBezTo>
                    <a:pt x="1" y="5126"/>
                    <a:pt x="301" y="5760"/>
                    <a:pt x="835" y="6127"/>
                  </a:cubicBezTo>
                  <a:cubicBezTo>
                    <a:pt x="1035" y="6260"/>
                    <a:pt x="1269" y="6294"/>
                    <a:pt x="1535" y="6294"/>
                  </a:cubicBezTo>
                  <a:cubicBezTo>
                    <a:pt x="1902" y="6294"/>
                    <a:pt x="2303" y="6160"/>
                    <a:pt x="2636" y="5960"/>
                  </a:cubicBezTo>
                  <a:cubicBezTo>
                    <a:pt x="4037" y="5059"/>
                    <a:pt x="4904" y="3525"/>
                    <a:pt x="5005" y="1857"/>
                  </a:cubicBezTo>
                  <a:cubicBezTo>
                    <a:pt x="5197" y="799"/>
                    <a:pt x="4366" y="0"/>
                    <a:pt x="346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52"/>
            <p:cNvSpPr/>
            <p:nvPr/>
          </p:nvSpPr>
          <p:spPr>
            <a:xfrm>
              <a:off x="5070450" y="3340275"/>
              <a:ext cx="67575" cy="86025"/>
            </a:xfrm>
            <a:custGeom>
              <a:rect b="b" l="l" r="r" t="t"/>
              <a:pathLst>
                <a:path extrusionOk="0" h="3441" w="2703">
                  <a:moveTo>
                    <a:pt x="1927" y="1"/>
                  </a:moveTo>
                  <a:cubicBezTo>
                    <a:pt x="1746" y="1"/>
                    <a:pt x="1545" y="55"/>
                    <a:pt x="1335" y="170"/>
                  </a:cubicBezTo>
                  <a:cubicBezTo>
                    <a:pt x="568" y="670"/>
                    <a:pt x="68" y="1537"/>
                    <a:pt x="1" y="2505"/>
                  </a:cubicBezTo>
                  <a:cubicBezTo>
                    <a:pt x="1" y="3100"/>
                    <a:pt x="307" y="3441"/>
                    <a:pt x="750" y="3441"/>
                  </a:cubicBezTo>
                  <a:cubicBezTo>
                    <a:pt x="927" y="3441"/>
                    <a:pt x="1125" y="3386"/>
                    <a:pt x="1335" y="3272"/>
                  </a:cubicBezTo>
                  <a:cubicBezTo>
                    <a:pt x="2136" y="2738"/>
                    <a:pt x="2636" y="1904"/>
                    <a:pt x="2703" y="937"/>
                  </a:cubicBezTo>
                  <a:cubicBezTo>
                    <a:pt x="2703" y="341"/>
                    <a:pt x="2379" y="1"/>
                    <a:pt x="192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52"/>
            <p:cNvSpPr/>
            <p:nvPr/>
          </p:nvSpPr>
          <p:spPr>
            <a:xfrm>
              <a:off x="5323150" y="3266225"/>
              <a:ext cx="130600" cy="157525"/>
            </a:xfrm>
            <a:custGeom>
              <a:rect b="b" l="l" r="r" t="t"/>
              <a:pathLst>
                <a:path extrusionOk="0" h="6301" w="5224">
                  <a:moveTo>
                    <a:pt x="3569" y="430"/>
                  </a:moveTo>
                  <a:cubicBezTo>
                    <a:pt x="3736" y="430"/>
                    <a:pt x="3903" y="496"/>
                    <a:pt x="4036" y="563"/>
                  </a:cubicBezTo>
                  <a:cubicBezTo>
                    <a:pt x="4437" y="863"/>
                    <a:pt x="4670" y="1364"/>
                    <a:pt x="4603" y="1864"/>
                  </a:cubicBezTo>
                  <a:cubicBezTo>
                    <a:pt x="4537" y="3398"/>
                    <a:pt x="3736" y="4799"/>
                    <a:pt x="2435" y="5633"/>
                  </a:cubicBezTo>
                  <a:cubicBezTo>
                    <a:pt x="2193" y="5847"/>
                    <a:pt x="1913" y="5942"/>
                    <a:pt x="1640" y="5942"/>
                  </a:cubicBezTo>
                  <a:cubicBezTo>
                    <a:pt x="932" y="5942"/>
                    <a:pt x="275" y="5308"/>
                    <a:pt x="467" y="4466"/>
                  </a:cubicBezTo>
                  <a:cubicBezTo>
                    <a:pt x="567" y="2965"/>
                    <a:pt x="1368" y="1564"/>
                    <a:pt x="2635" y="730"/>
                  </a:cubicBezTo>
                  <a:cubicBezTo>
                    <a:pt x="2902" y="563"/>
                    <a:pt x="3236" y="463"/>
                    <a:pt x="3569" y="430"/>
                  </a:cubicBezTo>
                  <a:close/>
                  <a:moveTo>
                    <a:pt x="3429" y="1"/>
                  </a:moveTo>
                  <a:cubicBezTo>
                    <a:pt x="3088" y="1"/>
                    <a:pt x="2740" y="112"/>
                    <a:pt x="2435" y="363"/>
                  </a:cubicBezTo>
                  <a:cubicBezTo>
                    <a:pt x="1034" y="1297"/>
                    <a:pt x="167" y="2831"/>
                    <a:pt x="67" y="4499"/>
                  </a:cubicBezTo>
                  <a:cubicBezTo>
                    <a:pt x="0" y="5133"/>
                    <a:pt x="300" y="5767"/>
                    <a:pt x="834" y="6134"/>
                  </a:cubicBezTo>
                  <a:cubicBezTo>
                    <a:pt x="1034" y="6267"/>
                    <a:pt x="1268" y="6301"/>
                    <a:pt x="1534" y="6301"/>
                  </a:cubicBezTo>
                  <a:cubicBezTo>
                    <a:pt x="1901" y="6301"/>
                    <a:pt x="2302" y="6200"/>
                    <a:pt x="2635" y="6000"/>
                  </a:cubicBezTo>
                  <a:cubicBezTo>
                    <a:pt x="4036" y="5066"/>
                    <a:pt x="4937" y="3565"/>
                    <a:pt x="5004" y="1897"/>
                  </a:cubicBezTo>
                  <a:cubicBezTo>
                    <a:pt x="5223" y="824"/>
                    <a:pt x="4355" y="1"/>
                    <a:pt x="342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52"/>
            <p:cNvSpPr/>
            <p:nvPr/>
          </p:nvSpPr>
          <p:spPr>
            <a:xfrm>
              <a:off x="5353150" y="3302400"/>
              <a:ext cx="66750" cy="86350"/>
            </a:xfrm>
            <a:custGeom>
              <a:rect b="b" l="l" r="r" t="t"/>
              <a:pathLst>
                <a:path extrusionOk="0" h="3454" w="2670">
                  <a:moveTo>
                    <a:pt x="1925" y="0"/>
                  </a:moveTo>
                  <a:cubicBezTo>
                    <a:pt x="1747" y="0"/>
                    <a:pt x="1547" y="59"/>
                    <a:pt x="1335" y="184"/>
                  </a:cubicBezTo>
                  <a:cubicBezTo>
                    <a:pt x="535" y="684"/>
                    <a:pt x="34" y="1551"/>
                    <a:pt x="1" y="2485"/>
                  </a:cubicBezTo>
                  <a:cubicBezTo>
                    <a:pt x="1" y="3106"/>
                    <a:pt x="309" y="3454"/>
                    <a:pt x="753" y="3454"/>
                  </a:cubicBezTo>
                  <a:cubicBezTo>
                    <a:pt x="930" y="3454"/>
                    <a:pt x="1127" y="3399"/>
                    <a:pt x="1335" y="3286"/>
                  </a:cubicBezTo>
                  <a:cubicBezTo>
                    <a:pt x="2136" y="2752"/>
                    <a:pt x="2636" y="1885"/>
                    <a:pt x="2669" y="951"/>
                  </a:cubicBezTo>
                  <a:cubicBezTo>
                    <a:pt x="2669" y="357"/>
                    <a:pt x="2365" y="0"/>
                    <a:pt x="192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52"/>
            <p:cNvSpPr/>
            <p:nvPr/>
          </p:nvSpPr>
          <p:spPr>
            <a:xfrm>
              <a:off x="3098225" y="3913675"/>
              <a:ext cx="129950" cy="158050"/>
            </a:xfrm>
            <a:custGeom>
              <a:rect b="b" l="l" r="r" t="t"/>
              <a:pathLst>
                <a:path extrusionOk="0" h="6322" w="5198">
                  <a:moveTo>
                    <a:pt x="3439" y="393"/>
                  </a:moveTo>
                  <a:cubicBezTo>
                    <a:pt x="4143" y="393"/>
                    <a:pt x="4795" y="1036"/>
                    <a:pt x="4603" y="1851"/>
                  </a:cubicBezTo>
                  <a:cubicBezTo>
                    <a:pt x="4537" y="3386"/>
                    <a:pt x="3736" y="4787"/>
                    <a:pt x="2435" y="5621"/>
                  </a:cubicBezTo>
                  <a:cubicBezTo>
                    <a:pt x="2191" y="5846"/>
                    <a:pt x="1908" y="5944"/>
                    <a:pt x="1632" y="5944"/>
                  </a:cubicBezTo>
                  <a:cubicBezTo>
                    <a:pt x="928" y="5944"/>
                    <a:pt x="275" y="5302"/>
                    <a:pt x="467" y="4486"/>
                  </a:cubicBezTo>
                  <a:cubicBezTo>
                    <a:pt x="567" y="2952"/>
                    <a:pt x="1368" y="1551"/>
                    <a:pt x="2635" y="717"/>
                  </a:cubicBezTo>
                  <a:cubicBezTo>
                    <a:pt x="2879" y="492"/>
                    <a:pt x="3163" y="393"/>
                    <a:pt x="3439" y="393"/>
                  </a:cubicBezTo>
                  <a:close/>
                  <a:moveTo>
                    <a:pt x="3448" y="0"/>
                  </a:moveTo>
                  <a:cubicBezTo>
                    <a:pt x="3103" y="0"/>
                    <a:pt x="2747" y="117"/>
                    <a:pt x="2435" y="384"/>
                  </a:cubicBezTo>
                  <a:cubicBezTo>
                    <a:pt x="1034" y="1284"/>
                    <a:pt x="167" y="2819"/>
                    <a:pt x="67" y="4486"/>
                  </a:cubicBezTo>
                  <a:cubicBezTo>
                    <a:pt x="0" y="5120"/>
                    <a:pt x="300" y="5754"/>
                    <a:pt x="834" y="6121"/>
                  </a:cubicBezTo>
                  <a:cubicBezTo>
                    <a:pt x="1034" y="6254"/>
                    <a:pt x="1301" y="6321"/>
                    <a:pt x="1535" y="6321"/>
                  </a:cubicBezTo>
                  <a:cubicBezTo>
                    <a:pt x="1935" y="6288"/>
                    <a:pt x="2302" y="6188"/>
                    <a:pt x="2635" y="5954"/>
                  </a:cubicBezTo>
                  <a:cubicBezTo>
                    <a:pt x="4036" y="5054"/>
                    <a:pt x="4937" y="3519"/>
                    <a:pt x="5004" y="1851"/>
                  </a:cubicBezTo>
                  <a:cubicBezTo>
                    <a:pt x="5197" y="812"/>
                    <a:pt x="4357" y="0"/>
                    <a:pt x="344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52"/>
            <p:cNvSpPr/>
            <p:nvPr/>
          </p:nvSpPr>
          <p:spPr>
            <a:xfrm>
              <a:off x="3128250" y="3949875"/>
              <a:ext cx="67550" cy="86400"/>
            </a:xfrm>
            <a:custGeom>
              <a:rect b="b" l="l" r="r" t="t"/>
              <a:pathLst>
                <a:path extrusionOk="0" h="3456" w="2702">
                  <a:moveTo>
                    <a:pt x="1941" y="1"/>
                  </a:moveTo>
                  <a:cubicBezTo>
                    <a:pt x="1759" y="1"/>
                    <a:pt x="1554" y="55"/>
                    <a:pt x="1334" y="170"/>
                  </a:cubicBezTo>
                  <a:cubicBezTo>
                    <a:pt x="567" y="703"/>
                    <a:pt x="67" y="1537"/>
                    <a:pt x="0" y="2505"/>
                  </a:cubicBezTo>
                  <a:cubicBezTo>
                    <a:pt x="0" y="3098"/>
                    <a:pt x="304" y="3455"/>
                    <a:pt x="744" y="3455"/>
                  </a:cubicBezTo>
                  <a:cubicBezTo>
                    <a:pt x="923" y="3455"/>
                    <a:pt x="1123" y="3397"/>
                    <a:pt x="1334" y="3272"/>
                  </a:cubicBezTo>
                  <a:cubicBezTo>
                    <a:pt x="2135" y="2772"/>
                    <a:pt x="2635" y="1904"/>
                    <a:pt x="2702" y="937"/>
                  </a:cubicBezTo>
                  <a:cubicBezTo>
                    <a:pt x="2702" y="341"/>
                    <a:pt x="2396" y="1"/>
                    <a:pt x="194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52"/>
            <p:cNvSpPr/>
            <p:nvPr/>
          </p:nvSpPr>
          <p:spPr>
            <a:xfrm>
              <a:off x="3918800" y="3267750"/>
              <a:ext cx="129350" cy="157675"/>
            </a:xfrm>
            <a:custGeom>
              <a:rect b="b" l="l" r="r" t="t"/>
              <a:pathLst>
                <a:path extrusionOk="0" h="6307" w="5174">
                  <a:moveTo>
                    <a:pt x="3432" y="406"/>
                  </a:moveTo>
                  <a:cubicBezTo>
                    <a:pt x="4121" y="406"/>
                    <a:pt x="4771" y="1036"/>
                    <a:pt x="4604" y="1870"/>
                  </a:cubicBezTo>
                  <a:cubicBezTo>
                    <a:pt x="4504" y="3371"/>
                    <a:pt x="3703" y="4772"/>
                    <a:pt x="2436" y="5606"/>
                  </a:cubicBezTo>
                  <a:cubicBezTo>
                    <a:pt x="2192" y="5831"/>
                    <a:pt x="1908" y="5929"/>
                    <a:pt x="1632" y="5929"/>
                  </a:cubicBezTo>
                  <a:cubicBezTo>
                    <a:pt x="928" y="5929"/>
                    <a:pt x="276" y="5287"/>
                    <a:pt x="468" y="4472"/>
                  </a:cubicBezTo>
                  <a:cubicBezTo>
                    <a:pt x="534" y="2937"/>
                    <a:pt x="1335" y="1570"/>
                    <a:pt x="2636" y="736"/>
                  </a:cubicBezTo>
                  <a:cubicBezTo>
                    <a:pt x="2874" y="507"/>
                    <a:pt x="3156" y="406"/>
                    <a:pt x="3432" y="406"/>
                  </a:cubicBezTo>
                  <a:close/>
                  <a:moveTo>
                    <a:pt x="3435" y="0"/>
                  </a:moveTo>
                  <a:cubicBezTo>
                    <a:pt x="3095" y="0"/>
                    <a:pt x="2745" y="114"/>
                    <a:pt x="2436" y="369"/>
                  </a:cubicBezTo>
                  <a:cubicBezTo>
                    <a:pt x="1035" y="1303"/>
                    <a:pt x="134" y="2804"/>
                    <a:pt x="67" y="4472"/>
                  </a:cubicBezTo>
                  <a:cubicBezTo>
                    <a:pt x="1" y="5139"/>
                    <a:pt x="267" y="5773"/>
                    <a:pt x="801" y="6139"/>
                  </a:cubicBezTo>
                  <a:cubicBezTo>
                    <a:pt x="1035" y="6240"/>
                    <a:pt x="1268" y="6306"/>
                    <a:pt x="1502" y="6306"/>
                  </a:cubicBezTo>
                  <a:cubicBezTo>
                    <a:pt x="1902" y="6306"/>
                    <a:pt x="2302" y="6173"/>
                    <a:pt x="2636" y="5973"/>
                  </a:cubicBezTo>
                  <a:cubicBezTo>
                    <a:pt x="4037" y="5039"/>
                    <a:pt x="4904" y="3538"/>
                    <a:pt x="5004" y="1870"/>
                  </a:cubicBezTo>
                  <a:cubicBezTo>
                    <a:pt x="5174" y="803"/>
                    <a:pt x="4339" y="0"/>
                    <a:pt x="343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52"/>
            <p:cNvSpPr/>
            <p:nvPr/>
          </p:nvSpPr>
          <p:spPr>
            <a:xfrm>
              <a:off x="3948825" y="330390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39" y="1"/>
                  </a:moveTo>
                  <a:cubicBezTo>
                    <a:pt x="1757" y="1"/>
                    <a:pt x="1552" y="62"/>
                    <a:pt x="1335" y="190"/>
                  </a:cubicBezTo>
                  <a:cubicBezTo>
                    <a:pt x="534" y="691"/>
                    <a:pt x="34" y="1558"/>
                    <a:pt x="0" y="2492"/>
                  </a:cubicBezTo>
                  <a:cubicBezTo>
                    <a:pt x="0" y="3103"/>
                    <a:pt x="298" y="3449"/>
                    <a:pt x="730" y="3449"/>
                  </a:cubicBezTo>
                  <a:cubicBezTo>
                    <a:pt x="912" y="3449"/>
                    <a:pt x="1118" y="3387"/>
                    <a:pt x="1335" y="3259"/>
                  </a:cubicBezTo>
                  <a:cubicBezTo>
                    <a:pt x="2102" y="2759"/>
                    <a:pt x="2602" y="1891"/>
                    <a:pt x="2669" y="957"/>
                  </a:cubicBezTo>
                  <a:cubicBezTo>
                    <a:pt x="2669" y="347"/>
                    <a:pt x="2371" y="1"/>
                    <a:pt x="193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52"/>
            <p:cNvSpPr/>
            <p:nvPr/>
          </p:nvSpPr>
          <p:spPr>
            <a:xfrm>
              <a:off x="4306575" y="2740325"/>
              <a:ext cx="129950" cy="158050"/>
            </a:xfrm>
            <a:custGeom>
              <a:rect b="b" l="l" r="r" t="t"/>
              <a:pathLst>
                <a:path extrusionOk="0" h="6322" w="5198">
                  <a:moveTo>
                    <a:pt x="3537" y="451"/>
                  </a:moveTo>
                  <a:cubicBezTo>
                    <a:pt x="3703" y="451"/>
                    <a:pt x="3903" y="484"/>
                    <a:pt x="4037" y="551"/>
                  </a:cubicBezTo>
                  <a:cubicBezTo>
                    <a:pt x="4437" y="851"/>
                    <a:pt x="4671" y="1351"/>
                    <a:pt x="4604" y="1852"/>
                  </a:cubicBezTo>
                  <a:cubicBezTo>
                    <a:pt x="4504" y="3386"/>
                    <a:pt x="3703" y="4787"/>
                    <a:pt x="2436" y="5621"/>
                  </a:cubicBezTo>
                  <a:cubicBezTo>
                    <a:pt x="2192" y="5846"/>
                    <a:pt x="1908" y="5945"/>
                    <a:pt x="1633" y="5945"/>
                  </a:cubicBezTo>
                  <a:cubicBezTo>
                    <a:pt x="928" y="5945"/>
                    <a:pt x="276" y="5302"/>
                    <a:pt x="468" y="4487"/>
                  </a:cubicBezTo>
                  <a:cubicBezTo>
                    <a:pt x="534" y="2952"/>
                    <a:pt x="1368" y="1551"/>
                    <a:pt x="2636" y="717"/>
                  </a:cubicBezTo>
                  <a:cubicBezTo>
                    <a:pt x="2903" y="551"/>
                    <a:pt x="3236" y="451"/>
                    <a:pt x="3537" y="451"/>
                  </a:cubicBezTo>
                  <a:close/>
                  <a:moveTo>
                    <a:pt x="3449" y="0"/>
                  </a:moveTo>
                  <a:cubicBezTo>
                    <a:pt x="3103" y="0"/>
                    <a:pt x="2748" y="118"/>
                    <a:pt x="2436" y="384"/>
                  </a:cubicBezTo>
                  <a:cubicBezTo>
                    <a:pt x="1035" y="1285"/>
                    <a:pt x="134" y="2819"/>
                    <a:pt x="67" y="4487"/>
                  </a:cubicBezTo>
                  <a:cubicBezTo>
                    <a:pt x="1" y="5121"/>
                    <a:pt x="301" y="5754"/>
                    <a:pt x="835" y="6121"/>
                  </a:cubicBezTo>
                  <a:cubicBezTo>
                    <a:pt x="1035" y="6255"/>
                    <a:pt x="1268" y="6322"/>
                    <a:pt x="1535" y="6322"/>
                  </a:cubicBezTo>
                  <a:cubicBezTo>
                    <a:pt x="1902" y="6288"/>
                    <a:pt x="2302" y="6188"/>
                    <a:pt x="2636" y="5988"/>
                  </a:cubicBezTo>
                  <a:cubicBezTo>
                    <a:pt x="4037" y="5054"/>
                    <a:pt x="4904" y="3520"/>
                    <a:pt x="5004" y="1852"/>
                  </a:cubicBezTo>
                  <a:cubicBezTo>
                    <a:pt x="5198" y="812"/>
                    <a:pt x="4357" y="0"/>
                    <a:pt x="344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52"/>
            <p:cNvSpPr/>
            <p:nvPr/>
          </p:nvSpPr>
          <p:spPr>
            <a:xfrm>
              <a:off x="4335775" y="2776575"/>
              <a:ext cx="67575" cy="86500"/>
            </a:xfrm>
            <a:custGeom>
              <a:rect b="b" l="l" r="r" t="t"/>
              <a:pathLst>
                <a:path extrusionOk="0" h="3460" w="2703">
                  <a:moveTo>
                    <a:pt x="1950" y="0"/>
                  </a:moveTo>
                  <a:cubicBezTo>
                    <a:pt x="1773" y="0"/>
                    <a:pt x="1576" y="55"/>
                    <a:pt x="1368" y="168"/>
                  </a:cubicBezTo>
                  <a:cubicBezTo>
                    <a:pt x="567" y="702"/>
                    <a:pt x="67" y="1569"/>
                    <a:pt x="0" y="2503"/>
                  </a:cubicBezTo>
                  <a:cubicBezTo>
                    <a:pt x="0" y="3114"/>
                    <a:pt x="298" y="3460"/>
                    <a:pt x="742" y="3460"/>
                  </a:cubicBezTo>
                  <a:cubicBezTo>
                    <a:pt x="928" y="3460"/>
                    <a:pt x="1141" y="3399"/>
                    <a:pt x="1368" y="3270"/>
                  </a:cubicBezTo>
                  <a:cubicBezTo>
                    <a:pt x="2135" y="2770"/>
                    <a:pt x="2635" y="1903"/>
                    <a:pt x="2702" y="969"/>
                  </a:cubicBezTo>
                  <a:cubicBezTo>
                    <a:pt x="2702" y="347"/>
                    <a:pt x="2394" y="0"/>
                    <a:pt x="195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52"/>
            <p:cNvSpPr/>
            <p:nvPr/>
          </p:nvSpPr>
          <p:spPr>
            <a:xfrm>
              <a:off x="4505900" y="3239400"/>
              <a:ext cx="129950" cy="157675"/>
            </a:xfrm>
            <a:custGeom>
              <a:rect b="b" l="l" r="r" t="t"/>
              <a:pathLst>
                <a:path extrusionOk="0" h="6307" w="5198">
                  <a:moveTo>
                    <a:pt x="3451" y="406"/>
                  </a:moveTo>
                  <a:cubicBezTo>
                    <a:pt x="4151" y="406"/>
                    <a:pt x="4794" y="1036"/>
                    <a:pt x="4603" y="1870"/>
                  </a:cubicBezTo>
                  <a:cubicBezTo>
                    <a:pt x="4503" y="3371"/>
                    <a:pt x="3703" y="4772"/>
                    <a:pt x="2435" y="5606"/>
                  </a:cubicBezTo>
                  <a:cubicBezTo>
                    <a:pt x="2191" y="5831"/>
                    <a:pt x="1908" y="5929"/>
                    <a:pt x="1632" y="5929"/>
                  </a:cubicBezTo>
                  <a:cubicBezTo>
                    <a:pt x="928" y="5929"/>
                    <a:pt x="275" y="5287"/>
                    <a:pt x="467" y="4471"/>
                  </a:cubicBezTo>
                  <a:cubicBezTo>
                    <a:pt x="534" y="2937"/>
                    <a:pt x="1368" y="1569"/>
                    <a:pt x="2635" y="735"/>
                  </a:cubicBezTo>
                  <a:cubicBezTo>
                    <a:pt x="2883" y="507"/>
                    <a:pt x="3172" y="406"/>
                    <a:pt x="3451" y="406"/>
                  </a:cubicBezTo>
                  <a:close/>
                  <a:moveTo>
                    <a:pt x="3440" y="0"/>
                  </a:moveTo>
                  <a:cubicBezTo>
                    <a:pt x="3097" y="0"/>
                    <a:pt x="2745" y="113"/>
                    <a:pt x="2435" y="369"/>
                  </a:cubicBezTo>
                  <a:cubicBezTo>
                    <a:pt x="1034" y="1303"/>
                    <a:pt x="167" y="2804"/>
                    <a:pt x="67" y="4471"/>
                  </a:cubicBezTo>
                  <a:cubicBezTo>
                    <a:pt x="0" y="5139"/>
                    <a:pt x="300" y="5772"/>
                    <a:pt x="834" y="6139"/>
                  </a:cubicBezTo>
                  <a:cubicBezTo>
                    <a:pt x="1034" y="6239"/>
                    <a:pt x="1268" y="6306"/>
                    <a:pt x="1534" y="6306"/>
                  </a:cubicBezTo>
                  <a:cubicBezTo>
                    <a:pt x="1901" y="6306"/>
                    <a:pt x="2302" y="6173"/>
                    <a:pt x="2635" y="5973"/>
                  </a:cubicBezTo>
                  <a:cubicBezTo>
                    <a:pt x="4036" y="5072"/>
                    <a:pt x="4904" y="3537"/>
                    <a:pt x="5004" y="1870"/>
                  </a:cubicBezTo>
                  <a:cubicBezTo>
                    <a:pt x="5198" y="803"/>
                    <a:pt x="4352" y="0"/>
                    <a:pt x="344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52"/>
            <p:cNvSpPr/>
            <p:nvPr/>
          </p:nvSpPr>
          <p:spPr>
            <a:xfrm>
              <a:off x="4535900" y="3275550"/>
              <a:ext cx="66750" cy="86525"/>
            </a:xfrm>
            <a:custGeom>
              <a:rect b="b" l="l" r="r" t="t"/>
              <a:pathLst>
                <a:path extrusionOk="0" h="3461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0"/>
                    <a:pt x="34" y="1558"/>
                    <a:pt x="1" y="2492"/>
                  </a:cubicBezTo>
                  <a:cubicBezTo>
                    <a:pt x="1" y="3113"/>
                    <a:pt x="309" y="3460"/>
                    <a:pt x="753" y="3460"/>
                  </a:cubicBezTo>
                  <a:cubicBezTo>
                    <a:pt x="930" y="3460"/>
                    <a:pt x="1127" y="3406"/>
                    <a:pt x="1335" y="3292"/>
                  </a:cubicBezTo>
                  <a:cubicBezTo>
                    <a:pt x="2136" y="2759"/>
                    <a:pt x="2636" y="1891"/>
                    <a:pt x="2669" y="957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52"/>
            <p:cNvSpPr/>
            <p:nvPr/>
          </p:nvSpPr>
          <p:spPr>
            <a:xfrm>
              <a:off x="4541750" y="2454950"/>
              <a:ext cx="175150" cy="222425"/>
            </a:xfrm>
            <a:custGeom>
              <a:rect b="b" l="l" r="r" t="t"/>
              <a:pathLst>
                <a:path extrusionOk="0" h="8897" w="7006">
                  <a:moveTo>
                    <a:pt x="4937" y="558"/>
                  </a:moveTo>
                  <a:cubicBezTo>
                    <a:pt x="5204" y="558"/>
                    <a:pt x="5438" y="624"/>
                    <a:pt x="5671" y="758"/>
                  </a:cubicBezTo>
                  <a:cubicBezTo>
                    <a:pt x="6171" y="1058"/>
                    <a:pt x="6472" y="1692"/>
                    <a:pt x="6472" y="2592"/>
                  </a:cubicBezTo>
                  <a:cubicBezTo>
                    <a:pt x="6338" y="4761"/>
                    <a:pt x="5204" y="6729"/>
                    <a:pt x="3369" y="7929"/>
                  </a:cubicBezTo>
                  <a:cubicBezTo>
                    <a:pt x="2900" y="8195"/>
                    <a:pt x="2455" y="8336"/>
                    <a:pt x="2058" y="8336"/>
                  </a:cubicBezTo>
                  <a:cubicBezTo>
                    <a:pt x="1807" y="8336"/>
                    <a:pt x="1575" y="8279"/>
                    <a:pt x="1368" y="8163"/>
                  </a:cubicBezTo>
                  <a:cubicBezTo>
                    <a:pt x="868" y="7863"/>
                    <a:pt x="567" y="7196"/>
                    <a:pt x="567" y="6328"/>
                  </a:cubicBezTo>
                  <a:cubicBezTo>
                    <a:pt x="701" y="4127"/>
                    <a:pt x="1835" y="2159"/>
                    <a:pt x="3670" y="991"/>
                  </a:cubicBezTo>
                  <a:cubicBezTo>
                    <a:pt x="4037" y="724"/>
                    <a:pt x="4504" y="591"/>
                    <a:pt x="4937" y="558"/>
                  </a:cubicBezTo>
                  <a:close/>
                  <a:moveTo>
                    <a:pt x="4927" y="0"/>
                  </a:moveTo>
                  <a:cubicBezTo>
                    <a:pt x="4437" y="0"/>
                    <a:pt x="3903" y="152"/>
                    <a:pt x="3369" y="457"/>
                  </a:cubicBezTo>
                  <a:cubicBezTo>
                    <a:pt x="1501" y="1558"/>
                    <a:pt x="0" y="4160"/>
                    <a:pt x="0" y="6295"/>
                  </a:cubicBezTo>
                  <a:cubicBezTo>
                    <a:pt x="0" y="7396"/>
                    <a:pt x="401" y="8230"/>
                    <a:pt x="1101" y="8630"/>
                  </a:cubicBezTo>
                  <a:cubicBezTo>
                    <a:pt x="1401" y="8797"/>
                    <a:pt x="1735" y="8897"/>
                    <a:pt x="2069" y="8897"/>
                  </a:cubicBezTo>
                  <a:cubicBezTo>
                    <a:pt x="2636" y="8863"/>
                    <a:pt x="3169" y="8697"/>
                    <a:pt x="3670" y="8430"/>
                  </a:cubicBezTo>
                  <a:cubicBezTo>
                    <a:pt x="5504" y="7329"/>
                    <a:pt x="7005" y="4727"/>
                    <a:pt x="7005" y="2592"/>
                  </a:cubicBezTo>
                  <a:cubicBezTo>
                    <a:pt x="7005" y="1492"/>
                    <a:pt x="6638" y="658"/>
                    <a:pt x="5938" y="257"/>
                  </a:cubicBezTo>
                  <a:cubicBezTo>
                    <a:pt x="5638" y="86"/>
                    <a:pt x="5295" y="0"/>
                    <a:pt x="492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52"/>
            <p:cNvSpPr/>
            <p:nvPr/>
          </p:nvSpPr>
          <p:spPr>
            <a:xfrm>
              <a:off x="4577600" y="2504850"/>
              <a:ext cx="104275" cy="123200"/>
            </a:xfrm>
            <a:custGeom>
              <a:rect b="b" l="l" r="r" t="t"/>
              <a:pathLst>
                <a:path extrusionOk="0" h="4928" w="4171">
                  <a:moveTo>
                    <a:pt x="2930" y="1"/>
                  </a:moveTo>
                  <a:cubicBezTo>
                    <a:pt x="2206" y="1"/>
                    <a:pt x="1321" y="657"/>
                    <a:pt x="735" y="1697"/>
                  </a:cubicBezTo>
                  <a:cubicBezTo>
                    <a:pt x="1" y="2965"/>
                    <a:pt x="1" y="4366"/>
                    <a:pt x="735" y="4799"/>
                  </a:cubicBezTo>
                  <a:cubicBezTo>
                    <a:pt x="882" y="4886"/>
                    <a:pt x="1048" y="4928"/>
                    <a:pt x="1225" y="4928"/>
                  </a:cubicBezTo>
                  <a:cubicBezTo>
                    <a:pt x="1933" y="4928"/>
                    <a:pt x="2823" y="4271"/>
                    <a:pt x="3437" y="3232"/>
                  </a:cubicBezTo>
                  <a:cubicBezTo>
                    <a:pt x="4170" y="1964"/>
                    <a:pt x="4170" y="563"/>
                    <a:pt x="3437" y="129"/>
                  </a:cubicBezTo>
                  <a:cubicBezTo>
                    <a:pt x="3283" y="42"/>
                    <a:pt x="3111" y="1"/>
                    <a:pt x="293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52"/>
            <p:cNvSpPr/>
            <p:nvPr/>
          </p:nvSpPr>
          <p:spPr>
            <a:xfrm>
              <a:off x="4779425" y="2918650"/>
              <a:ext cx="207875" cy="577650"/>
            </a:xfrm>
            <a:custGeom>
              <a:rect b="b" l="l" r="r" t="t"/>
              <a:pathLst>
                <a:path extrusionOk="0" h="23106" w="8315">
                  <a:moveTo>
                    <a:pt x="8064" y="0"/>
                  </a:moveTo>
                  <a:cubicBezTo>
                    <a:pt x="7995" y="0"/>
                    <a:pt x="7930" y="37"/>
                    <a:pt x="7906" y="123"/>
                  </a:cubicBezTo>
                  <a:lnTo>
                    <a:pt x="34" y="22872"/>
                  </a:lnTo>
                  <a:cubicBezTo>
                    <a:pt x="0" y="22972"/>
                    <a:pt x="34" y="23072"/>
                    <a:pt x="134" y="23106"/>
                  </a:cubicBezTo>
                  <a:lnTo>
                    <a:pt x="200" y="23106"/>
                  </a:lnTo>
                  <a:cubicBezTo>
                    <a:pt x="267" y="23106"/>
                    <a:pt x="367" y="23039"/>
                    <a:pt x="400" y="22972"/>
                  </a:cubicBezTo>
                  <a:lnTo>
                    <a:pt x="8273" y="256"/>
                  </a:lnTo>
                  <a:cubicBezTo>
                    <a:pt x="8315" y="108"/>
                    <a:pt x="8184" y="0"/>
                    <a:pt x="806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52"/>
            <p:cNvSpPr/>
            <p:nvPr/>
          </p:nvSpPr>
          <p:spPr>
            <a:xfrm>
              <a:off x="4576325" y="3370650"/>
              <a:ext cx="92200" cy="191525"/>
            </a:xfrm>
            <a:custGeom>
              <a:rect b="b" l="l" r="r" t="t"/>
              <a:pathLst>
                <a:path extrusionOk="0" h="7661" w="3688">
                  <a:moveTo>
                    <a:pt x="238" y="0"/>
                  </a:moveTo>
                  <a:cubicBezTo>
                    <a:pt x="117" y="0"/>
                    <a:pt x="1" y="108"/>
                    <a:pt x="85" y="256"/>
                  </a:cubicBezTo>
                  <a:lnTo>
                    <a:pt x="3287" y="7561"/>
                  </a:lnTo>
                  <a:cubicBezTo>
                    <a:pt x="3321" y="7627"/>
                    <a:pt x="3387" y="7661"/>
                    <a:pt x="3454" y="7661"/>
                  </a:cubicBezTo>
                  <a:lnTo>
                    <a:pt x="3554" y="7661"/>
                  </a:lnTo>
                  <a:cubicBezTo>
                    <a:pt x="3654" y="7594"/>
                    <a:pt x="3688" y="7494"/>
                    <a:pt x="3654" y="7394"/>
                  </a:cubicBezTo>
                  <a:lnTo>
                    <a:pt x="419" y="122"/>
                  </a:lnTo>
                  <a:cubicBezTo>
                    <a:pt x="382" y="36"/>
                    <a:pt x="309" y="0"/>
                    <a:pt x="23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52"/>
            <p:cNvSpPr/>
            <p:nvPr/>
          </p:nvSpPr>
          <p:spPr>
            <a:xfrm>
              <a:off x="4849475" y="3411650"/>
              <a:ext cx="204300" cy="180550"/>
            </a:xfrm>
            <a:custGeom>
              <a:rect b="b" l="l" r="r" t="t"/>
              <a:pathLst>
                <a:path extrusionOk="0" h="7222" w="8172">
                  <a:moveTo>
                    <a:pt x="7872" y="1"/>
                  </a:moveTo>
                  <a:cubicBezTo>
                    <a:pt x="7835" y="1"/>
                    <a:pt x="7800" y="15"/>
                    <a:pt x="7772" y="50"/>
                  </a:cubicBezTo>
                  <a:lnTo>
                    <a:pt x="67" y="6888"/>
                  </a:lnTo>
                  <a:cubicBezTo>
                    <a:pt x="0" y="6955"/>
                    <a:pt x="0" y="7088"/>
                    <a:pt x="67" y="7155"/>
                  </a:cubicBezTo>
                  <a:cubicBezTo>
                    <a:pt x="100" y="7188"/>
                    <a:pt x="134" y="7222"/>
                    <a:pt x="200" y="7222"/>
                  </a:cubicBezTo>
                  <a:cubicBezTo>
                    <a:pt x="234" y="7222"/>
                    <a:pt x="267" y="7188"/>
                    <a:pt x="300" y="7155"/>
                  </a:cubicBezTo>
                  <a:lnTo>
                    <a:pt x="8039" y="317"/>
                  </a:lnTo>
                  <a:cubicBezTo>
                    <a:pt x="8171" y="211"/>
                    <a:pt x="8010" y="1"/>
                    <a:pt x="787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52"/>
            <p:cNvSpPr/>
            <p:nvPr/>
          </p:nvSpPr>
          <p:spPr>
            <a:xfrm>
              <a:off x="5156350" y="3345325"/>
              <a:ext cx="181000" cy="16725"/>
            </a:xfrm>
            <a:custGeom>
              <a:rect b="b" l="l" r="r" t="t"/>
              <a:pathLst>
                <a:path extrusionOk="0" h="669" w="7240">
                  <a:moveTo>
                    <a:pt x="201" y="1"/>
                  </a:moveTo>
                  <a:cubicBezTo>
                    <a:pt x="67" y="1"/>
                    <a:pt x="1" y="101"/>
                    <a:pt x="1" y="201"/>
                  </a:cubicBezTo>
                  <a:cubicBezTo>
                    <a:pt x="1" y="301"/>
                    <a:pt x="67" y="368"/>
                    <a:pt x="167" y="401"/>
                  </a:cubicBezTo>
                  <a:lnTo>
                    <a:pt x="7039" y="668"/>
                  </a:lnTo>
                  <a:cubicBezTo>
                    <a:pt x="7139" y="668"/>
                    <a:pt x="7239" y="568"/>
                    <a:pt x="7239" y="468"/>
                  </a:cubicBezTo>
                  <a:cubicBezTo>
                    <a:pt x="7239" y="368"/>
                    <a:pt x="7172" y="268"/>
                    <a:pt x="7039" y="268"/>
                  </a:cubicBezTo>
                  <a:lnTo>
                    <a:pt x="20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52"/>
            <p:cNvSpPr/>
            <p:nvPr/>
          </p:nvSpPr>
          <p:spPr>
            <a:xfrm>
              <a:off x="4577600" y="2654850"/>
              <a:ext cx="57575" cy="597950"/>
            </a:xfrm>
            <a:custGeom>
              <a:rect b="b" l="l" r="r" t="t"/>
              <a:pathLst>
                <a:path extrusionOk="0" h="23918" w="2303">
                  <a:moveTo>
                    <a:pt x="2102" y="0"/>
                  </a:moveTo>
                  <a:cubicBezTo>
                    <a:pt x="2002" y="0"/>
                    <a:pt x="1902" y="67"/>
                    <a:pt x="1902" y="167"/>
                  </a:cubicBezTo>
                  <a:lnTo>
                    <a:pt x="1" y="23684"/>
                  </a:lnTo>
                  <a:cubicBezTo>
                    <a:pt x="1" y="23817"/>
                    <a:pt x="67" y="23884"/>
                    <a:pt x="168" y="23917"/>
                  </a:cubicBezTo>
                  <a:cubicBezTo>
                    <a:pt x="268" y="23917"/>
                    <a:pt x="368" y="23817"/>
                    <a:pt x="368" y="23717"/>
                  </a:cubicBezTo>
                  <a:lnTo>
                    <a:pt x="2302" y="200"/>
                  </a:lnTo>
                  <a:cubicBezTo>
                    <a:pt x="2302" y="100"/>
                    <a:pt x="2202" y="0"/>
                    <a:pt x="210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52"/>
            <p:cNvSpPr/>
            <p:nvPr/>
          </p:nvSpPr>
          <p:spPr>
            <a:xfrm>
              <a:off x="4025550" y="2880125"/>
              <a:ext cx="304575" cy="410200"/>
            </a:xfrm>
            <a:custGeom>
              <a:rect b="b" l="l" r="r" t="t"/>
              <a:pathLst>
                <a:path extrusionOk="0" h="16408" w="12183">
                  <a:moveTo>
                    <a:pt x="11918" y="0"/>
                  </a:moveTo>
                  <a:cubicBezTo>
                    <a:pt x="11869" y="0"/>
                    <a:pt x="11819" y="19"/>
                    <a:pt x="11775" y="62"/>
                  </a:cubicBezTo>
                  <a:lnTo>
                    <a:pt x="67" y="16107"/>
                  </a:lnTo>
                  <a:cubicBezTo>
                    <a:pt x="0" y="16174"/>
                    <a:pt x="0" y="16307"/>
                    <a:pt x="100" y="16374"/>
                  </a:cubicBezTo>
                  <a:cubicBezTo>
                    <a:pt x="134" y="16374"/>
                    <a:pt x="167" y="16407"/>
                    <a:pt x="200" y="16407"/>
                  </a:cubicBezTo>
                  <a:cubicBezTo>
                    <a:pt x="267" y="16407"/>
                    <a:pt x="334" y="16374"/>
                    <a:pt x="367" y="16341"/>
                  </a:cubicBezTo>
                  <a:lnTo>
                    <a:pt x="12109" y="296"/>
                  </a:lnTo>
                  <a:cubicBezTo>
                    <a:pt x="12183" y="148"/>
                    <a:pt x="12057" y="0"/>
                    <a:pt x="1191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52"/>
            <p:cNvSpPr/>
            <p:nvPr/>
          </p:nvSpPr>
          <p:spPr>
            <a:xfrm>
              <a:off x="3998175" y="3394125"/>
              <a:ext cx="132475" cy="245150"/>
            </a:xfrm>
            <a:custGeom>
              <a:rect b="b" l="l" r="r" t="t"/>
              <a:pathLst>
                <a:path extrusionOk="0" h="9806" w="5299">
                  <a:moveTo>
                    <a:pt x="291" y="1"/>
                  </a:moveTo>
                  <a:cubicBezTo>
                    <a:pt x="156" y="1"/>
                    <a:pt x="0" y="142"/>
                    <a:pt x="95" y="284"/>
                  </a:cubicBezTo>
                  <a:lnTo>
                    <a:pt x="4931" y="9691"/>
                  </a:lnTo>
                  <a:cubicBezTo>
                    <a:pt x="4959" y="9745"/>
                    <a:pt x="5008" y="9800"/>
                    <a:pt x="5062" y="9800"/>
                  </a:cubicBezTo>
                  <a:cubicBezTo>
                    <a:pt x="5074" y="9800"/>
                    <a:pt x="5086" y="9797"/>
                    <a:pt x="5098" y="9791"/>
                  </a:cubicBezTo>
                  <a:cubicBezTo>
                    <a:pt x="5109" y="9802"/>
                    <a:pt x="5120" y="9806"/>
                    <a:pt x="5132" y="9806"/>
                  </a:cubicBezTo>
                  <a:cubicBezTo>
                    <a:pt x="5154" y="9806"/>
                    <a:pt x="5176" y="9791"/>
                    <a:pt x="5198" y="9791"/>
                  </a:cubicBezTo>
                  <a:cubicBezTo>
                    <a:pt x="5265" y="9724"/>
                    <a:pt x="5298" y="9624"/>
                    <a:pt x="5265" y="9524"/>
                  </a:cubicBezTo>
                  <a:lnTo>
                    <a:pt x="428" y="84"/>
                  </a:lnTo>
                  <a:cubicBezTo>
                    <a:pt x="399" y="25"/>
                    <a:pt x="347" y="1"/>
                    <a:pt x="29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52"/>
            <p:cNvSpPr/>
            <p:nvPr/>
          </p:nvSpPr>
          <p:spPr>
            <a:xfrm>
              <a:off x="4196500" y="3799750"/>
              <a:ext cx="409700" cy="355350"/>
            </a:xfrm>
            <a:custGeom>
              <a:rect b="b" l="l" r="r" t="t"/>
              <a:pathLst>
                <a:path extrusionOk="0" h="14214" w="16388">
                  <a:moveTo>
                    <a:pt x="16123" y="1"/>
                  </a:moveTo>
                  <a:cubicBezTo>
                    <a:pt x="16088" y="1"/>
                    <a:pt x="16050" y="12"/>
                    <a:pt x="16012" y="37"/>
                  </a:cubicBezTo>
                  <a:lnTo>
                    <a:pt x="134" y="13880"/>
                  </a:lnTo>
                  <a:cubicBezTo>
                    <a:pt x="1" y="13980"/>
                    <a:pt x="67" y="14214"/>
                    <a:pt x="267" y="14214"/>
                  </a:cubicBezTo>
                  <a:cubicBezTo>
                    <a:pt x="301" y="14214"/>
                    <a:pt x="334" y="14180"/>
                    <a:pt x="367" y="14180"/>
                  </a:cubicBezTo>
                  <a:lnTo>
                    <a:pt x="16279" y="337"/>
                  </a:lnTo>
                  <a:cubicBezTo>
                    <a:pt x="16387" y="202"/>
                    <a:pt x="16276" y="1"/>
                    <a:pt x="1612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52"/>
            <p:cNvSpPr/>
            <p:nvPr/>
          </p:nvSpPr>
          <p:spPr>
            <a:xfrm>
              <a:off x="4098100" y="3792100"/>
              <a:ext cx="66725" cy="369675"/>
            </a:xfrm>
            <a:custGeom>
              <a:rect b="b" l="l" r="r" t="t"/>
              <a:pathLst>
                <a:path extrusionOk="0" h="14787" w="2669">
                  <a:moveTo>
                    <a:pt x="2451" y="1"/>
                  </a:moveTo>
                  <a:cubicBezTo>
                    <a:pt x="2370" y="1"/>
                    <a:pt x="2296" y="66"/>
                    <a:pt x="2269" y="176"/>
                  </a:cubicBezTo>
                  <a:lnTo>
                    <a:pt x="34" y="14553"/>
                  </a:lnTo>
                  <a:cubicBezTo>
                    <a:pt x="0" y="14653"/>
                    <a:pt x="67" y="14753"/>
                    <a:pt x="201" y="14787"/>
                  </a:cubicBezTo>
                  <a:lnTo>
                    <a:pt x="234" y="14787"/>
                  </a:lnTo>
                  <a:cubicBezTo>
                    <a:pt x="301" y="14787"/>
                    <a:pt x="401" y="14720"/>
                    <a:pt x="401" y="14620"/>
                  </a:cubicBezTo>
                  <a:lnTo>
                    <a:pt x="2669" y="210"/>
                  </a:lnTo>
                  <a:cubicBezTo>
                    <a:pt x="2669" y="110"/>
                    <a:pt x="2602" y="9"/>
                    <a:pt x="2502" y="9"/>
                  </a:cubicBezTo>
                  <a:cubicBezTo>
                    <a:pt x="2485" y="4"/>
                    <a:pt x="2468" y="1"/>
                    <a:pt x="245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52"/>
            <p:cNvSpPr/>
            <p:nvPr/>
          </p:nvSpPr>
          <p:spPr>
            <a:xfrm>
              <a:off x="3803225" y="3943275"/>
              <a:ext cx="257375" cy="256875"/>
            </a:xfrm>
            <a:custGeom>
              <a:rect b="b" l="l" r="r" t="t"/>
              <a:pathLst>
                <a:path extrusionOk="0" h="10275" w="10295">
                  <a:moveTo>
                    <a:pt x="303" y="0"/>
                  </a:moveTo>
                  <a:cubicBezTo>
                    <a:pt x="160" y="0"/>
                    <a:pt x="1" y="206"/>
                    <a:pt x="154" y="334"/>
                  </a:cubicBezTo>
                  <a:lnTo>
                    <a:pt x="9927" y="10241"/>
                  </a:lnTo>
                  <a:cubicBezTo>
                    <a:pt x="9961" y="10274"/>
                    <a:pt x="10027" y="10274"/>
                    <a:pt x="10061" y="10274"/>
                  </a:cubicBezTo>
                  <a:cubicBezTo>
                    <a:pt x="10128" y="10274"/>
                    <a:pt x="10194" y="10274"/>
                    <a:pt x="10228" y="10241"/>
                  </a:cubicBezTo>
                  <a:cubicBezTo>
                    <a:pt x="10294" y="10141"/>
                    <a:pt x="10294" y="10041"/>
                    <a:pt x="10228" y="9974"/>
                  </a:cubicBezTo>
                  <a:lnTo>
                    <a:pt x="421" y="67"/>
                  </a:lnTo>
                  <a:cubicBezTo>
                    <a:pt x="389" y="20"/>
                    <a:pt x="347" y="0"/>
                    <a:pt x="30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52"/>
            <p:cNvSpPr/>
            <p:nvPr/>
          </p:nvSpPr>
          <p:spPr>
            <a:xfrm>
              <a:off x="3512675" y="4239300"/>
              <a:ext cx="472025" cy="89275"/>
            </a:xfrm>
            <a:custGeom>
              <a:rect b="b" l="l" r="r" t="t"/>
              <a:pathLst>
                <a:path extrusionOk="0" h="3571" w="18881">
                  <a:moveTo>
                    <a:pt x="234" y="1"/>
                  </a:moveTo>
                  <a:cubicBezTo>
                    <a:pt x="134" y="1"/>
                    <a:pt x="34" y="68"/>
                    <a:pt x="1" y="168"/>
                  </a:cubicBezTo>
                  <a:cubicBezTo>
                    <a:pt x="1" y="268"/>
                    <a:pt x="67" y="368"/>
                    <a:pt x="167" y="401"/>
                  </a:cubicBezTo>
                  <a:lnTo>
                    <a:pt x="18647" y="3570"/>
                  </a:lnTo>
                  <a:lnTo>
                    <a:pt x="18681" y="3570"/>
                  </a:lnTo>
                  <a:cubicBezTo>
                    <a:pt x="18781" y="3570"/>
                    <a:pt x="18847" y="3503"/>
                    <a:pt x="18881" y="3403"/>
                  </a:cubicBezTo>
                  <a:cubicBezTo>
                    <a:pt x="18881" y="3303"/>
                    <a:pt x="18814" y="3203"/>
                    <a:pt x="18714" y="3203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52"/>
            <p:cNvSpPr/>
            <p:nvPr/>
          </p:nvSpPr>
          <p:spPr>
            <a:xfrm>
              <a:off x="3392600" y="3677250"/>
              <a:ext cx="45050" cy="480350"/>
            </a:xfrm>
            <a:custGeom>
              <a:rect b="b" l="l" r="r" t="t"/>
              <a:pathLst>
                <a:path extrusionOk="0" h="19214" w="1802">
                  <a:moveTo>
                    <a:pt x="1635" y="0"/>
                  </a:moveTo>
                  <a:cubicBezTo>
                    <a:pt x="1535" y="0"/>
                    <a:pt x="1435" y="67"/>
                    <a:pt x="1435" y="200"/>
                  </a:cubicBezTo>
                  <a:lnTo>
                    <a:pt x="34" y="19014"/>
                  </a:lnTo>
                  <a:cubicBezTo>
                    <a:pt x="0" y="19114"/>
                    <a:pt x="100" y="19214"/>
                    <a:pt x="200" y="19214"/>
                  </a:cubicBezTo>
                  <a:cubicBezTo>
                    <a:pt x="300" y="19214"/>
                    <a:pt x="401" y="19147"/>
                    <a:pt x="401" y="19047"/>
                  </a:cubicBezTo>
                  <a:lnTo>
                    <a:pt x="1802" y="200"/>
                  </a:lnTo>
                  <a:cubicBezTo>
                    <a:pt x="1802" y="100"/>
                    <a:pt x="1735" y="34"/>
                    <a:pt x="163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52"/>
            <p:cNvSpPr/>
            <p:nvPr/>
          </p:nvSpPr>
          <p:spPr>
            <a:xfrm>
              <a:off x="3176600" y="4037925"/>
              <a:ext cx="161825" cy="176400"/>
            </a:xfrm>
            <a:custGeom>
              <a:rect b="b" l="l" r="r" t="t"/>
              <a:pathLst>
                <a:path extrusionOk="0" h="7056" w="6473">
                  <a:moveTo>
                    <a:pt x="201" y="0"/>
                  </a:moveTo>
                  <a:cubicBezTo>
                    <a:pt x="151" y="0"/>
                    <a:pt x="101" y="17"/>
                    <a:pt x="67" y="50"/>
                  </a:cubicBezTo>
                  <a:cubicBezTo>
                    <a:pt x="1" y="117"/>
                    <a:pt x="1" y="250"/>
                    <a:pt x="67" y="317"/>
                  </a:cubicBezTo>
                  <a:lnTo>
                    <a:pt x="6105" y="6988"/>
                  </a:lnTo>
                  <a:cubicBezTo>
                    <a:pt x="6138" y="7022"/>
                    <a:pt x="6172" y="7055"/>
                    <a:pt x="6239" y="7055"/>
                  </a:cubicBezTo>
                  <a:cubicBezTo>
                    <a:pt x="6405" y="7055"/>
                    <a:pt x="6472" y="6855"/>
                    <a:pt x="6372" y="6722"/>
                  </a:cubicBezTo>
                  <a:lnTo>
                    <a:pt x="334" y="50"/>
                  </a:lnTo>
                  <a:cubicBezTo>
                    <a:pt x="301" y="17"/>
                    <a:pt x="251" y="0"/>
                    <a:pt x="20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52"/>
            <p:cNvSpPr/>
            <p:nvPr/>
          </p:nvSpPr>
          <p:spPr>
            <a:xfrm>
              <a:off x="5243075" y="3415900"/>
              <a:ext cx="113450" cy="288875"/>
            </a:xfrm>
            <a:custGeom>
              <a:rect b="b" l="l" r="r" t="t"/>
              <a:pathLst>
                <a:path extrusionOk="0" h="11555" w="4538">
                  <a:moveTo>
                    <a:pt x="4391" y="0"/>
                  </a:moveTo>
                  <a:cubicBezTo>
                    <a:pt x="4355" y="0"/>
                    <a:pt x="4337" y="31"/>
                    <a:pt x="4337" y="80"/>
                  </a:cubicBezTo>
                  <a:lnTo>
                    <a:pt x="34" y="11422"/>
                  </a:lnTo>
                  <a:cubicBezTo>
                    <a:pt x="1" y="11488"/>
                    <a:pt x="34" y="11522"/>
                    <a:pt x="101" y="11555"/>
                  </a:cubicBezTo>
                  <a:lnTo>
                    <a:pt x="134" y="11555"/>
                  </a:lnTo>
                  <a:cubicBezTo>
                    <a:pt x="168" y="11555"/>
                    <a:pt x="234" y="11555"/>
                    <a:pt x="234" y="11522"/>
                  </a:cubicBezTo>
                  <a:lnTo>
                    <a:pt x="4504" y="147"/>
                  </a:lnTo>
                  <a:cubicBezTo>
                    <a:pt x="4537" y="113"/>
                    <a:pt x="4471" y="13"/>
                    <a:pt x="4437" y="13"/>
                  </a:cubicBezTo>
                  <a:cubicBezTo>
                    <a:pt x="4419" y="4"/>
                    <a:pt x="4404" y="0"/>
                    <a:pt x="439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52"/>
            <p:cNvSpPr/>
            <p:nvPr/>
          </p:nvSpPr>
          <p:spPr>
            <a:xfrm>
              <a:off x="5417375" y="3377025"/>
              <a:ext cx="94250" cy="133450"/>
            </a:xfrm>
            <a:custGeom>
              <a:rect b="b" l="l" r="r" t="t"/>
              <a:pathLst>
                <a:path extrusionOk="0" h="5338" w="3770">
                  <a:moveTo>
                    <a:pt x="67" y="1"/>
                  </a:moveTo>
                  <a:cubicBezTo>
                    <a:pt x="34" y="34"/>
                    <a:pt x="0" y="101"/>
                    <a:pt x="34" y="134"/>
                  </a:cubicBezTo>
                  <a:lnTo>
                    <a:pt x="3603" y="5304"/>
                  </a:lnTo>
                  <a:cubicBezTo>
                    <a:pt x="3603" y="5304"/>
                    <a:pt x="3636" y="5338"/>
                    <a:pt x="3670" y="5338"/>
                  </a:cubicBezTo>
                  <a:cubicBezTo>
                    <a:pt x="3703" y="5338"/>
                    <a:pt x="3703" y="5338"/>
                    <a:pt x="3703" y="5304"/>
                  </a:cubicBezTo>
                  <a:cubicBezTo>
                    <a:pt x="3770" y="5304"/>
                    <a:pt x="3770" y="5238"/>
                    <a:pt x="3736" y="5204"/>
                  </a:cubicBezTo>
                  <a:lnTo>
                    <a:pt x="167" y="34"/>
                  </a:lnTo>
                  <a:cubicBezTo>
                    <a:pt x="167" y="1"/>
                    <a:pt x="100" y="1"/>
                    <a:pt x="6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52"/>
            <p:cNvSpPr/>
            <p:nvPr/>
          </p:nvSpPr>
          <p:spPr>
            <a:xfrm>
              <a:off x="4401650" y="3032075"/>
              <a:ext cx="136775" cy="255750"/>
            </a:xfrm>
            <a:custGeom>
              <a:rect b="b" l="l" r="r" t="t"/>
              <a:pathLst>
                <a:path extrusionOk="0" h="10230" w="5471">
                  <a:moveTo>
                    <a:pt x="185" y="0"/>
                  </a:moveTo>
                  <a:cubicBezTo>
                    <a:pt x="167" y="0"/>
                    <a:pt x="148" y="8"/>
                    <a:pt x="134" y="22"/>
                  </a:cubicBezTo>
                  <a:cubicBezTo>
                    <a:pt x="100" y="22"/>
                    <a:pt x="0" y="122"/>
                    <a:pt x="34" y="155"/>
                  </a:cubicBezTo>
                  <a:lnTo>
                    <a:pt x="5204" y="10229"/>
                  </a:lnTo>
                  <a:lnTo>
                    <a:pt x="5371" y="10229"/>
                  </a:lnTo>
                  <a:lnTo>
                    <a:pt x="5404" y="10196"/>
                  </a:lnTo>
                  <a:cubicBezTo>
                    <a:pt x="5438" y="10196"/>
                    <a:pt x="5471" y="10129"/>
                    <a:pt x="5438" y="10096"/>
                  </a:cubicBezTo>
                  <a:lnTo>
                    <a:pt x="234" y="55"/>
                  </a:lnTo>
                  <a:cubicBezTo>
                    <a:pt x="234" y="16"/>
                    <a:pt x="211" y="0"/>
                    <a:pt x="18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52"/>
            <p:cNvSpPr/>
            <p:nvPr/>
          </p:nvSpPr>
          <p:spPr>
            <a:xfrm>
              <a:off x="3999700" y="2893000"/>
              <a:ext cx="95075" cy="383150"/>
            </a:xfrm>
            <a:custGeom>
              <a:rect b="b" l="l" r="r" t="t"/>
              <a:pathLst>
                <a:path extrusionOk="0" h="15326" w="3803">
                  <a:moveTo>
                    <a:pt x="3654" y="1"/>
                  </a:moveTo>
                  <a:cubicBezTo>
                    <a:pt x="3603" y="1"/>
                    <a:pt x="3536" y="24"/>
                    <a:pt x="3536" y="48"/>
                  </a:cubicBezTo>
                  <a:lnTo>
                    <a:pt x="0" y="15225"/>
                  </a:lnTo>
                  <a:cubicBezTo>
                    <a:pt x="0" y="15259"/>
                    <a:pt x="100" y="15325"/>
                    <a:pt x="134" y="15325"/>
                  </a:cubicBezTo>
                  <a:cubicBezTo>
                    <a:pt x="167" y="15325"/>
                    <a:pt x="200" y="15292"/>
                    <a:pt x="200" y="15259"/>
                  </a:cubicBezTo>
                  <a:lnTo>
                    <a:pt x="3770" y="114"/>
                  </a:lnTo>
                  <a:cubicBezTo>
                    <a:pt x="3803" y="48"/>
                    <a:pt x="3770" y="14"/>
                    <a:pt x="3703" y="14"/>
                  </a:cubicBezTo>
                  <a:cubicBezTo>
                    <a:pt x="3693" y="5"/>
                    <a:pt x="3675" y="1"/>
                    <a:pt x="365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52"/>
            <p:cNvSpPr/>
            <p:nvPr/>
          </p:nvSpPr>
          <p:spPr>
            <a:xfrm>
              <a:off x="4197325" y="3417050"/>
              <a:ext cx="81750" cy="180150"/>
            </a:xfrm>
            <a:custGeom>
              <a:rect b="b" l="l" r="r" t="t"/>
              <a:pathLst>
                <a:path extrusionOk="0" h="7206" w="3270">
                  <a:moveTo>
                    <a:pt x="3103" y="1"/>
                  </a:moveTo>
                  <a:cubicBezTo>
                    <a:pt x="3070" y="1"/>
                    <a:pt x="3003" y="1"/>
                    <a:pt x="3003" y="67"/>
                  </a:cubicBezTo>
                  <a:lnTo>
                    <a:pt x="34" y="7106"/>
                  </a:lnTo>
                  <a:cubicBezTo>
                    <a:pt x="1" y="7139"/>
                    <a:pt x="34" y="7206"/>
                    <a:pt x="68" y="7206"/>
                  </a:cubicBezTo>
                  <a:lnTo>
                    <a:pt x="101" y="7206"/>
                  </a:lnTo>
                  <a:cubicBezTo>
                    <a:pt x="168" y="7206"/>
                    <a:pt x="234" y="7172"/>
                    <a:pt x="268" y="7139"/>
                  </a:cubicBezTo>
                  <a:lnTo>
                    <a:pt x="3237" y="67"/>
                  </a:lnTo>
                  <a:cubicBezTo>
                    <a:pt x="3270" y="34"/>
                    <a:pt x="3136" y="34"/>
                    <a:pt x="310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52"/>
            <p:cNvSpPr/>
            <p:nvPr/>
          </p:nvSpPr>
          <p:spPr>
            <a:xfrm>
              <a:off x="5213050" y="365915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1"/>
                    <a:pt x="34" y="1558"/>
                    <a:pt x="1" y="2492"/>
                  </a:cubicBezTo>
                  <a:cubicBezTo>
                    <a:pt x="1" y="3103"/>
                    <a:pt x="299" y="3449"/>
                    <a:pt x="731" y="3449"/>
                  </a:cubicBezTo>
                  <a:cubicBezTo>
                    <a:pt x="913" y="3449"/>
                    <a:pt x="1118" y="3388"/>
                    <a:pt x="1335" y="3259"/>
                  </a:cubicBezTo>
                  <a:cubicBezTo>
                    <a:pt x="2136" y="2759"/>
                    <a:pt x="2603" y="1892"/>
                    <a:pt x="2669" y="958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52"/>
            <p:cNvSpPr/>
            <p:nvPr/>
          </p:nvSpPr>
          <p:spPr>
            <a:xfrm>
              <a:off x="4367450" y="2982200"/>
              <a:ext cx="76750" cy="100025"/>
            </a:xfrm>
            <a:custGeom>
              <a:rect b="b" l="l" r="r" t="t"/>
              <a:pathLst>
                <a:path extrusionOk="0" h="4001" w="3070">
                  <a:moveTo>
                    <a:pt x="2232" y="0"/>
                  </a:moveTo>
                  <a:cubicBezTo>
                    <a:pt x="2025" y="0"/>
                    <a:pt x="1788" y="70"/>
                    <a:pt x="1535" y="216"/>
                  </a:cubicBezTo>
                  <a:cubicBezTo>
                    <a:pt x="635" y="816"/>
                    <a:pt x="67" y="1817"/>
                    <a:pt x="1" y="2884"/>
                  </a:cubicBezTo>
                  <a:cubicBezTo>
                    <a:pt x="1" y="3593"/>
                    <a:pt x="352" y="4000"/>
                    <a:pt x="853" y="4000"/>
                  </a:cubicBezTo>
                  <a:cubicBezTo>
                    <a:pt x="1060" y="4000"/>
                    <a:pt x="1292" y="3931"/>
                    <a:pt x="1535" y="3785"/>
                  </a:cubicBezTo>
                  <a:cubicBezTo>
                    <a:pt x="2436" y="3185"/>
                    <a:pt x="3036" y="2184"/>
                    <a:pt x="3070" y="1116"/>
                  </a:cubicBezTo>
                  <a:cubicBezTo>
                    <a:pt x="3070" y="408"/>
                    <a:pt x="2735" y="0"/>
                    <a:pt x="223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52"/>
            <p:cNvSpPr/>
            <p:nvPr/>
          </p:nvSpPr>
          <p:spPr>
            <a:xfrm>
              <a:off x="4244875" y="3380625"/>
              <a:ext cx="59225" cy="76225"/>
            </a:xfrm>
            <a:custGeom>
              <a:rect b="b" l="l" r="r" t="t"/>
              <a:pathLst>
                <a:path extrusionOk="0" h="3049" w="2369">
                  <a:moveTo>
                    <a:pt x="1700" y="1"/>
                  </a:moveTo>
                  <a:cubicBezTo>
                    <a:pt x="1540" y="1"/>
                    <a:pt x="1359" y="51"/>
                    <a:pt x="1168" y="157"/>
                  </a:cubicBezTo>
                  <a:cubicBezTo>
                    <a:pt x="467" y="624"/>
                    <a:pt x="34" y="1391"/>
                    <a:pt x="0" y="2225"/>
                  </a:cubicBezTo>
                  <a:cubicBezTo>
                    <a:pt x="0" y="2746"/>
                    <a:pt x="270" y="3049"/>
                    <a:pt x="653" y="3049"/>
                  </a:cubicBezTo>
                  <a:cubicBezTo>
                    <a:pt x="809" y="3049"/>
                    <a:pt x="984" y="2998"/>
                    <a:pt x="1168" y="2892"/>
                  </a:cubicBezTo>
                  <a:cubicBezTo>
                    <a:pt x="1868" y="2458"/>
                    <a:pt x="2302" y="1691"/>
                    <a:pt x="2369" y="857"/>
                  </a:cubicBezTo>
                  <a:cubicBezTo>
                    <a:pt x="2369" y="311"/>
                    <a:pt x="2098" y="1"/>
                    <a:pt x="170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52"/>
            <p:cNvSpPr/>
            <p:nvPr/>
          </p:nvSpPr>
          <p:spPr>
            <a:xfrm>
              <a:off x="4063075" y="2856925"/>
              <a:ext cx="58400" cy="76200"/>
            </a:xfrm>
            <a:custGeom>
              <a:rect b="b" l="l" r="r" t="t"/>
              <a:pathLst>
                <a:path extrusionOk="0" h="3048" w="2336">
                  <a:moveTo>
                    <a:pt x="1694" y="1"/>
                  </a:moveTo>
                  <a:cubicBezTo>
                    <a:pt x="1538" y="1"/>
                    <a:pt x="1360" y="51"/>
                    <a:pt x="1168" y="156"/>
                  </a:cubicBezTo>
                  <a:cubicBezTo>
                    <a:pt x="467" y="623"/>
                    <a:pt x="34" y="1357"/>
                    <a:pt x="0" y="2191"/>
                  </a:cubicBezTo>
                  <a:cubicBezTo>
                    <a:pt x="0" y="2738"/>
                    <a:pt x="254" y="3048"/>
                    <a:pt x="642" y="3048"/>
                  </a:cubicBezTo>
                  <a:cubicBezTo>
                    <a:pt x="798" y="3048"/>
                    <a:pt x="976" y="2997"/>
                    <a:pt x="1168" y="2892"/>
                  </a:cubicBezTo>
                  <a:cubicBezTo>
                    <a:pt x="1868" y="2425"/>
                    <a:pt x="2302" y="1658"/>
                    <a:pt x="2335" y="857"/>
                  </a:cubicBezTo>
                  <a:cubicBezTo>
                    <a:pt x="2335" y="310"/>
                    <a:pt x="2081" y="1"/>
                    <a:pt x="169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52"/>
            <p:cNvSpPr/>
            <p:nvPr/>
          </p:nvSpPr>
          <p:spPr>
            <a:xfrm>
              <a:off x="5486600" y="3479350"/>
              <a:ext cx="45050" cy="57775"/>
            </a:xfrm>
            <a:custGeom>
              <a:rect b="b" l="l" r="r" t="t"/>
              <a:pathLst>
                <a:path extrusionOk="0" h="2311" w="1802">
                  <a:moveTo>
                    <a:pt x="1291" y="0"/>
                  </a:moveTo>
                  <a:cubicBezTo>
                    <a:pt x="1173" y="0"/>
                    <a:pt x="1041" y="36"/>
                    <a:pt x="901" y="111"/>
                  </a:cubicBezTo>
                  <a:cubicBezTo>
                    <a:pt x="367" y="444"/>
                    <a:pt x="33" y="1045"/>
                    <a:pt x="0" y="1678"/>
                  </a:cubicBezTo>
                  <a:cubicBezTo>
                    <a:pt x="0" y="2076"/>
                    <a:pt x="197" y="2310"/>
                    <a:pt x="488" y="2310"/>
                  </a:cubicBezTo>
                  <a:cubicBezTo>
                    <a:pt x="611" y="2310"/>
                    <a:pt x="752" y="2268"/>
                    <a:pt x="901" y="2179"/>
                  </a:cubicBezTo>
                  <a:cubicBezTo>
                    <a:pt x="1434" y="1845"/>
                    <a:pt x="1768" y="1278"/>
                    <a:pt x="1801" y="644"/>
                  </a:cubicBezTo>
                  <a:cubicBezTo>
                    <a:pt x="1801" y="236"/>
                    <a:pt x="1594" y="0"/>
                    <a:pt x="129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52"/>
            <p:cNvSpPr/>
            <p:nvPr/>
          </p:nvSpPr>
          <p:spPr>
            <a:xfrm>
              <a:off x="4640975" y="3562400"/>
              <a:ext cx="158475" cy="204850"/>
            </a:xfrm>
            <a:custGeom>
              <a:rect b="b" l="l" r="r" t="t"/>
              <a:pathLst>
                <a:path extrusionOk="0" h="8194" w="6339">
                  <a:moveTo>
                    <a:pt x="4580" y="0"/>
                  </a:moveTo>
                  <a:cubicBezTo>
                    <a:pt x="4157" y="0"/>
                    <a:pt x="3679" y="137"/>
                    <a:pt x="3170" y="424"/>
                  </a:cubicBezTo>
                  <a:cubicBezTo>
                    <a:pt x="1302" y="1659"/>
                    <a:pt x="101" y="3694"/>
                    <a:pt x="1" y="5928"/>
                  </a:cubicBezTo>
                  <a:cubicBezTo>
                    <a:pt x="1" y="7371"/>
                    <a:pt x="705" y="8193"/>
                    <a:pt x="1745" y="8193"/>
                  </a:cubicBezTo>
                  <a:cubicBezTo>
                    <a:pt x="2172" y="8193"/>
                    <a:pt x="2655" y="8054"/>
                    <a:pt x="3170" y="7763"/>
                  </a:cubicBezTo>
                  <a:cubicBezTo>
                    <a:pt x="5038" y="6529"/>
                    <a:pt x="6205" y="4494"/>
                    <a:pt x="6339" y="2259"/>
                  </a:cubicBezTo>
                  <a:cubicBezTo>
                    <a:pt x="6339" y="834"/>
                    <a:pt x="5628" y="0"/>
                    <a:pt x="45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52"/>
            <p:cNvSpPr/>
            <p:nvPr/>
          </p:nvSpPr>
          <p:spPr>
            <a:xfrm>
              <a:off x="4023875" y="4209375"/>
              <a:ext cx="159300" cy="205000"/>
            </a:xfrm>
            <a:custGeom>
              <a:rect b="b" l="l" r="r" t="t"/>
              <a:pathLst>
                <a:path extrusionOk="0" h="8200" w="6372">
                  <a:moveTo>
                    <a:pt x="4613" y="1"/>
                  </a:moveTo>
                  <a:cubicBezTo>
                    <a:pt x="4187" y="1"/>
                    <a:pt x="3708" y="139"/>
                    <a:pt x="3203" y="431"/>
                  </a:cubicBezTo>
                  <a:cubicBezTo>
                    <a:pt x="1302" y="1665"/>
                    <a:pt x="134" y="3700"/>
                    <a:pt x="1" y="5935"/>
                  </a:cubicBezTo>
                  <a:cubicBezTo>
                    <a:pt x="1" y="7377"/>
                    <a:pt x="721" y="8199"/>
                    <a:pt x="1771" y="8199"/>
                  </a:cubicBezTo>
                  <a:cubicBezTo>
                    <a:pt x="2202" y="8199"/>
                    <a:pt x="2688" y="8061"/>
                    <a:pt x="3203" y="7769"/>
                  </a:cubicBezTo>
                  <a:cubicBezTo>
                    <a:pt x="5071" y="6535"/>
                    <a:pt x="6238" y="4500"/>
                    <a:pt x="6372" y="2265"/>
                  </a:cubicBezTo>
                  <a:cubicBezTo>
                    <a:pt x="6372" y="823"/>
                    <a:pt x="5651" y="1"/>
                    <a:pt x="461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52"/>
            <p:cNvSpPr/>
            <p:nvPr/>
          </p:nvSpPr>
          <p:spPr>
            <a:xfrm>
              <a:off x="3329225" y="4196800"/>
              <a:ext cx="119275" cy="153425"/>
            </a:xfrm>
            <a:custGeom>
              <a:rect b="b" l="l" r="r" t="t"/>
              <a:pathLst>
                <a:path extrusionOk="0" h="6137" w="4771">
                  <a:moveTo>
                    <a:pt x="3468" y="0"/>
                  </a:moveTo>
                  <a:cubicBezTo>
                    <a:pt x="3147" y="0"/>
                    <a:pt x="2785" y="108"/>
                    <a:pt x="2402" y="333"/>
                  </a:cubicBezTo>
                  <a:cubicBezTo>
                    <a:pt x="967" y="1234"/>
                    <a:pt x="100" y="2768"/>
                    <a:pt x="0" y="4436"/>
                  </a:cubicBezTo>
                  <a:cubicBezTo>
                    <a:pt x="0" y="5519"/>
                    <a:pt x="532" y="6137"/>
                    <a:pt x="1314" y="6137"/>
                  </a:cubicBezTo>
                  <a:cubicBezTo>
                    <a:pt x="1640" y="6137"/>
                    <a:pt x="2009" y="6030"/>
                    <a:pt x="2402" y="5804"/>
                  </a:cubicBezTo>
                  <a:cubicBezTo>
                    <a:pt x="3803" y="4903"/>
                    <a:pt x="4670" y="3369"/>
                    <a:pt x="4770" y="1701"/>
                  </a:cubicBezTo>
                  <a:cubicBezTo>
                    <a:pt x="4770" y="618"/>
                    <a:pt x="4238" y="0"/>
                    <a:pt x="34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52"/>
            <p:cNvSpPr/>
            <p:nvPr/>
          </p:nvSpPr>
          <p:spPr>
            <a:xfrm>
              <a:off x="3710325" y="3780825"/>
              <a:ext cx="121775" cy="157275"/>
            </a:xfrm>
            <a:custGeom>
              <a:rect b="b" l="l" r="r" t="t"/>
              <a:pathLst>
                <a:path extrusionOk="0" h="6291" w="4871">
                  <a:moveTo>
                    <a:pt x="3512" y="1"/>
                  </a:moveTo>
                  <a:cubicBezTo>
                    <a:pt x="3186" y="1"/>
                    <a:pt x="2821" y="106"/>
                    <a:pt x="2435" y="327"/>
                  </a:cubicBezTo>
                  <a:cubicBezTo>
                    <a:pt x="1001" y="1261"/>
                    <a:pt x="67" y="2829"/>
                    <a:pt x="0" y="4563"/>
                  </a:cubicBezTo>
                  <a:cubicBezTo>
                    <a:pt x="0" y="5655"/>
                    <a:pt x="540" y="6291"/>
                    <a:pt x="1344" y="6291"/>
                  </a:cubicBezTo>
                  <a:cubicBezTo>
                    <a:pt x="1671" y="6291"/>
                    <a:pt x="2041" y="6186"/>
                    <a:pt x="2435" y="5964"/>
                  </a:cubicBezTo>
                  <a:cubicBezTo>
                    <a:pt x="3870" y="5030"/>
                    <a:pt x="4770" y="3463"/>
                    <a:pt x="4870" y="1728"/>
                  </a:cubicBezTo>
                  <a:cubicBezTo>
                    <a:pt x="4870" y="637"/>
                    <a:pt x="4314" y="1"/>
                    <a:pt x="35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52"/>
            <p:cNvSpPr/>
            <p:nvPr/>
          </p:nvSpPr>
          <p:spPr>
            <a:xfrm>
              <a:off x="4111450" y="363870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806" y="0"/>
                  </a:moveTo>
                  <a:cubicBezTo>
                    <a:pt x="2544" y="0"/>
                    <a:pt x="2248" y="89"/>
                    <a:pt x="1935" y="275"/>
                  </a:cubicBezTo>
                  <a:cubicBezTo>
                    <a:pt x="801" y="1008"/>
                    <a:pt x="67" y="2276"/>
                    <a:pt x="0" y="3644"/>
                  </a:cubicBezTo>
                  <a:cubicBezTo>
                    <a:pt x="0" y="4524"/>
                    <a:pt x="442" y="5031"/>
                    <a:pt x="1083" y="5031"/>
                  </a:cubicBezTo>
                  <a:cubicBezTo>
                    <a:pt x="1340" y="5031"/>
                    <a:pt x="1629" y="4950"/>
                    <a:pt x="1935" y="4778"/>
                  </a:cubicBezTo>
                  <a:cubicBezTo>
                    <a:pt x="3069" y="4011"/>
                    <a:pt x="3803" y="2776"/>
                    <a:pt x="3870" y="1409"/>
                  </a:cubicBezTo>
                  <a:cubicBezTo>
                    <a:pt x="3870" y="513"/>
                    <a:pt x="3436" y="0"/>
                    <a:pt x="28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52"/>
            <p:cNvSpPr/>
            <p:nvPr/>
          </p:nvSpPr>
          <p:spPr>
            <a:xfrm>
              <a:off x="3392600" y="351995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787" y="1"/>
                  </a:moveTo>
                  <a:cubicBezTo>
                    <a:pt x="2530" y="1"/>
                    <a:pt x="2241" y="83"/>
                    <a:pt x="1935" y="254"/>
                  </a:cubicBezTo>
                  <a:cubicBezTo>
                    <a:pt x="767" y="1022"/>
                    <a:pt x="67" y="2256"/>
                    <a:pt x="0" y="3624"/>
                  </a:cubicBezTo>
                  <a:cubicBezTo>
                    <a:pt x="0" y="4519"/>
                    <a:pt x="433" y="5032"/>
                    <a:pt x="1064" y="5032"/>
                  </a:cubicBezTo>
                  <a:cubicBezTo>
                    <a:pt x="1326" y="5032"/>
                    <a:pt x="1622" y="4944"/>
                    <a:pt x="1935" y="4758"/>
                  </a:cubicBezTo>
                  <a:cubicBezTo>
                    <a:pt x="3069" y="4024"/>
                    <a:pt x="3803" y="2756"/>
                    <a:pt x="3870" y="1389"/>
                  </a:cubicBezTo>
                  <a:cubicBezTo>
                    <a:pt x="3870" y="508"/>
                    <a:pt x="3428" y="1"/>
                    <a:pt x="278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52"/>
            <p:cNvSpPr/>
            <p:nvPr/>
          </p:nvSpPr>
          <p:spPr>
            <a:xfrm>
              <a:off x="5070450" y="3340275"/>
              <a:ext cx="67575" cy="86025"/>
            </a:xfrm>
            <a:custGeom>
              <a:rect b="b" l="l" r="r" t="t"/>
              <a:pathLst>
                <a:path extrusionOk="0" h="3441" w="2703">
                  <a:moveTo>
                    <a:pt x="1927" y="1"/>
                  </a:moveTo>
                  <a:cubicBezTo>
                    <a:pt x="1746" y="1"/>
                    <a:pt x="1545" y="55"/>
                    <a:pt x="1335" y="170"/>
                  </a:cubicBezTo>
                  <a:cubicBezTo>
                    <a:pt x="568" y="670"/>
                    <a:pt x="68" y="1537"/>
                    <a:pt x="1" y="2505"/>
                  </a:cubicBezTo>
                  <a:cubicBezTo>
                    <a:pt x="1" y="3100"/>
                    <a:pt x="307" y="3441"/>
                    <a:pt x="750" y="3441"/>
                  </a:cubicBezTo>
                  <a:cubicBezTo>
                    <a:pt x="927" y="3441"/>
                    <a:pt x="1125" y="3386"/>
                    <a:pt x="1335" y="3272"/>
                  </a:cubicBezTo>
                  <a:cubicBezTo>
                    <a:pt x="2136" y="2738"/>
                    <a:pt x="2636" y="1904"/>
                    <a:pt x="2703" y="937"/>
                  </a:cubicBezTo>
                  <a:cubicBezTo>
                    <a:pt x="2703" y="341"/>
                    <a:pt x="2379" y="1"/>
                    <a:pt x="192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52"/>
            <p:cNvSpPr/>
            <p:nvPr/>
          </p:nvSpPr>
          <p:spPr>
            <a:xfrm>
              <a:off x="5353150" y="3302400"/>
              <a:ext cx="66750" cy="86350"/>
            </a:xfrm>
            <a:custGeom>
              <a:rect b="b" l="l" r="r" t="t"/>
              <a:pathLst>
                <a:path extrusionOk="0" h="3454" w="2670">
                  <a:moveTo>
                    <a:pt x="1925" y="0"/>
                  </a:moveTo>
                  <a:cubicBezTo>
                    <a:pt x="1747" y="0"/>
                    <a:pt x="1547" y="59"/>
                    <a:pt x="1335" y="184"/>
                  </a:cubicBezTo>
                  <a:cubicBezTo>
                    <a:pt x="535" y="684"/>
                    <a:pt x="34" y="1551"/>
                    <a:pt x="1" y="2485"/>
                  </a:cubicBezTo>
                  <a:cubicBezTo>
                    <a:pt x="1" y="3106"/>
                    <a:pt x="309" y="3454"/>
                    <a:pt x="753" y="3454"/>
                  </a:cubicBezTo>
                  <a:cubicBezTo>
                    <a:pt x="930" y="3454"/>
                    <a:pt x="1127" y="3399"/>
                    <a:pt x="1335" y="3286"/>
                  </a:cubicBezTo>
                  <a:cubicBezTo>
                    <a:pt x="2136" y="2752"/>
                    <a:pt x="2636" y="1885"/>
                    <a:pt x="2669" y="951"/>
                  </a:cubicBezTo>
                  <a:cubicBezTo>
                    <a:pt x="2669" y="357"/>
                    <a:pt x="2365" y="0"/>
                    <a:pt x="19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52"/>
            <p:cNvSpPr/>
            <p:nvPr/>
          </p:nvSpPr>
          <p:spPr>
            <a:xfrm>
              <a:off x="3128250" y="3949875"/>
              <a:ext cx="67550" cy="86400"/>
            </a:xfrm>
            <a:custGeom>
              <a:rect b="b" l="l" r="r" t="t"/>
              <a:pathLst>
                <a:path extrusionOk="0" h="3456" w="2702">
                  <a:moveTo>
                    <a:pt x="1941" y="1"/>
                  </a:moveTo>
                  <a:cubicBezTo>
                    <a:pt x="1759" y="1"/>
                    <a:pt x="1554" y="55"/>
                    <a:pt x="1334" y="170"/>
                  </a:cubicBezTo>
                  <a:cubicBezTo>
                    <a:pt x="567" y="703"/>
                    <a:pt x="67" y="1537"/>
                    <a:pt x="0" y="2505"/>
                  </a:cubicBezTo>
                  <a:cubicBezTo>
                    <a:pt x="0" y="3098"/>
                    <a:pt x="304" y="3455"/>
                    <a:pt x="744" y="3455"/>
                  </a:cubicBezTo>
                  <a:cubicBezTo>
                    <a:pt x="923" y="3455"/>
                    <a:pt x="1123" y="3397"/>
                    <a:pt x="1334" y="3272"/>
                  </a:cubicBezTo>
                  <a:cubicBezTo>
                    <a:pt x="2135" y="2772"/>
                    <a:pt x="2635" y="1904"/>
                    <a:pt x="2702" y="937"/>
                  </a:cubicBezTo>
                  <a:cubicBezTo>
                    <a:pt x="2702" y="341"/>
                    <a:pt x="2396" y="1"/>
                    <a:pt x="194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52"/>
            <p:cNvSpPr/>
            <p:nvPr/>
          </p:nvSpPr>
          <p:spPr>
            <a:xfrm>
              <a:off x="3948825" y="330390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39" y="1"/>
                  </a:moveTo>
                  <a:cubicBezTo>
                    <a:pt x="1757" y="1"/>
                    <a:pt x="1552" y="62"/>
                    <a:pt x="1335" y="190"/>
                  </a:cubicBezTo>
                  <a:cubicBezTo>
                    <a:pt x="534" y="691"/>
                    <a:pt x="34" y="1558"/>
                    <a:pt x="0" y="2492"/>
                  </a:cubicBezTo>
                  <a:cubicBezTo>
                    <a:pt x="0" y="3103"/>
                    <a:pt x="298" y="3449"/>
                    <a:pt x="730" y="3449"/>
                  </a:cubicBezTo>
                  <a:cubicBezTo>
                    <a:pt x="912" y="3449"/>
                    <a:pt x="1118" y="3387"/>
                    <a:pt x="1335" y="3259"/>
                  </a:cubicBezTo>
                  <a:cubicBezTo>
                    <a:pt x="2102" y="2759"/>
                    <a:pt x="2602" y="1891"/>
                    <a:pt x="2669" y="957"/>
                  </a:cubicBezTo>
                  <a:cubicBezTo>
                    <a:pt x="2669" y="347"/>
                    <a:pt x="2371" y="1"/>
                    <a:pt x="19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52"/>
            <p:cNvSpPr/>
            <p:nvPr/>
          </p:nvSpPr>
          <p:spPr>
            <a:xfrm>
              <a:off x="4335775" y="2776575"/>
              <a:ext cx="67575" cy="86500"/>
            </a:xfrm>
            <a:custGeom>
              <a:rect b="b" l="l" r="r" t="t"/>
              <a:pathLst>
                <a:path extrusionOk="0" h="3460" w="2703">
                  <a:moveTo>
                    <a:pt x="1950" y="0"/>
                  </a:moveTo>
                  <a:cubicBezTo>
                    <a:pt x="1773" y="0"/>
                    <a:pt x="1576" y="55"/>
                    <a:pt x="1368" y="168"/>
                  </a:cubicBezTo>
                  <a:cubicBezTo>
                    <a:pt x="567" y="702"/>
                    <a:pt x="67" y="1569"/>
                    <a:pt x="0" y="2503"/>
                  </a:cubicBezTo>
                  <a:cubicBezTo>
                    <a:pt x="0" y="3114"/>
                    <a:pt x="298" y="3460"/>
                    <a:pt x="742" y="3460"/>
                  </a:cubicBezTo>
                  <a:cubicBezTo>
                    <a:pt x="928" y="3460"/>
                    <a:pt x="1141" y="3399"/>
                    <a:pt x="1368" y="3270"/>
                  </a:cubicBezTo>
                  <a:cubicBezTo>
                    <a:pt x="2135" y="2770"/>
                    <a:pt x="2635" y="1903"/>
                    <a:pt x="2702" y="969"/>
                  </a:cubicBezTo>
                  <a:cubicBezTo>
                    <a:pt x="2702" y="347"/>
                    <a:pt x="2394" y="0"/>
                    <a:pt x="195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52"/>
            <p:cNvSpPr/>
            <p:nvPr/>
          </p:nvSpPr>
          <p:spPr>
            <a:xfrm>
              <a:off x="4535900" y="3275550"/>
              <a:ext cx="66750" cy="86525"/>
            </a:xfrm>
            <a:custGeom>
              <a:rect b="b" l="l" r="r" t="t"/>
              <a:pathLst>
                <a:path extrusionOk="0" h="3461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0"/>
                    <a:pt x="34" y="1558"/>
                    <a:pt x="1" y="2492"/>
                  </a:cubicBezTo>
                  <a:cubicBezTo>
                    <a:pt x="1" y="3113"/>
                    <a:pt x="309" y="3460"/>
                    <a:pt x="753" y="3460"/>
                  </a:cubicBezTo>
                  <a:cubicBezTo>
                    <a:pt x="930" y="3460"/>
                    <a:pt x="1127" y="3406"/>
                    <a:pt x="1335" y="3292"/>
                  </a:cubicBezTo>
                  <a:cubicBezTo>
                    <a:pt x="2136" y="2759"/>
                    <a:pt x="2636" y="1891"/>
                    <a:pt x="2669" y="957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52"/>
            <p:cNvSpPr/>
            <p:nvPr/>
          </p:nvSpPr>
          <p:spPr>
            <a:xfrm>
              <a:off x="4577600" y="2504850"/>
              <a:ext cx="104275" cy="123200"/>
            </a:xfrm>
            <a:custGeom>
              <a:rect b="b" l="l" r="r" t="t"/>
              <a:pathLst>
                <a:path extrusionOk="0" h="4928" w="4171">
                  <a:moveTo>
                    <a:pt x="2930" y="1"/>
                  </a:moveTo>
                  <a:cubicBezTo>
                    <a:pt x="2206" y="1"/>
                    <a:pt x="1321" y="657"/>
                    <a:pt x="735" y="1697"/>
                  </a:cubicBezTo>
                  <a:cubicBezTo>
                    <a:pt x="1" y="2965"/>
                    <a:pt x="1" y="4366"/>
                    <a:pt x="735" y="4799"/>
                  </a:cubicBezTo>
                  <a:cubicBezTo>
                    <a:pt x="882" y="4886"/>
                    <a:pt x="1048" y="4928"/>
                    <a:pt x="1225" y="4928"/>
                  </a:cubicBezTo>
                  <a:cubicBezTo>
                    <a:pt x="1933" y="4928"/>
                    <a:pt x="2823" y="4271"/>
                    <a:pt x="3437" y="3232"/>
                  </a:cubicBezTo>
                  <a:cubicBezTo>
                    <a:pt x="4170" y="1964"/>
                    <a:pt x="4170" y="563"/>
                    <a:pt x="3437" y="129"/>
                  </a:cubicBezTo>
                  <a:cubicBezTo>
                    <a:pt x="3283" y="42"/>
                    <a:pt x="3111" y="1"/>
                    <a:pt x="293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52"/>
            <p:cNvSpPr/>
            <p:nvPr/>
          </p:nvSpPr>
          <p:spPr>
            <a:xfrm>
              <a:off x="5213050" y="365915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1"/>
                    <a:pt x="34" y="1558"/>
                    <a:pt x="1" y="2492"/>
                  </a:cubicBezTo>
                  <a:cubicBezTo>
                    <a:pt x="1" y="3103"/>
                    <a:pt x="299" y="3449"/>
                    <a:pt x="731" y="3449"/>
                  </a:cubicBezTo>
                  <a:cubicBezTo>
                    <a:pt x="913" y="3449"/>
                    <a:pt x="1118" y="3388"/>
                    <a:pt x="1335" y="3259"/>
                  </a:cubicBezTo>
                  <a:cubicBezTo>
                    <a:pt x="2136" y="2759"/>
                    <a:pt x="2603" y="1892"/>
                    <a:pt x="2669" y="958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52"/>
            <p:cNvSpPr/>
            <p:nvPr/>
          </p:nvSpPr>
          <p:spPr>
            <a:xfrm>
              <a:off x="4367450" y="2982200"/>
              <a:ext cx="76750" cy="100025"/>
            </a:xfrm>
            <a:custGeom>
              <a:rect b="b" l="l" r="r" t="t"/>
              <a:pathLst>
                <a:path extrusionOk="0" h="4001" w="3070">
                  <a:moveTo>
                    <a:pt x="2232" y="0"/>
                  </a:moveTo>
                  <a:cubicBezTo>
                    <a:pt x="2025" y="0"/>
                    <a:pt x="1788" y="70"/>
                    <a:pt x="1535" y="216"/>
                  </a:cubicBezTo>
                  <a:cubicBezTo>
                    <a:pt x="635" y="816"/>
                    <a:pt x="67" y="1817"/>
                    <a:pt x="1" y="2884"/>
                  </a:cubicBezTo>
                  <a:cubicBezTo>
                    <a:pt x="1" y="3593"/>
                    <a:pt x="352" y="4000"/>
                    <a:pt x="853" y="4000"/>
                  </a:cubicBezTo>
                  <a:cubicBezTo>
                    <a:pt x="1060" y="4000"/>
                    <a:pt x="1292" y="3931"/>
                    <a:pt x="1535" y="3785"/>
                  </a:cubicBezTo>
                  <a:cubicBezTo>
                    <a:pt x="2436" y="3185"/>
                    <a:pt x="3036" y="2184"/>
                    <a:pt x="3070" y="1116"/>
                  </a:cubicBezTo>
                  <a:cubicBezTo>
                    <a:pt x="3070" y="408"/>
                    <a:pt x="2735" y="0"/>
                    <a:pt x="223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52"/>
            <p:cNvSpPr/>
            <p:nvPr/>
          </p:nvSpPr>
          <p:spPr>
            <a:xfrm>
              <a:off x="4244875" y="3380625"/>
              <a:ext cx="59225" cy="76225"/>
            </a:xfrm>
            <a:custGeom>
              <a:rect b="b" l="l" r="r" t="t"/>
              <a:pathLst>
                <a:path extrusionOk="0" h="3049" w="2369">
                  <a:moveTo>
                    <a:pt x="1700" y="1"/>
                  </a:moveTo>
                  <a:cubicBezTo>
                    <a:pt x="1540" y="1"/>
                    <a:pt x="1359" y="51"/>
                    <a:pt x="1168" y="157"/>
                  </a:cubicBezTo>
                  <a:cubicBezTo>
                    <a:pt x="467" y="624"/>
                    <a:pt x="34" y="1391"/>
                    <a:pt x="0" y="2225"/>
                  </a:cubicBezTo>
                  <a:cubicBezTo>
                    <a:pt x="0" y="2746"/>
                    <a:pt x="270" y="3049"/>
                    <a:pt x="653" y="3049"/>
                  </a:cubicBezTo>
                  <a:cubicBezTo>
                    <a:pt x="809" y="3049"/>
                    <a:pt x="984" y="2998"/>
                    <a:pt x="1168" y="2892"/>
                  </a:cubicBezTo>
                  <a:cubicBezTo>
                    <a:pt x="1868" y="2458"/>
                    <a:pt x="2302" y="1691"/>
                    <a:pt x="2369" y="857"/>
                  </a:cubicBezTo>
                  <a:cubicBezTo>
                    <a:pt x="2369" y="311"/>
                    <a:pt x="2098" y="1"/>
                    <a:pt x="17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52"/>
            <p:cNvSpPr/>
            <p:nvPr/>
          </p:nvSpPr>
          <p:spPr>
            <a:xfrm>
              <a:off x="4063075" y="2856925"/>
              <a:ext cx="58400" cy="76200"/>
            </a:xfrm>
            <a:custGeom>
              <a:rect b="b" l="l" r="r" t="t"/>
              <a:pathLst>
                <a:path extrusionOk="0" h="3048" w="2336">
                  <a:moveTo>
                    <a:pt x="1694" y="1"/>
                  </a:moveTo>
                  <a:cubicBezTo>
                    <a:pt x="1538" y="1"/>
                    <a:pt x="1360" y="51"/>
                    <a:pt x="1168" y="156"/>
                  </a:cubicBezTo>
                  <a:cubicBezTo>
                    <a:pt x="467" y="623"/>
                    <a:pt x="34" y="1357"/>
                    <a:pt x="0" y="2191"/>
                  </a:cubicBezTo>
                  <a:cubicBezTo>
                    <a:pt x="0" y="2738"/>
                    <a:pt x="254" y="3048"/>
                    <a:pt x="642" y="3048"/>
                  </a:cubicBezTo>
                  <a:cubicBezTo>
                    <a:pt x="798" y="3048"/>
                    <a:pt x="976" y="2997"/>
                    <a:pt x="1168" y="2892"/>
                  </a:cubicBezTo>
                  <a:cubicBezTo>
                    <a:pt x="1868" y="2425"/>
                    <a:pt x="2302" y="1658"/>
                    <a:pt x="2335" y="857"/>
                  </a:cubicBezTo>
                  <a:cubicBezTo>
                    <a:pt x="2335" y="310"/>
                    <a:pt x="2081" y="1"/>
                    <a:pt x="16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52"/>
            <p:cNvSpPr/>
            <p:nvPr/>
          </p:nvSpPr>
          <p:spPr>
            <a:xfrm>
              <a:off x="5486600" y="3479350"/>
              <a:ext cx="45050" cy="57775"/>
            </a:xfrm>
            <a:custGeom>
              <a:rect b="b" l="l" r="r" t="t"/>
              <a:pathLst>
                <a:path extrusionOk="0" h="2311" w="1802">
                  <a:moveTo>
                    <a:pt x="1291" y="0"/>
                  </a:moveTo>
                  <a:cubicBezTo>
                    <a:pt x="1173" y="0"/>
                    <a:pt x="1041" y="36"/>
                    <a:pt x="901" y="111"/>
                  </a:cubicBezTo>
                  <a:cubicBezTo>
                    <a:pt x="367" y="444"/>
                    <a:pt x="33" y="1045"/>
                    <a:pt x="0" y="1678"/>
                  </a:cubicBezTo>
                  <a:cubicBezTo>
                    <a:pt x="0" y="2076"/>
                    <a:pt x="197" y="2310"/>
                    <a:pt x="488" y="2310"/>
                  </a:cubicBezTo>
                  <a:cubicBezTo>
                    <a:pt x="611" y="2310"/>
                    <a:pt x="752" y="2268"/>
                    <a:pt x="901" y="2179"/>
                  </a:cubicBezTo>
                  <a:cubicBezTo>
                    <a:pt x="1434" y="1845"/>
                    <a:pt x="1768" y="1278"/>
                    <a:pt x="1801" y="644"/>
                  </a:cubicBezTo>
                  <a:cubicBezTo>
                    <a:pt x="1801" y="236"/>
                    <a:pt x="1594" y="0"/>
                    <a:pt x="129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52"/>
            <p:cNvSpPr/>
            <p:nvPr/>
          </p:nvSpPr>
          <p:spPr>
            <a:xfrm>
              <a:off x="4784175" y="1506675"/>
              <a:ext cx="230425" cy="429350"/>
            </a:xfrm>
            <a:custGeom>
              <a:rect b="b" l="l" r="r" t="t"/>
              <a:pathLst>
                <a:path extrusionOk="0" h="17174" w="9217">
                  <a:moveTo>
                    <a:pt x="258" y="0"/>
                  </a:moveTo>
                  <a:cubicBezTo>
                    <a:pt x="123" y="0"/>
                    <a:pt x="0" y="140"/>
                    <a:pt x="110" y="295"/>
                  </a:cubicBezTo>
                  <a:lnTo>
                    <a:pt x="8817" y="17073"/>
                  </a:lnTo>
                  <a:cubicBezTo>
                    <a:pt x="8850" y="17140"/>
                    <a:pt x="8917" y="17173"/>
                    <a:pt x="8983" y="17173"/>
                  </a:cubicBezTo>
                  <a:lnTo>
                    <a:pt x="9083" y="17173"/>
                  </a:lnTo>
                  <a:cubicBezTo>
                    <a:pt x="9150" y="17107"/>
                    <a:pt x="9217" y="17006"/>
                    <a:pt x="9150" y="16906"/>
                  </a:cubicBezTo>
                  <a:lnTo>
                    <a:pt x="444" y="128"/>
                  </a:lnTo>
                  <a:cubicBezTo>
                    <a:pt x="399" y="37"/>
                    <a:pt x="327" y="0"/>
                    <a:pt x="25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52"/>
            <p:cNvSpPr/>
            <p:nvPr/>
          </p:nvSpPr>
          <p:spPr>
            <a:xfrm>
              <a:off x="5074625" y="1641000"/>
              <a:ext cx="206000" cy="265825"/>
            </a:xfrm>
            <a:custGeom>
              <a:rect b="b" l="l" r="r" t="t"/>
              <a:pathLst>
                <a:path extrusionOk="0" h="10633" w="8240">
                  <a:moveTo>
                    <a:pt x="8140" y="0"/>
                  </a:moveTo>
                  <a:cubicBezTo>
                    <a:pt x="8115" y="0"/>
                    <a:pt x="8090" y="9"/>
                    <a:pt x="8073" y="25"/>
                  </a:cubicBezTo>
                  <a:lnTo>
                    <a:pt x="34" y="10499"/>
                  </a:lnTo>
                  <a:cubicBezTo>
                    <a:pt x="1" y="10533"/>
                    <a:pt x="1" y="10599"/>
                    <a:pt x="34" y="10633"/>
                  </a:cubicBezTo>
                  <a:lnTo>
                    <a:pt x="67" y="10633"/>
                  </a:lnTo>
                  <a:cubicBezTo>
                    <a:pt x="101" y="10633"/>
                    <a:pt x="134" y="10633"/>
                    <a:pt x="167" y="10599"/>
                  </a:cubicBezTo>
                  <a:lnTo>
                    <a:pt x="8206" y="159"/>
                  </a:lnTo>
                  <a:cubicBezTo>
                    <a:pt x="8240" y="125"/>
                    <a:pt x="8240" y="59"/>
                    <a:pt x="8206" y="25"/>
                  </a:cubicBezTo>
                  <a:cubicBezTo>
                    <a:pt x="8190" y="9"/>
                    <a:pt x="8165" y="0"/>
                    <a:pt x="814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52"/>
            <p:cNvSpPr/>
            <p:nvPr/>
          </p:nvSpPr>
          <p:spPr>
            <a:xfrm>
              <a:off x="5045450" y="1679975"/>
              <a:ext cx="60900" cy="221850"/>
            </a:xfrm>
            <a:custGeom>
              <a:rect b="b" l="l" r="r" t="t"/>
              <a:pathLst>
                <a:path extrusionOk="0" h="8874" w="2436">
                  <a:moveTo>
                    <a:pt x="2368" y="1"/>
                  </a:moveTo>
                  <a:cubicBezTo>
                    <a:pt x="2302" y="1"/>
                    <a:pt x="2268" y="34"/>
                    <a:pt x="2268" y="67"/>
                  </a:cubicBezTo>
                  <a:lnTo>
                    <a:pt x="0" y="8774"/>
                  </a:lnTo>
                  <a:cubicBezTo>
                    <a:pt x="0" y="8807"/>
                    <a:pt x="33" y="8840"/>
                    <a:pt x="67" y="8874"/>
                  </a:cubicBezTo>
                  <a:lnTo>
                    <a:pt x="100" y="8874"/>
                  </a:lnTo>
                  <a:cubicBezTo>
                    <a:pt x="134" y="8874"/>
                    <a:pt x="167" y="8840"/>
                    <a:pt x="167" y="8807"/>
                  </a:cubicBezTo>
                  <a:lnTo>
                    <a:pt x="2435" y="101"/>
                  </a:lnTo>
                  <a:cubicBezTo>
                    <a:pt x="2435" y="67"/>
                    <a:pt x="2402" y="1"/>
                    <a:pt x="236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52"/>
            <p:cNvSpPr/>
            <p:nvPr/>
          </p:nvSpPr>
          <p:spPr>
            <a:xfrm>
              <a:off x="5040425" y="2006675"/>
              <a:ext cx="46725" cy="228725"/>
            </a:xfrm>
            <a:custGeom>
              <a:rect b="b" l="l" r="r" t="t"/>
              <a:pathLst>
                <a:path extrusionOk="0" h="9149" w="1869">
                  <a:moveTo>
                    <a:pt x="219" y="0"/>
                  </a:moveTo>
                  <a:cubicBezTo>
                    <a:pt x="202" y="0"/>
                    <a:pt x="185" y="3"/>
                    <a:pt x="168" y="9"/>
                  </a:cubicBezTo>
                  <a:cubicBezTo>
                    <a:pt x="68" y="9"/>
                    <a:pt x="1" y="109"/>
                    <a:pt x="1" y="209"/>
                  </a:cubicBezTo>
                  <a:lnTo>
                    <a:pt x="1469" y="8982"/>
                  </a:lnTo>
                  <a:cubicBezTo>
                    <a:pt x="1502" y="9082"/>
                    <a:pt x="1569" y="9149"/>
                    <a:pt x="1669" y="9149"/>
                  </a:cubicBezTo>
                  <a:lnTo>
                    <a:pt x="1702" y="9149"/>
                  </a:lnTo>
                  <a:cubicBezTo>
                    <a:pt x="1802" y="9115"/>
                    <a:pt x="1869" y="9015"/>
                    <a:pt x="1836" y="8915"/>
                  </a:cubicBezTo>
                  <a:lnTo>
                    <a:pt x="368" y="175"/>
                  </a:lnTo>
                  <a:cubicBezTo>
                    <a:pt x="368" y="65"/>
                    <a:pt x="299" y="0"/>
                    <a:pt x="21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52"/>
            <p:cNvSpPr/>
            <p:nvPr/>
          </p:nvSpPr>
          <p:spPr>
            <a:xfrm>
              <a:off x="5130500" y="2020225"/>
              <a:ext cx="71750" cy="196825"/>
            </a:xfrm>
            <a:custGeom>
              <a:rect b="b" l="l" r="r" t="t"/>
              <a:pathLst>
                <a:path extrusionOk="0" h="7873" w="2870">
                  <a:moveTo>
                    <a:pt x="2803" y="0"/>
                  </a:moveTo>
                  <a:cubicBezTo>
                    <a:pt x="2769" y="0"/>
                    <a:pt x="2702" y="0"/>
                    <a:pt x="2702" y="67"/>
                  </a:cubicBezTo>
                  <a:lnTo>
                    <a:pt x="1" y="7739"/>
                  </a:lnTo>
                  <a:cubicBezTo>
                    <a:pt x="1" y="7806"/>
                    <a:pt x="1" y="7839"/>
                    <a:pt x="67" y="7873"/>
                  </a:cubicBezTo>
                  <a:lnTo>
                    <a:pt x="101" y="7873"/>
                  </a:lnTo>
                  <a:cubicBezTo>
                    <a:pt x="134" y="7873"/>
                    <a:pt x="134" y="7839"/>
                    <a:pt x="167" y="7806"/>
                  </a:cubicBezTo>
                  <a:lnTo>
                    <a:pt x="2869" y="100"/>
                  </a:lnTo>
                  <a:cubicBezTo>
                    <a:pt x="2869" y="67"/>
                    <a:pt x="2836" y="34"/>
                    <a:pt x="280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52"/>
            <p:cNvSpPr/>
            <p:nvPr/>
          </p:nvSpPr>
          <p:spPr>
            <a:xfrm>
              <a:off x="4949550" y="2317925"/>
              <a:ext cx="81750" cy="30050"/>
            </a:xfrm>
            <a:custGeom>
              <a:rect b="b" l="l" r="r" t="t"/>
              <a:pathLst>
                <a:path extrusionOk="0" h="1202" w="3270">
                  <a:moveTo>
                    <a:pt x="3169" y="1"/>
                  </a:moveTo>
                  <a:lnTo>
                    <a:pt x="67" y="1035"/>
                  </a:lnTo>
                  <a:cubicBezTo>
                    <a:pt x="0" y="1068"/>
                    <a:pt x="0" y="1102"/>
                    <a:pt x="0" y="1135"/>
                  </a:cubicBezTo>
                  <a:cubicBezTo>
                    <a:pt x="0" y="1168"/>
                    <a:pt x="33" y="1202"/>
                    <a:pt x="67" y="1202"/>
                  </a:cubicBezTo>
                  <a:lnTo>
                    <a:pt x="100" y="1202"/>
                  </a:lnTo>
                  <a:lnTo>
                    <a:pt x="3202" y="168"/>
                  </a:lnTo>
                  <a:cubicBezTo>
                    <a:pt x="3269" y="134"/>
                    <a:pt x="3269" y="101"/>
                    <a:pt x="3269" y="68"/>
                  </a:cubicBezTo>
                  <a:cubicBezTo>
                    <a:pt x="3236" y="1"/>
                    <a:pt x="3202" y="1"/>
                    <a:pt x="316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52"/>
            <p:cNvSpPr/>
            <p:nvPr/>
          </p:nvSpPr>
          <p:spPr>
            <a:xfrm>
              <a:off x="5041275" y="2374000"/>
              <a:ext cx="49675" cy="319225"/>
            </a:xfrm>
            <a:custGeom>
              <a:rect b="b" l="l" r="r" t="t"/>
              <a:pathLst>
                <a:path extrusionOk="0" h="12769" w="1987">
                  <a:moveTo>
                    <a:pt x="1790" y="0"/>
                  </a:moveTo>
                  <a:cubicBezTo>
                    <a:pt x="1704" y="0"/>
                    <a:pt x="1617" y="51"/>
                    <a:pt x="1601" y="160"/>
                  </a:cubicBezTo>
                  <a:lnTo>
                    <a:pt x="0" y="12535"/>
                  </a:lnTo>
                  <a:cubicBezTo>
                    <a:pt x="0" y="12635"/>
                    <a:pt x="67" y="12735"/>
                    <a:pt x="167" y="12769"/>
                  </a:cubicBezTo>
                  <a:lnTo>
                    <a:pt x="200" y="12769"/>
                  </a:lnTo>
                  <a:cubicBezTo>
                    <a:pt x="301" y="12769"/>
                    <a:pt x="367" y="12702"/>
                    <a:pt x="401" y="12602"/>
                  </a:cubicBezTo>
                  <a:lnTo>
                    <a:pt x="1968" y="193"/>
                  </a:lnTo>
                  <a:cubicBezTo>
                    <a:pt x="1986" y="68"/>
                    <a:pt x="1889" y="0"/>
                    <a:pt x="179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52"/>
            <p:cNvSpPr/>
            <p:nvPr/>
          </p:nvSpPr>
          <p:spPr>
            <a:xfrm>
              <a:off x="5117150" y="2476800"/>
              <a:ext cx="226025" cy="232275"/>
            </a:xfrm>
            <a:custGeom>
              <a:rect b="b" l="l" r="r" t="t"/>
              <a:pathLst>
                <a:path extrusionOk="0" h="9291" w="9041">
                  <a:moveTo>
                    <a:pt x="8820" y="0"/>
                  </a:moveTo>
                  <a:cubicBezTo>
                    <a:pt x="8774" y="0"/>
                    <a:pt x="8724" y="17"/>
                    <a:pt x="8674" y="50"/>
                  </a:cubicBezTo>
                  <a:lnTo>
                    <a:pt x="68" y="8957"/>
                  </a:lnTo>
                  <a:cubicBezTo>
                    <a:pt x="1" y="9024"/>
                    <a:pt x="1" y="9157"/>
                    <a:pt x="68" y="9224"/>
                  </a:cubicBezTo>
                  <a:cubicBezTo>
                    <a:pt x="101" y="9257"/>
                    <a:pt x="134" y="9290"/>
                    <a:pt x="201" y="9290"/>
                  </a:cubicBezTo>
                  <a:cubicBezTo>
                    <a:pt x="234" y="9290"/>
                    <a:pt x="301" y="9257"/>
                    <a:pt x="334" y="9224"/>
                  </a:cubicBezTo>
                  <a:lnTo>
                    <a:pt x="8941" y="317"/>
                  </a:lnTo>
                  <a:cubicBezTo>
                    <a:pt x="9041" y="251"/>
                    <a:pt x="9041" y="117"/>
                    <a:pt x="8941" y="50"/>
                  </a:cubicBezTo>
                  <a:cubicBezTo>
                    <a:pt x="8907" y="17"/>
                    <a:pt x="8866" y="0"/>
                    <a:pt x="882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52"/>
            <p:cNvSpPr/>
            <p:nvPr/>
          </p:nvSpPr>
          <p:spPr>
            <a:xfrm>
              <a:off x="4907000" y="2715175"/>
              <a:ext cx="71750" cy="41425"/>
            </a:xfrm>
            <a:custGeom>
              <a:rect b="b" l="l" r="r" t="t"/>
              <a:pathLst>
                <a:path extrusionOk="0" h="1657" w="2870">
                  <a:moveTo>
                    <a:pt x="66" y="0"/>
                  </a:moveTo>
                  <a:cubicBezTo>
                    <a:pt x="40" y="0"/>
                    <a:pt x="20" y="17"/>
                    <a:pt x="1" y="56"/>
                  </a:cubicBezTo>
                  <a:cubicBezTo>
                    <a:pt x="1" y="89"/>
                    <a:pt x="1" y="122"/>
                    <a:pt x="34" y="156"/>
                  </a:cubicBezTo>
                  <a:lnTo>
                    <a:pt x="2703" y="1657"/>
                  </a:lnTo>
                  <a:lnTo>
                    <a:pt x="2769" y="1657"/>
                  </a:lnTo>
                  <a:cubicBezTo>
                    <a:pt x="2803" y="1657"/>
                    <a:pt x="2836" y="1623"/>
                    <a:pt x="2836" y="1590"/>
                  </a:cubicBezTo>
                  <a:cubicBezTo>
                    <a:pt x="2870" y="1557"/>
                    <a:pt x="2836" y="1490"/>
                    <a:pt x="2803" y="1490"/>
                  </a:cubicBezTo>
                  <a:lnTo>
                    <a:pt x="134" y="22"/>
                  </a:lnTo>
                  <a:cubicBezTo>
                    <a:pt x="107" y="8"/>
                    <a:pt x="85" y="0"/>
                    <a:pt x="6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52"/>
            <p:cNvSpPr/>
            <p:nvPr/>
          </p:nvSpPr>
          <p:spPr>
            <a:xfrm>
              <a:off x="4833625" y="2830175"/>
              <a:ext cx="113425" cy="90725"/>
            </a:xfrm>
            <a:custGeom>
              <a:rect b="b" l="l" r="r" t="t"/>
              <a:pathLst>
                <a:path extrusionOk="0" h="3629" w="4537">
                  <a:moveTo>
                    <a:pt x="4437" y="1"/>
                  </a:moveTo>
                  <a:cubicBezTo>
                    <a:pt x="4412" y="1"/>
                    <a:pt x="4387" y="9"/>
                    <a:pt x="4370" y="26"/>
                  </a:cubicBezTo>
                  <a:lnTo>
                    <a:pt x="34" y="3461"/>
                  </a:lnTo>
                  <a:cubicBezTo>
                    <a:pt x="0" y="3495"/>
                    <a:pt x="0" y="3561"/>
                    <a:pt x="34" y="3595"/>
                  </a:cubicBezTo>
                  <a:cubicBezTo>
                    <a:pt x="67" y="3595"/>
                    <a:pt x="67" y="3628"/>
                    <a:pt x="100" y="3628"/>
                  </a:cubicBezTo>
                  <a:cubicBezTo>
                    <a:pt x="134" y="3628"/>
                    <a:pt x="134" y="3595"/>
                    <a:pt x="167" y="3595"/>
                  </a:cubicBezTo>
                  <a:lnTo>
                    <a:pt x="4504" y="159"/>
                  </a:lnTo>
                  <a:cubicBezTo>
                    <a:pt x="4537" y="126"/>
                    <a:pt x="4537" y="59"/>
                    <a:pt x="4504" y="26"/>
                  </a:cubicBezTo>
                  <a:cubicBezTo>
                    <a:pt x="4487" y="9"/>
                    <a:pt x="4462" y="1"/>
                    <a:pt x="443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52"/>
            <p:cNvSpPr/>
            <p:nvPr/>
          </p:nvSpPr>
          <p:spPr>
            <a:xfrm>
              <a:off x="4768575" y="2702875"/>
              <a:ext cx="70075" cy="218025"/>
            </a:xfrm>
            <a:custGeom>
              <a:rect b="b" l="l" r="r" t="t"/>
              <a:pathLst>
                <a:path extrusionOk="0" h="8721" w="2803">
                  <a:moveTo>
                    <a:pt x="117" y="0"/>
                  </a:moveTo>
                  <a:cubicBezTo>
                    <a:pt x="103" y="0"/>
                    <a:pt x="87" y="4"/>
                    <a:pt x="67" y="14"/>
                  </a:cubicBezTo>
                  <a:cubicBezTo>
                    <a:pt x="34" y="14"/>
                    <a:pt x="1" y="47"/>
                    <a:pt x="34" y="114"/>
                  </a:cubicBezTo>
                  <a:lnTo>
                    <a:pt x="2636" y="8653"/>
                  </a:lnTo>
                  <a:cubicBezTo>
                    <a:pt x="2636" y="8687"/>
                    <a:pt x="2669" y="8720"/>
                    <a:pt x="2702" y="8720"/>
                  </a:cubicBezTo>
                  <a:lnTo>
                    <a:pt x="2736" y="8720"/>
                  </a:lnTo>
                  <a:cubicBezTo>
                    <a:pt x="2803" y="8687"/>
                    <a:pt x="2803" y="8653"/>
                    <a:pt x="2803" y="8587"/>
                  </a:cubicBezTo>
                  <a:lnTo>
                    <a:pt x="167" y="47"/>
                  </a:lnTo>
                  <a:cubicBezTo>
                    <a:pt x="167" y="24"/>
                    <a:pt x="151" y="0"/>
                    <a:pt x="11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52"/>
            <p:cNvSpPr/>
            <p:nvPr/>
          </p:nvSpPr>
          <p:spPr>
            <a:xfrm>
              <a:off x="4731050" y="2900525"/>
              <a:ext cx="108425" cy="20375"/>
            </a:xfrm>
            <a:custGeom>
              <a:rect b="b" l="l" r="r" t="t"/>
              <a:pathLst>
                <a:path extrusionOk="0" h="815" w="4337">
                  <a:moveTo>
                    <a:pt x="54" y="0"/>
                  </a:moveTo>
                  <a:cubicBezTo>
                    <a:pt x="18" y="0"/>
                    <a:pt x="0" y="31"/>
                    <a:pt x="0" y="80"/>
                  </a:cubicBezTo>
                  <a:cubicBezTo>
                    <a:pt x="0" y="114"/>
                    <a:pt x="34" y="180"/>
                    <a:pt x="67" y="180"/>
                  </a:cubicBezTo>
                  <a:lnTo>
                    <a:pt x="4203" y="814"/>
                  </a:lnTo>
                  <a:lnTo>
                    <a:pt x="4237" y="814"/>
                  </a:lnTo>
                  <a:cubicBezTo>
                    <a:pt x="4337" y="814"/>
                    <a:pt x="4337" y="647"/>
                    <a:pt x="4237" y="647"/>
                  </a:cubicBezTo>
                  <a:lnTo>
                    <a:pt x="101" y="14"/>
                  </a:lnTo>
                  <a:cubicBezTo>
                    <a:pt x="83" y="5"/>
                    <a:pt x="67" y="0"/>
                    <a:pt x="5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52"/>
            <p:cNvSpPr/>
            <p:nvPr/>
          </p:nvSpPr>
          <p:spPr>
            <a:xfrm>
              <a:off x="5117150" y="2799100"/>
              <a:ext cx="377800" cy="42575"/>
            </a:xfrm>
            <a:custGeom>
              <a:rect b="b" l="l" r="r" t="t"/>
              <a:pathLst>
                <a:path extrusionOk="0" h="1703" w="15112">
                  <a:moveTo>
                    <a:pt x="234" y="1"/>
                  </a:moveTo>
                  <a:cubicBezTo>
                    <a:pt x="134" y="1"/>
                    <a:pt x="34" y="101"/>
                    <a:pt x="1" y="201"/>
                  </a:cubicBezTo>
                  <a:cubicBezTo>
                    <a:pt x="1" y="301"/>
                    <a:pt x="68" y="401"/>
                    <a:pt x="201" y="401"/>
                  </a:cubicBezTo>
                  <a:lnTo>
                    <a:pt x="14911" y="1702"/>
                  </a:lnTo>
                  <a:cubicBezTo>
                    <a:pt x="15012" y="1702"/>
                    <a:pt x="15112" y="1636"/>
                    <a:pt x="15112" y="1502"/>
                  </a:cubicBezTo>
                  <a:cubicBezTo>
                    <a:pt x="15112" y="1402"/>
                    <a:pt x="15045" y="1302"/>
                    <a:pt x="14945" y="1302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52"/>
            <p:cNvSpPr/>
            <p:nvPr/>
          </p:nvSpPr>
          <p:spPr>
            <a:xfrm>
              <a:off x="4934525" y="2671075"/>
              <a:ext cx="206000" cy="262325"/>
            </a:xfrm>
            <a:custGeom>
              <a:rect b="b" l="l" r="r" t="t"/>
              <a:pathLst>
                <a:path extrusionOk="0" h="10493" w="8240">
                  <a:moveTo>
                    <a:pt x="5810" y="682"/>
                  </a:moveTo>
                  <a:cubicBezTo>
                    <a:pt x="6117" y="682"/>
                    <a:pt x="6397" y="751"/>
                    <a:pt x="6639" y="886"/>
                  </a:cubicBezTo>
                  <a:cubicBezTo>
                    <a:pt x="7239" y="1253"/>
                    <a:pt x="7573" y="2020"/>
                    <a:pt x="7573" y="3054"/>
                  </a:cubicBezTo>
                  <a:cubicBezTo>
                    <a:pt x="7573" y="5355"/>
                    <a:pt x="5938" y="8191"/>
                    <a:pt x="3937" y="9358"/>
                  </a:cubicBezTo>
                  <a:cubicBezTo>
                    <a:pt x="3388" y="9663"/>
                    <a:pt x="2864" y="9820"/>
                    <a:pt x="2402" y="9820"/>
                  </a:cubicBezTo>
                  <a:cubicBezTo>
                    <a:pt x="2106" y="9820"/>
                    <a:pt x="1836" y="9755"/>
                    <a:pt x="1602" y="9625"/>
                  </a:cubicBezTo>
                  <a:cubicBezTo>
                    <a:pt x="1001" y="9258"/>
                    <a:pt x="668" y="8491"/>
                    <a:pt x="668" y="7457"/>
                  </a:cubicBezTo>
                  <a:cubicBezTo>
                    <a:pt x="668" y="5122"/>
                    <a:pt x="2269" y="2320"/>
                    <a:pt x="4304" y="1152"/>
                  </a:cubicBezTo>
                  <a:cubicBezTo>
                    <a:pt x="4841" y="834"/>
                    <a:pt x="5355" y="682"/>
                    <a:pt x="5810" y="682"/>
                  </a:cubicBezTo>
                  <a:close/>
                  <a:moveTo>
                    <a:pt x="5790" y="1"/>
                  </a:moveTo>
                  <a:cubicBezTo>
                    <a:pt x="5215" y="1"/>
                    <a:pt x="4587" y="189"/>
                    <a:pt x="3937" y="552"/>
                  </a:cubicBezTo>
                  <a:cubicBezTo>
                    <a:pt x="1769" y="1820"/>
                    <a:pt x="1" y="4922"/>
                    <a:pt x="1" y="7457"/>
                  </a:cubicBezTo>
                  <a:cubicBezTo>
                    <a:pt x="1" y="8758"/>
                    <a:pt x="434" y="9725"/>
                    <a:pt x="1268" y="10192"/>
                  </a:cubicBezTo>
                  <a:cubicBezTo>
                    <a:pt x="1602" y="10392"/>
                    <a:pt x="2002" y="10493"/>
                    <a:pt x="2436" y="10493"/>
                  </a:cubicBezTo>
                  <a:cubicBezTo>
                    <a:pt x="3069" y="10459"/>
                    <a:pt x="3737" y="10259"/>
                    <a:pt x="4304" y="9925"/>
                  </a:cubicBezTo>
                  <a:cubicBezTo>
                    <a:pt x="6472" y="8658"/>
                    <a:pt x="8240" y="5589"/>
                    <a:pt x="8240" y="3054"/>
                  </a:cubicBezTo>
                  <a:cubicBezTo>
                    <a:pt x="8240" y="1753"/>
                    <a:pt x="7806" y="786"/>
                    <a:pt x="6972" y="319"/>
                  </a:cubicBezTo>
                  <a:cubicBezTo>
                    <a:pt x="6616" y="105"/>
                    <a:pt x="6218" y="1"/>
                    <a:pt x="579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52"/>
            <p:cNvSpPr/>
            <p:nvPr/>
          </p:nvSpPr>
          <p:spPr>
            <a:xfrm>
              <a:off x="4981225" y="2729925"/>
              <a:ext cx="112600" cy="145075"/>
            </a:xfrm>
            <a:custGeom>
              <a:rect b="b" l="l" r="r" t="t"/>
              <a:pathLst>
                <a:path extrusionOk="0" h="5803" w="4504">
                  <a:moveTo>
                    <a:pt x="3264" y="0"/>
                  </a:moveTo>
                  <a:cubicBezTo>
                    <a:pt x="2964" y="0"/>
                    <a:pt x="2626" y="97"/>
                    <a:pt x="2269" y="300"/>
                  </a:cubicBezTo>
                  <a:cubicBezTo>
                    <a:pt x="935" y="1167"/>
                    <a:pt x="101" y="2601"/>
                    <a:pt x="1" y="4202"/>
                  </a:cubicBezTo>
                  <a:cubicBezTo>
                    <a:pt x="1" y="5221"/>
                    <a:pt x="506" y="5803"/>
                    <a:pt x="1253" y="5803"/>
                  </a:cubicBezTo>
                  <a:cubicBezTo>
                    <a:pt x="1557" y="5803"/>
                    <a:pt x="1902" y="5706"/>
                    <a:pt x="2269" y="5503"/>
                  </a:cubicBezTo>
                  <a:cubicBezTo>
                    <a:pt x="3570" y="4636"/>
                    <a:pt x="4404" y="3168"/>
                    <a:pt x="4504" y="1600"/>
                  </a:cubicBezTo>
                  <a:cubicBezTo>
                    <a:pt x="4504" y="581"/>
                    <a:pt x="3999" y="0"/>
                    <a:pt x="326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52"/>
            <p:cNvSpPr/>
            <p:nvPr/>
          </p:nvSpPr>
          <p:spPr>
            <a:xfrm>
              <a:off x="5467400" y="2716175"/>
              <a:ext cx="206850" cy="262250"/>
            </a:xfrm>
            <a:custGeom>
              <a:rect b="b" l="l" r="r" t="t"/>
              <a:pathLst>
                <a:path extrusionOk="0" h="10490" w="8274">
                  <a:moveTo>
                    <a:pt x="5838" y="683"/>
                  </a:moveTo>
                  <a:cubicBezTo>
                    <a:pt x="6105" y="683"/>
                    <a:pt x="6405" y="749"/>
                    <a:pt x="6639" y="883"/>
                  </a:cubicBezTo>
                  <a:cubicBezTo>
                    <a:pt x="7273" y="1250"/>
                    <a:pt x="7606" y="2017"/>
                    <a:pt x="7606" y="3051"/>
                  </a:cubicBezTo>
                  <a:cubicBezTo>
                    <a:pt x="7606" y="5353"/>
                    <a:pt x="5972" y="8188"/>
                    <a:pt x="3970" y="9356"/>
                  </a:cubicBezTo>
                  <a:cubicBezTo>
                    <a:pt x="3421" y="9661"/>
                    <a:pt x="2885" y="9817"/>
                    <a:pt x="2414" y="9817"/>
                  </a:cubicBezTo>
                  <a:cubicBezTo>
                    <a:pt x="2112" y="9817"/>
                    <a:pt x="1836" y="9753"/>
                    <a:pt x="1602" y="9623"/>
                  </a:cubicBezTo>
                  <a:cubicBezTo>
                    <a:pt x="1002" y="9256"/>
                    <a:pt x="668" y="8488"/>
                    <a:pt x="668" y="7454"/>
                  </a:cubicBezTo>
                  <a:cubicBezTo>
                    <a:pt x="668" y="5119"/>
                    <a:pt x="2302" y="2317"/>
                    <a:pt x="4304" y="1150"/>
                  </a:cubicBezTo>
                  <a:cubicBezTo>
                    <a:pt x="4771" y="850"/>
                    <a:pt x="5271" y="716"/>
                    <a:pt x="5838" y="683"/>
                  </a:cubicBezTo>
                  <a:close/>
                  <a:moveTo>
                    <a:pt x="5833" y="1"/>
                  </a:moveTo>
                  <a:cubicBezTo>
                    <a:pt x="5260" y="1"/>
                    <a:pt x="4626" y="197"/>
                    <a:pt x="3970" y="583"/>
                  </a:cubicBezTo>
                  <a:cubicBezTo>
                    <a:pt x="1769" y="1850"/>
                    <a:pt x="1" y="4919"/>
                    <a:pt x="1" y="7454"/>
                  </a:cubicBezTo>
                  <a:cubicBezTo>
                    <a:pt x="1" y="8755"/>
                    <a:pt x="434" y="9723"/>
                    <a:pt x="1268" y="10190"/>
                  </a:cubicBezTo>
                  <a:cubicBezTo>
                    <a:pt x="1635" y="10390"/>
                    <a:pt x="2036" y="10490"/>
                    <a:pt x="2436" y="10490"/>
                  </a:cubicBezTo>
                  <a:cubicBezTo>
                    <a:pt x="3103" y="10490"/>
                    <a:pt x="3737" y="10290"/>
                    <a:pt x="4304" y="9923"/>
                  </a:cubicBezTo>
                  <a:cubicBezTo>
                    <a:pt x="6472" y="8655"/>
                    <a:pt x="8273" y="5586"/>
                    <a:pt x="8273" y="3051"/>
                  </a:cubicBezTo>
                  <a:cubicBezTo>
                    <a:pt x="8273" y="1750"/>
                    <a:pt x="7806" y="783"/>
                    <a:pt x="6972" y="316"/>
                  </a:cubicBezTo>
                  <a:cubicBezTo>
                    <a:pt x="6635" y="105"/>
                    <a:pt x="6250" y="1"/>
                    <a:pt x="583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52"/>
            <p:cNvSpPr/>
            <p:nvPr/>
          </p:nvSpPr>
          <p:spPr>
            <a:xfrm>
              <a:off x="5514950" y="2774950"/>
              <a:ext cx="111775" cy="145075"/>
            </a:xfrm>
            <a:custGeom>
              <a:rect b="b" l="l" r="r" t="t"/>
              <a:pathLst>
                <a:path extrusionOk="0" h="5803" w="4471">
                  <a:moveTo>
                    <a:pt x="3230" y="0"/>
                  </a:moveTo>
                  <a:cubicBezTo>
                    <a:pt x="2930" y="0"/>
                    <a:pt x="2593" y="97"/>
                    <a:pt x="2235" y="300"/>
                  </a:cubicBezTo>
                  <a:cubicBezTo>
                    <a:pt x="901" y="1167"/>
                    <a:pt x="67" y="2602"/>
                    <a:pt x="0" y="4203"/>
                  </a:cubicBezTo>
                  <a:cubicBezTo>
                    <a:pt x="0" y="5222"/>
                    <a:pt x="488" y="5803"/>
                    <a:pt x="1226" y="5803"/>
                  </a:cubicBezTo>
                  <a:cubicBezTo>
                    <a:pt x="1526" y="5803"/>
                    <a:pt x="1868" y="5706"/>
                    <a:pt x="2235" y="5504"/>
                  </a:cubicBezTo>
                  <a:cubicBezTo>
                    <a:pt x="3569" y="4636"/>
                    <a:pt x="4370" y="3169"/>
                    <a:pt x="4470" y="1601"/>
                  </a:cubicBezTo>
                  <a:cubicBezTo>
                    <a:pt x="4470" y="582"/>
                    <a:pt x="3965" y="0"/>
                    <a:pt x="323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52"/>
            <p:cNvSpPr/>
            <p:nvPr/>
          </p:nvSpPr>
          <p:spPr>
            <a:xfrm>
              <a:off x="5326475" y="2325225"/>
              <a:ext cx="143450" cy="182025"/>
            </a:xfrm>
            <a:custGeom>
              <a:rect b="b" l="l" r="r" t="t"/>
              <a:pathLst>
                <a:path extrusionOk="0" h="7281" w="5738">
                  <a:moveTo>
                    <a:pt x="4070" y="476"/>
                  </a:moveTo>
                  <a:cubicBezTo>
                    <a:pt x="4270" y="476"/>
                    <a:pt x="4437" y="509"/>
                    <a:pt x="4637" y="610"/>
                  </a:cubicBezTo>
                  <a:cubicBezTo>
                    <a:pt x="5037" y="876"/>
                    <a:pt x="5271" y="1410"/>
                    <a:pt x="5271" y="2111"/>
                  </a:cubicBezTo>
                  <a:cubicBezTo>
                    <a:pt x="5171" y="3879"/>
                    <a:pt x="4237" y="5513"/>
                    <a:pt x="2769" y="6480"/>
                  </a:cubicBezTo>
                  <a:cubicBezTo>
                    <a:pt x="2382" y="6705"/>
                    <a:pt x="2019" y="6817"/>
                    <a:pt x="1697" y="6817"/>
                  </a:cubicBezTo>
                  <a:cubicBezTo>
                    <a:pt x="1492" y="6817"/>
                    <a:pt x="1303" y="6771"/>
                    <a:pt x="1135" y="6681"/>
                  </a:cubicBezTo>
                  <a:cubicBezTo>
                    <a:pt x="701" y="6414"/>
                    <a:pt x="467" y="5880"/>
                    <a:pt x="467" y="5179"/>
                  </a:cubicBezTo>
                  <a:cubicBezTo>
                    <a:pt x="568" y="3378"/>
                    <a:pt x="1502" y="1777"/>
                    <a:pt x="3003" y="810"/>
                  </a:cubicBezTo>
                  <a:cubicBezTo>
                    <a:pt x="3303" y="610"/>
                    <a:pt x="3670" y="476"/>
                    <a:pt x="4070" y="476"/>
                  </a:cubicBezTo>
                  <a:close/>
                  <a:moveTo>
                    <a:pt x="4051" y="1"/>
                  </a:moveTo>
                  <a:cubicBezTo>
                    <a:pt x="3653" y="1"/>
                    <a:pt x="3217" y="137"/>
                    <a:pt x="2769" y="409"/>
                  </a:cubicBezTo>
                  <a:cubicBezTo>
                    <a:pt x="1135" y="1443"/>
                    <a:pt x="101" y="3211"/>
                    <a:pt x="0" y="5179"/>
                  </a:cubicBezTo>
                  <a:cubicBezTo>
                    <a:pt x="0" y="6080"/>
                    <a:pt x="334" y="6747"/>
                    <a:pt x="901" y="7081"/>
                  </a:cubicBezTo>
                  <a:cubicBezTo>
                    <a:pt x="1135" y="7214"/>
                    <a:pt x="1435" y="7281"/>
                    <a:pt x="1702" y="7281"/>
                  </a:cubicBezTo>
                  <a:cubicBezTo>
                    <a:pt x="2169" y="7248"/>
                    <a:pt x="2602" y="7114"/>
                    <a:pt x="2969" y="6881"/>
                  </a:cubicBezTo>
                  <a:cubicBezTo>
                    <a:pt x="4604" y="5813"/>
                    <a:pt x="5638" y="4045"/>
                    <a:pt x="5738" y="2111"/>
                  </a:cubicBezTo>
                  <a:cubicBezTo>
                    <a:pt x="5738" y="1210"/>
                    <a:pt x="5404" y="543"/>
                    <a:pt x="4837" y="209"/>
                  </a:cubicBezTo>
                  <a:cubicBezTo>
                    <a:pt x="4601" y="70"/>
                    <a:pt x="4336" y="1"/>
                    <a:pt x="405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52"/>
            <p:cNvSpPr/>
            <p:nvPr/>
          </p:nvSpPr>
          <p:spPr>
            <a:xfrm>
              <a:off x="5359825" y="2365925"/>
              <a:ext cx="77575" cy="100850"/>
            </a:xfrm>
            <a:custGeom>
              <a:rect b="b" l="l" r="r" t="t"/>
              <a:pathLst>
                <a:path extrusionOk="0" h="4034" w="3103">
                  <a:moveTo>
                    <a:pt x="2239" y="0"/>
                  </a:moveTo>
                  <a:cubicBezTo>
                    <a:pt x="2027" y="0"/>
                    <a:pt x="1788" y="70"/>
                    <a:pt x="1535" y="216"/>
                  </a:cubicBezTo>
                  <a:cubicBezTo>
                    <a:pt x="635" y="816"/>
                    <a:pt x="34" y="1817"/>
                    <a:pt x="1" y="2918"/>
                  </a:cubicBezTo>
                  <a:cubicBezTo>
                    <a:pt x="1" y="3626"/>
                    <a:pt x="352" y="4034"/>
                    <a:pt x="853" y="4034"/>
                  </a:cubicBezTo>
                  <a:cubicBezTo>
                    <a:pt x="1060" y="4034"/>
                    <a:pt x="1292" y="3964"/>
                    <a:pt x="1535" y="3818"/>
                  </a:cubicBezTo>
                  <a:cubicBezTo>
                    <a:pt x="2469" y="3218"/>
                    <a:pt x="3036" y="2217"/>
                    <a:pt x="3103" y="1116"/>
                  </a:cubicBezTo>
                  <a:cubicBezTo>
                    <a:pt x="3103" y="408"/>
                    <a:pt x="2752" y="0"/>
                    <a:pt x="223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52"/>
            <p:cNvSpPr/>
            <p:nvPr/>
          </p:nvSpPr>
          <p:spPr>
            <a:xfrm>
              <a:off x="5022100" y="2207575"/>
              <a:ext cx="143450" cy="182100"/>
            </a:xfrm>
            <a:custGeom>
              <a:rect b="b" l="l" r="r" t="t"/>
              <a:pathLst>
                <a:path extrusionOk="0" h="7284" w="5738">
                  <a:moveTo>
                    <a:pt x="4024" y="450"/>
                  </a:moveTo>
                  <a:cubicBezTo>
                    <a:pt x="4243" y="450"/>
                    <a:pt x="4440" y="503"/>
                    <a:pt x="4603" y="612"/>
                  </a:cubicBezTo>
                  <a:cubicBezTo>
                    <a:pt x="5037" y="846"/>
                    <a:pt x="5271" y="1379"/>
                    <a:pt x="5271" y="2113"/>
                  </a:cubicBezTo>
                  <a:cubicBezTo>
                    <a:pt x="5170" y="3881"/>
                    <a:pt x="4236" y="5516"/>
                    <a:pt x="2769" y="6483"/>
                  </a:cubicBezTo>
                  <a:cubicBezTo>
                    <a:pt x="2394" y="6700"/>
                    <a:pt x="2042" y="6812"/>
                    <a:pt x="1728" y="6812"/>
                  </a:cubicBezTo>
                  <a:cubicBezTo>
                    <a:pt x="1511" y="6812"/>
                    <a:pt x="1311" y="6759"/>
                    <a:pt x="1134" y="6650"/>
                  </a:cubicBezTo>
                  <a:cubicBezTo>
                    <a:pt x="701" y="6416"/>
                    <a:pt x="467" y="5883"/>
                    <a:pt x="467" y="5149"/>
                  </a:cubicBezTo>
                  <a:cubicBezTo>
                    <a:pt x="567" y="3381"/>
                    <a:pt x="1501" y="1746"/>
                    <a:pt x="2969" y="779"/>
                  </a:cubicBezTo>
                  <a:cubicBezTo>
                    <a:pt x="3344" y="562"/>
                    <a:pt x="3707" y="450"/>
                    <a:pt x="4024" y="450"/>
                  </a:cubicBezTo>
                  <a:close/>
                  <a:moveTo>
                    <a:pt x="4033" y="1"/>
                  </a:moveTo>
                  <a:cubicBezTo>
                    <a:pt x="3635" y="1"/>
                    <a:pt x="3196" y="129"/>
                    <a:pt x="2735" y="379"/>
                  </a:cubicBezTo>
                  <a:cubicBezTo>
                    <a:pt x="1134" y="1446"/>
                    <a:pt x="100" y="3214"/>
                    <a:pt x="0" y="5149"/>
                  </a:cubicBezTo>
                  <a:cubicBezTo>
                    <a:pt x="0" y="6049"/>
                    <a:pt x="300" y="6750"/>
                    <a:pt x="867" y="7050"/>
                  </a:cubicBezTo>
                  <a:cubicBezTo>
                    <a:pt x="1134" y="7217"/>
                    <a:pt x="1401" y="7284"/>
                    <a:pt x="1701" y="7284"/>
                  </a:cubicBezTo>
                  <a:cubicBezTo>
                    <a:pt x="2135" y="7250"/>
                    <a:pt x="2569" y="7117"/>
                    <a:pt x="2969" y="6883"/>
                  </a:cubicBezTo>
                  <a:cubicBezTo>
                    <a:pt x="4603" y="5816"/>
                    <a:pt x="5604" y="4048"/>
                    <a:pt x="5738" y="2113"/>
                  </a:cubicBezTo>
                  <a:cubicBezTo>
                    <a:pt x="5738" y="1213"/>
                    <a:pt x="5404" y="545"/>
                    <a:pt x="4837" y="212"/>
                  </a:cubicBezTo>
                  <a:cubicBezTo>
                    <a:pt x="4596" y="70"/>
                    <a:pt x="4326" y="1"/>
                    <a:pt x="403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52"/>
            <p:cNvSpPr/>
            <p:nvPr/>
          </p:nvSpPr>
          <p:spPr>
            <a:xfrm>
              <a:off x="5054625" y="2248325"/>
              <a:ext cx="78400" cy="100050"/>
            </a:xfrm>
            <a:custGeom>
              <a:rect b="b" l="l" r="r" t="t"/>
              <a:pathLst>
                <a:path extrusionOk="0" h="4002" w="3136">
                  <a:moveTo>
                    <a:pt x="2272" y="1"/>
                  </a:moveTo>
                  <a:cubicBezTo>
                    <a:pt x="2060" y="1"/>
                    <a:pt x="1821" y="70"/>
                    <a:pt x="1568" y="216"/>
                  </a:cubicBezTo>
                  <a:cubicBezTo>
                    <a:pt x="634" y="817"/>
                    <a:pt x="67" y="1818"/>
                    <a:pt x="0" y="2918"/>
                  </a:cubicBezTo>
                  <a:cubicBezTo>
                    <a:pt x="0" y="3602"/>
                    <a:pt x="349" y="4002"/>
                    <a:pt x="860" y="4002"/>
                  </a:cubicBezTo>
                  <a:cubicBezTo>
                    <a:pt x="1073" y="4002"/>
                    <a:pt x="1313" y="3933"/>
                    <a:pt x="1568" y="3786"/>
                  </a:cubicBezTo>
                  <a:cubicBezTo>
                    <a:pt x="2468" y="3185"/>
                    <a:pt x="3069" y="2184"/>
                    <a:pt x="3136" y="1117"/>
                  </a:cubicBezTo>
                  <a:cubicBezTo>
                    <a:pt x="3136" y="409"/>
                    <a:pt x="2784" y="1"/>
                    <a:pt x="227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52"/>
            <p:cNvSpPr/>
            <p:nvPr/>
          </p:nvSpPr>
          <p:spPr>
            <a:xfrm>
              <a:off x="4983725" y="1892250"/>
              <a:ext cx="109575" cy="133825"/>
            </a:xfrm>
            <a:custGeom>
              <a:rect b="b" l="l" r="r" t="t"/>
              <a:pathLst>
                <a:path extrusionOk="0" h="5353" w="4383">
                  <a:moveTo>
                    <a:pt x="2909" y="347"/>
                  </a:moveTo>
                  <a:cubicBezTo>
                    <a:pt x="3501" y="347"/>
                    <a:pt x="4047" y="887"/>
                    <a:pt x="3903" y="1583"/>
                  </a:cubicBezTo>
                  <a:cubicBezTo>
                    <a:pt x="3837" y="2884"/>
                    <a:pt x="3136" y="4085"/>
                    <a:pt x="2069" y="4786"/>
                  </a:cubicBezTo>
                  <a:cubicBezTo>
                    <a:pt x="1863" y="4973"/>
                    <a:pt x="1623" y="5055"/>
                    <a:pt x="1389" y="5055"/>
                  </a:cubicBezTo>
                  <a:cubicBezTo>
                    <a:pt x="790" y="5055"/>
                    <a:pt x="233" y="4514"/>
                    <a:pt x="401" y="3818"/>
                  </a:cubicBezTo>
                  <a:cubicBezTo>
                    <a:pt x="468" y="2518"/>
                    <a:pt x="1135" y="1317"/>
                    <a:pt x="2236" y="616"/>
                  </a:cubicBezTo>
                  <a:cubicBezTo>
                    <a:pt x="2441" y="429"/>
                    <a:pt x="2679" y="347"/>
                    <a:pt x="2909" y="347"/>
                  </a:cubicBezTo>
                  <a:close/>
                  <a:moveTo>
                    <a:pt x="2917" y="1"/>
                  </a:moveTo>
                  <a:cubicBezTo>
                    <a:pt x="2629" y="1"/>
                    <a:pt x="2333" y="97"/>
                    <a:pt x="2069" y="316"/>
                  </a:cubicBezTo>
                  <a:cubicBezTo>
                    <a:pt x="868" y="1116"/>
                    <a:pt x="134" y="2384"/>
                    <a:pt x="34" y="3818"/>
                  </a:cubicBezTo>
                  <a:cubicBezTo>
                    <a:pt x="1" y="4352"/>
                    <a:pt x="234" y="4919"/>
                    <a:pt x="701" y="5219"/>
                  </a:cubicBezTo>
                  <a:cubicBezTo>
                    <a:pt x="868" y="5320"/>
                    <a:pt x="1068" y="5353"/>
                    <a:pt x="1302" y="5353"/>
                  </a:cubicBezTo>
                  <a:cubicBezTo>
                    <a:pt x="1635" y="5353"/>
                    <a:pt x="1935" y="5253"/>
                    <a:pt x="2236" y="5053"/>
                  </a:cubicBezTo>
                  <a:cubicBezTo>
                    <a:pt x="3436" y="4285"/>
                    <a:pt x="4170" y="2985"/>
                    <a:pt x="4237" y="1583"/>
                  </a:cubicBezTo>
                  <a:cubicBezTo>
                    <a:pt x="4383" y="686"/>
                    <a:pt x="3682" y="1"/>
                    <a:pt x="291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52"/>
            <p:cNvSpPr/>
            <p:nvPr/>
          </p:nvSpPr>
          <p:spPr>
            <a:xfrm>
              <a:off x="5008750" y="1922900"/>
              <a:ext cx="57575" cy="73750"/>
            </a:xfrm>
            <a:custGeom>
              <a:rect b="b" l="l" r="r" t="t"/>
              <a:pathLst>
                <a:path extrusionOk="0" h="2950" w="2303">
                  <a:moveTo>
                    <a:pt x="1662" y="1"/>
                  </a:moveTo>
                  <a:cubicBezTo>
                    <a:pt x="1510" y="1"/>
                    <a:pt x="1342" y="51"/>
                    <a:pt x="1168" y="157"/>
                  </a:cubicBezTo>
                  <a:cubicBezTo>
                    <a:pt x="467" y="591"/>
                    <a:pt x="67" y="1325"/>
                    <a:pt x="0" y="2125"/>
                  </a:cubicBezTo>
                  <a:cubicBezTo>
                    <a:pt x="0" y="2647"/>
                    <a:pt x="270" y="2949"/>
                    <a:pt x="653" y="2949"/>
                  </a:cubicBezTo>
                  <a:cubicBezTo>
                    <a:pt x="809" y="2949"/>
                    <a:pt x="984" y="2899"/>
                    <a:pt x="1168" y="2793"/>
                  </a:cubicBezTo>
                  <a:cubicBezTo>
                    <a:pt x="1835" y="2359"/>
                    <a:pt x="2269" y="1625"/>
                    <a:pt x="2302" y="825"/>
                  </a:cubicBezTo>
                  <a:cubicBezTo>
                    <a:pt x="2302" y="303"/>
                    <a:pt x="2033" y="1"/>
                    <a:pt x="166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52"/>
            <p:cNvSpPr/>
            <p:nvPr/>
          </p:nvSpPr>
          <p:spPr>
            <a:xfrm>
              <a:off x="5183875" y="20010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33" y="1"/>
                  </a:moveTo>
                  <a:cubicBezTo>
                    <a:pt x="843" y="1"/>
                    <a:pt x="741" y="32"/>
                    <a:pt x="634" y="100"/>
                  </a:cubicBezTo>
                  <a:cubicBezTo>
                    <a:pt x="267" y="334"/>
                    <a:pt x="0" y="767"/>
                    <a:pt x="0" y="1234"/>
                  </a:cubicBezTo>
                  <a:cubicBezTo>
                    <a:pt x="0" y="1519"/>
                    <a:pt x="153" y="1686"/>
                    <a:pt x="361" y="1686"/>
                  </a:cubicBezTo>
                  <a:cubicBezTo>
                    <a:pt x="445" y="1686"/>
                    <a:pt x="538" y="1659"/>
                    <a:pt x="634" y="1601"/>
                  </a:cubicBezTo>
                  <a:cubicBezTo>
                    <a:pt x="1034" y="1334"/>
                    <a:pt x="1268" y="934"/>
                    <a:pt x="1301" y="467"/>
                  </a:cubicBezTo>
                  <a:cubicBezTo>
                    <a:pt x="1301" y="184"/>
                    <a:pt x="1151" y="1"/>
                    <a:pt x="93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52"/>
            <p:cNvSpPr/>
            <p:nvPr/>
          </p:nvSpPr>
          <p:spPr>
            <a:xfrm>
              <a:off x="4935350" y="2325000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0"/>
                  </a:moveTo>
                  <a:cubicBezTo>
                    <a:pt x="840" y="0"/>
                    <a:pt x="740" y="27"/>
                    <a:pt x="635" y="85"/>
                  </a:cubicBezTo>
                  <a:cubicBezTo>
                    <a:pt x="268" y="352"/>
                    <a:pt x="1" y="752"/>
                    <a:pt x="1" y="1219"/>
                  </a:cubicBezTo>
                  <a:cubicBezTo>
                    <a:pt x="1" y="1502"/>
                    <a:pt x="151" y="1685"/>
                    <a:pt x="358" y="1685"/>
                  </a:cubicBezTo>
                  <a:cubicBezTo>
                    <a:pt x="443" y="1685"/>
                    <a:pt x="537" y="1654"/>
                    <a:pt x="635" y="1586"/>
                  </a:cubicBezTo>
                  <a:cubicBezTo>
                    <a:pt x="1035" y="1352"/>
                    <a:pt x="1269" y="919"/>
                    <a:pt x="1302" y="452"/>
                  </a:cubicBezTo>
                  <a:cubicBezTo>
                    <a:pt x="1302" y="167"/>
                    <a:pt x="1150" y="0"/>
                    <a:pt x="92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52"/>
            <p:cNvSpPr/>
            <p:nvPr/>
          </p:nvSpPr>
          <p:spPr>
            <a:xfrm>
              <a:off x="4892825" y="26965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45" y="1"/>
                  </a:moveTo>
                  <a:cubicBezTo>
                    <a:pt x="860" y="1"/>
                    <a:pt x="765" y="32"/>
                    <a:pt x="668" y="100"/>
                  </a:cubicBezTo>
                  <a:cubicBezTo>
                    <a:pt x="268" y="334"/>
                    <a:pt x="34" y="767"/>
                    <a:pt x="1" y="1234"/>
                  </a:cubicBezTo>
                  <a:cubicBezTo>
                    <a:pt x="1" y="1519"/>
                    <a:pt x="153" y="1686"/>
                    <a:pt x="373" y="1686"/>
                  </a:cubicBezTo>
                  <a:cubicBezTo>
                    <a:pt x="462" y="1686"/>
                    <a:pt x="562" y="1659"/>
                    <a:pt x="668" y="1601"/>
                  </a:cubicBezTo>
                  <a:cubicBezTo>
                    <a:pt x="1035" y="1334"/>
                    <a:pt x="1268" y="934"/>
                    <a:pt x="1302" y="467"/>
                  </a:cubicBezTo>
                  <a:cubicBezTo>
                    <a:pt x="1302" y="184"/>
                    <a:pt x="1151" y="1"/>
                    <a:pt x="94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52"/>
            <p:cNvSpPr/>
            <p:nvPr/>
          </p:nvSpPr>
          <p:spPr>
            <a:xfrm>
              <a:off x="4751075" y="2679100"/>
              <a:ext cx="40050" cy="51575"/>
            </a:xfrm>
            <a:custGeom>
              <a:rect b="b" l="l" r="r" t="t"/>
              <a:pathLst>
                <a:path extrusionOk="0" h="2063" w="1602">
                  <a:moveTo>
                    <a:pt x="1144" y="1"/>
                  </a:moveTo>
                  <a:cubicBezTo>
                    <a:pt x="1039" y="1"/>
                    <a:pt x="923" y="32"/>
                    <a:pt x="801" y="98"/>
                  </a:cubicBezTo>
                  <a:cubicBezTo>
                    <a:pt x="334" y="431"/>
                    <a:pt x="33" y="932"/>
                    <a:pt x="0" y="1499"/>
                  </a:cubicBezTo>
                  <a:cubicBezTo>
                    <a:pt x="0" y="1858"/>
                    <a:pt x="190" y="2063"/>
                    <a:pt x="457" y="2063"/>
                  </a:cubicBezTo>
                  <a:cubicBezTo>
                    <a:pt x="562" y="2063"/>
                    <a:pt x="679" y="2031"/>
                    <a:pt x="801" y="1966"/>
                  </a:cubicBezTo>
                  <a:cubicBezTo>
                    <a:pt x="1268" y="1665"/>
                    <a:pt x="1568" y="1132"/>
                    <a:pt x="1601" y="565"/>
                  </a:cubicBezTo>
                  <a:cubicBezTo>
                    <a:pt x="1601" y="205"/>
                    <a:pt x="1412" y="1"/>
                    <a:pt x="114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52"/>
            <p:cNvSpPr/>
            <p:nvPr/>
          </p:nvSpPr>
          <p:spPr>
            <a:xfrm>
              <a:off x="4720200" y="2886550"/>
              <a:ext cx="25050" cy="32425"/>
            </a:xfrm>
            <a:custGeom>
              <a:rect b="b" l="l" r="r" t="t"/>
              <a:pathLst>
                <a:path extrusionOk="0" h="1297" w="1002">
                  <a:moveTo>
                    <a:pt x="721" y="0"/>
                  </a:moveTo>
                  <a:cubicBezTo>
                    <a:pt x="654" y="0"/>
                    <a:pt x="579" y="24"/>
                    <a:pt x="501" y="72"/>
                  </a:cubicBezTo>
                  <a:cubicBezTo>
                    <a:pt x="201" y="272"/>
                    <a:pt x="1" y="573"/>
                    <a:pt x="1" y="940"/>
                  </a:cubicBezTo>
                  <a:cubicBezTo>
                    <a:pt x="1" y="1178"/>
                    <a:pt x="120" y="1297"/>
                    <a:pt x="285" y="1297"/>
                  </a:cubicBezTo>
                  <a:cubicBezTo>
                    <a:pt x="351" y="1297"/>
                    <a:pt x="425" y="1278"/>
                    <a:pt x="501" y="1240"/>
                  </a:cubicBezTo>
                  <a:cubicBezTo>
                    <a:pt x="801" y="1040"/>
                    <a:pt x="968" y="706"/>
                    <a:pt x="1002" y="372"/>
                  </a:cubicBezTo>
                  <a:cubicBezTo>
                    <a:pt x="1002" y="136"/>
                    <a:pt x="885" y="0"/>
                    <a:pt x="72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52"/>
            <p:cNvSpPr/>
            <p:nvPr/>
          </p:nvSpPr>
          <p:spPr>
            <a:xfrm>
              <a:off x="4810275" y="2884750"/>
              <a:ext cx="51725" cy="67250"/>
            </a:xfrm>
            <a:custGeom>
              <a:rect b="b" l="l" r="r" t="t"/>
              <a:pathLst>
                <a:path extrusionOk="0" h="2690" w="2069">
                  <a:moveTo>
                    <a:pt x="1496" y="1"/>
                  </a:moveTo>
                  <a:cubicBezTo>
                    <a:pt x="1357" y="1"/>
                    <a:pt x="1200" y="47"/>
                    <a:pt x="1034" y="144"/>
                  </a:cubicBezTo>
                  <a:cubicBezTo>
                    <a:pt x="434" y="545"/>
                    <a:pt x="34" y="1212"/>
                    <a:pt x="0" y="1946"/>
                  </a:cubicBezTo>
                  <a:cubicBezTo>
                    <a:pt x="0" y="2418"/>
                    <a:pt x="235" y="2690"/>
                    <a:pt x="572" y="2690"/>
                  </a:cubicBezTo>
                  <a:cubicBezTo>
                    <a:pt x="712" y="2690"/>
                    <a:pt x="869" y="2643"/>
                    <a:pt x="1034" y="2546"/>
                  </a:cubicBezTo>
                  <a:cubicBezTo>
                    <a:pt x="1668" y="2146"/>
                    <a:pt x="2035" y="1479"/>
                    <a:pt x="2069" y="745"/>
                  </a:cubicBezTo>
                  <a:cubicBezTo>
                    <a:pt x="2069" y="272"/>
                    <a:pt x="1834" y="1"/>
                    <a:pt x="149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52"/>
            <p:cNvSpPr/>
            <p:nvPr/>
          </p:nvSpPr>
          <p:spPr>
            <a:xfrm>
              <a:off x="5251425" y="1607650"/>
              <a:ext cx="54225" cy="70775"/>
            </a:xfrm>
            <a:custGeom>
              <a:rect b="b" l="l" r="r" t="t"/>
              <a:pathLst>
                <a:path extrusionOk="0" h="2831" w="2169">
                  <a:moveTo>
                    <a:pt x="1585" y="1"/>
                  </a:moveTo>
                  <a:cubicBezTo>
                    <a:pt x="1440" y="1"/>
                    <a:pt x="1276" y="51"/>
                    <a:pt x="1101" y="158"/>
                  </a:cubicBezTo>
                  <a:cubicBezTo>
                    <a:pt x="434" y="559"/>
                    <a:pt x="34" y="1259"/>
                    <a:pt x="0" y="2060"/>
                  </a:cubicBezTo>
                  <a:cubicBezTo>
                    <a:pt x="0" y="2540"/>
                    <a:pt x="243" y="2830"/>
                    <a:pt x="615" y="2830"/>
                  </a:cubicBezTo>
                  <a:cubicBezTo>
                    <a:pt x="760" y="2830"/>
                    <a:pt x="924" y="2787"/>
                    <a:pt x="1101" y="2693"/>
                  </a:cubicBezTo>
                  <a:cubicBezTo>
                    <a:pt x="1735" y="2260"/>
                    <a:pt x="2135" y="1559"/>
                    <a:pt x="2169" y="792"/>
                  </a:cubicBezTo>
                  <a:cubicBezTo>
                    <a:pt x="2169" y="296"/>
                    <a:pt x="1935" y="1"/>
                    <a:pt x="158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52"/>
            <p:cNvSpPr/>
            <p:nvPr/>
          </p:nvSpPr>
          <p:spPr>
            <a:xfrm>
              <a:off x="5087975" y="1661175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1"/>
                  </a:moveTo>
                  <a:cubicBezTo>
                    <a:pt x="840" y="1"/>
                    <a:pt x="740" y="28"/>
                    <a:pt x="634" y="85"/>
                  </a:cubicBezTo>
                  <a:cubicBezTo>
                    <a:pt x="267" y="352"/>
                    <a:pt x="0" y="753"/>
                    <a:pt x="0" y="1220"/>
                  </a:cubicBezTo>
                  <a:cubicBezTo>
                    <a:pt x="0" y="1503"/>
                    <a:pt x="151" y="1686"/>
                    <a:pt x="357" y="1686"/>
                  </a:cubicBezTo>
                  <a:cubicBezTo>
                    <a:pt x="442" y="1686"/>
                    <a:pt x="537" y="1655"/>
                    <a:pt x="634" y="1587"/>
                  </a:cubicBezTo>
                  <a:cubicBezTo>
                    <a:pt x="1034" y="1353"/>
                    <a:pt x="1268" y="919"/>
                    <a:pt x="1301" y="452"/>
                  </a:cubicBezTo>
                  <a:cubicBezTo>
                    <a:pt x="1301" y="167"/>
                    <a:pt x="1149" y="1"/>
                    <a:pt x="92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52"/>
            <p:cNvSpPr/>
            <p:nvPr/>
          </p:nvSpPr>
          <p:spPr>
            <a:xfrm>
              <a:off x="4981225" y="2729925"/>
              <a:ext cx="112600" cy="145075"/>
            </a:xfrm>
            <a:custGeom>
              <a:rect b="b" l="l" r="r" t="t"/>
              <a:pathLst>
                <a:path extrusionOk="0" h="5803" w="4504">
                  <a:moveTo>
                    <a:pt x="3264" y="0"/>
                  </a:moveTo>
                  <a:cubicBezTo>
                    <a:pt x="2964" y="0"/>
                    <a:pt x="2626" y="97"/>
                    <a:pt x="2269" y="300"/>
                  </a:cubicBezTo>
                  <a:cubicBezTo>
                    <a:pt x="935" y="1167"/>
                    <a:pt x="101" y="2601"/>
                    <a:pt x="1" y="4202"/>
                  </a:cubicBezTo>
                  <a:cubicBezTo>
                    <a:pt x="1" y="5221"/>
                    <a:pt x="506" y="5803"/>
                    <a:pt x="1253" y="5803"/>
                  </a:cubicBezTo>
                  <a:cubicBezTo>
                    <a:pt x="1557" y="5803"/>
                    <a:pt x="1902" y="5706"/>
                    <a:pt x="2269" y="5503"/>
                  </a:cubicBezTo>
                  <a:cubicBezTo>
                    <a:pt x="3570" y="4636"/>
                    <a:pt x="4404" y="3168"/>
                    <a:pt x="4504" y="1600"/>
                  </a:cubicBezTo>
                  <a:cubicBezTo>
                    <a:pt x="4504" y="581"/>
                    <a:pt x="3999" y="0"/>
                    <a:pt x="326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52"/>
            <p:cNvSpPr/>
            <p:nvPr/>
          </p:nvSpPr>
          <p:spPr>
            <a:xfrm>
              <a:off x="5514950" y="2774950"/>
              <a:ext cx="111775" cy="145075"/>
            </a:xfrm>
            <a:custGeom>
              <a:rect b="b" l="l" r="r" t="t"/>
              <a:pathLst>
                <a:path extrusionOk="0" h="5803" w="4471">
                  <a:moveTo>
                    <a:pt x="3230" y="0"/>
                  </a:moveTo>
                  <a:cubicBezTo>
                    <a:pt x="2930" y="0"/>
                    <a:pt x="2593" y="97"/>
                    <a:pt x="2235" y="300"/>
                  </a:cubicBezTo>
                  <a:cubicBezTo>
                    <a:pt x="901" y="1167"/>
                    <a:pt x="67" y="2602"/>
                    <a:pt x="0" y="4203"/>
                  </a:cubicBezTo>
                  <a:cubicBezTo>
                    <a:pt x="0" y="5222"/>
                    <a:pt x="488" y="5803"/>
                    <a:pt x="1226" y="5803"/>
                  </a:cubicBezTo>
                  <a:cubicBezTo>
                    <a:pt x="1526" y="5803"/>
                    <a:pt x="1868" y="5706"/>
                    <a:pt x="2235" y="5504"/>
                  </a:cubicBezTo>
                  <a:cubicBezTo>
                    <a:pt x="3569" y="4636"/>
                    <a:pt x="4370" y="3169"/>
                    <a:pt x="4470" y="1601"/>
                  </a:cubicBezTo>
                  <a:cubicBezTo>
                    <a:pt x="4470" y="582"/>
                    <a:pt x="3965" y="0"/>
                    <a:pt x="32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52"/>
            <p:cNvSpPr/>
            <p:nvPr/>
          </p:nvSpPr>
          <p:spPr>
            <a:xfrm>
              <a:off x="5359825" y="2365925"/>
              <a:ext cx="77575" cy="100850"/>
            </a:xfrm>
            <a:custGeom>
              <a:rect b="b" l="l" r="r" t="t"/>
              <a:pathLst>
                <a:path extrusionOk="0" h="4034" w="3103">
                  <a:moveTo>
                    <a:pt x="2239" y="0"/>
                  </a:moveTo>
                  <a:cubicBezTo>
                    <a:pt x="2027" y="0"/>
                    <a:pt x="1788" y="70"/>
                    <a:pt x="1535" y="216"/>
                  </a:cubicBezTo>
                  <a:cubicBezTo>
                    <a:pt x="635" y="816"/>
                    <a:pt x="34" y="1817"/>
                    <a:pt x="1" y="2918"/>
                  </a:cubicBezTo>
                  <a:cubicBezTo>
                    <a:pt x="1" y="3626"/>
                    <a:pt x="352" y="4034"/>
                    <a:pt x="853" y="4034"/>
                  </a:cubicBezTo>
                  <a:cubicBezTo>
                    <a:pt x="1060" y="4034"/>
                    <a:pt x="1292" y="3964"/>
                    <a:pt x="1535" y="3818"/>
                  </a:cubicBezTo>
                  <a:cubicBezTo>
                    <a:pt x="2469" y="3218"/>
                    <a:pt x="3036" y="2217"/>
                    <a:pt x="3103" y="1116"/>
                  </a:cubicBezTo>
                  <a:cubicBezTo>
                    <a:pt x="3103" y="408"/>
                    <a:pt x="2752" y="0"/>
                    <a:pt x="223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52"/>
            <p:cNvSpPr/>
            <p:nvPr/>
          </p:nvSpPr>
          <p:spPr>
            <a:xfrm>
              <a:off x="5054625" y="2248325"/>
              <a:ext cx="78400" cy="100050"/>
            </a:xfrm>
            <a:custGeom>
              <a:rect b="b" l="l" r="r" t="t"/>
              <a:pathLst>
                <a:path extrusionOk="0" h="4002" w="3136">
                  <a:moveTo>
                    <a:pt x="2272" y="1"/>
                  </a:moveTo>
                  <a:cubicBezTo>
                    <a:pt x="2060" y="1"/>
                    <a:pt x="1821" y="70"/>
                    <a:pt x="1568" y="216"/>
                  </a:cubicBezTo>
                  <a:cubicBezTo>
                    <a:pt x="634" y="817"/>
                    <a:pt x="67" y="1818"/>
                    <a:pt x="0" y="2918"/>
                  </a:cubicBezTo>
                  <a:cubicBezTo>
                    <a:pt x="0" y="3602"/>
                    <a:pt x="349" y="4002"/>
                    <a:pt x="860" y="4002"/>
                  </a:cubicBezTo>
                  <a:cubicBezTo>
                    <a:pt x="1073" y="4002"/>
                    <a:pt x="1313" y="3933"/>
                    <a:pt x="1568" y="3786"/>
                  </a:cubicBezTo>
                  <a:cubicBezTo>
                    <a:pt x="2468" y="3185"/>
                    <a:pt x="3069" y="2184"/>
                    <a:pt x="3136" y="1117"/>
                  </a:cubicBezTo>
                  <a:cubicBezTo>
                    <a:pt x="3136" y="409"/>
                    <a:pt x="2784" y="1"/>
                    <a:pt x="22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52"/>
            <p:cNvSpPr/>
            <p:nvPr/>
          </p:nvSpPr>
          <p:spPr>
            <a:xfrm>
              <a:off x="5008750" y="1922900"/>
              <a:ext cx="57575" cy="73750"/>
            </a:xfrm>
            <a:custGeom>
              <a:rect b="b" l="l" r="r" t="t"/>
              <a:pathLst>
                <a:path extrusionOk="0" h="2950" w="2303">
                  <a:moveTo>
                    <a:pt x="1662" y="1"/>
                  </a:moveTo>
                  <a:cubicBezTo>
                    <a:pt x="1510" y="1"/>
                    <a:pt x="1342" y="51"/>
                    <a:pt x="1168" y="157"/>
                  </a:cubicBezTo>
                  <a:cubicBezTo>
                    <a:pt x="467" y="591"/>
                    <a:pt x="67" y="1325"/>
                    <a:pt x="0" y="2125"/>
                  </a:cubicBezTo>
                  <a:cubicBezTo>
                    <a:pt x="0" y="2647"/>
                    <a:pt x="270" y="2949"/>
                    <a:pt x="653" y="2949"/>
                  </a:cubicBezTo>
                  <a:cubicBezTo>
                    <a:pt x="809" y="2949"/>
                    <a:pt x="984" y="2899"/>
                    <a:pt x="1168" y="2793"/>
                  </a:cubicBezTo>
                  <a:cubicBezTo>
                    <a:pt x="1835" y="2359"/>
                    <a:pt x="2269" y="1625"/>
                    <a:pt x="2302" y="825"/>
                  </a:cubicBezTo>
                  <a:cubicBezTo>
                    <a:pt x="2302" y="303"/>
                    <a:pt x="2033" y="1"/>
                    <a:pt x="166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52"/>
            <p:cNvSpPr/>
            <p:nvPr/>
          </p:nvSpPr>
          <p:spPr>
            <a:xfrm>
              <a:off x="5183875" y="20010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33" y="1"/>
                  </a:moveTo>
                  <a:cubicBezTo>
                    <a:pt x="843" y="1"/>
                    <a:pt x="741" y="32"/>
                    <a:pt x="634" y="100"/>
                  </a:cubicBezTo>
                  <a:cubicBezTo>
                    <a:pt x="267" y="334"/>
                    <a:pt x="0" y="767"/>
                    <a:pt x="0" y="1234"/>
                  </a:cubicBezTo>
                  <a:cubicBezTo>
                    <a:pt x="0" y="1519"/>
                    <a:pt x="153" y="1686"/>
                    <a:pt x="361" y="1686"/>
                  </a:cubicBezTo>
                  <a:cubicBezTo>
                    <a:pt x="445" y="1686"/>
                    <a:pt x="538" y="1659"/>
                    <a:pt x="634" y="1601"/>
                  </a:cubicBezTo>
                  <a:cubicBezTo>
                    <a:pt x="1034" y="1334"/>
                    <a:pt x="1268" y="934"/>
                    <a:pt x="1301" y="467"/>
                  </a:cubicBezTo>
                  <a:cubicBezTo>
                    <a:pt x="1301" y="184"/>
                    <a:pt x="1151" y="1"/>
                    <a:pt x="93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52"/>
            <p:cNvSpPr/>
            <p:nvPr/>
          </p:nvSpPr>
          <p:spPr>
            <a:xfrm>
              <a:off x="4935350" y="2325000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0"/>
                  </a:moveTo>
                  <a:cubicBezTo>
                    <a:pt x="840" y="0"/>
                    <a:pt x="740" y="27"/>
                    <a:pt x="635" y="85"/>
                  </a:cubicBezTo>
                  <a:cubicBezTo>
                    <a:pt x="268" y="352"/>
                    <a:pt x="1" y="752"/>
                    <a:pt x="1" y="1219"/>
                  </a:cubicBezTo>
                  <a:cubicBezTo>
                    <a:pt x="1" y="1502"/>
                    <a:pt x="151" y="1685"/>
                    <a:pt x="358" y="1685"/>
                  </a:cubicBezTo>
                  <a:cubicBezTo>
                    <a:pt x="443" y="1685"/>
                    <a:pt x="537" y="1654"/>
                    <a:pt x="635" y="1586"/>
                  </a:cubicBezTo>
                  <a:cubicBezTo>
                    <a:pt x="1035" y="1352"/>
                    <a:pt x="1269" y="919"/>
                    <a:pt x="1302" y="452"/>
                  </a:cubicBezTo>
                  <a:cubicBezTo>
                    <a:pt x="1302" y="167"/>
                    <a:pt x="1150" y="0"/>
                    <a:pt x="9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52"/>
            <p:cNvSpPr/>
            <p:nvPr/>
          </p:nvSpPr>
          <p:spPr>
            <a:xfrm>
              <a:off x="4892825" y="26965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45" y="1"/>
                  </a:moveTo>
                  <a:cubicBezTo>
                    <a:pt x="860" y="1"/>
                    <a:pt x="765" y="32"/>
                    <a:pt x="668" y="100"/>
                  </a:cubicBezTo>
                  <a:cubicBezTo>
                    <a:pt x="268" y="334"/>
                    <a:pt x="34" y="767"/>
                    <a:pt x="1" y="1234"/>
                  </a:cubicBezTo>
                  <a:cubicBezTo>
                    <a:pt x="1" y="1519"/>
                    <a:pt x="153" y="1686"/>
                    <a:pt x="373" y="1686"/>
                  </a:cubicBezTo>
                  <a:cubicBezTo>
                    <a:pt x="462" y="1686"/>
                    <a:pt x="562" y="1659"/>
                    <a:pt x="668" y="1601"/>
                  </a:cubicBezTo>
                  <a:cubicBezTo>
                    <a:pt x="1035" y="1334"/>
                    <a:pt x="1268" y="934"/>
                    <a:pt x="1302" y="467"/>
                  </a:cubicBezTo>
                  <a:cubicBezTo>
                    <a:pt x="1302" y="184"/>
                    <a:pt x="1151" y="1"/>
                    <a:pt x="94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52"/>
            <p:cNvSpPr/>
            <p:nvPr/>
          </p:nvSpPr>
          <p:spPr>
            <a:xfrm>
              <a:off x="4751075" y="2679100"/>
              <a:ext cx="40050" cy="51575"/>
            </a:xfrm>
            <a:custGeom>
              <a:rect b="b" l="l" r="r" t="t"/>
              <a:pathLst>
                <a:path extrusionOk="0" h="2063" w="1602">
                  <a:moveTo>
                    <a:pt x="1144" y="1"/>
                  </a:moveTo>
                  <a:cubicBezTo>
                    <a:pt x="1039" y="1"/>
                    <a:pt x="923" y="32"/>
                    <a:pt x="801" y="98"/>
                  </a:cubicBezTo>
                  <a:cubicBezTo>
                    <a:pt x="334" y="431"/>
                    <a:pt x="33" y="932"/>
                    <a:pt x="0" y="1499"/>
                  </a:cubicBezTo>
                  <a:cubicBezTo>
                    <a:pt x="0" y="1858"/>
                    <a:pt x="190" y="2063"/>
                    <a:pt x="457" y="2063"/>
                  </a:cubicBezTo>
                  <a:cubicBezTo>
                    <a:pt x="562" y="2063"/>
                    <a:pt x="679" y="2031"/>
                    <a:pt x="801" y="1966"/>
                  </a:cubicBezTo>
                  <a:cubicBezTo>
                    <a:pt x="1268" y="1665"/>
                    <a:pt x="1568" y="1132"/>
                    <a:pt x="1601" y="565"/>
                  </a:cubicBezTo>
                  <a:cubicBezTo>
                    <a:pt x="1601" y="205"/>
                    <a:pt x="1412" y="1"/>
                    <a:pt x="11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52"/>
            <p:cNvSpPr/>
            <p:nvPr/>
          </p:nvSpPr>
          <p:spPr>
            <a:xfrm>
              <a:off x="4720200" y="2886550"/>
              <a:ext cx="25050" cy="32425"/>
            </a:xfrm>
            <a:custGeom>
              <a:rect b="b" l="l" r="r" t="t"/>
              <a:pathLst>
                <a:path extrusionOk="0" h="1297" w="1002">
                  <a:moveTo>
                    <a:pt x="721" y="0"/>
                  </a:moveTo>
                  <a:cubicBezTo>
                    <a:pt x="654" y="0"/>
                    <a:pt x="579" y="24"/>
                    <a:pt x="501" y="72"/>
                  </a:cubicBezTo>
                  <a:cubicBezTo>
                    <a:pt x="201" y="272"/>
                    <a:pt x="1" y="573"/>
                    <a:pt x="1" y="940"/>
                  </a:cubicBezTo>
                  <a:cubicBezTo>
                    <a:pt x="1" y="1178"/>
                    <a:pt x="120" y="1297"/>
                    <a:pt x="285" y="1297"/>
                  </a:cubicBezTo>
                  <a:cubicBezTo>
                    <a:pt x="351" y="1297"/>
                    <a:pt x="425" y="1278"/>
                    <a:pt x="501" y="1240"/>
                  </a:cubicBezTo>
                  <a:cubicBezTo>
                    <a:pt x="801" y="1040"/>
                    <a:pt x="968" y="706"/>
                    <a:pt x="1002" y="372"/>
                  </a:cubicBezTo>
                  <a:cubicBezTo>
                    <a:pt x="1002" y="136"/>
                    <a:pt x="885" y="0"/>
                    <a:pt x="7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52"/>
            <p:cNvSpPr/>
            <p:nvPr/>
          </p:nvSpPr>
          <p:spPr>
            <a:xfrm>
              <a:off x="4810275" y="2884750"/>
              <a:ext cx="51725" cy="67250"/>
            </a:xfrm>
            <a:custGeom>
              <a:rect b="b" l="l" r="r" t="t"/>
              <a:pathLst>
                <a:path extrusionOk="0" h="2690" w="2069">
                  <a:moveTo>
                    <a:pt x="1496" y="1"/>
                  </a:moveTo>
                  <a:cubicBezTo>
                    <a:pt x="1357" y="1"/>
                    <a:pt x="1200" y="47"/>
                    <a:pt x="1034" y="144"/>
                  </a:cubicBezTo>
                  <a:cubicBezTo>
                    <a:pt x="434" y="545"/>
                    <a:pt x="34" y="1212"/>
                    <a:pt x="0" y="1946"/>
                  </a:cubicBezTo>
                  <a:cubicBezTo>
                    <a:pt x="0" y="2418"/>
                    <a:pt x="235" y="2690"/>
                    <a:pt x="572" y="2690"/>
                  </a:cubicBezTo>
                  <a:cubicBezTo>
                    <a:pt x="712" y="2690"/>
                    <a:pt x="869" y="2643"/>
                    <a:pt x="1034" y="2546"/>
                  </a:cubicBezTo>
                  <a:cubicBezTo>
                    <a:pt x="1668" y="2146"/>
                    <a:pt x="2035" y="1479"/>
                    <a:pt x="2069" y="745"/>
                  </a:cubicBezTo>
                  <a:cubicBezTo>
                    <a:pt x="2069" y="272"/>
                    <a:pt x="1834" y="1"/>
                    <a:pt x="1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52"/>
            <p:cNvSpPr/>
            <p:nvPr/>
          </p:nvSpPr>
          <p:spPr>
            <a:xfrm>
              <a:off x="5251425" y="1607650"/>
              <a:ext cx="54225" cy="70775"/>
            </a:xfrm>
            <a:custGeom>
              <a:rect b="b" l="l" r="r" t="t"/>
              <a:pathLst>
                <a:path extrusionOk="0" h="2831" w="2169">
                  <a:moveTo>
                    <a:pt x="1585" y="1"/>
                  </a:moveTo>
                  <a:cubicBezTo>
                    <a:pt x="1440" y="1"/>
                    <a:pt x="1276" y="51"/>
                    <a:pt x="1101" y="158"/>
                  </a:cubicBezTo>
                  <a:cubicBezTo>
                    <a:pt x="434" y="559"/>
                    <a:pt x="34" y="1259"/>
                    <a:pt x="0" y="2060"/>
                  </a:cubicBezTo>
                  <a:cubicBezTo>
                    <a:pt x="0" y="2540"/>
                    <a:pt x="243" y="2830"/>
                    <a:pt x="615" y="2830"/>
                  </a:cubicBezTo>
                  <a:cubicBezTo>
                    <a:pt x="760" y="2830"/>
                    <a:pt x="924" y="2787"/>
                    <a:pt x="1101" y="2693"/>
                  </a:cubicBezTo>
                  <a:cubicBezTo>
                    <a:pt x="1735" y="2260"/>
                    <a:pt x="2135" y="1559"/>
                    <a:pt x="2169" y="792"/>
                  </a:cubicBezTo>
                  <a:cubicBezTo>
                    <a:pt x="2169" y="296"/>
                    <a:pt x="1935" y="1"/>
                    <a:pt x="158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52"/>
            <p:cNvSpPr/>
            <p:nvPr/>
          </p:nvSpPr>
          <p:spPr>
            <a:xfrm>
              <a:off x="5087975" y="1661175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1"/>
                  </a:moveTo>
                  <a:cubicBezTo>
                    <a:pt x="840" y="1"/>
                    <a:pt x="740" y="28"/>
                    <a:pt x="634" y="85"/>
                  </a:cubicBezTo>
                  <a:cubicBezTo>
                    <a:pt x="267" y="352"/>
                    <a:pt x="0" y="753"/>
                    <a:pt x="0" y="1220"/>
                  </a:cubicBezTo>
                  <a:cubicBezTo>
                    <a:pt x="0" y="1503"/>
                    <a:pt x="151" y="1686"/>
                    <a:pt x="357" y="1686"/>
                  </a:cubicBezTo>
                  <a:cubicBezTo>
                    <a:pt x="442" y="1686"/>
                    <a:pt x="537" y="1655"/>
                    <a:pt x="634" y="1587"/>
                  </a:cubicBezTo>
                  <a:cubicBezTo>
                    <a:pt x="1034" y="1353"/>
                    <a:pt x="1268" y="919"/>
                    <a:pt x="1301" y="452"/>
                  </a:cubicBezTo>
                  <a:cubicBezTo>
                    <a:pt x="1301" y="167"/>
                    <a:pt x="1149" y="1"/>
                    <a:pt x="92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52"/>
            <p:cNvSpPr/>
            <p:nvPr/>
          </p:nvSpPr>
          <p:spPr>
            <a:xfrm>
              <a:off x="4612625" y="1532650"/>
              <a:ext cx="68425" cy="107325"/>
            </a:xfrm>
            <a:custGeom>
              <a:rect b="b" l="l" r="r" t="t"/>
              <a:pathLst>
                <a:path extrusionOk="0" h="4293" w="2737">
                  <a:moveTo>
                    <a:pt x="2618" y="1"/>
                  </a:moveTo>
                  <a:cubicBezTo>
                    <a:pt x="2592" y="1"/>
                    <a:pt x="2569" y="17"/>
                    <a:pt x="2569" y="56"/>
                  </a:cubicBezTo>
                  <a:lnTo>
                    <a:pt x="34" y="4159"/>
                  </a:lnTo>
                  <a:cubicBezTo>
                    <a:pt x="1" y="4192"/>
                    <a:pt x="1" y="4259"/>
                    <a:pt x="34" y="4292"/>
                  </a:cubicBezTo>
                  <a:lnTo>
                    <a:pt x="101" y="4292"/>
                  </a:lnTo>
                  <a:cubicBezTo>
                    <a:pt x="134" y="4292"/>
                    <a:pt x="134" y="4259"/>
                    <a:pt x="168" y="4259"/>
                  </a:cubicBezTo>
                  <a:lnTo>
                    <a:pt x="2703" y="123"/>
                  </a:lnTo>
                  <a:cubicBezTo>
                    <a:pt x="2736" y="89"/>
                    <a:pt x="2703" y="56"/>
                    <a:pt x="2669" y="23"/>
                  </a:cubicBezTo>
                  <a:cubicBezTo>
                    <a:pt x="2656" y="9"/>
                    <a:pt x="2636" y="1"/>
                    <a:pt x="261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52"/>
            <p:cNvSpPr/>
            <p:nvPr/>
          </p:nvSpPr>
          <p:spPr>
            <a:xfrm>
              <a:off x="4676850" y="1548225"/>
              <a:ext cx="33375" cy="216000"/>
            </a:xfrm>
            <a:custGeom>
              <a:rect b="b" l="l" r="r" t="t"/>
              <a:pathLst>
                <a:path extrusionOk="0" h="8640" w="1335">
                  <a:moveTo>
                    <a:pt x="1268" y="0"/>
                  </a:moveTo>
                  <a:cubicBezTo>
                    <a:pt x="1234" y="0"/>
                    <a:pt x="1168" y="34"/>
                    <a:pt x="1168" y="100"/>
                  </a:cubicBezTo>
                  <a:lnTo>
                    <a:pt x="0" y="8540"/>
                  </a:lnTo>
                  <a:cubicBezTo>
                    <a:pt x="0" y="8606"/>
                    <a:pt x="0" y="8640"/>
                    <a:pt x="67" y="8640"/>
                  </a:cubicBezTo>
                  <a:cubicBezTo>
                    <a:pt x="100" y="8640"/>
                    <a:pt x="167" y="8640"/>
                    <a:pt x="167" y="8573"/>
                  </a:cubicBezTo>
                  <a:lnTo>
                    <a:pt x="1335" y="100"/>
                  </a:lnTo>
                  <a:cubicBezTo>
                    <a:pt x="1335" y="67"/>
                    <a:pt x="1335" y="0"/>
                    <a:pt x="12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52"/>
            <p:cNvSpPr/>
            <p:nvPr/>
          </p:nvSpPr>
          <p:spPr>
            <a:xfrm>
              <a:off x="4591775" y="1760525"/>
              <a:ext cx="88425" cy="176325"/>
            </a:xfrm>
            <a:custGeom>
              <a:rect b="b" l="l" r="r" t="t"/>
              <a:pathLst>
                <a:path extrusionOk="0" h="7053" w="3537">
                  <a:moveTo>
                    <a:pt x="3452" y="0"/>
                  </a:moveTo>
                  <a:cubicBezTo>
                    <a:pt x="3417" y="0"/>
                    <a:pt x="3393" y="24"/>
                    <a:pt x="3370" y="48"/>
                  </a:cubicBezTo>
                  <a:lnTo>
                    <a:pt x="34" y="6919"/>
                  </a:lnTo>
                  <a:cubicBezTo>
                    <a:pt x="1" y="6986"/>
                    <a:pt x="34" y="7019"/>
                    <a:pt x="68" y="7053"/>
                  </a:cubicBezTo>
                  <a:lnTo>
                    <a:pt x="101" y="7053"/>
                  </a:lnTo>
                  <a:cubicBezTo>
                    <a:pt x="134" y="7053"/>
                    <a:pt x="168" y="7019"/>
                    <a:pt x="201" y="7019"/>
                  </a:cubicBezTo>
                  <a:lnTo>
                    <a:pt x="3537" y="114"/>
                  </a:lnTo>
                  <a:cubicBezTo>
                    <a:pt x="3537" y="81"/>
                    <a:pt x="3537" y="14"/>
                    <a:pt x="3503" y="14"/>
                  </a:cubicBezTo>
                  <a:cubicBezTo>
                    <a:pt x="3484" y="5"/>
                    <a:pt x="3467" y="0"/>
                    <a:pt x="345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52"/>
            <p:cNvSpPr/>
            <p:nvPr/>
          </p:nvSpPr>
          <p:spPr>
            <a:xfrm>
              <a:off x="4499225" y="1760325"/>
              <a:ext cx="181825" cy="106475"/>
            </a:xfrm>
            <a:custGeom>
              <a:rect b="b" l="l" r="r" t="t"/>
              <a:pathLst>
                <a:path extrusionOk="0" h="4259" w="7273">
                  <a:moveTo>
                    <a:pt x="7193" y="0"/>
                  </a:moveTo>
                  <a:cubicBezTo>
                    <a:pt x="7172" y="0"/>
                    <a:pt x="7152" y="8"/>
                    <a:pt x="7139" y="22"/>
                  </a:cubicBezTo>
                  <a:lnTo>
                    <a:pt x="67" y="4092"/>
                  </a:lnTo>
                  <a:cubicBezTo>
                    <a:pt x="0" y="4125"/>
                    <a:pt x="0" y="4159"/>
                    <a:pt x="34" y="4225"/>
                  </a:cubicBezTo>
                  <a:cubicBezTo>
                    <a:pt x="34" y="4225"/>
                    <a:pt x="67" y="4259"/>
                    <a:pt x="100" y="4259"/>
                  </a:cubicBezTo>
                  <a:cubicBezTo>
                    <a:pt x="100" y="4259"/>
                    <a:pt x="134" y="4259"/>
                    <a:pt x="134" y="4225"/>
                  </a:cubicBezTo>
                  <a:lnTo>
                    <a:pt x="7239" y="156"/>
                  </a:lnTo>
                  <a:cubicBezTo>
                    <a:pt x="7272" y="122"/>
                    <a:pt x="7272" y="89"/>
                    <a:pt x="7272" y="56"/>
                  </a:cubicBezTo>
                  <a:cubicBezTo>
                    <a:pt x="7253" y="17"/>
                    <a:pt x="7222" y="0"/>
                    <a:pt x="719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52"/>
            <p:cNvSpPr/>
            <p:nvPr/>
          </p:nvSpPr>
          <p:spPr>
            <a:xfrm>
              <a:off x="4747725" y="890550"/>
              <a:ext cx="42550" cy="436700"/>
            </a:xfrm>
            <a:custGeom>
              <a:rect b="b" l="l" r="r" t="t"/>
              <a:pathLst>
                <a:path extrusionOk="0" h="17468" w="1702">
                  <a:moveTo>
                    <a:pt x="1505" y="1"/>
                  </a:moveTo>
                  <a:cubicBezTo>
                    <a:pt x="1412" y="1"/>
                    <a:pt x="1318" y="59"/>
                    <a:pt x="1302" y="188"/>
                  </a:cubicBezTo>
                  <a:lnTo>
                    <a:pt x="1" y="17234"/>
                  </a:lnTo>
                  <a:cubicBezTo>
                    <a:pt x="1" y="17367"/>
                    <a:pt x="67" y="17434"/>
                    <a:pt x="167" y="17468"/>
                  </a:cubicBezTo>
                  <a:cubicBezTo>
                    <a:pt x="267" y="17468"/>
                    <a:pt x="368" y="17367"/>
                    <a:pt x="368" y="17267"/>
                  </a:cubicBezTo>
                  <a:lnTo>
                    <a:pt x="1702" y="188"/>
                  </a:lnTo>
                  <a:cubicBezTo>
                    <a:pt x="1702" y="68"/>
                    <a:pt x="1604" y="1"/>
                    <a:pt x="150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52"/>
            <p:cNvSpPr/>
            <p:nvPr/>
          </p:nvSpPr>
          <p:spPr>
            <a:xfrm>
              <a:off x="4808600" y="663475"/>
              <a:ext cx="323850" cy="648775"/>
            </a:xfrm>
            <a:custGeom>
              <a:rect b="b" l="l" r="r" t="t"/>
              <a:pathLst>
                <a:path extrusionOk="0" h="25951" w="12954">
                  <a:moveTo>
                    <a:pt x="12716" y="1"/>
                  </a:moveTo>
                  <a:cubicBezTo>
                    <a:pt x="12653" y="1"/>
                    <a:pt x="12588" y="30"/>
                    <a:pt x="12543" y="98"/>
                  </a:cubicBezTo>
                  <a:lnTo>
                    <a:pt x="34" y="25683"/>
                  </a:lnTo>
                  <a:cubicBezTo>
                    <a:pt x="1" y="25783"/>
                    <a:pt x="34" y="25883"/>
                    <a:pt x="134" y="25950"/>
                  </a:cubicBezTo>
                  <a:lnTo>
                    <a:pt x="201" y="25950"/>
                  </a:lnTo>
                  <a:cubicBezTo>
                    <a:pt x="268" y="25950"/>
                    <a:pt x="334" y="25917"/>
                    <a:pt x="401" y="25850"/>
                  </a:cubicBezTo>
                  <a:lnTo>
                    <a:pt x="12910" y="265"/>
                  </a:lnTo>
                  <a:cubicBezTo>
                    <a:pt x="12954" y="111"/>
                    <a:pt x="12838" y="1"/>
                    <a:pt x="1271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52"/>
            <p:cNvSpPr/>
            <p:nvPr/>
          </p:nvSpPr>
          <p:spPr>
            <a:xfrm>
              <a:off x="4538950" y="1331975"/>
              <a:ext cx="147925" cy="81175"/>
            </a:xfrm>
            <a:custGeom>
              <a:rect b="b" l="l" r="r" t="t"/>
              <a:pathLst>
                <a:path extrusionOk="0" h="3247" w="5917">
                  <a:moveTo>
                    <a:pt x="283" y="0"/>
                  </a:moveTo>
                  <a:cubicBezTo>
                    <a:pt x="114" y="0"/>
                    <a:pt x="1" y="225"/>
                    <a:pt x="179" y="344"/>
                  </a:cubicBezTo>
                  <a:lnTo>
                    <a:pt x="5616" y="3213"/>
                  </a:lnTo>
                  <a:cubicBezTo>
                    <a:pt x="5616" y="3213"/>
                    <a:pt x="5650" y="3213"/>
                    <a:pt x="5683" y="3246"/>
                  </a:cubicBezTo>
                  <a:cubicBezTo>
                    <a:pt x="5750" y="3246"/>
                    <a:pt x="5816" y="3180"/>
                    <a:pt x="5850" y="3113"/>
                  </a:cubicBezTo>
                  <a:cubicBezTo>
                    <a:pt x="5917" y="3046"/>
                    <a:pt x="5883" y="2913"/>
                    <a:pt x="5783" y="2879"/>
                  </a:cubicBezTo>
                  <a:lnTo>
                    <a:pt x="346" y="11"/>
                  </a:lnTo>
                  <a:cubicBezTo>
                    <a:pt x="324" y="3"/>
                    <a:pt x="303" y="0"/>
                    <a:pt x="28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52"/>
            <p:cNvSpPr/>
            <p:nvPr/>
          </p:nvSpPr>
          <p:spPr>
            <a:xfrm>
              <a:off x="3657775" y="990325"/>
              <a:ext cx="582950" cy="123450"/>
            </a:xfrm>
            <a:custGeom>
              <a:rect b="b" l="l" r="r" t="t"/>
              <a:pathLst>
                <a:path extrusionOk="0" h="4938" w="23318">
                  <a:moveTo>
                    <a:pt x="23084" y="0"/>
                  </a:moveTo>
                  <a:lnTo>
                    <a:pt x="168" y="4570"/>
                  </a:lnTo>
                  <a:cubicBezTo>
                    <a:pt x="68" y="4570"/>
                    <a:pt x="1" y="4670"/>
                    <a:pt x="34" y="4804"/>
                  </a:cubicBezTo>
                  <a:cubicBezTo>
                    <a:pt x="34" y="4870"/>
                    <a:pt x="101" y="4937"/>
                    <a:pt x="201" y="4937"/>
                  </a:cubicBezTo>
                  <a:lnTo>
                    <a:pt x="234" y="4937"/>
                  </a:lnTo>
                  <a:lnTo>
                    <a:pt x="23151" y="400"/>
                  </a:lnTo>
                  <a:cubicBezTo>
                    <a:pt x="23251" y="367"/>
                    <a:pt x="23317" y="267"/>
                    <a:pt x="23284" y="167"/>
                  </a:cubicBezTo>
                  <a:cubicBezTo>
                    <a:pt x="23284" y="67"/>
                    <a:pt x="23184" y="0"/>
                    <a:pt x="2308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52"/>
            <p:cNvSpPr/>
            <p:nvPr/>
          </p:nvSpPr>
          <p:spPr>
            <a:xfrm>
              <a:off x="4287400" y="1332950"/>
              <a:ext cx="165750" cy="63525"/>
            </a:xfrm>
            <a:custGeom>
              <a:rect b="b" l="l" r="r" t="t"/>
              <a:pathLst>
                <a:path extrusionOk="0" h="2541" w="6630">
                  <a:moveTo>
                    <a:pt x="6498" y="1"/>
                  </a:moveTo>
                  <a:cubicBezTo>
                    <a:pt x="6490" y="1"/>
                    <a:pt x="6481" y="2"/>
                    <a:pt x="6472" y="5"/>
                  </a:cubicBezTo>
                  <a:lnTo>
                    <a:pt x="67" y="2373"/>
                  </a:lnTo>
                  <a:cubicBezTo>
                    <a:pt x="0" y="2407"/>
                    <a:pt x="0" y="2440"/>
                    <a:pt x="0" y="2507"/>
                  </a:cubicBezTo>
                  <a:cubicBezTo>
                    <a:pt x="34" y="2507"/>
                    <a:pt x="67" y="2540"/>
                    <a:pt x="101" y="2540"/>
                  </a:cubicBezTo>
                  <a:lnTo>
                    <a:pt x="6538" y="172"/>
                  </a:lnTo>
                  <a:cubicBezTo>
                    <a:pt x="6630" y="141"/>
                    <a:pt x="6583" y="1"/>
                    <a:pt x="649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52"/>
            <p:cNvSpPr/>
            <p:nvPr/>
          </p:nvSpPr>
          <p:spPr>
            <a:xfrm>
              <a:off x="4399975" y="1145725"/>
              <a:ext cx="89250" cy="129825"/>
            </a:xfrm>
            <a:custGeom>
              <a:rect b="b" l="l" r="r" t="t"/>
              <a:pathLst>
                <a:path extrusionOk="0" h="5193" w="3570">
                  <a:moveTo>
                    <a:pt x="119" y="0"/>
                  </a:moveTo>
                  <a:cubicBezTo>
                    <a:pt x="101" y="0"/>
                    <a:pt x="81" y="8"/>
                    <a:pt x="67" y="22"/>
                  </a:cubicBezTo>
                  <a:cubicBezTo>
                    <a:pt x="34" y="55"/>
                    <a:pt x="1" y="89"/>
                    <a:pt x="34" y="122"/>
                  </a:cubicBezTo>
                  <a:lnTo>
                    <a:pt x="3403" y="5126"/>
                  </a:lnTo>
                  <a:cubicBezTo>
                    <a:pt x="3436" y="5159"/>
                    <a:pt x="3470" y="5159"/>
                    <a:pt x="3470" y="5192"/>
                  </a:cubicBezTo>
                  <a:cubicBezTo>
                    <a:pt x="3503" y="5159"/>
                    <a:pt x="3537" y="5159"/>
                    <a:pt x="3537" y="5159"/>
                  </a:cubicBezTo>
                  <a:cubicBezTo>
                    <a:pt x="3570" y="5126"/>
                    <a:pt x="3570" y="5092"/>
                    <a:pt x="3570" y="5059"/>
                  </a:cubicBezTo>
                  <a:lnTo>
                    <a:pt x="167" y="55"/>
                  </a:lnTo>
                  <a:cubicBezTo>
                    <a:pt x="167" y="16"/>
                    <a:pt x="145" y="0"/>
                    <a:pt x="11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52"/>
            <p:cNvSpPr/>
            <p:nvPr/>
          </p:nvSpPr>
          <p:spPr>
            <a:xfrm>
              <a:off x="4415000" y="1392275"/>
              <a:ext cx="63400" cy="162975"/>
            </a:xfrm>
            <a:custGeom>
              <a:rect b="b" l="l" r="r" t="t"/>
              <a:pathLst>
                <a:path extrusionOk="0" h="6519" w="2536">
                  <a:moveTo>
                    <a:pt x="2469" y="0"/>
                  </a:moveTo>
                  <a:cubicBezTo>
                    <a:pt x="2402" y="0"/>
                    <a:pt x="2368" y="34"/>
                    <a:pt x="2368" y="67"/>
                  </a:cubicBezTo>
                  <a:lnTo>
                    <a:pt x="0" y="6405"/>
                  </a:lnTo>
                  <a:cubicBezTo>
                    <a:pt x="0" y="6438"/>
                    <a:pt x="33" y="6505"/>
                    <a:pt x="67" y="6505"/>
                  </a:cubicBezTo>
                  <a:lnTo>
                    <a:pt x="100" y="6505"/>
                  </a:lnTo>
                  <a:cubicBezTo>
                    <a:pt x="110" y="6515"/>
                    <a:pt x="120" y="6519"/>
                    <a:pt x="130" y="6519"/>
                  </a:cubicBezTo>
                  <a:cubicBezTo>
                    <a:pt x="153" y="6519"/>
                    <a:pt x="177" y="6495"/>
                    <a:pt x="200" y="6472"/>
                  </a:cubicBezTo>
                  <a:lnTo>
                    <a:pt x="2502" y="134"/>
                  </a:lnTo>
                  <a:cubicBezTo>
                    <a:pt x="2535" y="67"/>
                    <a:pt x="2502" y="34"/>
                    <a:pt x="246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52"/>
            <p:cNvSpPr/>
            <p:nvPr/>
          </p:nvSpPr>
          <p:spPr>
            <a:xfrm>
              <a:off x="4233200" y="992825"/>
              <a:ext cx="21700" cy="371950"/>
            </a:xfrm>
            <a:custGeom>
              <a:rect b="b" l="l" r="r" t="t"/>
              <a:pathLst>
                <a:path extrusionOk="0" h="14878" w="868">
                  <a:moveTo>
                    <a:pt x="100" y="0"/>
                  </a:moveTo>
                  <a:cubicBezTo>
                    <a:pt x="34" y="0"/>
                    <a:pt x="0" y="34"/>
                    <a:pt x="0" y="67"/>
                  </a:cubicBezTo>
                  <a:lnTo>
                    <a:pt x="701" y="14811"/>
                  </a:lnTo>
                  <a:cubicBezTo>
                    <a:pt x="701" y="14844"/>
                    <a:pt x="767" y="14878"/>
                    <a:pt x="801" y="14878"/>
                  </a:cubicBezTo>
                  <a:cubicBezTo>
                    <a:pt x="834" y="14878"/>
                    <a:pt x="868" y="14844"/>
                    <a:pt x="868" y="14778"/>
                  </a:cubicBezTo>
                  <a:lnTo>
                    <a:pt x="167" y="67"/>
                  </a:lnTo>
                  <a:cubicBezTo>
                    <a:pt x="167" y="34"/>
                    <a:pt x="134" y="0"/>
                    <a:pt x="10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52"/>
            <p:cNvSpPr/>
            <p:nvPr/>
          </p:nvSpPr>
          <p:spPr>
            <a:xfrm>
              <a:off x="4130175" y="1286650"/>
              <a:ext cx="98875" cy="105650"/>
            </a:xfrm>
            <a:custGeom>
              <a:rect b="b" l="l" r="r" t="t"/>
              <a:pathLst>
                <a:path extrusionOk="0" h="4226" w="3955">
                  <a:moveTo>
                    <a:pt x="117" y="0"/>
                  </a:moveTo>
                  <a:cubicBezTo>
                    <a:pt x="48" y="0"/>
                    <a:pt x="0" y="71"/>
                    <a:pt x="52" y="122"/>
                  </a:cubicBezTo>
                  <a:lnTo>
                    <a:pt x="3788" y="4192"/>
                  </a:lnTo>
                  <a:cubicBezTo>
                    <a:pt x="3821" y="4225"/>
                    <a:pt x="3854" y="4225"/>
                    <a:pt x="3854" y="4225"/>
                  </a:cubicBezTo>
                  <a:lnTo>
                    <a:pt x="3921" y="4225"/>
                  </a:lnTo>
                  <a:cubicBezTo>
                    <a:pt x="3954" y="4192"/>
                    <a:pt x="3954" y="4125"/>
                    <a:pt x="3921" y="4092"/>
                  </a:cubicBezTo>
                  <a:lnTo>
                    <a:pt x="185" y="22"/>
                  </a:lnTo>
                  <a:cubicBezTo>
                    <a:pt x="162" y="7"/>
                    <a:pt x="139" y="0"/>
                    <a:pt x="11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52"/>
            <p:cNvSpPr/>
            <p:nvPr/>
          </p:nvSpPr>
          <p:spPr>
            <a:xfrm>
              <a:off x="4846975" y="1351400"/>
              <a:ext cx="259375" cy="38400"/>
            </a:xfrm>
            <a:custGeom>
              <a:rect b="b" l="l" r="r" t="t"/>
              <a:pathLst>
                <a:path extrusionOk="0" h="1536" w="10375">
                  <a:moveTo>
                    <a:pt x="10174" y="1"/>
                  </a:moveTo>
                  <a:lnTo>
                    <a:pt x="200" y="1135"/>
                  </a:lnTo>
                  <a:cubicBezTo>
                    <a:pt x="100" y="1168"/>
                    <a:pt x="0" y="1268"/>
                    <a:pt x="33" y="1369"/>
                  </a:cubicBezTo>
                  <a:cubicBezTo>
                    <a:pt x="33" y="1469"/>
                    <a:pt x="100" y="1535"/>
                    <a:pt x="200" y="1535"/>
                  </a:cubicBezTo>
                  <a:lnTo>
                    <a:pt x="234" y="1535"/>
                  </a:lnTo>
                  <a:lnTo>
                    <a:pt x="10207" y="401"/>
                  </a:lnTo>
                  <a:cubicBezTo>
                    <a:pt x="10307" y="368"/>
                    <a:pt x="10374" y="301"/>
                    <a:pt x="10374" y="168"/>
                  </a:cubicBezTo>
                  <a:cubicBezTo>
                    <a:pt x="10374" y="68"/>
                    <a:pt x="10274" y="1"/>
                    <a:pt x="1017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52"/>
            <p:cNvSpPr/>
            <p:nvPr/>
          </p:nvSpPr>
          <p:spPr>
            <a:xfrm>
              <a:off x="5168850" y="946025"/>
              <a:ext cx="137550" cy="332025"/>
            </a:xfrm>
            <a:custGeom>
              <a:rect b="b" l="l" r="r" t="t"/>
              <a:pathLst>
                <a:path extrusionOk="0" h="13281" w="5502">
                  <a:moveTo>
                    <a:pt x="5260" y="1"/>
                  </a:moveTo>
                  <a:cubicBezTo>
                    <a:pt x="5193" y="1"/>
                    <a:pt x="5129" y="41"/>
                    <a:pt x="5105" y="138"/>
                  </a:cubicBezTo>
                  <a:lnTo>
                    <a:pt x="68" y="13014"/>
                  </a:lnTo>
                  <a:cubicBezTo>
                    <a:pt x="1" y="13147"/>
                    <a:pt x="101" y="13280"/>
                    <a:pt x="234" y="13280"/>
                  </a:cubicBezTo>
                  <a:cubicBezTo>
                    <a:pt x="301" y="13280"/>
                    <a:pt x="401" y="13214"/>
                    <a:pt x="401" y="13147"/>
                  </a:cubicBezTo>
                  <a:lnTo>
                    <a:pt x="5438" y="271"/>
                  </a:lnTo>
                  <a:cubicBezTo>
                    <a:pt x="5502" y="123"/>
                    <a:pt x="5376" y="1"/>
                    <a:pt x="526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52"/>
            <p:cNvSpPr/>
            <p:nvPr/>
          </p:nvSpPr>
          <p:spPr>
            <a:xfrm>
              <a:off x="5379850" y="876900"/>
              <a:ext cx="201000" cy="55075"/>
            </a:xfrm>
            <a:custGeom>
              <a:rect b="b" l="l" r="r" t="t"/>
              <a:pathLst>
                <a:path extrusionOk="0" h="2203" w="8040">
                  <a:moveTo>
                    <a:pt x="100" y="1"/>
                  </a:moveTo>
                  <a:cubicBezTo>
                    <a:pt x="67" y="1"/>
                    <a:pt x="0" y="34"/>
                    <a:pt x="0" y="67"/>
                  </a:cubicBezTo>
                  <a:cubicBezTo>
                    <a:pt x="0" y="134"/>
                    <a:pt x="0" y="167"/>
                    <a:pt x="67" y="167"/>
                  </a:cubicBezTo>
                  <a:lnTo>
                    <a:pt x="7906" y="2202"/>
                  </a:lnTo>
                  <a:lnTo>
                    <a:pt x="7939" y="2202"/>
                  </a:lnTo>
                  <a:cubicBezTo>
                    <a:pt x="7973" y="2202"/>
                    <a:pt x="8006" y="2169"/>
                    <a:pt x="8006" y="2135"/>
                  </a:cubicBezTo>
                  <a:cubicBezTo>
                    <a:pt x="8039" y="2069"/>
                    <a:pt x="8006" y="2035"/>
                    <a:pt x="7973" y="2035"/>
                  </a:cubicBezTo>
                  <a:lnTo>
                    <a:pt x="10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52"/>
            <p:cNvSpPr/>
            <p:nvPr/>
          </p:nvSpPr>
          <p:spPr>
            <a:xfrm>
              <a:off x="5381525" y="694575"/>
              <a:ext cx="146400" cy="139825"/>
            </a:xfrm>
            <a:custGeom>
              <a:rect b="b" l="l" r="r" t="t"/>
              <a:pathLst>
                <a:path extrusionOk="0" h="5593" w="5856">
                  <a:moveTo>
                    <a:pt x="5737" y="0"/>
                  </a:moveTo>
                  <a:cubicBezTo>
                    <a:pt x="5716" y="0"/>
                    <a:pt x="5693" y="7"/>
                    <a:pt x="5671" y="22"/>
                  </a:cubicBezTo>
                  <a:lnTo>
                    <a:pt x="33" y="5426"/>
                  </a:lnTo>
                  <a:cubicBezTo>
                    <a:pt x="0" y="5459"/>
                    <a:pt x="0" y="5526"/>
                    <a:pt x="33" y="5559"/>
                  </a:cubicBezTo>
                  <a:cubicBezTo>
                    <a:pt x="33" y="5592"/>
                    <a:pt x="67" y="5592"/>
                    <a:pt x="100" y="5592"/>
                  </a:cubicBezTo>
                  <a:cubicBezTo>
                    <a:pt x="100" y="5592"/>
                    <a:pt x="133" y="5559"/>
                    <a:pt x="133" y="5559"/>
                  </a:cubicBezTo>
                  <a:lnTo>
                    <a:pt x="5804" y="155"/>
                  </a:lnTo>
                  <a:cubicBezTo>
                    <a:pt x="5856" y="78"/>
                    <a:pt x="5807" y="0"/>
                    <a:pt x="573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52"/>
            <p:cNvSpPr/>
            <p:nvPr/>
          </p:nvSpPr>
          <p:spPr>
            <a:xfrm>
              <a:off x="4209000" y="960050"/>
              <a:ext cx="53400" cy="68900"/>
            </a:xfrm>
            <a:custGeom>
              <a:rect b="b" l="l" r="r" t="t"/>
              <a:pathLst>
                <a:path extrusionOk="0" h="2756" w="2136">
                  <a:moveTo>
                    <a:pt x="1548" y="1"/>
                  </a:moveTo>
                  <a:cubicBezTo>
                    <a:pt x="1405" y="1"/>
                    <a:pt x="1242" y="47"/>
                    <a:pt x="1068" y="144"/>
                  </a:cubicBezTo>
                  <a:cubicBezTo>
                    <a:pt x="435" y="544"/>
                    <a:pt x="34" y="1245"/>
                    <a:pt x="1" y="2012"/>
                  </a:cubicBezTo>
                  <a:cubicBezTo>
                    <a:pt x="1" y="2484"/>
                    <a:pt x="252" y="2756"/>
                    <a:pt x="599" y="2756"/>
                  </a:cubicBezTo>
                  <a:cubicBezTo>
                    <a:pt x="743" y="2756"/>
                    <a:pt x="903" y="2710"/>
                    <a:pt x="1068" y="2612"/>
                  </a:cubicBezTo>
                  <a:cubicBezTo>
                    <a:pt x="1702" y="2212"/>
                    <a:pt x="2102" y="1511"/>
                    <a:pt x="2136" y="778"/>
                  </a:cubicBezTo>
                  <a:cubicBezTo>
                    <a:pt x="2136" y="280"/>
                    <a:pt x="1900" y="1"/>
                    <a:pt x="154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52"/>
            <p:cNvSpPr/>
            <p:nvPr/>
          </p:nvSpPr>
          <p:spPr>
            <a:xfrm>
              <a:off x="4388300" y="1128950"/>
              <a:ext cx="29225" cy="37825"/>
            </a:xfrm>
            <a:custGeom>
              <a:rect b="b" l="l" r="r" t="t"/>
              <a:pathLst>
                <a:path extrusionOk="0" h="1513" w="1169">
                  <a:moveTo>
                    <a:pt x="852" y="1"/>
                  </a:moveTo>
                  <a:cubicBezTo>
                    <a:pt x="768" y="1"/>
                    <a:pt x="671" y="31"/>
                    <a:pt x="568" y="93"/>
                  </a:cubicBezTo>
                  <a:cubicBezTo>
                    <a:pt x="234" y="293"/>
                    <a:pt x="1" y="660"/>
                    <a:pt x="1" y="1093"/>
                  </a:cubicBezTo>
                  <a:cubicBezTo>
                    <a:pt x="1" y="1353"/>
                    <a:pt x="134" y="1512"/>
                    <a:pt x="319" y="1512"/>
                  </a:cubicBezTo>
                  <a:cubicBezTo>
                    <a:pt x="395" y="1512"/>
                    <a:pt x="480" y="1485"/>
                    <a:pt x="568" y="1427"/>
                  </a:cubicBezTo>
                  <a:cubicBezTo>
                    <a:pt x="935" y="1193"/>
                    <a:pt x="1135" y="826"/>
                    <a:pt x="1168" y="426"/>
                  </a:cubicBezTo>
                  <a:cubicBezTo>
                    <a:pt x="1168" y="150"/>
                    <a:pt x="1041" y="1"/>
                    <a:pt x="85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52"/>
            <p:cNvSpPr/>
            <p:nvPr/>
          </p:nvSpPr>
          <p:spPr>
            <a:xfrm>
              <a:off x="4116450" y="1268775"/>
              <a:ext cx="29200" cy="37725"/>
            </a:xfrm>
            <a:custGeom>
              <a:rect b="b" l="l" r="r" t="t"/>
              <a:pathLst>
                <a:path extrusionOk="0" h="1509" w="1168">
                  <a:moveTo>
                    <a:pt x="829" y="0"/>
                  </a:moveTo>
                  <a:cubicBezTo>
                    <a:pt x="750" y="0"/>
                    <a:pt x="661" y="23"/>
                    <a:pt x="567" y="70"/>
                  </a:cubicBezTo>
                  <a:cubicBezTo>
                    <a:pt x="234" y="304"/>
                    <a:pt x="34" y="671"/>
                    <a:pt x="0" y="1104"/>
                  </a:cubicBezTo>
                  <a:cubicBezTo>
                    <a:pt x="0" y="1366"/>
                    <a:pt x="136" y="1509"/>
                    <a:pt x="323" y="1509"/>
                  </a:cubicBezTo>
                  <a:cubicBezTo>
                    <a:pt x="398" y="1509"/>
                    <a:pt x="481" y="1486"/>
                    <a:pt x="567" y="1438"/>
                  </a:cubicBezTo>
                  <a:cubicBezTo>
                    <a:pt x="934" y="1204"/>
                    <a:pt x="1134" y="837"/>
                    <a:pt x="1168" y="437"/>
                  </a:cubicBezTo>
                  <a:cubicBezTo>
                    <a:pt x="1168" y="150"/>
                    <a:pt x="1030" y="0"/>
                    <a:pt x="82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52"/>
            <p:cNvSpPr/>
            <p:nvPr/>
          </p:nvSpPr>
          <p:spPr>
            <a:xfrm>
              <a:off x="4402475" y="1534400"/>
              <a:ext cx="29225" cy="37675"/>
            </a:xfrm>
            <a:custGeom>
              <a:rect b="b" l="l" r="r" t="t"/>
              <a:pathLst>
                <a:path extrusionOk="0" h="1507" w="1169">
                  <a:moveTo>
                    <a:pt x="850" y="1"/>
                  </a:moveTo>
                  <a:cubicBezTo>
                    <a:pt x="774" y="1"/>
                    <a:pt x="689" y="28"/>
                    <a:pt x="601" y="86"/>
                  </a:cubicBezTo>
                  <a:cubicBezTo>
                    <a:pt x="234" y="286"/>
                    <a:pt x="34" y="687"/>
                    <a:pt x="1" y="1087"/>
                  </a:cubicBezTo>
                  <a:cubicBezTo>
                    <a:pt x="1" y="1347"/>
                    <a:pt x="134" y="1506"/>
                    <a:pt x="331" y="1506"/>
                  </a:cubicBezTo>
                  <a:cubicBezTo>
                    <a:pt x="412" y="1506"/>
                    <a:pt x="504" y="1479"/>
                    <a:pt x="601" y="1420"/>
                  </a:cubicBezTo>
                  <a:cubicBezTo>
                    <a:pt x="935" y="1187"/>
                    <a:pt x="1168" y="820"/>
                    <a:pt x="1168" y="420"/>
                  </a:cubicBezTo>
                  <a:cubicBezTo>
                    <a:pt x="1168" y="160"/>
                    <a:pt x="1035" y="1"/>
                    <a:pt x="85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52"/>
            <p:cNvSpPr/>
            <p:nvPr/>
          </p:nvSpPr>
          <p:spPr>
            <a:xfrm>
              <a:off x="4600125" y="1618625"/>
              <a:ext cx="29200" cy="37675"/>
            </a:xfrm>
            <a:custGeom>
              <a:rect b="b" l="l" r="r" t="t"/>
              <a:pathLst>
                <a:path extrusionOk="0" h="1507" w="1168">
                  <a:moveTo>
                    <a:pt x="850" y="1"/>
                  </a:moveTo>
                  <a:cubicBezTo>
                    <a:pt x="773" y="1"/>
                    <a:pt x="689" y="28"/>
                    <a:pt x="601" y="86"/>
                  </a:cubicBezTo>
                  <a:cubicBezTo>
                    <a:pt x="234" y="320"/>
                    <a:pt x="34" y="687"/>
                    <a:pt x="0" y="1087"/>
                  </a:cubicBezTo>
                  <a:cubicBezTo>
                    <a:pt x="0" y="1347"/>
                    <a:pt x="134" y="1506"/>
                    <a:pt x="331" y="1506"/>
                  </a:cubicBezTo>
                  <a:cubicBezTo>
                    <a:pt x="412" y="1506"/>
                    <a:pt x="503" y="1479"/>
                    <a:pt x="601" y="1421"/>
                  </a:cubicBezTo>
                  <a:cubicBezTo>
                    <a:pt x="934" y="1187"/>
                    <a:pt x="1168" y="820"/>
                    <a:pt x="1168" y="420"/>
                  </a:cubicBezTo>
                  <a:cubicBezTo>
                    <a:pt x="1168" y="160"/>
                    <a:pt x="1034" y="1"/>
                    <a:pt x="85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52"/>
            <p:cNvSpPr/>
            <p:nvPr/>
          </p:nvSpPr>
          <p:spPr>
            <a:xfrm>
              <a:off x="4580100" y="1915500"/>
              <a:ext cx="29225" cy="37675"/>
            </a:xfrm>
            <a:custGeom>
              <a:rect b="b" l="l" r="r" t="t"/>
              <a:pathLst>
                <a:path extrusionOk="0" h="1507" w="1169">
                  <a:moveTo>
                    <a:pt x="838" y="1"/>
                  </a:moveTo>
                  <a:cubicBezTo>
                    <a:pt x="757" y="1"/>
                    <a:pt x="665" y="28"/>
                    <a:pt x="568" y="86"/>
                  </a:cubicBezTo>
                  <a:cubicBezTo>
                    <a:pt x="234" y="320"/>
                    <a:pt x="34" y="687"/>
                    <a:pt x="1" y="1087"/>
                  </a:cubicBezTo>
                  <a:cubicBezTo>
                    <a:pt x="1" y="1347"/>
                    <a:pt x="135" y="1506"/>
                    <a:pt x="319" y="1506"/>
                  </a:cubicBezTo>
                  <a:cubicBezTo>
                    <a:pt x="395" y="1506"/>
                    <a:pt x="480" y="1479"/>
                    <a:pt x="568" y="1421"/>
                  </a:cubicBezTo>
                  <a:cubicBezTo>
                    <a:pt x="935" y="1221"/>
                    <a:pt x="1135" y="820"/>
                    <a:pt x="1168" y="420"/>
                  </a:cubicBezTo>
                  <a:cubicBezTo>
                    <a:pt x="1168" y="160"/>
                    <a:pt x="1035" y="1"/>
                    <a:pt x="83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52"/>
            <p:cNvSpPr/>
            <p:nvPr/>
          </p:nvSpPr>
          <p:spPr>
            <a:xfrm>
              <a:off x="4656000" y="1733925"/>
              <a:ext cx="44225" cy="56950"/>
            </a:xfrm>
            <a:custGeom>
              <a:rect b="b" l="l" r="r" t="t"/>
              <a:pathLst>
                <a:path extrusionOk="0" h="2278" w="1769">
                  <a:moveTo>
                    <a:pt x="1288" y="0"/>
                  </a:moveTo>
                  <a:cubicBezTo>
                    <a:pt x="1173" y="0"/>
                    <a:pt x="1042" y="35"/>
                    <a:pt x="901" y="111"/>
                  </a:cubicBezTo>
                  <a:cubicBezTo>
                    <a:pt x="367" y="444"/>
                    <a:pt x="34" y="1012"/>
                    <a:pt x="0" y="1645"/>
                  </a:cubicBezTo>
                  <a:cubicBezTo>
                    <a:pt x="0" y="2043"/>
                    <a:pt x="198" y="2277"/>
                    <a:pt x="488" y="2277"/>
                  </a:cubicBezTo>
                  <a:cubicBezTo>
                    <a:pt x="612" y="2277"/>
                    <a:pt x="752" y="2235"/>
                    <a:pt x="901" y="2146"/>
                  </a:cubicBezTo>
                  <a:cubicBezTo>
                    <a:pt x="1435" y="1812"/>
                    <a:pt x="1735" y="1245"/>
                    <a:pt x="1768" y="611"/>
                  </a:cubicBezTo>
                  <a:cubicBezTo>
                    <a:pt x="1768" y="228"/>
                    <a:pt x="1579" y="0"/>
                    <a:pt x="128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52"/>
            <p:cNvSpPr/>
            <p:nvPr/>
          </p:nvSpPr>
          <p:spPr>
            <a:xfrm>
              <a:off x="4479200" y="1835975"/>
              <a:ext cx="44225" cy="56925"/>
            </a:xfrm>
            <a:custGeom>
              <a:rect b="b" l="l" r="r" t="t"/>
              <a:pathLst>
                <a:path extrusionOk="0" h="2277" w="1769">
                  <a:moveTo>
                    <a:pt x="1307" y="0"/>
                  </a:moveTo>
                  <a:cubicBezTo>
                    <a:pt x="1188" y="0"/>
                    <a:pt x="1050" y="42"/>
                    <a:pt x="901" y="132"/>
                  </a:cubicBezTo>
                  <a:cubicBezTo>
                    <a:pt x="368" y="465"/>
                    <a:pt x="34" y="1032"/>
                    <a:pt x="1" y="1633"/>
                  </a:cubicBezTo>
                  <a:cubicBezTo>
                    <a:pt x="1" y="2041"/>
                    <a:pt x="208" y="2277"/>
                    <a:pt x="511" y="2277"/>
                  </a:cubicBezTo>
                  <a:cubicBezTo>
                    <a:pt x="629" y="2277"/>
                    <a:pt x="761" y="2241"/>
                    <a:pt x="901" y="2167"/>
                  </a:cubicBezTo>
                  <a:cubicBezTo>
                    <a:pt x="1435" y="1833"/>
                    <a:pt x="1735" y="1266"/>
                    <a:pt x="1769" y="632"/>
                  </a:cubicBezTo>
                  <a:cubicBezTo>
                    <a:pt x="1769" y="234"/>
                    <a:pt x="1588" y="0"/>
                    <a:pt x="130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52"/>
            <p:cNvSpPr/>
            <p:nvPr/>
          </p:nvSpPr>
          <p:spPr>
            <a:xfrm>
              <a:off x="5503275" y="668475"/>
              <a:ext cx="44225" cy="56950"/>
            </a:xfrm>
            <a:custGeom>
              <a:rect b="b" l="l" r="r" t="t"/>
              <a:pathLst>
                <a:path extrusionOk="0" h="2278" w="1769">
                  <a:moveTo>
                    <a:pt x="1280" y="0"/>
                  </a:moveTo>
                  <a:cubicBezTo>
                    <a:pt x="1157" y="0"/>
                    <a:pt x="1017" y="42"/>
                    <a:pt x="867" y="132"/>
                  </a:cubicBezTo>
                  <a:cubicBezTo>
                    <a:pt x="334" y="465"/>
                    <a:pt x="34" y="1032"/>
                    <a:pt x="0" y="1666"/>
                  </a:cubicBezTo>
                  <a:cubicBezTo>
                    <a:pt x="0" y="2049"/>
                    <a:pt x="206" y="2277"/>
                    <a:pt x="495" y="2277"/>
                  </a:cubicBezTo>
                  <a:cubicBezTo>
                    <a:pt x="609" y="2277"/>
                    <a:pt x="736" y="2242"/>
                    <a:pt x="867" y="2167"/>
                  </a:cubicBezTo>
                  <a:cubicBezTo>
                    <a:pt x="1401" y="1833"/>
                    <a:pt x="1735" y="1266"/>
                    <a:pt x="1768" y="632"/>
                  </a:cubicBezTo>
                  <a:cubicBezTo>
                    <a:pt x="1768" y="234"/>
                    <a:pt x="1571" y="0"/>
                    <a:pt x="128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52"/>
            <p:cNvSpPr/>
            <p:nvPr/>
          </p:nvSpPr>
          <p:spPr>
            <a:xfrm>
              <a:off x="4654325" y="1297450"/>
              <a:ext cx="206850" cy="262475"/>
            </a:xfrm>
            <a:custGeom>
              <a:rect b="b" l="l" r="r" t="t"/>
              <a:pathLst>
                <a:path extrusionOk="0" h="10499" w="8274">
                  <a:moveTo>
                    <a:pt x="5827" y="673"/>
                  </a:moveTo>
                  <a:cubicBezTo>
                    <a:pt x="6135" y="673"/>
                    <a:pt x="6419" y="745"/>
                    <a:pt x="6672" y="891"/>
                  </a:cubicBezTo>
                  <a:cubicBezTo>
                    <a:pt x="7272" y="1225"/>
                    <a:pt x="7606" y="1992"/>
                    <a:pt x="7606" y="3060"/>
                  </a:cubicBezTo>
                  <a:cubicBezTo>
                    <a:pt x="7606" y="5361"/>
                    <a:pt x="5972" y="8197"/>
                    <a:pt x="3970" y="9331"/>
                  </a:cubicBezTo>
                  <a:cubicBezTo>
                    <a:pt x="3428" y="9652"/>
                    <a:pt x="2911" y="9816"/>
                    <a:pt x="2454" y="9816"/>
                  </a:cubicBezTo>
                  <a:cubicBezTo>
                    <a:pt x="2151" y="9816"/>
                    <a:pt x="1874" y="9744"/>
                    <a:pt x="1635" y="9598"/>
                  </a:cubicBezTo>
                  <a:cubicBezTo>
                    <a:pt x="1001" y="9264"/>
                    <a:pt x="668" y="8497"/>
                    <a:pt x="668" y="7429"/>
                  </a:cubicBezTo>
                  <a:cubicBezTo>
                    <a:pt x="668" y="5128"/>
                    <a:pt x="2302" y="2292"/>
                    <a:pt x="4304" y="1158"/>
                  </a:cubicBezTo>
                  <a:cubicBezTo>
                    <a:pt x="4845" y="837"/>
                    <a:pt x="5363" y="673"/>
                    <a:pt x="5827" y="673"/>
                  </a:cubicBezTo>
                  <a:close/>
                  <a:moveTo>
                    <a:pt x="5853" y="0"/>
                  </a:moveTo>
                  <a:cubicBezTo>
                    <a:pt x="5270" y="0"/>
                    <a:pt x="4631" y="188"/>
                    <a:pt x="3970" y="558"/>
                  </a:cubicBezTo>
                  <a:cubicBezTo>
                    <a:pt x="1802" y="1825"/>
                    <a:pt x="1" y="4894"/>
                    <a:pt x="1" y="7429"/>
                  </a:cubicBezTo>
                  <a:cubicBezTo>
                    <a:pt x="1" y="8730"/>
                    <a:pt x="468" y="9698"/>
                    <a:pt x="1302" y="10198"/>
                  </a:cubicBezTo>
                  <a:cubicBezTo>
                    <a:pt x="1635" y="10398"/>
                    <a:pt x="2035" y="10498"/>
                    <a:pt x="2436" y="10498"/>
                  </a:cubicBezTo>
                  <a:cubicBezTo>
                    <a:pt x="3103" y="10465"/>
                    <a:pt x="3737" y="10265"/>
                    <a:pt x="4304" y="9931"/>
                  </a:cubicBezTo>
                  <a:cubicBezTo>
                    <a:pt x="6505" y="8664"/>
                    <a:pt x="8273" y="5561"/>
                    <a:pt x="8273" y="3060"/>
                  </a:cubicBezTo>
                  <a:cubicBezTo>
                    <a:pt x="8273" y="1759"/>
                    <a:pt x="7806" y="791"/>
                    <a:pt x="7006" y="291"/>
                  </a:cubicBezTo>
                  <a:cubicBezTo>
                    <a:pt x="6658" y="96"/>
                    <a:pt x="6270" y="0"/>
                    <a:pt x="585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52"/>
            <p:cNvSpPr/>
            <p:nvPr/>
          </p:nvSpPr>
          <p:spPr>
            <a:xfrm>
              <a:off x="4701850" y="1356425"/>
              <a:ext cx="111775" cy="144650"/>
            </a:xfrm>
            <a:custGeom>
              <a:rect b="b" l="l" r="r" t="t"/>
              <a:pathLst>
                <a:path extrusionOk="0" h="5786" w="4471">
                  <a:moveTo>
                    <a:pt x="3245" y="1"/>
                  </a:moveTo>
                  <a:cubicBezTo>
                    <a:pt x="2945" y="1"/>
                    <a:pt x="2603" y="97"/>
                    <a:pt x="2236" y="300"/>
                  </a:cubicBezTo>
                  <a:cubicBezTo>
                    <a:pt x="902" y="1168"/>
                    <a:pt x="68" y="2602"/>
                    <a:pt x="1" y="4203"/>
                  </a:cubicBezTo>
                  <a:cubicBezTo>
                    <a:pt x="1" y="5195"/>
                    <a:pt x="503" y="5785"/>
                    <a:pt x="1233" y="5785"/>
                  </a:cubicBezTo>
                  <a:cubicBezTo>
                    <a:pt x="1535" y="5785"/>
                    <a:pt x="1875" y="5685"/>
                    <a:pt x="2236" y="5471"/>
                  </a:cubicBezTo>
                  <a:cubicBezTo>
                    <a:pt x="3570" y="4603"/>
                    <a:pt x="4404" y="3169"/>
                    <a:pt x="4471" y="1601"/>
                  </a:cubicBezTo>
                  <a:cubicBezTo>
                    <a:pt x="4471" y="582"/>
                    <a:pt x="3983" y="1"/>
                    <a:pt x="324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52"/>
            <p:cNvSpPr/>
            <p:nvPr/>
          </p:nvSpPr>
          <p:spPr>
            <a:xfrm>
              <a:off x="5094650" y="458825"/>
              <a:ext cx="170150" cy="217125"/>
            </a:xfrm>
            <a:custGeom>
              <a:rect b="b" l="l" r="r" t="t"/>
              <a:pathLst>
                <a:path extrusionOk="0" h="8685" w="6806">
                  <a:moveTo>
                    <a:pt x="4873" y="397"/>
                  </a:moveTo>
                  <a:cubicBezTo>
                    <a:pt x="5143" y="397"/>
                    <a:pt x="5390" y="458"/>
                    <a:pt x="5604" y="579"/>
                  </a:cubicBezTo>
                  <a:cubicBezTo>
                    <a:pt x="6138" y="912"/>
                    <a:pt x="6438" y="1579"/>
                    <a:pt x="6438" y="2513"/>
                  </a:cubicBezTo>
                  <a:cubicBezTo>
                    <a:pt x="6305" y="4682"/>
                    <a:pt x="5171" y="6683"/>
                    <a:pt x="3336" y="7884"/>
                  </a:cubicBezTo>
                  <a:cubicBezTo>
                    <a:pt x="2857" y="8163"/>
                    <a:pt x="2390" y="8299"/>
                    <a:pt x="1978" y="8299"/>
                  </a:cubicBezTo>
                  <a:cubicBezTo>
                    <a:pt x="1701" y="8299"/>
                    <a:pt x="1449" y="8238"/>
                    <a:pt x="1234" y="8117"/>
                  </a:cubicBezTo>
                  <a:cubicBezTo>
                    <a:pt x="701" y="7817"/>
                    <a:pt x="400" y="7117"/>
                    <a:pt x="400" y="6216"/>
                  </a:cubicBezTo>
                  <a:cubicBezTo>
                    <a:pt x="534" y="4015"/>
                    <a:pt x="1668" y="2013"/>
                    <a:pt x="3536" y="812"/>
                  </a:cubicBezTo>
                  <a:cubicBezTo>
                    <a:pt x="4015" y="533"/>
                    <a:pt x="4470" y="397"/>
                    <a:pt x="4873" y="397"/>
                  </a:cubicBezTo>
                  <a:close/>
                  <a:moveTo>
                    <a:pt x="4856" y="1"/>
                  </a:moveTo>
                  <a:cubicBezTo>
                    <a:pt x="4379" y="1"/>
                    <a:pt x="3852" y="164"/>
                    <a:pt x="3303" y="479"/>
                  </a:cubicBezTo>
                  <a:cubicBezTo>
                    <a:pt x="1501" y="1513"/>
                    <a:pt x="0" y="4115"/>
                    <a:pt x="0" y="6216"/>
                  </a:cubicBezTo>
                  <a:cubicBezTo>
                    <a:pt x="0" y="7250"/>
                    <a:pt x="367" y="8051"/>
                    <a:pt x="1034" y="8451"/>
                  </a:cubicBezTo>
                  <a:cubicBezTo>
                    <a:pt x="1334" y="8618"/>
                    <a:pt x="1635" y="8685"/>
                    <a:pt x="1968" y="8685"/>
                  </a:cubicBezTo>
                  <a:cubicBezTo>
                    <a:pt x="2535" y="8651"/>
                    <a:pt x="3036" y="8518"/>
                    <a:pt x="3503" y="8218"/>
                  </a:cubicBezTo>
                  <a:cubicBezTo>
                    <a:pt x="5337" y="7183"/>
                    <a:pt x="6805" y="4582"/>
                    <a:pt x="6805" y="2480"/>
                  </a:cubicBezTo>
                  <a:cubicBezTo>
                    <a:pt x="6805" y="1446"/>
                    <a:pt x="6438" y="645"/>
                    <a:pt x="5771" y="245"/>
                  </a:cubicBezTo>
                  <a:cubicBezTo>
                    <a:pt x="5497" y="81"/>
                    <a:pt x="5188" y="1"/>
                    <a:pt x="485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52"/>
            <p:cNvSpPr/>
            <p:nvPr/>
          </p:nvSpPr>
          <p:spPr>
            <a:xfrm>
              <a:off x="5133000" y="506125"/>
              <a:ext cx="94250" cy="122825"/>
            </a:xfrm>
            <a:custGeom>
              <a:rect b="b" l="l" r="r" t="t"/>
              <a:pathLst>
                <a:path extrusionOk="0" h="4913" w="3770">
                  <a:moveTo>
                    <a:pt x="2718" y="0"/>
                  </a:moveTo>
                  <a:cubicBezTo>
                    <a:pt x="2464" y="0"/>
                    <a:pt x="2176" y="82"/>
                    <a:pt x="1869" y="255"/>
                  </a:cubicBezTo>
                  <a:cubicBezTo>
                    <a:pt x="768" y="988"/>
                    <a:pt x="67" y="2223"/>
                    <a:pt x="1" y="3557"/>
                  </a:cubicBezTo>
                  <a:cubicBezTo>
                    <a:pt x="1" y="4412"/>
                    <a:pt x="424" y="4912"/>
                    <a:pt x="1041" y="4912"/>
                  </a:cubicBezTo>
                  <a:cubicBezTo>
                    <a:pt x="1290" y="4912"/>
                    <a:pt x="1571" y="4830"/>
                    <a:pt x="1869" y="4658"/>
                  </a:cubicBezTo>
                  <a:cubicBezTo>
                    <a:pt x="3003" y="3924"/>
                    <a:pt x="3703" y="2690"/>
                    <a:pt x="3770" y="1355"/>
                  </a:cubicBezTo>
                  <a:cubicBezTo>
                    <a:pt x="3770" y="500"/>
                    <a:pt x="3347" y="0"/>
                    <a:pt x="271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52"/>
            <p:cNvSpPr/>
            <p:nvPr/>
          </p:nvSpPr>
          <p:spPr>
            <a:xfrm>
              <a:off x="4732725" y="752950"/>
              <a:ext cx="124125" cy="150675"/>
            </a:xfrm>
            <a:custGeom>
              <a:rect b="b" l="l" r="r" t="t"/>
              <a:pathLst>
                <a:path extrusionOk="0" h="6027" w="4965">
                  <a:moveTo>
                    <a:pt x="3403" y="422"/>
                  </a:moveTo>
                  <a:cubicBezTo>
                    <a:pt x="3569" y="422"/>
                    <a:pt x="3736" y="455"/>
                    <a:pt x="3870" y="522"/>
                  </a:cubicBezTo>
                  <a:cubicBezTo>
                    <a:pt x="4270" y="822"/>
                    <a:pt x="4470" y="1289"/>
                    <a:pt x="4403" y="1790"/>
                  </a:cubicBezTo>
                  <a:cubicBezTo>
                    <a:pt x="4337" y="3224"/>
                    <a:pt x="3569" y="4558"/>
                    <a:pt x="2335" y="5359"/>
                  </a:cubicBezTo>
                  <a:cubicBezTo>
                    <a:pt x="2100" y="5575"/>
                    <a:pt x="1828" y="5670"/>
                    <a:pt x="1564" y="5670"/>
                  </a:cubicBezTo>
                  <a:cubicBezTo>
                    <a:pt x="892" y="5670"/>
                    <a:pt x="276" y="5058"/>
                    <a:pt x="467" y="4291"/>
                  </a:cubicBezTo>
                  <a:cubicBezTo>
                    <a:pt x="534" y="2824"/>
                    <a:pt x="1301" y="1489"/>
                    <a:pt x="2535" y="689"/>
                  </a:cubicBezTo>
                  <a:cubicBezTo>
                    <a:pt x="2802" y="522"/>
                    <a:pt x="3102" y="422"/>
                    <a:pt x="3403" y="422"/>
                  </a:cubicBezTo>
                  <a:close/>
                  <a:moveTo>
                    <a:pt x="3287" y="0"/>
                  </a:moveTo>
                  <a:cubicBezTo>
                    <a:pt x="2961" y="0"/>
                    <a:pt x="2627" y="109"/>
                    <a:pt x="2335" y="355"/>
                  </a:cubicBezTo>
                  <a:cubicBezTo>
                    <a:pt x="1001" y="1223"/>
                    <a:pt x="167" y="2690"/>
                    <a:pt x="67" y="4291"/>
                  </a:cubicBezTo>
                  <a:cubicBezTo>
                    <a:pt x="0" y="4892"/>
                    <a:pt x="300" y="5492"/>
                    <a:pt x="801" y="5859"/>
                  </a:cubicBezTo>
                  <a:cubicBezTo>
                    <a:pt x="1001" y="5959"/>
                    <a:pt x="1234" y="6026"/>
                    <a:pt x="1468" y="6026"/>
                  </a:cubicBezTo>
                  <a:cubicBezTo>
                    <a:pt x="1835" y="5993"/>
                    <a:pt x="2202" y="5893"/>
                    <a:pt x="2535" y="5692"/>
                  </a:cubicBezTo>
                  <a:cubicBezTo>
                    <a:pt x="3836" y="4792"/>
                    <a:pt x="4704" y="3357"/>
                    <a:pt x="4770" y="1790"/>
                  </a:cubicBezTo>
                  <a:cubicBezTo>
                    <a:pt x="4964" y="772"/>
                    <a:pt x="4154" y="0"/>
                    <a:pt x="328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52"/>
            <p:cNvSpPr/>
            <p:nvPr/>
          </p:nvSpPr>
          <p:spPr>
            <a:xfrm>
              <a:off x="4761900" y="787225"/>
              <a:ext cx="63400" cy="82775"/>
            </a:xfrm>
            <a:custGeom>
              <a:rect b="b" l="l" r="r" t="t"/>
              <a:pathLst>
                <a:path extrusionOk="0" h="3311" w="2536">
                  <a:moveTo>
                    <a:pt x="1834" y="1"/>
                  </a:moveTo>
                  <a:cubicBezTo>
                    <a:pt x="1664" y="1"/>
                    <a:pt x="1472" y="59"/>
                    <a:pt x="1268" y="185"/>
                  </a:cubicBezTo>
                  <a:cubicBezTo>
                    <a:pt x="501" y="686"/>
                    <a:pt x="34" y="1486"/>
                    <a:pt x="1" y="2387"/>
                  </a:cubicBezTo>
                  <a:cubicBezTo>
                    <a:pt x="1" y="2972"/>
                    <a:pt x="280" y="3311"/>
                    <a:pt x="689" y="3311"/>
                  </a:cubicBezTo>
                  <a:cubicBezTo>
                    <a:pt x="863" y="3311"/>
                    <a:pt x="1059" y="3250"/>
                    <a:pt x="1268" y="3121"/>
                  </a:cubicBezTo>
                  <a:cubicBezTo>
                    <a:pt x="2035" y="2654"/>
                    <a:pt x="2502" y="1820"/>
                    <a:pt x="2536" y="919"/>
                  </a:cubicBezTo>
                  <a:cubicBezTo>
                    <a:pt x="2536" y="351"/>
                    <a:pt x="2250" y="1"/>
                    <a:pt x="183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52"/>
            <p:cNvSpPr/>
            <p:nvPr/>
          </p:nvSpPr>
          <p:spPr>
            <a:xfrm>
              <a:off x="5092975" y="1267450"/>
              <a:ext cx="124350" cy="149875"/>
            </a:xfrm>
            <a:custGeom>
              <a:rect b="b" l="l" r="r" t="t"/>
              <a:pathLst>
                <a:path extrusionOk="0" h="5995" w="4974">
                  <a:moveTo>
                    <a:pt x="3292" y="380"/>
                  </a:moveTo>
                  <a:cubicBezTo>
                    <a:pt x="3961" y="380"/>
                    <a:pt x="4595" y="991"/>
                    <a:pt x="4404" y="1758"/>
                  </a:cubicBezTo>
                  <a:cubicBezTo>
                    <a:pt x="4337" y="3225"/>
                    <a:pt x="3536" y="4560"/>
                    <a:pt x="2335" y="5360"/>
                  </a:cubicBezTo>
                  <a:cubicBezTo>
                    <a:pt x="2101" y="5576"/>
                    <a:pt x="1830" y="5670"/>
                    <a:pt x="1567" y="5670"/>
                  </a:cubicBezTo>
                  <a:cubicBezTo>
                    <a:pt x="892" y="5670"/>
                    <a:pt x="266" y="5051"/>
                    <a:pt x="434" y="4260"/>
                  </a:cubicBezTo>
                  <a:cubicBezTo>
                    <a:pt x="534" y="2792"/>
                    <a:pt x="1301" y="1491"/>
                    <a:pt x="2536" y="690"/>
                  </a:cubicBezTo>
                  <a:cubicBezTo>
                    <a:pt x="2761" y="474"/>
                    <a:pt x="3030" y="380"/>
                    <a:pt x="3292" y="380"/>
                  </a:cubicBezTo>
                  <a:close/>
                  <a:moveTo>
                    <a:pt x="3291" y="1"/>
                  </a:moveTo>
                  <a:cubicBezTo>
                    <a:pt x="2963" y="1"/>
                    <a:pt x="2628" y="110"/>
                    <a:pt x="2335" y="357"/>
                  </a:cubicBezTo>
                  <a:cubicBezTo>
                    <a:pt x="1001" y="1224"/>
                    <a:pt x="167" y="2658"/>
                    <a:pt x="67" y="4260"/>
                  </a:cubicBezTo>
                  <a:cubicBezTo>
                    <a:pt x="0" y="4893"/>
                    <a:pt x="301" y="5494"/>
                    <a:pt x="801" y="5827"/>
                  </a:cubicBezTo>
                  <a:cubicBezTo>
                    <a:pt x="1001" y="5961"/>
                    <a:pt x="1235" y="5994"/>
                    <a:pt x="1468" y="5994"/>
                  </a:cubicBezTo>
                  <a:cubicBezTo>
                    <a:pt x="1835" y="5994"/>
                    <a:pt x="2202" y="5894"/>
                    <a:pt x="2536" y="5694"/>
                  </a:cubicBezTo>
                  <a:cubicBezTo>
                    <a:pt x="3870" y="4827"/>
                    <a:pt x="4704" y="3359"/>
                    <a:pt x="4804" y="1758"/>
                  </a:cubicBezTo>
                  <a:cubicBezTo>
                    <a:pt x="4973" y="765"/>
                    <a:pt x="4159" y="1"/>
                    <a:pt x="329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52"/>
            <p:cNvSpPr/>
            <p:nvPr/>
          </p:nvSpPr>
          <p:spPr>
            <a:xfrm>
              <a:off x="5122150" y="1301625"/>
              <a:ext cx="63425" cy="82400"/>
            </a:xfrm>
            <a:custGeom>
              <a:rect b="b" l="l" r="r" t="t"/>
              <a:pathLst>
                <a:path extrusionOk="0" h="3296" w="2537">
                  <a:moveTo>
                    <a:pt x="1848" y="0"/>
                  </a:moveTo>
                  <a:cubicBezTo>
                    <a:pt x="1674" y="0"/>
                    <a:pt x="1477" y="61"/>
                    <a:pt x="1269" y="191"/>
                  </a:cubicBezTo>
                  <a:cubicBezTo>
                    <a:pt x="501" y="658"/>
                    <a:pt x="34" y="1492"/>
                    <a:pt x="1" y="2392"/>
                  </a:cubicBezTo>
                  <a:cubicBezTo>
                    <a:pt x="1" y="2962"/>
                    <a:pt x="289" y="3296"/>
                    <a:pt x="707" y="3296"/>
                  </a:cubicBezTo>
                  <a:cubicBezTo>
                    <a:pt x="876" y="3296"/>
                    <a:pt x="1067" y="3241"/>
                    <a:pt x="1269" y="3126"/>
                  </a:cubicBezTo>
                  <a:cubicBezTo>
                    <a:pt x="2036" y="2626"/>
                    <a:pt x="2503" y="1825"/>
                    <a:pt x="2536" y="924"/>
                  </a:cubicBezTo>
                  <a:cubicBezTo>
                    <a:pt x="2536" y="339"/>
                    <a:pt x="2257" y="0"/>
                    <a:pt x="184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52"/>
            <p:cNvSpPr/>
            <p:nvPr/>
          </p:nvSpPr>
          <p:spPr>
            <a:xfrm>
              <a:off x="5272275" y="806675"/>
              <a:ext cx="122925" cy="150300"/>
            </a:xfrm>
            <a:custGeom>
              <a:rect b="b" l="l" r="r" t="t"/>
              <a:pathLst>
                <a:path extrusionOk="0" h="6012" w="4917">
                  <a:moveTo>
                    <a:pt x="3271" y="365"/>
                  </a:moveTo>
                  <a:cubicBezTo>
                    <a:pt x="3946" y="365"/>
                    <a:pt x="4571" y="984"/>
                    <a:pt x="4403" y="1776"/>
                  </a:cubicBezTo>
                  <a:cubicBezTo>
                    <a:pt x="4303" y="3210"/>
                    <a:pt x="3536" y="4544"/>
                    <a:pt x="2302" y="5345"/>
                  </a:cubicBezTo>
                  <a:cubicBezTo>
                    <a:pt x="2067" y="5561"/>
                    <a:pt x="1794" y="5655"/>
                    <a:pt x="1531" y="5655"/>
                  </a:cubicBezTo>
                  <a:cubicBezTo>
                    <a:pt x="859" y="5655"/>
                    <a:pt x="242" y="5044"/>
                    <a:pt x="434" y="4277"/>
                  </a:cubicBezTo>
                  <a:cubicBezTo>
                    <a:pt x="501" y="2810"/>
                    <a:pt x="1268" y="1475"/>
                    <a:pt x="2502" y="675"/>
                  </a:cubicBezTo>
                  <a:cubicBezTo>
                    <a:pt x="2736" y="459"/>
                    <a:pt x="3007" y="365"/>
                    <a:pt x="3271" y="365"/>
                  </a:cubicBezTo>
                  <a:close/>
                  <a:moveTo>
                    <a:pt x="3258" y="0"/>
                  </a:moveTo>
                  <a:cubicBezTo>
                    <a:pt x="2935" y="0"/>
                    <a:pt x="2601" y="105"/>
                    <a:pt x="2302" y="341"/>
                  </a:cubicBezTo>
                  <a:cubicBezTo>
                    <a:pt x="968" y="1208"/>
                    <a:pt x="134" y="2676"/>
                    <a:pt x="67" y="4277"/>
                  </a:cubicBezTo>
                  <a:cubicBezTo>
                    <a:pt x="0" y="4878"/>
                    <a:pt x="267" y="5478"/>
                    <a:pt x="801" y="5845"/>
                  </a:cubicBezTo>
                  <a:cubicBezTo>
                    <a:pt x="968" y="5945"/>
                    <a:pt x="1201" y="6012"/>
                    <a:pt x="1435" y="6012"/>
                  </a:cubicBezTo>
                  <a:cubicBezTo>
                    <a:pt x="1802" y="5979"/>
                    <a:pt x="2168" y="5878"/>
                    <a:pt x="2502" y="5678"/>
                  </a:cubicBezTo>
                  <a:cubicBezTo>
                    <a:pt x="3836" y="4811"/>
                    <a:pt x="4670" y="3343"/>
                    <a:pt x="4770" y="1776"/>
                  </a:cubicBezTo>
                  <a:cubicBezTo>
                    <a:pt x="4916" y="755"/>
                    <a:pt x="4124" y="0"/>
                    <a:pt x="325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52"/>
            <p:cNvSpPr/>
            <p:nvPr/>
          </p:nvSpPr>
          <p:spPr>
            <a:xfrm>
              <a:off x="5300625" y="840600"/>
              <a:ext cx="64225" cy="82775"/>
            </a:xfrm>
            <a:custGeom>
              <a:rect b="b" l="l" r="r" t="t"/>
              <a:pathLst>
                <a:path extrusionOk="0" h="3311" w="2569">
                  <a:moveTo>
                    <a:pt x="1840" y="1"/>
                  </a:moveTo>
                  <a:cubicBezTo>
                    <a:pt x="1666" y="1"/>
                    <a:pt x="1471" y="59"/>
                    <a:pt x="1268" y="185"/>
                  </a:cubicBezTo>
                  <a:cubicBezTo>
                    <a:pt x="534" y="685"/>
                    <a:pt x="34" y="1486"/>
                    <a:pt x="0" y="2387"/>
                  </a:cubicBezTo>
                  <a:cubicBezTo>
                    <a:pt x="0" y="2972"/>
                    <a:pt x="280" y="3311"/>
                    <a:pt x="689" y="3311"/>
                  </a:cubicBezTo>
                  <a:cubicBezTo>
                    <a:pt x="862" y="3311"/>
                    <a:pt x="1059" y="3250"/>
                    <a:pt x="1268" y="3120"/>
                  </a:cubicBezTo>
                  <a:cubicBezTo>
                    <a:pt x="2035" y="2653"/>
                    <a:pt x="2502" y="1820"/>
                    <a:pt x="2569" y="919"/>
                  </a:cubicBezTo>
                  <a:cubicBezTo>
                    <a:pt x="2569" y="351"/>
                    <a:pt x="2266" y="1"/>
                    <a:pt x="18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52"/>
            <p:cNvSpPr/>
            <p:nvPr/>
          </p:nvSpPr>
          <p:spPr>
            <a:xfrm>
              <a:off x="4440850" y="1249125"/>
              <a:ext cx="124350" cy="150675"/>
            </a:xfrm>
            <a:custGeom>
              <a:rect b="b" l="l" r="r" t="t"/>
              <a:pathLst>
                <a:path extrusionOk="0" h="6027" w="4974">
                  <a:moveTo>
                    <a:pt x="3289" y="380"/>
                  </a:moveTo>
                  <a:cubicBezTo>
                    <a:pt x="3959" y="380"/>
                    <a:pt x="4595" y="999"/>
                    <a:pt x="4403" y="1790"/>
                  </a:cubicBezTo>
                  <a:cubicBezTo>
                    <a:pt x="4337" y="3225"/>
                    <a:pt x="3536" y="4559"/>
                    <a:pt x="2335" y="5359"/>
                  </a:cubicBezTo>
                  <a:cubicBezTo>
                    <a:pt x="2100" y="5576"/>
                    <a:pt x="1828" y="5670"/>
                    <a:pt x="1563" y="5670"/>
                  </a:cubicBezTo>
                  <a:cubicBezTo>
                    <a:pt x="890" y="5670"/>
                    <a:pt x="266" y="5058"/>
                    <a:pt x="434" y="4292"/>
                  </a:cubicBezTo>
                  <a:cubicBezTo>
                    <a:pt x="534" y="2824"/>
                    <a:pt x="1301" y="1490"/>
                    <a:pt x="2535" y="689"/>
                  </a:cubicBezTo>
                  <a:cubicBezTo>
                    <a:pt x="2760" y="474"/>
                    <a:pt x="3027" y="380"/>
                    <a:pt x="3289" y="380"/>
                  </a:cubicBezTo>
                  <a:close/>
                  <a:moveTo>
                    <a:pt x="3288" y="1"/>
                  </a:moveTo>
                  <a:cubicBezTo>
                    <a:pt x="2961" y="1"/>
                    <a:pt x="2627" y="110"/>
                    <a:pt x="2335" y="356"/>
                  </a:cubicBezTo>
                  <a:cubicBezTo>
                    <a:pt x="1001" y="1223"/>
                    <a:pt x="167" y="2691"/>
                    <a:pt x="67" y="4292"/>
                  </a:cubicBezTo>
                  <a:cubicBezTo>
                    <a:pt x="0" y="4892"/>
                    <a:pt x="300" y="5493"/>
                    <a:pt x="801" y="5860"/>
                  </a:cubicBezTo>
                  <a:cubicBezTo>
                    <a:pt x="1001" y="5960"/>
                    <a:pt x="1234" y="6027"/>
                    <a:pt x="1468" y="6027"/>
                  </a:cubicBezTo>
                  <a:cubicBezTo>
                    <a:pt x="1835" y="5993"/>
                    <a:pt x="2202" y="5893"/>
                    <a:pt x="2535" y="5693"/>
                  </a:cubicBezTo>
                  <a:cubicBezTo>
                    <a:pt x="3870" y="4826"/>
                    <a:pt x="4704" y="3358"/>
                    <a:pt x="4804" y="1790"/>
                  </a:cubicBezTo>
                  <a:cubicBezTo>
                    <a:pt x="4973" y="772"/>
                    <a:pt x="4157" y="1"/>
                    <a:pt x="328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52"/>
            <p:cNvSpPr/>
            <p:nvPr/>
          </p:nvSpPr>
          <p:spPr>
            <a:xfrm>
              <a:off x="4470025" y="1283425"/>
              <a:ext cx="63400" cy="82775"/>
            </a:xfrm>
            <a:custGeom>
              <a:rect b="b" l="l" r="r" t="t"/>
              <a:pathLst>
                <a:path extrusionOk="0" h="3311" w="2536">
                  <a:moveTo>
                    <a:pt x="1834" y="0"/>
                  </a:moveTo>
                  <a:cubicBezTo>
                    <a:pt x="1663" y="0"/>
                    <a:pt x="1471" y="59"/>
                    <a:pt x="1268" y="185"/>
                  </a:cubicBezTo>
                  <a:cubicBezTo>
                    <a:pt x="501" y="685"/>
                    <a:pt x="34" y="1486"/>
                    <a:pt x="1" y="2386"/>
                  </a:cubicBezTo>
                  <a:cubicBezTo>
                    <a:pt x="1" y="2972"/>
                    <a:pt x="280" y="3311"/>
                    <a:pt x="689" y="3311"/>
                  </a:cubicBezTo>
                  <a:cubicBezTo>
                    <a:pt x="863" y="3311"/>
                    <a:pt x="1059" y="3249"/>
                    <a:pt x="1268" y="3120"/>
                  </a:cubicBezTo>
                  <a:cubicBezTo>
                    <a:pt x="2002" y="2653"/>
                    <a:pt x="2502" y="1819"/>
                    <a:pt x="2536" y="919"/>
                  </a:cubicBezTo>
                  <a:cubicBezTo>
                    <a:pt x="2536" y="350"/>
                    <a:pt x="2250" y="0"/>
                    <a:pt x="183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52"/>
            <p:cNvSpPr/>
            <p:nvPr/>
          </p:nvSpPr>
          <p:spPr>
            <a:xfrm>
              <a:off x="4211500" y="1353900"/>
              <a:ext cx="85650" cy="104275"/>
            </a:xfrm>
            <a:custGeom>
              <a:rect b="b" l="l" r="r" t="t"/>
              <a:pathLst>
                <a:path extrusionOk="0" h="4171" w="3426">
                  <a:moveTo>
                    <a:pt x="2336" y="268"/>
                  </a:moveTo>
                  <a:cubicBezTo>
                    <a:pt x="2436" y="268"/>
                    <a:pt x="2569" y="335"/>
                    <a:pt x="2670" y="401"/>
                  </a:cubicBezTo>
                  <a:cubicBezTo>
                    <a:pt x="2936" y="568"/>
                    <a:pt x="3070" y="902"/>
                    <a:pt x="3036" y="1235"/>
                  </a:cubicBezTo>
                  <a:cubicBezTo>
                    <a:pt x="2970" y="2236"/>
                    <a:pt x="2436" y="3170"/>
                    <a:pt x="1602" y="3737"/>
                  </a:cubicBezTo>
                  <a:cubicBezTo>
                    <a:pt x="1443" y="3887"/>
                    <a:pt x="1257" y="3953"/>
                    <a:pt x="1077" y="3953"/>
                  </a:cubicBezTo>
                  <a:cubicBezTo>
                    <a:pt x="613" y="3953"/>
                    <a:pt x="181" y="3522"/>
                    <a:pt x="301" y="2970"/>
                  </a:cubicBezTo>
                  <a:cubicBezTo>
                    <a:pt x="335" y="1969"/>
                    <a:pt x="868" y="1035"/>
                    <a:pt x="1736" y="468"/>
                  </a:cubicBezTo>
                  <a:cubicBezTo>
                    <a:pt x="1902" y="368"/>
                    <a:pt x="2136" y="301"/>
                    <a:pt x="2336" y="301"/>
                  </a:cubicBezTo>
                  <a:lnTo>
                    <a:pt x="2336" y="268"/>
                  </a:lnTo>
                  <a:close/>
                  <a:moveTo>
                    <a:pt x="2250" y="0"/>
                  </a:moveTo>
                  <a:cubicBezTo>
                    <a:pt x="2027" y="0"/>
                    <a:pt x="1800" y="72"/>
                    <a:pt x="1602" y="234"/>
                  </a:cubicBezTo>
                  <a:cubicBezTo>
                    <a:pt x="668" y="835"/>
                    <a:pt x="101" y="1869"/>
                    <a:pt x="34" y="2970"/>
                  </a:cubicBezTo>
                  <a:cubicBezTo>
                    <a:pt x="1" y="3370"/>
                    <a:pt x="201" y="3804"/>
                    <a:pt x="535" y="4037"/>
                  </a:cubicBezTo>
                  <a:cubicBezTo>
                    <a:pt x="668" y="4104"/>
                    <a:pt x="835" y="4171"/>
                    <a:pt x="1002" y="4171"/>
                  </a:cubicBezTo>
                  <a:cubicBezTo>
                    <a:pt x="1269" y="4137"/>
                    <a:pt x="1502" y="4071"/>
                    <a:pt x="1736" y="3937"/>
                  </a:cubicBezTo>
                  <a:cubicBezTo>
                    <a:pt x="2670" y="3337"/>
                    <a:pt x="3237" y="2336"/>
                    <a:pt x="3303" y="1235"/>
                  </a:cubicBezTo>
                  <a:cubicBezTo>
                    <a:pt x="3425" y="529"/>
                    <a:pt x="2853" y="0"/>
                    <a:pt x="225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52"/>
            <p:cNvSpPr/>
            <p:nvPr/>
          </p:nvSpPr>
          <p:spPr>
            <a:xfrm>
              <a:off x="4230700" y="1377300"/>
              <a:ext cx="44225" cy="56975"/>
            </a:xfrm>
            <a:custGeom>
              <a:rect b="b" l="l" r="r" t="t"/>
              <a:pathLst>
                <a:path extrusionOk="0" h="2279" w="1769">
                  <a:moveTo>
                    <a:pt x="1306" y="1"/>
                  </a:moveTo>
                  <a:cubicBezTo>
                    <a:pt x="1187" y="1"/>
                    <a:pt x="1050" y="43"/>
                    <a:pt x="901" y="132"/>
                  </a:cubicBezTo>
                  <a:cubicBezTo>
                    <a:pt x="367" y="466"/>
                    <a:pt x="34" y="1033"/>
                    <a:pt x="0" y="1667"/>
                  </a:cubicBezTo>
                  <a:cubicBezTo>
                    <a:pt x="0" y="2050"/>
                    <a:pt x="206" y="2278"/>
                    <a:pt x="507" y="2278"/>
                  </a:cubicBezTo>
                  <a:cubicBezTo>
                    <a:pt x="626" y="2278"/>
                    <a:pt x="759" y="2243"/>
                    <a:pt x="901" y="2167"/>
                  </a:cubicBezTo>
                  <a:cubicBezTo>
                    <a:pt x="1435" y="1834"/>
                    <a:pt x="1735" y="1267"/>
                    <a:pt x="1768" y="633"/>
                  </a:cubicBezTo>
                  <a:cubicBezTo>
                    <a:pt x="1768" y="235"/>
                    <a:pt x="1587" y="1"/>
                    <a:pt x="130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52"/>
            <p:cNvSpPr/>
            <p:nvPr/>
          </p:nvSpPr>
          <p:spPr>
            <a:xfrm>
              <a:off x="5566650" y="885225"/>
              <a:ext cx="85025" cy="104275"/>
            </a:xfrm>
            <a:custGeom>
              <a:rect b="b" l="l" r="r" t="t"/>
              <a:pathLst>
                <a:path extrusionOk="0" h="4171" w="3401">
                  <a:moveTo>
                    <a:pt x="2261" y="253"/>
                  </a:moveTo>
                  <a:cubicBezTo>
                    <a:pt x="2724" y="253"/>
                    <a:pt x="3156" y="684"/>
                    <a:pt x="3036" y="1235"/>
                  </a:cubicBezTo>
                  <a:cubicBezTo>
                    <a:pt x="2969" y="2203"/>
                    <a:pt x="2435" y="3137"/>
                    <a:pt x="1601" y="3670"/>
                  </a:cubicBezTo>
                  <a:cubicBezTo>
                    <a:pt x="1429" y="3800"/>
                    <a:pt x="1215" y="3873"/>
                    <a:pt x="1004" y="3873"/>
                  </a:cubicBezTo>
                  <a:cubicBezTo>
                    <a:pt x="889" y="3873"/>
                    <a:pt x="774" y="3851"/>
                    <a:pt x="667" y="3804"/>
                  </a:cubicBezTo>
                  <a:cubicBezTo>
                    <a:pt x="401" y="3604"/>
                    <a:pt x="267" y="3270"/>
                    <a:pt x="301" y="2970"/>
                  </a:cubicBezTo>
                  <a:cubicBezTo>
                    <a:pt x="367" y="1936"/>
                    <a:pt x="901" y="1035"/>
                    <a:pt x="1735" y="468"/>
                  </a:cubicBezTo>
                  <a:cubicBezTo>
                    <a:pt x="1894" y="318"/>
                    <a:pt x="2080" y="253"/>
                    <a:pt x="2261" y="253"/>
                  </a:cubicBezTo>
                  <a:close/>
                  <a:moveTo>
                    <a:pt x="2244" y="1"/>
                  </a:moveTo>
                  <a:cubicBezTo>
                    <a:pt x="2024" y="1"/>
                    <a:pt x="1799" y="73"/>
                    <a:pt x="1601" y="235"/>
                  </a:cubicBezTo>
                  <a:cubicBezTo>
                    <a:pt x="667" y="835"/>
                    <a:pt x="100" y="1869"/>
                    <a:pt x="34" y="2970"/>
                  </a:cubicBezTo>
                  <a:cubicBezTo>
                    <a:pt x="0" y="3370"/>
                    <a:pt x="167" y="3804"/>
                    <a:pt x="534" y="4037"/>
                  </a:cubicBezTo>
                  <a:cubicBezTo>
                    <a:pt x="667" y="4104"/>
                    <a:pt x="834" y="4171"/>
                    <a:pt x="1001" y="4171"/>
                  </a:cubicBezTo>
                  <a:cubicBezTo>
                    <a:pt x="1268" y="4137"/>
                    <a:pt x="1501" y="4071"/>
                    <a:pt x="1735" y="3937"/>
                  </a:cubicBezTo>
                  <a:cubicBezTo>
                    <a:pt x="2669" y="3337"/>
                    <a:pt x="3236" y="2303"/>
                    <a:pt x="3303" y="1235"/>
                  </a:cubicBezTo>
                  <a:cubicBezTo>
                    <a:pt x="3400" y="529"/>
                    <a:pt x="2840" y="1"/>
                    <a:pt x="224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52"/>
            <p:cNvSpPr/>
            <p:nvPr/>
          </p:nvSpPr>
          <p:spPr>
            <a:xfrm>
              <a:off x="5585825" y="909150"/>
              <a:ext cx="44225" cy="56950"/>
            </a:xfrm>
            <a:custGeom>
              <a:rect b="b" l="l" r="r" t="t"/>
              <a:pathLst>
                <a:path extrusionOk="0" h="2278" w="1769">
                  <a:moveTo>
                    <a:pt x="1274" y="1"/>
                  </a:moveTo>
                  <a:cubicBezTo>
                    <a:pt x="1160" y="1"/>
                    <a:pt x="1033" y="36"/>
                    <a:pt x="901" y="112"/>
                  </a:cubicBezTo>
                  <a:cubicBezTo>
                    <a:pt x="367" y="445"/>
                    <a:pt x="34" y="1012"/>
                    <a:pt x="1" y="1646"/>
                  </a:cubicBezTo>
                  <a:cubicBezTo>
                    <a:pt x="1" y="2044"/>
                    <a:pt x="198" y="2278"/>
                    <a:pt x="489" y="2278"/>
                  </a:cubicBezTo>
                  <a:cubicBezTo>
                    <a:pt x="612" y="2278"/>
                    <a:pt x="752" y="2236"/>
                    <a:pt x="901" y="2146"/>
                  </a:cubicBezTo>
                  <a:cubicBezTo>
                    <a:pt x="1402" y="1813"/>
                    <a:pt x="1735" y="1246"/>
                    <a:pt x="1768" y="612"/>
                  </a:cubicBezTo>
                  <a:cubicBezTo>
                    <a:pt x="1768" y="229"/>
                    <a:pt x="1563" y="1"/>
                    <a:pt x="127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52"/>
            <p:cNvSpPr/>
            <p:nvPr/>
          </p:nvSpPr>
          <p:spPr>
            <a:xfrm>
              <a:off x="5424875" y="1154925"/>
              <a:ext cx="271225" cy="339100"/>
            </a:xfrm>
            <a:custGeom>
              <a:rect b="b" l="l" r="r" t="t"/>
              <a:pathLst>
                <a:path extrusionOk="0" h="13564" w="10849">
                  <a:moveTo>
                    <a:pt x="10108" y="321"/>
                  </a:moveTo>
                  <a:cubicBezTo>
                    <a:pt x="10175" y="321"/>
                    <a:pt x="10208" y="355"/>
                    <a:pt x="10275" y="388"/>
                  </a:cubicBezTo>
                  <a:cubicBezTo>
                    <a:pt x="10408" y="488"/>
                    <a:pt x="10475" y="655"/>
                    <a:pt x="10475" y="822"/>
                  </a:cubicBezTo>
                  <a:lnTo>
                    <a:pt x="10475" y="6726"/>
                  </a:lnTo>
                  <a:cubicBezTo>
                    <a:pt x="10441" y="7326"/>
                    <a:pt x="10108" y="7860"/>
                    <a:pt x="9641" y="8193"/>
                  </a:cubicBezTo>
                  <a:lnTo>
                    <a:pt x="1068" y="13164"/>
                  </a:lnTo>
                  <a:cubicBezTo>
                    <a:pt x="980" y="13234"/>
                    <a:pt x="883" y="13265"/>
                    <a:pt x="789" y="13265"/>
                  </a:cubicBezTo>
                  <a:cubicBezTo>
                    <a:pt x="527" y="13265"/>
                    <a:pt x="294" y="13025"/>
                    <a:pt x="368" y="12730"/>
                  </a:cubicBezTo>
                  <a:lnTo>
                    <a:pt x="368" y="6859"/>
                  </a:lnTo>
                  <a:cubicBezTo>
                    <a:pt x="401" y="6259"/>
                    <a:pt x="701" y="5725"/>
                    <a:pt x="1201" y="5391"/>
                  </a:cubicBezTo>
                  <a:lnTo>
                    <a:pt x="9774" y="421"/>
                  </a:lnTo>
                  <a:cubicBezTo>
                    <a:pt x="9874" y="388"/>
                    <a:pt x="10008" y="321"/>
                    <a:pt x="10108" y="321"/>
                  </a:cubicBezTo>
                  <a:close/>
                  <a:moveTo>
                    <a:pt x="10058" y="0"/>
                  </a:moveTo>
                  <a:cubicBezTo>
                    <a:pt x="9907" y="0"/>
                    <a:pt x="9750" y="47"/>
                    <a:pt x="9607" y="154"/>
                  </a:cubicBezTo>
                  <a:lnTo>
                    <a:pt x="1035" y="5091"/>
                  </a:lnTo>
                  <a:cubicBezTo>
                    <a:pt x="434" y="5492"/>
                    <a:pt x="67" y="6125"/>
                    <a:pt x="34" y="6859"/>
                  </a:cubicBezTo>
                  <a:lnTo>
                    <a:pt x="34" y="12730"/>
                  </a:lnTo>
                  <a:cubicBezTo>
                    <a:pt x="1" y="13030"/>
                    <a:pt x="134" y="13297"/>
                    <a:pt x="401" y="13464"/>
                  </a:cubicBezTo>
                  <a:cubicBezTo>
                    <a:pt x="501" y="13531"/>
                    <a:pt x="601" y="13564"/>
                    <a:pt x="701" y="13564"/>
                  </a:cubicBezTo>
                  <a:cubicBezTo>
                    <a:pt x="901" y="13564"/>
                    <a:pt x="1068" y="13497"/>
                    <a:pt x="1201" y="13397"/>
                  </a:cubicBezTo>
                  <a:lnTo>
                    <a:pt x="9774" y="8460"/>
                  </a:lnTo>
                  <a:cubicBezTo>
                    <a:pt x="10375" y="8060"/>
                    <a:pt x="10742" y="7426"/>
                    <a:pt x="10775" y="6726"/>
                  </a:cubicBezTo>
                  <a:lnTo>
                    <a:pt x="10775" y="822"/>
                  </a:lnTo>
                  <a:cubicBezTo>
                    <a:pt x="10848" y="357"/>
                    <a:pt x="10474" y="0"/>
                    <a:pt x="1005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52"/>
            <p:cNvSpPr/>
            <p:nvPr/>
          </p:nvSpPr>
          <p:spPr>
            <a:xfrm>
              <a:off x="5468250" y="1230775"/>
              <a:ext cx="184500" cy="108150"/>
            </a:xfrm>
            <a:custGeom>
              <a:rect b="b" l="l" r="r" t="t"/>
              <a:pathLst>
                <a:path extrusionOk="0" h="4326" w="7380">
                  <a:moveTo>
                    <a:pt x="7148" y="0"/>
                  </a:moveTo>
                  <a:cubicBezTo>
                    <a:pt x="7123" y="0"/>
                    <a:pt x="7098" y="7"/>
                    <a:pt x="7072" y="22"/>
                  </a:cubicBezTo>
                  <a:lnTo>
                    <a:pt x="134" y="4025"/>
                  </a:lnTo>
                  <a:cubicBezTo>
                    <a:pt x="0" y="4125"/>
                    <a:pt x="34" y="4326"/>
                    <a:pt x="200" y="4326"/>
                  </a:cubicBezTo>
                  <a:lnTo>
                    <a:pt x="267" y="4326"/>
                  </a:lnTo>
                  <a:lnTo>
                    <a:pt x="7239" y="289"/>
                  </a:lnTo>
                  <a:cubicBezTo>
                    <a:pt x="7380" y="205"/>
                    <a:pt x="7282" y="0"/>
                    <a:pt x="714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52"/>
            <p:cNvSpPr/>
            <p:nvPr/>
          </p:nvSpPr>
          <p:spPr>
            <a:xfrm>
              <a:off x="5468250" y="1271625"/>
              <a:ext cx="184500" cy="108175"/>
            </a:xfrm>
            <a:custGeom>
              <a:rect b="b" l="l" r="r" t="t"/>
              <a:pathLst>
                <a:path extrusionOk="0" h="4327" w="7380">
                  <a:moveTo>
                    <a:pt x="7148" y="1"/>
                  </a:moveTo>
                  <a:cubicBezTo>
                    <a:pt x="7123" y="1"/>
                    <a:pt x="7098" y="8"/>
                    <a:pt x="7072" y="23"/>
                  </a:cubicBezTo>
                  <a:lnTo>
                    <a:pt x="134" y="4026"/>
                  </a:lnTo>
                  <a:cubicBezTo>
                    <a:pt x="0" y="4126"/>
                    <a:pt x="34" y="4326"/>
                    <a:pt x="200" y="4326"/>
                  </a:cubicBezTo>
                  <a:lnTo>
                    <a:pt x="267" y="4326"/>
                  </a:lnTo>
                  <a:lnTo>
                    <a:pt x="7239" y="290"/>
                  </a:lnTo>
                  <a:cubicBezTo>
                    <a:pt x="7380" y="205"/>
                    <a:pt x="7282" y="1"/>
                    <a:pt x="714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52"/>
            <p:cNvSpPr/>
            <p:nvPr/>
          </p:nvSpPr>
          <p:spPr>
            <a:xfrm>
              <a:off x="5469075" y="1312725"/>
              <a:ext cx="182650" cy="107925"/>
            </a:xfrm>
            <a:custGeom>
              <a:rect b="b" l="l" r="r" t="t"/>
              <a:pathLst>
                <a:path extrusionOk="0" h="4317" w="7306">
                  <a:moveTo>
                    <a:pt x="7098" y="0"/>
                  </a:moveTo>
                  <a:cubicBezTo>
                    <a:pt x="7077" y="0"/>
                    <a:pt x="7057" y="5"/>
                    <a:pt x="7039" y="13"/>
                  </a:cubicBezTo>
                  <a:lnTo>
                    <a:pt x="101" y="4016"/>
                  </a:lnTo>
                  <a:cubicBezTo>
                    <a:pt x="1" y="4083"/>
                    <a:pt x="1" y="4183"/>
                    <a:pt x="34" y="4250"/>
                  </a:cubicBezTo>
                  <a:cubicBezTo>
                    <a:pt x="67" y="4283"/>
                    <a:pt x="101" y="4317"/>
                    <a:pt x="167" y="4317"/>
                  </a:cubicBezTo>
                  <a:lnTo>
                    <a:pt x="234" y="4317"/>
                  </a:lnTo>
                  <a:lnTo>
                    <a:pt x="7206" y="280"/>
                  </a:lnTo>
                  <a:cubicBezTo>
                    <a:pt x="7272" y="247"/>
                    <a:pt x="7306" y="147"/>
                    <a:pt x="7272" y="80"/>
                  </a:cubicBezTo>
                  <a:cubicBezTo>
                    <a:pt x="7224" y="31"/>
                    <a:pt x="7157" y="0"/>
                    <a:pt x="709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52"/>
            <p:cNvSpPr/>
            <p:nvPr/>
          </p:nvSpPr>
          <p:spPr>
            <a:xfrm>
              <a:off x="5741775" y="2234875"/>
              <a:ext cx="271225" cy="338275"/>
            </a:xfrm>
            <a:custGeom>
              <a:rect b="b" l="l" r="r" t="t"/>
              <a:pathLst>
                <a:path extrusionOk="0" h="13531" w="10849">
                  <a:moveTo>
                    <a:pt x="10053" y="299"/>
                  </a:moveTo>
                  <a:cubicBezTo>
                    <a:pt x="10293" y="299"/>
                    <a:pt x="10513" y="534"/>
                    <a:pt x="10441" y="821"/>
                  </a:cubicBezTo>
                  <a:lnTo>
                    <a:pt x="10441" y="6725"/>
                  </a:lnTo>
                  <a:cubicBezTo>
                    <a:pt x="10408" y="7292"/>
                    <a:pt x="10108" y="7859"/>
                    <a:pt x="9607" y="8193"/>
                  </a:cubicBezTo>
                  <a:lnTo>
                    <a:pt x="1034" y="13130"/>
                  </a:lnTo>
                  <a:cubicBezTo>
                    <a:pt x="955" y="13200"/>
                    <a:pt x="862" y="13231"/>
                    <a:pt x="770" y="13231"/>
                  </a:cubicBezTo>
                  <a:cubicBezTo>
                    <a:pt x="514" y="13231"/>
                    <a:pt x="269" y="12991"/>
                    <a:pt x="367" y="12696"/>
                  </a:cubicBezTo>
                  <a:lnTo>
                    <a:pt x="367" y="6825"/>
                  </a:lnTo>
                  <a:cubicBezTo>
                    <a:pt x="401" y="6225"/>
                    <a:pt x="701" y="5691"/>
                    <a:pt x="1201" y="5358"/>
                  </a:cubicBezTo>
                  <a:lnTo>
                    <a:pt x="9774" y="421"/>
                  </a:lnTo>
                  <a:cubicBezTo>
                    <a:pt x="9859" y="336"/>
                    <a:pt x="9958" y="299"/>
                    <a:pt x="10053" y="299"/>
                  </a:cubicBezTo>
                  <a:close/>
                  <a:moveTo>
                    <a:pt x="10041" y="0"/>
                  </a:moveTo>
                  <a:cubicBezTo>
                    <a:pt x="9892" y="0"/>
                    <a:pt x="9740" y="48"/>
                    <a:pt x="9607" y="154"/>
                  </a:cubicBezTo>
                  <a:lnTo>
                    <a:pt x="1034" y="5124"/>
                  </a:lnTo>
                  <a:cubicBezTo>
                    <a:pt x="434" y="5491"/>
                    <a:pt x="67" y="6158"/>
                    <a:pt x="34" y="6859"/>
                  </a:cubicBezTo>
                  <a:lnTo>
                    <a:pt x="34" y="12696"/>
                  </a:lnTo>
                  <a:cubicBezTo>
                    <a:pt x="0" y="12996"/>
                    <a:pt x="134" y="13297"/>
                    <a:pt x="367" y="13463"/>
                  </a:cubicBezTo>
                  <a:cubicBezTo>
                    <a:pt x="467" y="13497"/>
                    <a:pt x="567" y="13530"/>
                    <a:pt x="701" y="13530"/>
                  </a:cubicBezTo>
                  <a:cubicBezTo>
                    <a:pt x="868" y="13530"/>
                    <a:pt x="1034" y="13497"/>
                    <a:pt x="1201" y="13430"/>
                  </a:cubicBezTo>
                  <a:lnTo>
                    <a:pt x="9774" y="8460"/>
                  </a:lnTo>
                  <a:cubicBezTo>
                    <a:pt x="10374" y="8093"/>
                    <a:pt x="10741" y="7426"/>
                    <a:pt x="10775" y="6725"/>
                  </a:cubicBezTo>
                  <a:lnTo>
                    <a:pt x="10775" y="854"/>
                  </a:lnTo>
                  <a:cubicBezTo>
                    <a:pt x="10848" y="364"/>
                    <a:pt x="10454" y="0"/>
                    <a:pt x="1004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52"/>
            <p:cNvSpPr/>
            <p:nvPr/>
          </p:nvSpPr>
          <p:spPr>
            <a:xfrm>
              <a:off x="5785125" y="2310400"/>
              <a:ext cx="182675" cy="108475"/>
            </a:xfrm>
            <a:custGeom>
              <a:rect b="b" l="l" r="r" t="t"/>
              <a:pathLst>
                <a:path extrusionOk="0" h="4339" w="7307">
                  <a:moveTo>
                    <a:pt x="7152" y="0"/>
                  </a:moveTo>
                  <a:cubicBezTo>
                    <a:pt x="7124" y="0"/>
                    <a:pt x="7096" y="11"/>
                    <a:pt x="7073" y="35"/>
                  </a:cubicBezTo>
                  <a:lnTo>
                    <a:pt x="101" y="4038"/>
                  </a:lnTo>
                  <a:cubicBezTo>
                    <a:pt x="34" y="4071"/>
                    <a:pt x="1" y="4171"/>
                    <a:pt x="34" y="4271"/>
                  </a:cubicBezTo>
                  <a:cubicBezTo>
                    <a:pt x="68" y="4305"/>
                    <a:pt x="134" y="4338"/>
                    <a:pt x="201" y="4338"/>
                  </a:cubicBezTo>
                  <a:cubicBezTo>
                    <a:pt x="201" y="4338"/>
                    <a:pt x="234" y="4338"/>
                    <a:pt x="268" y="4305"/>
                  </a:cubicBezTo>
                  <a:lnTo>
                    <a:pt x="7206" y="302"/>
                  </a:lnTo>
                  <a:cubicBezTo>
                    <a:pt x="7306" y="269"/>
                    <a:pt x="7306" y="168"/>
                    <a:pt x="7273" y="102"/>
                  </a:cubicBezTo>
                  <a:cubicBezTo>
                    <a:pt x="7251" y="37"/>
                    <a:pt x="7202" y="0"/>
                    <a:pt x="715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52"/>
            <p:cNvSpPr/>
            <p:nvPr/>
          </p:nvSpPr>
          <p:spPr>
            <a:xfrm>
              <a:off x="5784300" y="2351625"/>
              <a:ext cx="183500" cy="108100"/>
            </a:xfrm>
            <a:custGeom>
              <a:rect b="b" l="l" r="r" t="t"/>
              <a:pathLst>
                <a:path extrusionOk="0" h="4324" w="7340">
                  <a:moveTo>
                    <a:pt x="7187" y="1"/>
                  </a:moveTo>
                  <a:cubicBezTo>
                    <a:pt x="7159" y="1"/>
                    <a:pt x="7130" y="8"/>
                    <a:pt x="7106" y="21"/>
                  </a:cubicBezTo>
                  <a:lnTo>
                    <a:pt x="134" y="4023"/>
                  </a:lnTo>
                  <a:cubicBezTo>
                    <a:pt x="1" y="4123"/>
                    <a:pt x="67" y="4324"/>
                    <a:pt x="234" y="4324"/>
                  </a:cubicBezTo>
                  <a:cubicBezTo>
                    <a:pt x="234" y="4324"/>
                    <a:pt x="267" y="4324"/>
                    <a:pt x="301" y="4290"/>
                  </a:cubicBezTo>
                  <a:lnTo>
                    <a:pt x="7239" y="287"/>
                  </a:lnTo>
                  <a:cubicBezTo>
                    <a:pt x="7339" y="254"/>
                    <a:pt x="7339" y="154"/>
                    <a:pt x="7306" y="87"/>
                  </a:cubicBezTo>
                  <a:cubicBezTo>
                    <a:pt x="7285" y="24"/>
                    <a:pt x="7237" y="1"/>
                    <a:pt x="718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52"/>
            <p:cNvSpPr/>
            <p:nvPr/>
          </p:nvSpPr>
          <p:spPr>
            <a:xfrm>
              <a:off x="5785125" y="2391825"/>
              <a:ext cx="182675" cy="108775"/>
            </a:xfrm>
            <a:custGeom>
              <a:rect b="b" l="l" r="r" t="t"/>
              <a:pathLst>
                <a:path extrusionOk="0" h="4351" w="7307">
                  <a:moveTo>
                    <a:pt x="7132" y="1"/>
                  </a:moveTo>
                  <a:cubicBezTo>
                    <a:pt x="7111" y="1"/>
                    <a:pt x="7091" y="5"/>
                    <a:pt x="7073" y="14"/>
                  </a:cubicBezTo>
                  <a:lnTo>
                    <a:pt x="101" y="4050"/>
                  </a:lnTo>
                  <a:cubicBezTo>
                    <a:pt x="34" y="4083"/>
                    <a:pt x="1" y="4183"/>
                    <a:pt x="34" y="4250"/>
                  </a:cubicBezTo>
                  <a:cubicBezTo>
                    <a:pt x="68" y="4317"/>
                    <a:pt x="134" y="4317"/>
                    <a:pt x="201" y="4350"/>
                  </a:cubicBezTo>
                  <a:lnTo>
                    <a:pt x="268" y="4350"/>
                  </a:lnTo>
                  <a:lnTo>
                    <a:pt x="7206" y="314"/>
                  </a:lnTo>
                  <a:cubicBezTo>
                    <a:pt x="7306" y="247"/>
                    <a:pt x="7306" y="147"/>
                    <a:pt x="7273" y="80"/>
                  </a:cubicBezTo>
                  <a:cubicBezTo>
                    <a:pt x="7248" y="32"/>
                    <a:pt x="7188" y="1"/>
                    <a:pt x="713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52"/>
            <p:cNvSpPr/>
            <p:nvPr/>
          </p:nvSpPr>
          <p:spPr>
            <a:xfrm>
              <a:off x="5294775" y="3726250"/>
              <a:ext cx="271200" cy="338800"/>
            </a:xfrm>
            <a:custGeom>
              <a:rect b="b" l="l" r="r" t="t"/>
              <a:pathLst>
                <a:path extrusionOk="0" h="13552" w="10848">
                  <a:moveTo>
                    <a:pt x="10090" y="307"/>
                  </a:moveTo>
                  <a:cubicBezTo>
                    <a:pt x="10153" y="307"/>
                    <a:pt x="10216" y="318"/>
                    <a:pt x="10275" y="342"/>
                  </a:cubicBezTo>
                  <a:cubicBezTo>
                    <a:pt x="10408" y="475"/>
                    <a:pt x="10475" y="642"/>
                    <a:pt x="10475" y="809"/>
                  </a:cubicBezTo>
                  <a:lnTo>
                    <a:pt x="10475" y="6713"/>
                  </a:lnTo>
                  <a:cubicBezTo>
                    <a:pt x="10442" y="7280"/>
                    <a:pt x="10108" y="7847"/>
                    <a:pt x="9641" y="8181"/>
                  </a:cubicBezTo>
                  <a:lnTo>
                    <a:pt x="1068" y="13118"/>
                  </a:lnTo>
                  <a:cubicBezTo>
                    <a:pt x="985" y="13192"/>
                    <a:pt x="888" y="13225"/>
                    <a:pt x="793" y="13225"/>
                  </a:cubicBezTo>
                  <a:cubicBezTo>
                    <a:pt x="549" y="13225"/>
                    <a:pt x="320" y="13006"/>
                    <a:pt x="368" y="12717"/>
                  </a:cubicBezTo>
                  <a:lnTo>
                    <a:pt x="368" y="6846"/>
                  </a:lnTo>
                  <a:cubicBezTo>
                    <a:pt x="401" y="6246"/>
                    <a:pt x="735" y="5712"/>
                    <a:pt x="1202" y="5379"/>
                  </a:cubicBezTo>
                  <a:lnTo>
                    <a:pt x="9775" y="409"/>
                  </a:lnTo>
                  <a:cubicBezTo>
                    <a:pt x="9861" y="344"/>
                    <a:pt x="9975" y="307"/>
                    <a:pt x="10090" y="307"/>
                  </a:cubicBezTo>
                  <a:close/>
                  <a:moveTo>
                    <a:pt x="10078" y="1"/>
                  </a:moveTo>
                  <a:cubicBezTo>
                    <a:pt x="9920" y="1"/>
                    <a:pt x="9756" y="54"/>
                    <a:pt x="9608" y="175"/>
                  </a:cubicBezTo>
                  <a:lnTo>
                    <a:pt x="1035" y="5079"/>
                  </a:lnTo>
                  <a:cubicBezTo>
                    <a:pt x="435" y="5479"/>
                    <a:pt x="68" y="6113"/>
                    <a:pt x="34" y="6846"/>
                  </a:cubicBezTo>
                  <a:lnTo>
                    <a:pt x="34" y="12717"/>
                  </a:lnTo>
                  <a:cubicBezTo>
                    <a:pt x="1" y="13018"/>
                    <a:pt x="134" y="13284"/>
                    <a:pt x="401" y="13451"/>
                  </a:cubicBezTo>
                  <a:cubicBezTo>
                    <a:pt x="501" y="13518"/>
                    <a:pt x="601" y="13551"/>
                    <a:pt x="701" y="13551"/>
                  </a:cubicBezTo>
                  <a:cubicBezTo>
                    <a:pt x="902" y="13551"/>
                    <a:pt x="1068" y="13485"/>
                    <a:pt x="1202" y="13418"/>
                  </a:cubicBezTo>
                  <a:lnTo>
                    <a:pt x="9775" y="8448"/>
                  </a:lnTo>
                  <a:cubicBezTo>
                    <a:pt x="10375" y="8081"/>
                    <a:pt x="10742" y="7414"/>
                    <a:pt x="10775" y="6713"/>
                  </a:cubicBezTo>
                  <a:lnTo>
                    <a:pt x="10775" y="842"/>
                  </a:lnTo>
                  <a:cubicBezTo>
                    <a:pt x="10848" y="361"/>
                    <a:pt x="10485" y="1"/>
                    <a:pt x="1007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52"/>
            <p:cNvSpPr/>
            <p:nvPr/>
          </p:nvSpPr>
          <p:spPr>
            <a:xfrm>
              <a:off x="5338975" y="3802025"/>
              <a:ext cx="183825" cy="107900"/>
            </a:xfrm>
            <a:custGeom>
              <a:rect b="b" l="l" r="r" t="t"/>
              <a:pathLst>
                <a:path extrusionOk="0" h="4316" w="7353">
                  <a:moveTo>
                    <a:pt x="7100" y="1"/>
                  </a:moveTo>
                  <a:cubicBezTo>
                    <a:pt x="7080" y="1"/>
                    <a:pt x="7060" y="5"/>
                    <a:pt x="7039" y="13"/>
                  </a:cubicBezTo>
                  <a:lnTo>
                    <a:pt x="101" y="4016"/>
                  </a:lnTo>
                  <a:cubicBezTo>
                    <a:pt x="1" y="4082"/>
                    <a:pt x="1" y="4182"/>
                    <a:pt x="34" y="4249"/>
                  </a:cubicBezTo>
                  <a:cubicBezTo>
                    <a:pt x="68" y="4282"/>
                    <a:pt x="101" y="4316"/>
                    <a:pt x="168" y="4316"/>
                  </a:cubicBezTo>
                  <a:lnTo>
                    <a:pt x="268" y="4316"/>
                  </a:lnTo>
                  <a:lnTo>
                    <a:pt x="7206" y="280"/>
                  </a:lnTo>
                  <a:cubicBezTo>
                    <a:pt x="7352" y="192"/>
                    <a:pt x="7242" y="1"/>
                    <a:pt x="710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52"/>
            <p:cNvSpPr/>
            <p:nvPr/>
          </p:nvSpPr>
          <p:spPr>
            <a:xfrm>
              <a:off x="5338975" y="3842700"/>
              <a:ext cx="182675" cy="108100"/>
            </a:xfrm>
            <a:custGeom>
              <a:rect b="b" l="l" r="r" t="t"/>
              <a:pathLst>
                <a:path extrusionOk="0" h="4324" w="7307">
                  <a:moveTo>
                    <a:pt x="7123" y="0"/>
                  </a:moveTo>
                  <a:cubicBezTo>
                    <a:pt x="7093" y="0"/>
                    <a:pt x="7064" y="8"/>
                    <a:pt x="7039" y="20"/>
                  </a:cubicBezTo>
                  <a:lnTo>
                    <a:pt x="101" y="4023"/>
                  </a:lnTo>
                  <a:cubicBezTo>
                    <a:pt x="1" y="4090"/>
                    <a:pt x="1" y="4157"/>
                    <a:pt x="34" y="4257"/>
                  </a:cubicBezTo>
                  <a:cubicBezTo>
                    <a:pt x="68" y="4290"/>
                    <a:pt x="101" y="4323"/>
                    <a:pt x="168" y="4323"/>
                  </a:cubicBezTo>
                  <a:lnTo>
                    <a:pt x="268" y="4323"/>
                  </a:lnTo>
                  <a:lnTo>
                    <a:pt x="7206" y="287"/>
                  </a:lnTo>
                  <a:cubicBezTo>
                    <a:pt x="7273" y="254"/>
                    <a:pt x="7306" y="154"/>
                    <a:pt x="7273" y="87"/>
                  </a:cubicBezTo>
                  <a:cubicBezTo>
                    <a:pt x="7230" y="24"/>
                    <a:pt x="7175" y="0"/>
                    <a:pt x="712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52"/>
            <p:cNvSpPr/>
            <p:nvPr/>
          </p:nvSpPr>
          <p:spPr>
            <a:xfrm>
              <a:off x="5338975" y="3883550"/>
              <a:ext cx="182675" cy="108100"/>
            </a:xfrm>
            <a:custGeom>
              <a:rect b="b" l="l" r="r" t="t"/>
              <a:pathLst>
                <a:path extrusionOk="0" h="4324" w="7307">
                  <a:moveTo>
                    <a:pt x="7123" y="1"/>
                  </a:moveTo>
                  <a:cubicBezTo>
                    <a:pt x="7093" y="1"/>
                    <a:pt x="7064" y="9"/>
                    <a:pt x="7039" y="21"/>
                  </a:cubicBezTo>
                  <a:lnTo>
                    <a:pt x="101" y="4024"/>
                  </a:lnTo>
                  <a:cubicBezTo>
                    <a:pt x="1" y="4090"/>
                    <a:pt x="1" y="4157"/>
                    <a:pt x="34" y="4257"/>
                  </a:cubicBezTo>
                  <a:cubicBezTo>
                    <a:pt x="68" y="4290"/>
                    <a:pt x="101" y="4324"/>
                    <a:pt x="168" y="4324"/>
                  </a:cubicBezTo>
                  <a:cubicBezTo>
                    <a:pt x="201" y="4324"/>
                    <a:pt x="234" y="4324"/>
                    <a:pt x="268" y="4290"/>
                  </a:cubicBezTo>
                  <a:lnTo>
                    <a:pt x="7206" y="288"/>
                  </a:lnTo>
                  <a:cubicBezTo>
                    <a:pt x="7273" y="254"/>
                    <a:pt x="7306" y="154"/>
                    <a:pt x="7273" y="87"/>
                  </a:cubicBezTo>
                  <a:cubicBezTo>
                    <a:pt x="7230" y="24"/>
                    <a:pt x="7175" y="1"/>
                    <a:pt x="712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52"/>
            <p:cNvSpPr/>
            <p:nvPr/>
          </p:nvSpPr>
          <p:spPr>
            <a:xfrm>
              <a:off x="3495175" y="4514325"/>
              <a:ext cx="271175" cy="338775"/>
            </a:xfrm>
            <a:custGeom>
              <a:rect b="b" l="l" r="r" t="t"/>
              <a:pathLst>
                <a:path extrusionOk="0" h="13551" w="10847">
                  <a:moveTo>
                    <a:pt x="10144" y="328"/>
                  </a:moveTo>
                  <a:cubicBezTo>
                    <a:pt x="10180" y="328"/>
                    <a:pt x="10227" y="351"/>
                    <a:pt x="10274" y="375"/>
                  </a:cubicBezTo>
                  <a:cubicBezTo>
                    <a:pt x="10408" y="475"/>
                    <a:pt x="10474" y="642"/>
                    <a:pt x="10474" y="842"/>
                  </a:cubicBezTo>
                  <a:lnTo>
                    <a:pt x="10474" y="6713"/>
                  </a:lnTo>
                  <a:cubicBezTo>
                    <a:pt x="10408" y="7313"/>
                    <a:pt x="10107" y="7847"/>
                    <a:pt x="9640" y="8180"/>
                  </a:cubicBezTo>
                  <a:lnTo>
                    <a:pt x="1068" y="13151"/>
                  </a:lnTo>
                  <a:cubicBezTo>
                    <a:pt x="976" y="13206"/>
                    <a:pt x="884" y="13230"/>
                    <a:pt x="792" y="13230"/>
                  </a:cubicBezTo>
                  <a:cubicBezTo>
                    <a:pt x="717" y="13230"/>
                    <a:pt x="642" y="13214"/>
                    <a:pt x="567" y="13184"/>
                  </a:cubicBezTo>
                  <a:cubicBezTo>
                    <a:pt x="434" y="13084"/>
                    <a:pt x="334" y="12917"/>
                    <a:pt x="367" y="12750"/>
                  </a:cubicBezTo>
                  <a:lnTo>
                    <a:pt x="367" y="6846"/>
                  </a:lnTo>
                  <a:cubicBezTo>
                    <a:pt x="400" y="6246"/>
                    <a:pt x="701" y="5712"/>
                    <a:pt x="1201" y="5378"/>
                  </a:cubicBezTo>
                  <a:lnTo>
                    <a:pt x="9774" y="441"/>
                  </a:lnTo>
                  <a:cubicBezTo>
                    <a:pt x="9874" y="375"/>
                    <a:pt x="9974" y="341"/>
                    <a:pt x="10107" y="341"/>
                  </a:cubicBezTo>
                  <a:cubicBezTo>
                    <a:pt x="10117" y="332"/>
                    <a:pt x="10130" y="328"/>
                    <a:pt x="10144" y="328"/>
                  </a:cubicBezTo>
                  <a:close/>
                  <a:moveTo>
                    <a:pt x="10062" y="0"/>
                  </a:moveTo>
                  <a:cubicBezTo>
                    <a:pt x="9906" y="0"/>
                    <a:pt x="9746" y="54"/>
                    <a:pt x="9607" y="175"/>
                  </a:cubicBezTo>
                  <a:lnTo>
                    <a:pt x="1034" y="5111"/>
                  </a:lnTo>
                  <a:cubicBezTo>
                    <a:pt x="434" y="5478"/>
                    <a:pt x="67" y="6146"/>
                    <a:pt x="34" y="6846"/>
                  </a:cubicBezTo>
                  <a:lnTo>
                    <a:pt x="34" y="12750"/>
                  </a:lnTo>
                  <a:cubicBezTo>
                    <a:pt x="0" y="13017"/>
                    <a:pt x="134" y="13317"/>
                    <a:pt x="367" y="13484"/>
                  </a:cubicBezTo>
                  <a:cubicBezTo>
                    <a:pt x="467" y="13517"/>
                    <a:pt x="567" y="13551"/>
                    <a:pt x="701" y="13551"/>
                  </a:cubicBezTo>
                  <a:cubicBezTo>
                    <a:pt x="867" y="13551"/>
                    <a:pt x="1034" y="13517"/>
                    <a:pt x="1201" y="13417"/>
                  </a:cubicBezTo>
                  <a:lnTo>
                    <a:pt x="9774" y="8447"/>
                  </a:lnTo>
                  <a:cubicBezTo>
                    <a:pt x="10374" y="8080"/>
                    <a:pt x="10741" y="7413"/>
                    <a:pt x="10775" y="6713"/>
                  </a:cubicBezTo>
                  <a:lnTo>
                    <a:pt x="10775" y="842"/>
                  </a:lnTo>
                  <a:cubicBezTo>
                    <a:pt x="10847" y="360"/>
                    <a:pt x="10467" y="0"/>
                    <a:pt x="1006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52"/>
            <p:cNvSpPr/>
            <p:nvPr/>
          </p:nvSpPr>
          <p:spPr>
            <a:xfrm>
              <a:off x="3538525" y="4590900"/>
              <a:ext cx="183750" cy="107925"/>
            </a:xfrm>
            <a:custGeom>
              <a:rect b="b" l="l" r="r" t="t"/>
              <a:pathLst>
                <a:path extrusionOk="0" h="4317" w="7350">
                  <a:moveTo>
                    <a:pt x="7138" y="0"/>
                  </a:moveTo>
                  <a:cubicBezTo>
                    <a:pt x="7117" y="0"/>
                    <a:pt x="7095" y="5"/>
                    <a:pt x="7072" y="14"/>
                  </a:cubicBezTo>
                  <a:lnTo>
                    <a:pt x="101" y="4017"/>
                  </a:lnTo>
                  <a:cubicBezTo>
                    <a:pt x="34" y="4050"/>
                    <a:pt x="1" y="4150"/>
                    <a:pt x="34" y="4217"/>
                  </a:cubicBezTo>
                  <a:cubicBezTo>
                    <a:pt x="67" y="4283"/>
                    <a:pt x="134" y="4317"/>
                    <a:pt x="201" y="4317"/>
                  </a:cubicBezTo>
                  <a:cubicBezTo>
                    <a:pt x="201" y="4317"/>
                    <a:pt x="234" y="4317"/>
                    <a:pt x="268" y="4283"/>
                  </a:cubicBezTo>
                  <a:lnTo>
                    <a:pt x="7206" y="281"/>
                  </a:lnTo>
                  <a:cubicBezTo>
                    <a:pt x="7350" y="165"/>
                    <a:pt x="7270" y="0"/>
                    <a:pt x="713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52"/>
            <p:cNvSpPr/>
            <p:nvPr/>
          </p:nvSpPr>
          <p:spPr>
            <a:xfrm>
              <a:off x="3538525" y="4631750"/>
              <a:ext cx="183750" cy="107950"/>
            </a:xfrm>
            <a:custGeom>
              <a:rect b="b" l="l" r="r" t="t"/>
              <a:pathLst>
                <a:path extrusionOk="0" h="4318" w="7350">
                  <a:moveTo>
                    <a:pt x="7138" y="1"/>
                  </a:moveTo>
                  <a:cubicBezTo>
                    <a:pt x="7117" y="1"/>
                    <a:pt x="7095" y="5"/>
                    <a:pt x="7072" y="14"/>
                  </a:cubicBezTo>
                  <a:lnTo>
                    <a:pt x="101" y="4017"/>
                  </a:lnTo>
                  <a:cubicBezTo>
                    <a:pt x="34" y="4050"/>
                    <a:pt x="1" y="4150"/>
                    <a:pt x="34" y="4217"/>
                  </a:cubicBezTo>
                  <a:cubicBezTo>
                    <a:pt x="67" y="4284"/>
                    <a:pt x="134" y="4317"/>
                    <a:pt x="201" y="4317"/>
                  </a:cubicBezTo>
                  <a:cubicBezTo>
                    <a:pt x="201" y="4317"/>
                    <a:pt x="234" y="4317"/>
                    <a:pt x="268" y="4284"/>
                  </a:cubicBezTo>
                  <a:lnTo>
                    <a:pt x="7206" y="281"/>
                  </a:lnTo>
                  <a:cubicBezTo>
                    <a:pt x="7350" y="166"/>
                    <a:pt x="7270" y="1"/>
                    <a:pt x="713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52"/>
            <p:cNvSpPr/>
            <p:nvPr/>
          </p:nvSpPr>
          <p:spPr>
            <a:xfrm>
              <a:off x="3538525" y="4672050"/>
              <a:ext cx="182650" cy="108500"/>
            </a:xfrm>
            <a:custGeom>
              <a:rect b="b" l="l" r="r" t="t"/>
              <a:pathLst>
                <a:path extrusionOk="0" h="4340" w="7306">
                  <a:moveTo>
                    <a:pt x="7158" y="0"/>
                  </a:moveTo>
                  <a:cubicBezTo>
                    <a:pt x="7128" y="0"/>
                    <a:pt x="7098" y="11"/>
                    <a:pt x="7072" y="37"/>
                  </a:cubicBezTo>
                  <a:lnTo>
                    <a:pt x="101" y="4040"/>
                  </a:lnTo>
                  <a:cubicBezTo>
                    <a:pt x="34" y="4073"/>
                    <a:pt x="1" y="4173"/>
                    <a:pt x="34" y="4240"/>
                  </a:cubicBezTo>
                  <a:cubicBezTo>
                    <a:pt x="67" y="4306"/>
                    <a:pt x="134" y="4340"/>
                    <a:pt x="201" y="4340"/>
                  </a:cubicBezTo>
                  <a:cubicBezTo>
                    <a:pt x="201" y="4340"/>
                    <a:pt x="234" y="4340"/>
                    <a:pt x="268" y="4306"/>
                  </a:cubicBezTo>
                  <a:lnTo>
                    <a:pt x="7206" y="304"/>
                  </a:lnTo>
                  <a:cubicBezTo>
                    <a:pt x="7306" y="237"/>
                    <a:pt x="7306" y="170"/>
                    <a:pt x="7273" y="70"/>
                  </a:cubicBezTo>
                  <a:cubicBezTo>
                    <a:pt x="7252" y="29"/>
                    <a:pt x="7206" y="0"/>
                    <a:pt x="715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52"/>
            <p:cNvSpPr/>
            <p:nvPr/>
          </p:nvSpPr>
          <p:spPr>
            <a:xfrm>
              <a:off x="4530075" y="1997525"/>
              <a:ext cx="271175" cy="338775"/>
            </a:xfrm>
            <a:custGeom>
              <a:rect b="b" l="l" r="r" t="t"/>
              <a:pathLst>
                <a:path extrusionOk="0" h="13551" w="10847">
                  <a:moveTo>
                    <a:pt x="10022" y="334"/>
                  </a:moveTo>
                  <a:cubicBezTo>
                    <a:pt x="10274" y="334"/>
                    <a:pt x="10513" y="553"/>
                    <a:pt x="10441" y="842"/>
                  </a:cubicBezTo>
                  <a:lnTo>
                    <a:pt x="10441" y="6713"/>
                  </a:lnTo>
                  <a:cubicBezTo>
                    <a:pt x="10408" y="7313"/>
                    <a:pt x="10108" y="7847"/>
                    <a:pt x="9607" y="8180"/>
                  </a:cubicBezTo>
                  <a:lnTo>
                    <a:pt x="1034" y="13150"/>
                  </a:lnTo>
                  <a:cubicBezTo>
                    <a:pt x="954" y="13222"/>
                    <a:pt x="863" y="13252"/>
                    <a:pt x="773" y="13252"/>
                  </a:cubicBezTo>
                  <a:cubicBezTo>
                    <a:pt x="526" y="13252"/>
                    <a:pt x="294" y="13019"/>
                    <a:pt x="367" y="12750"/>
                  </a:cubicBezTo>
                  <a:lnTo>
                    <a:pt x="367" y="6846"/>
                  </a:lnTo>
                  <a:cubicBezTo>
                    <a:pt x="401" y="6279"/>
                    <a:pt x="701" y="5712"/>
                    <a:pt x="1201" y="5378"/>
                  </a:cubicBezTo>
                  <a:lnTo>
                    <a:pt x="9741" y="441"/>
                  </a:lnTo>
                  <a:cubicBezTo>
                    <a:pt x="9825" y="367"/>
                    <a:pt x="9924" y="334"/>
                    <a:pt x="10022" y="334"/>
                  </a:cubicBezTo>
                  <a:close/>
                  <a:moveTo>
                    <a:pt x="10063" y="0"/>
                  </a:moveTo>
                  <a:cubicBezTo>
                    <a:pt x="9906" y="0"/>
                    <a:pt x="9747" y="54"/>
                    <a:pt x="9607" y="175"/>
                  </a:cubicBezTo>
                  <a:lnTo>
                    <a:pt x="1034" y="5111"/>
                  </a:lnTo>
                  <a:cubicBezTo>
                    <a:pt x="434" y="5512"/>
                    <a:pt x="67" y="6145"/>
                    <a:pt x="34" y="6846"/>
                  </a:cubicBezTo>
                  <a:lnTo>
                    <a:pt x="34" y="12750"/>
                  </a:lnTo>
                  <a:cubicBezTo>
                    <a:pt x="0" y="13017"/>
                    <a:pt x="134" y="13317"/>
                    <a:pt x="367" y="13484"/>
                  </a:cubicBezTo>
                  <a:cubicBezTo>
                    <a:pt x="467" y="13551"/>
                    <a:pt x="567" y="13551"/>
                    <a:pt x="701" y="13551"/>
                  </a:cubicBezTo>
                  <a:cubicBezTo>
                    <a:pt x="868" y="13551"/>
                    <a:pt x="1034" y="13517"/>
                    <a:pt x="1201" y="13451"/>
                  </a:cubicBezTo>
                  <a:lnTo>
                    <a:pt x="9774" y="8480"/>
                  </a:lnTo>
                  <a:cubicBezTo>
                    <a:pt x="10341" y="8080"/>
                    <a:pt x="10741" y="7446"/>
                    <a:pt x="10775" y="6713"/>
                  </a:cubicBezTo>
                  <a:lnTo>
                    <a:pt x="10775" y="842"/>
                  </a:lnTo>
                  <a:cubicBezTo>
                    <a:pt x="10847" y="360"/>
                    <a:pt x="10467" y="0"/>
                    <a:pt x="1006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52"/>
            <p:cNvSpPr/>
            <p:nvPr/>
          </p:nvSpPr>
          <p:spPr>
            <a:xfrm>
              <a:off x="4573425" y="2073875"/>
              <a:ext cx="184400" cy="108150"/>
            </a:xfrm>
            <a:custGeom>
              <a:rect b="b" l="l" r="r" t="t"/>
              <a:pathLst>
                <a:path extrusionOk="0" h="4326" w="7376">
                  <a:moveTo>
                    <a:pt x="7128" y="1"/>
                  </a:moveTo>
                  <a:cubicBezTo>
                    <a:pt x="7100" y="1"/>
                    <a:pt x="7070" y="7"/>
                    <a:pt x="7039" y="23"/>
                  </a:cubicBezTo>
                  <a:lnTo>
                    <a:pt x="101" y="4025"/>
                  </a:lnTo>
                  <a:cubicBezTo>
                    <a:pt x="34" y="4059"/>
                    <a:pt x="1" y="4159"/>
                    <a:pt x="34" y="4259"/>
                  </a:cubicBezTo>
                  <a:cubicBezTo>
                    <a:pt x="68" y="4292"/>
                    <a:pt x="134" y="4326"/>
                    <a:pt x="201" y="4326"/>
                  </a:cubicBezTo>
                  <a:cubicBezTo>
                    <a:pt x="201" y="4326"/>
                    <a:pt x="234" y="4326"/>
                    <a:pt x="268" y="4292"/>
                  </a:cubicBezTo>
                  <a:lnTo>
                    <a:pt x="7206" y="289"/>
                  </a:lnTo>
                  <a:cubicBezTo>
                    <a:pt x="7376" y="205"/>
                    <a:pt x="7282" y="1"/>
                    <a:pt x="712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52"/>
            <p:cNvSpPr/>
            <p:nvPr/>
          </p:nvSpPr>
          <p:spPr>
            <a:xfrm>
              <a:off x="4573425" y="2114150"/>
              <a:ext cx="184875" cy="108750"/>
            </a:xfrm>
            <a:custGeom>
              <a:rect b="b" l="l" r="r" t="t"/>
              <a:pathLst>
                <a:path extrusionOk="0" h="4350" w="7395">
                  <a:moveTo>
                    <a:pt x="7153" y="0"/>
                  </a:moveTo>
                  <a:cubicBezTo>
                    <a:pt x="7117" y="0"/>
                    <a:pt x="7078" y="14"/>
                    <a:pt x="7039" y="46"/>
                  </a:cubicBezTo>
                  <a:lnTo>
                    <a:pt x="101" y="4049"/>
                  </a:lnTo>
                  <a:cubicBezTo>
                    <a:pt x="34" y="4082"/>
                    <a:pt x="1" y="4182"/>
                    <a:pt x="34" y="4282"/>
                  </a:cubicBezTo>
                  <a:cubicBezTo>
                    <a:pt x="68" y="4316"/>
                    <a:pt x="134" y="4349"/>
                    <a:pt x="201" y="4349"/>
                  </a:cubicBezTo>
                  <a:cubicBezTo>
                    <a:pt x="201" y="4349"/>
                    <a:pt x="234" y="4349"/>
                    <a:pt x="268" y="4316"/>
                  </a:cubicBezTo>
                  <a:lnTo>
                    <a:pt x="7206" y="313"/>
                  </a:lnTo>
                  <a:cubicBezTo>
                    <a:pt x="7394" y="232"/>
                    <a:pt x="7301" y="0"/>
                    <a:pt x="715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52"/>
            <p:cNvSpPr/>
            <p:nvPr/>
          </p:nvSpPr>
          <p:spPr>
            <a:xfrm>
              <a:off x="4573425" y="2155850"/>
              <a:ext cx="183825" cy="107900"/>
            </a:xfrm>
            <a:custGeom>
              <a:rect b="b" l="l" r="r" t="t"/>
              <a:pathLst>
                <a:path extrusionOk="0" h="4316" w="7353">
                  <a:moveTo>
                    <a:pt x="7109" y="1"/>
                  </a:moveTo>
                  <a:cubicBezTo>
                    <a:pt x="7087" y="1"/>
                    <a:pt x="7064" y="4"/>
                    <a:pt x="7039" y="13"/>
                  </a:cubicBezTo>
                  <a:lnTo>
                    <a:pt x="101" y="4015"/>
                  </a:lnTo>
                  <a:cubicBezTo>
                    <a:pt x="34" y="4049"/>
                    <a:pt x="1" y="4149"/>
                    <a:pt x="34" y="4249"/>
                  </a:cubicBezTo>
                  <a:cubicBezTo>
                    <a:pt x="68" y="4282"/>
                    <a:pt x="134" y="4316"/>
                    <a:pt x="201" y="4316"/>
                  </a:cubicBezTo>
                  <a:lnTo>
                    <a:pt x="268" y="4316"/>
                  </a:lnTo>
                  <a:lnTo>
                    <a:pt x="7206" y="279"/>
                  </a:lnTo>
                  <a:cubicBezTo>
                    <a:pt x="7353" y="192"/>
                    <a:pt x="7268" y="1"/>
                    <a:pt x="710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52"/>
            <p:cNvSpPr/>
            <p:nvPr/>
          </p:nvSpPr>
          <p:spPr>
            <a:xfrm>
              <a:off x="3527700" y="1049250"/>
              <a:ext cx="140950" cy="179600"/>
            </a:xfrm>
            <a:custGeom>
              <a:rect b="b" l="l" r="r" t="t"/>
              <a:pathLst>
                <a:path extrusionOk="0" h="7184" w="5638">
                  <a:moveTo>
                    <a:pt x="3970" y="445"/>
                  </a:moveTo>
                  <a:cubicBezTo>
                    <a:pt x="4170" y="445"/>
                    <a:pt x="4370" y="479"/>
                    <a:pt x="4537" y="579"/>
                  </a:cubicBezTo>
                  <a:cubicBezTo>
                    <a:pt x="4970" y="845"/>
                    <a:pt x="5204" y="1346"/>
                    <a:pt x="5204" y="2080"/>
                  </a:cubicBezTo>
                  <a:cubicBezTo>
                    <a:pt x="5104" y="3848"/>
                    <a:pt x="4170" y="5449"/>
                    <a:pt x="2702" y="6416"/>
                  </a:cubicBezTo>
                  <a:cubicBezTo>
                    <a:pt x="2327" y="6633"/>
                    <a:pt x="1975" y="6745"/>
                    <a:pt x="1661" y="6745"/>
                  </a:cubicBezTo>
                  <a:cubicBezTo>
                    <a:pt x="1444" y="6745"/>
                    <a:pt x="1245" y="6692"/>
                    <a:pt x="1068" y="6583"/>
                  </a:cubicBezTo>
                  <a:cubicBezTo>
                    <a:pt x="667" y="6349"/>
                    <a:pt x="434" y="5816"/>
                    <a:pt x="434" y="5082"/>
                  </a:cubicBezTo>
                  <a:cubicBezTo>
                    <a:pt x="500" y="3347"/>
                    <a:pt x="1434" y="1713"/>
                    <a:pt x="2936" y="779"/>
                  </a:cubicBezTo>
                  <a:cubicBezTo>
                    <a:pt x="3236" y="579"/>
                    <a:pt x="3603" y="445"/>
                    <a:pt x="3970" y="445"/>
                  </a:cubicBezTo>
                  <a:close/>
                  <a:moveTo>
                    <a:pt x="3969" y="1"/>
                  </a:moveTo>
                  <a:cubicBezTo>
                    <a:pt x="3575" y="1"/>
                    <a:pt x="3144" y="129"/>
                    <a:pt x="2702" y="378"/>
                  </a:cubicBezTo>
                  <a:cubicBezTo>
                    <a:pt x="1101" y="1446"/>
                    <a:pt x="100" y="3181"/>
                    <a:pt x="0" y="5082"/>
                  </a:cubicBezTo>
                  <a:cubicBezTo>
                    <a:pt x="0" y="5983"/>
                    <a:pt x="300" y="6650"/>
                    <a:pt x="867" y="6950"/>
                  </a:cubicBezTo>
                  <a:cubicBezTo>
                    <a:pt x="1101" y="7083"/>
                    <a:pt x="1368" y="7183"/>
                    <a:pt x="1635" y="7183"/>
                  </a:cubicBezTo>
                  <a:cubicBezTo>
                    <a:pt x="2102" y="7150"/>
                    <a:pt x="2535" y="7017"/>
                    <a:pt x="2936" y="6783"/>
                  </a:cubicBezTo>
                  <a:cubicBezTo>
                    <a:pt x="4537" y="5749"/>
                    <a:pt x="5537" y="3981"/>
                    <a:pt x="5637" y="2080"/>
                  </a:cubicBezTo>
                  <a:cubicBezTo>
                    <a:pt x="5637" y="1212"/>
                    <a:pt x="5337" y="545"/>
                    <a:pt x="4770" y="212"/>
                  </a:cubicBezTo>
                  <a:cubicBezTo>
                    <a:pt x="4530" y="70"/>
                    <a:pt x="4259" y="1"/>
                    <a:pt x="396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52"/>
            <p:cNvSpPr/>
            <p:nvPr/>
          </p:nvSpPr>
          <p:spPr>
            <a:xfrm>
              <a:off x="3559375" y="1089175"/>
              <a:ext cx="77575" cy="99500"/>
            </a:xfrm>
            <a:custGeom>
              <a:rect b="b" l="l" r="r" t="t"/>
              <a:pathLst>
                <a:path extrusionOk="0" h="3980" w="3103">
                  <a:moveTo>
                    <a:pt x="2251" y="0"/>
                  </a:moveTo>
                  <a:cubicBezTo>
                    <a:pt x="2044" y="0"/>
                    <a:pt x="1812" y="70"/>
                    <a:pt x="1568" y="216"/>
                  </a:cubicBezTo>
                  <a:cubicBezTo>
                    <a:pt x="634" y="816"/>
                    <a:pt x="67" y="1817"/>
                    <a:pt x="1" y="2884"/>
                  </a:cubicBezTo>
                  <a:cubicBezTo>
                    <a:pt x="1" y="3578"/>
                    <a:pt x="378" y="3980"/>
                    <a:pt x="899" y="3980"/>
                  </a:cubicBezTo>
                  <a:cubicBezTo>
                    <a:pt x="1104" y="3980"/>
                    <a:pt x="1332" y="3917"/>
                    <a:pt x="1568" y="3785"/>
                  </a:cubicBezTo>
                  <a:cubicBezTo>
                    <a:pt x="2469" y="3185"/>
                    <a:pt x="3036" y="2184"/>
                    <a:pt x="3103" y="1117"/>
                  </a:cubicBezTo>
                  <a:cubicBezTo>
                    <a:pt x="3103" y="408"/>
                    <a:pt x="2752" y="0"/>
                    <a:pt x="225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52"/>
            <p:cNvSpPr/>
            <p:nvPr/>
          </p:nvSpPr>
          <p:spPr>
            <a:xfrm>
              <a:off x="3415950" y="582075"/>
              <a:ext cx="357775" cy="431625"/>
            </a:xfrm>
            <a:custGeom>
              <a:rect b="b" l="l" r="r" t="t"/>
              <a:pathLst>
                <a:path extrusionOk="0" h="17265" w="14311">
                  <a:moveTo>
                    <a:pt x="13619" y="322"/>
                  </a:moveTo>
                  <a:cubicBezTo>
                    <a:pt x="13841" y="322"/>
                    <a:pt x="14047" y="530"/>
                    <a:pt x="13977" y="786"/>
                  </a:cubicBezTo>
                  <a:lnTo>
                    <a:pt x="13977" y="8391"/>
                  </a:lnTo>
                  <a:cubicBezTo>
                    <a:pt x="13910" y="8958"/>
                    <a:pt x="13610" y="9492"/>
                    <a:pt x="13143" y="9792"/>
                  </a:cubicBezTo>
                  <a:lnTo>
                    <a:pt x="8873" y="12261"/>
                  </a:lnTo>
                  <a:lnTo>
                    <a:pt x="7639" y="16530"/>
                  </a:lnTo>
                  <a:cubicBezTo>
                    <a:pt x="7639" y="16564"/>
                    <a:pt x="7606" y="16597"/>
                    <a:pt x="7572" y="16597"/>
                  </a:cubicBezTo>
                  <a:cubicBezTo>
                    <a:pt x="7539" y="16597"/>
                    <a:pt x="7506" y="16564"/>
                    <a:pt x="7506" y="16530"/>
                  </a:cubicBezTo>
                  <a:lnTo>
                    <a:pt x="6305" y="13762"/>
                  </a:lnTo>
                  <a:lnTo>
                    <a:pt x="1001" y="16797"/>
                  </a:lnTo>
                  <a:cubicBezTo>
                    <a:pt x="915" y="16862"/>
                    <a:pt x="815" y="16899"/>
                    <a:pt x="710" y="16899"/>
                  </a:cubicBezTo>
                  <a:cubicBezTo>
                    <a:pt x="652" y="16899"/>
                    <a:pt x="593" y="16888"/>
                    <a:pt x="534" y="16864"/>
                  </a:cubicBezTo>
                  <a:cubicBezTo>
                    <a:pt x="401" y="16764"/>
                    <a:pt x="334" y="16597"/>
                    <a:pt x="367" y="16464"/>
                  </a:cubicBezTo>
                  <a:lnTo>
                    <a:pt x="367" y="8858"/>
                  </a:lnTo>
                  <a:cubicBezTo>
                    <a:pt x="401" y="8291"/>
                    <a:pt x="701" y="7757"/>
                    <a:pt x="1168" y="7457"/>
                  </a:cubicBezTo>
                  <a:lnTo>
                    <a:pt x="13310" y="419"/>
                  </a:lnTo>
                  <a:lnTo>
                    <a:pt x="13343" y="452"/>
                  </a:lnTo>
                  <a:cubicBezTo>
                    <a:pt x="13424" y="361"/>
                    <a:pt x="13523" y="322"/>
                    <a:pt x="13619" y="322"/>
                  </a:cubicBezTo>
                  <a:close/>
                  <a:moveTo>
                    <a:pt x="13582" y="0"/>
                  </a:moveTo>
                  <a:cubicBezTo>
                    <a:pt x="13426" y="0"/>
                    <a:pt x="13274" y="44"/>
                    <a:pt x="13143" y="119"/>
                  </a:cubicBezTo>
                  <a:lnTo>
                    <a:pt x="1001" y="7157"/>
                  </a:lnTo>
                  <a:cubicBezTo>
                    <a:pt x="401" y="7524"/>
                    <a:pt x="34" y="8158"/>
                    <a:pt x="0" y="8858"/>
                  </a:cubicBezTo>
                  <a:lnTo>
                    <a:pt x="0" y="16464"/>
                  </a:lnTo>
                  <a:cubicBezTo>
                    <a:pt x="0" y="16730"/>
                    <a:pt x="134" y="16997"/>
                    <a:pt x="367" y="17164"/>
                  </a:cubicBezTo>
                  <a:cubicBezTo>
                    <a:pt x="467" y="17231"/>
                    <a:pt x="567" y="17264"/>
                    <a:pt x="667" y="17264"/>
                  </a:cubicBezTo>
                  <a:cubicBezTo>
                    <a:pt x="868" y="17231"/>
                    <a:pt x="1034" y="17197"/>
                    <a:pt x="1168" y="17097"/>
                  </a:cubicBezTo>
                  <a:lnTo>
                    <a:pt x="6138" y="14262"/>
                  </a:lnTo>
                  <a:lnTo>
                    <a:pt x="7172" y="16697"/>
                  </a:lnTo>
                  <a:cubicBezTo>
                    <a:pt x="7251" y="16856"/>
                    <a:pt x="7406" y="16931"/>
                    <a:pt x="7560" y="16931"/>
                  </a:cubicBezTo>
                  <a:cubicBezTo>
                    <a:pt x="7731" y="16931"/>
                    <a:pt x="7903" y="16839"/>
                    <a:pt x="7973" y="16664"/>
                  </a:cubicBezTo>
                  <a:lnTo>
                    <a:pt x="9173" y="12527"/>
                  </a:lnTo>
                  <a:lnTo>
                    <a:pt x="13310" y="10092"/>
                  </a:lnTo>
                  <a:cubicBezTo>
                    <a:pt x="13910" y="9725"/>
                    <a:pt x="14277" y="9092"/>
                    <a:pt x="14310" y="8391"/>
                  </a:cubicBezTo>
                  <a:lnTo>
                    <a:pt x="14310" y="786"/>
                  </a:lnTo>
                  <a:cubicBezTo>
                    <a:pt x="14310" y="519"/>
                    <a:pt x="14177" y="219"/>
                    <a:pt x="13944" y="85"/>
                  </a:cubicBezTo>
                  <a:cubicBezTo>
                    <a:pt x="13827" y="27"/>
                    <a:pt x="13703" y="0"/>
                    <a:pt x="1358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52"/>
            <p:cNvSpPr/>
            <p:nvPr/>
          </p:nvSpPr>
          <p:spPr>
            <a:xfrm>
              <a:off x="3485150" y="692600"/>
              <a:ext cx="220150" cy="129300"/>
            </a:xfrm>
            <a:custGeom>
              <a:rect b="b" l="l" r="r" t="t"/>
              <a:pathLst>
                <a:path extrusionOk="0" h="5172" w="8806">
                  <a:moveTo>
                    <a:pt x="8574" y="1"/>
                  </a:moveTo>
                  <a:cubicBezTo>
                    <a:pt x="8543" y="1"/>
                    <a:pt x="8509" y="11"/>
                    <a:pt x="8474" y="34"/>
                  </a:cubicBezTo>
                  <a:lnTo>
                    <a:pt x="134" y="4837"/>
                  </a:lnTo>
                  <a:cubicBezTo>
                    <a:pt x="34" y="4904"/>
                    <a:pt x="1" y="5004"/>
                    <a:pt x="68" y="5071"/>
                  </a:cubicBezTo>
                  <a:cubicBezTo>
                    <a:pt x="101" y="5138"/>
                    <a:pt x="134" y="5171"/>
                    <a:pt x="201" y="5171"/>
                  </a:cubicBezTo>
                  <a:cubicBezTo>
                    <a:pt x="234" y="5171"/>
                    <a:pt x="268" y="5171"/>
                    <a:pt x="301" y="5138"/>
                  </a:cubicBezTo>
                  <a:lnTo>
                    <a:pt x="8640" y="334"/>
                  </a:lnTo>
                  <a:cubicBezTo>
                    <a:pt x="8806" y="224"/>
                    <a:pt x="8721" y="1"/>
                    <a:pt x="857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52"/>
            <p:cNvSpPr/>
            <p:nvPr/>
          </p:nvSpPr>
          <p:spPr>
            <a:xfrm>
              <a:off x="3485150" y="733150"/>
              <a:ext cx="219350" cy="129600"/>
            </a:xfrm>
            <a:custGeom>
              <a:rect b="b" l="l" r="r" t="t"/>
              <a:pathLst>
                <a:path extrusionOk="0" h="5184" w="8774">
                  <a:moveTo>
                    <a:pt x="8553" y="0"/>
                  </a:moveTo>
                  <a:cubicBezTo>
                    <a:pt x="8527" y="0"/>
                    <a:pt x="8500" y="4"/>
                    <a:pt x="8474" y="13"/>
                  </a:cubicBezTo>
                  <a:lnTo>
                    <a:pt x="134" y="4850"/>
                  </a:lnTo>
                  <a:cubicBezTo>
                    <a:pt x="34" y="4883"/>
                    <a:pt x="1" y="4983"/>
                    <a:pt x="68" y="5083"/>
                  </a:cubicBezTo>
                  <a:cubicBezTo>
                    <a:pt x="101" y="5150"/>
                    <a:pt x="134" y="5184"/>
                    <a:pt x="201" y="5184"/>
                  </a:cubicBezTo>
                  <a:cubicBezTo>
                    <a:pt x="234" y="5184"/>
                    <a:pt x="268" y="5150"/>
                    <a:pt x="301" y="5150"/>
                  </a:cubicBezTo>
                  <a:lnTo>
                    <a:pt x="8640" y="313"/>
                  </a:lnTo>
                  <a:cubicBezTo>
                    <a:pt x="8740" y="280"/>
                    <a:pt x="8774" y="147"/>
                    <a:pt x="8707" y="80"/>
                  </a:cubicBezTo>
                  <a:cubicBezTo>
                    <a:pt x="8683" y="31"/>
                    <a:pt x="8623" y="0"/>
                    <a:pt x="855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52"/>
            <p:cNvSpPr/>
            <p:nvPr/>
          </p:nvSpPr>
          <p:spPr>
            <a:xfrm>
              <a:off x="3485150" y="773500"/>
              <a:ext cx="220150" cy="129275"/>
            </a:xfrm>
            <a:custGeom>
              <a:rect b="b" l="l" r="r" t="t"/>
              <a:pathLst>
                <a:path extrusionOk="0" h="5171" w="8806">
                  <a:moveTo>
                    <a:pt x="8574" y="0"/>
                  </a:moveTo>
                  <a:cubicBezTo>
                    <a:pt x="8543" y="0"/>
                    <a:pt x="8509" y="10"/>
                    <a:pt x="8474" y="34"/>
                  </a:cubicBezTo>
                  <a:lnTo>
                    <a:pt x="134" y="4837"/>
                  </a:lnTo>
                  <a:cubicBezTo>
                    <a:pt x="34" y="4904"/>
                    <a:pt x="1" y="5004"/>
                    <a:pt x="68" y="5071"/>
                  </a:cubicBezTo>
                  <a:cubicBezTo>
                    <a:pt x="101" y="5137"/>
                    <a:pt x="134" y="5171"/>
                    <a:pt x="201" y="5171"/>
                  </a:cubicBezTo>
                  <a:cubicBezTo>
                    <a:pt x="234" y="5171"/>
                    <a:pt x="268" y="5171"/>
                    <a:pt x="301" y="5137"/>
                  </a:cubicBezTo>
                  <a:lnTo>
                    <a:pt x="8640" y="334"/>
                  </a:lnTo>
                  <a:cubicBezTo>
                    <a:pt x="8806" y="224"/>
                    <a:pt x="8721" y="0"/>
                    <a:pt x="857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52"/>
            <p:cNvSpPr/>
            <p:nvPr/>
          </p:nvSpPr>
          <p:spPr>
            <a:xfrm>
              <a:off x="2327675" y="942775"/>
              <a:ext cx="73400" cy="162650"/>
            </a:xfrm>
            <a:custGeom>
              <a:rect b="b" l="l" r="r" t="t"/>
              <a:pathLst>
                <a:path extrusionOk="0" h="6506" w="2936">
                  <a:moveTo>
                    <a:pt x="2702" y="1"/>
                  </a:moveTo>
                  <a:lnTo>
                    <a:pt x="0" y="1535"/>
                  </a:lnTo>
                  <a:lnTo>
                    <a:pt x="0" y="3136"/>
                  </a:lnTo>
                  <a:lnTo>
                    <a:pt x="1168" y="5438"/>
                  </a:lnTo>
                  <a:cubicBezTo>
                    <a:pt x="1168" y="5471"/>
                    <a:pt x="1201" y="5505"/>
                    <a:pt x="1234" y="5505"/>
                  </a:cubicBezTo>
                  <a:lnTo>
                    <a:pt x="2936" y="6506"/>
                  </a:lnTo>
                  <a:lnTo>
                    <a:pt x="1835" y="4104"/>
                  </a:lnTo>
                  <a:lnTo>
                    <a:pt x="2702" y="1569"/>
                  </a:lnTo>
                  <a:lnTo>
                    <a:pt x="270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52"/>
            <p:cNvSpPr/>
            <p:nvPr/>
          </p:nvSpPr>
          <p:spPr>
            <a:xfrm>
              <a:off x="2327675" y="942775"/>
              <a:ext cx="73400" cy="162650"/>
            </a:xfrm>
            <a:custGeom>
              <a:rect b="b" l="l" r="r" t="t"/>
              <a:pathLst>
                <a:path extrusionOk="0" h="6506" w="2936">
                  <a:moveTo>
                    <a:pt x="2702" y="1"/>
                  </a:moveTo>
                  <a:lnTo>
                    <a:pt x="0" y="1535"/>
                  </a:lnTo>
                  <a:lnTo>
                    <a:pt x="0" y="3136"/>
                  </a:lnTo>
                  <a:lnTo>
                    <a:pt x="1168" y="5438"/>
                  </a:lnTo>
                  <a:cubicBezTo>
                    <a:pt x="1168" y="5471"/>
                    <a:pt x="1201" y="5505"/>
                    <a:pt x="1234" y="5505"/>
                  </a:cubicBezTo>
                  <a:lnTo>
                    <a:pt x="2936" y="6506"/>
                  </a:lnTo>
                  <a:lnTo>
                    <a:pt x="1835" y="4104"/>
                  </a:lnTo>
                  <a:lnTo>
                    <a:pt x="2702" y="1569"/>
                  </a:lnTo>
                  <a:lnTo>
                    <a:pt x="270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52"/>
            <p:cNvSpPr/>
            <p:nvPr/>
          </p:nvSpPr>
          <p:spPr>
            <a:xfrm>
              <a:off x="2210075" y="581475"/>
              <a:ext cx="352775" cy="524075"/>
            </a:xfrm>
            <a:custGeom>
              <a:rect b="b" l="l" r="r" t="t"/>
              <a:pathLst>
                <a:path extrusionOk="0" h="20963" w="14111">
                  <a:moveTo>
                    <a:pt x="11813" y="1"/>
                  </a:moveTo>
                  <a:cubicBezTo>
                    <a:pt x="11534" y="1"/>
                    <a:pt x="11259" y="59"/>
                    <a:pt x="11009" y="176"/>
                  </a:cubicBezTo>
                  <a:lnTo>
                    <a:pt x="835" y="6080"/>
                  </a:lnTo>
                  <a:cubicBezTo>
                    <a:pt x="368" y="6380"/>
                    <a:pt x="34" y="6914"/>
                    <a:pt x="1" y="7481"/>
                  </a:cubicBezTo>
                  <a:lnTo>
                    <a:pt x="1" y="18656"/>
                  </a:lnTo>
                  <a:cubicBezTo>
                    <a:pt x="34" y="19223"/>
                    <a:pt x="368" y="19757"/>
                    <a:pt x="835" y="20057"/>
                  </a:cubicBezTo>
                  <a:lnTo>
                    <a:pt x="1502" y="20457"/>
                  </a:lnTo>
                  <a:cubicBezTo>
                    <a:pt x="1752" y="20591"/>
                    <a:pt x="2036" y="20657"/>
                    <a:pt x="2319" y="20657"/>
                  </a:cubicBezTo>
                  <a:cubicBezTo>
                    <a:pt x="2603" y="20657"/>
                    <a:pt x="2886" y="20591"/>
                    <a:pt x="3136" y="20457"/>
                  </a:cubicBezTo>
                  <a:lnTo>
                    <a:pt x="6405" y="18556"/>
                  </a:lnTo>
                  <a:lnTo>
                    <a:pt x="7573" y="20891"/>
                  </a:lnTo>
                  <a:cubicBezTo>
                    <a:pt x="7604" y="20937"/>
                    <a:pt x="7664" y="20962"/>
                    <a:pt x="7725" y="20962"/>
                  </a:cubicBezTo>
                  <a:cubicBezTo>
                    <a:pt x="7797" y="20962"/>
                    <a:pt x="7871" y="20929"/>
                    <a:pt x="7906" y="20857"/>
                  </a:cubicBezTo>
                  <a:lnTo>
                    <a:pt x="9141" y="16988"/>
                  </a:lnTo>
                  <a:lnTo>
                    <a:pt x="13310" y="14553"/>
                  </a:lnTo>
                  <a:cubicBezTo>
                    <a:pt x="13777" y="14253"/>
                    <a:pt x="14078" y="13719"/>
                    <a:pt x="14111" y="13152"/>
                  </a:cubicBezTo>
                  <a:lnTo>
                    <a:pt x="14111" y="1977"/>
                  </a:lnTo>
                  <a:cubicBezTo>
                    <a:pt x="14078" y="1410"/>
                    <a:pt x="13777" y="876"/>
                    <a:pt x="13310" y="576"/>
                  </a:cubicBezTo>
                  <a:lnTo>
                    <a:pt x="12643" y="176"/>
                  </a:lnTo>
                  <a:cubicBezTo>
                    <a:pt x="12376" y="59"/>
                    <a:pt x="12093" y="1"/>
                    <a:pt x="1181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52"/>
            <p:cNvSpPr/>
            <p:nvPr/>
          </p:nvSpPr>
          <p:spPr>
            <a:xfrm>
              <a:off x="2210925" y="747650"/>
              <a:ext cx="74225" cy="349875"/>
            </a:xfrm>
            <a:custGeom>
              <a:rect b="b" l="l" r="r" t="t"/>
              <a:pathLst>
                <a:path extrusionOk="0" h="13995" w="2969">
                  <a:moveTo>
                    <a:pt x="2969" y="13877"/>
                  </a:moveTo>
                  <a:cubicBezTo>
                    <a:pt x="2964" y="13878"/>
                    <a:pt x="2960" y="13880"/>
                    <a:pt x="2955" y="13882"/>
                  </a:cubicBezTo>
                  <a:lnTo>
                    <a:pt x="2955" y="13882"/>
                  </a:lnTo>
                  <a:cubicBezTo>
                    <a:pt x="2960" y="13880"/>
                    <a:pt x="2964" y="13879"/>
                    <a:pt x="2969" y="13877"/>
                  </a:cubicBezTo>
                  <a:close/>
                  <a:moveTo>
                    <a:pt x="267" y="0"/>
                  </a:moveTo>
                  <a:cubicBezTo>
                    <a:pt x="100" y="267"/>
                    <a:pt x="34" y="534"/>
                    <a:pt x="34" y="801"/>
                  </a:cubicBezTo>
                  <a:lnTo>
                    <a:pt x="0" y="12009"/>
                  </a:lnTo>
                  <a:cubicBezTo>
                    <a:pt x="34" y="12576"/>
                    <a:pt x="334" y="13110"/>
                    <a:pt x="834" y="13410"/>
                  </a:cubicBezTo>
                  <a:lnTo>
                    <a:pt x="1501" y="13810"/>
                  </a:lnTo>
                  <a:cubicBezTo>
                    <a:pt x="1754" y="13937"/>
                    <a:pt x="2027" y="13995"/>
                    <a:pt x="2298" y="13995"/>
                  </a:cubicBezTo>
                  <a:cubicBezTo>
                    <a:pt x="2522" y="13995"/>
                    <a:pt x="2745" y="13955"/>
                    <a:pt x="2955" y="13882"/>
                  </a:cubicBezTo>
                  <a:lnTo>
                    <a:pt x="2955" y="13882"/>
                  </a:lnTo>
                  <a:cubicBezTo>
                    <a:pt x="2885" y="13906"/>
                    <a:pt x="2818" y="13917"/>
                    <a:pt x="2755" y="13917"/>
                  </a:cubicBezTo>
                  <a:cubicBezTo>
                    <a:pt x="2492" y="13917"/>
                    <a:pt x="2302" y="13715"/>
                    <a:pt x="2302" y="13343"/>
                  </a:cubicBezTo>
                  <a:lnTo>
                    <a:pt x="2302" y="2135"/>
                  </a:lnTo>
                  <a:cubicBezTo>
                    <a:pt x="2302" y="1835"/>
                    <a:pt x="2402" y="1568"/>
                    <a:pt x="2535" y="1335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52"/>
            <p:cNvSpPr/>
            <p:nvPr/>
          </p:nvSpPr>
          <p:spPr>
            <a:xfrm>
              <a:off x="2216750" y="581700"/>
              <a:ext cx="345275" cy="200150"/>
            </a:xfrm>
            <a:custGeom>
              <a:rect b="b" l="l" r="r" t="t"/>
              <a:pathLst>
                <a:path extrusionOk="0" h="8006" w="13811">
                  <a:moveTo>
                    <a:pt x="11546" y="0"/>
                  </a:moveTo>
                  <a:cubicBezTo>
                    <a:pt x="11267" y="0"/>
                    <a:pt x="10992" y="67"/>
                    <a:pt x="10742" y="200"/>
                  </a:cubicBezTo>
                  <a:lnTo>
                    <a:pt x="568" y="6071"/>
                  </a:lnTo>
                  <a:cubicBezTo>
                    <a:pt x="334" y="6238"/>
                    <a:pt x="134" y="6438"/>
                    <a:pt x="1" y="6705"/>
                  </a:cubicBezTo>
                  <a:lnTo>
                    <a:pt x="2302" y="8006"/>
                  </a:lnTo>
                  <a:cubicBezTo>
                    <a:pt x="2436" y="7739"/>
                    <a:pt x="2636" y="7539"/>
                    <a:pt x="2869" y="7372"/>
                  </a:cubicBezTo>
                  <a:lnTo>
                    <a:pt x="13043" y="1501"/>
                  </a:lnTo>
                  <a:cubicBezTo>
                    <a:pt x="13171" y="1432"/>
                    <a:pt x="13290" y="1399"/>
                    <a:pt x="13395" y="1399"/>
                  </a:cubicBezTo>
                  <a:cubicBezTo>
                    <a:pt x="13594" y="1399"/>
                    <a:pt x="13745" y="1517"/>
                    <a:pt x="13811" y="1735"/>
                  </a:cubicBezTo>
                  <a:cubicBezTo>
                    <a:pt x="13710" y="1268"/>
                    <a:pt x="13444" y="834"/>
                    <a:pt x="13043" y="601"/>
                  </a:cubicBezTo>
                  <a:lnTo>
                    <a:pt x="12376" y="200"/>
                  </a:lnTo>
                  <a:cubicBezTo>
                    <a:pt x="12109" y="67"/>
                    <a:pt x="11826" y="0"/>
                    <a:pt x="115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52"/>
            <p:cNvSpPr/>
            <p:nvPr/>
          </p:nvSpPr>
          <p:spPr>
            <a:xfrm>
              <a:off x="2312650" y="723450"/>
              <a:ext cx="206000" cy="273575"/>
            </a:xfrm>
            <a:custGeom>
              <a:rect b="b" l="l" r="r" t="t"/>
              <a:pathLst>
                <a:path extrusionOk="0" h="10943" w="8240">
                  <a:moveTo>
                    <a:pt x="4914" y="3061"/>
                  </a:moveTo>
                  <a:cubicBezTo>
                    <a:pt x="4955" y="3061"/>
                    <a:pt x="4996" y="3064"/>
                    <a:pt x="5038" y="3070"/>
                  </a:cubicBezTo>
                  <a:lnTo>
                    <a:pt x="5138" y="3070"/>
                  </a:lnTo>
                  <a:cubicBezTo>
                    <a:pt x="5438" y="3103"/>
                    <a:pt x="5705" y="3303"/>
                    <a:pt x="5838" y="3603"/>
                  </a:cubicBezTo>
                  <a:cubicBezTo>
                    <a:pt x="6239" y="4437"/>
                    <a:pt x="5772" y="5972"/>
                    <a:pt x="4871" y="6939"/>
                  </a:cubicBezTo>
                  <a:cubicBezTo>
                    <a:pt x="4537" y="7339"/>
                    <a:pt x="4104" y="7606"/>
                    <a:pt x="3637" y="7773"/>
                  </a:cubicBezTo>
                  <a:lnTo>
                    <a:pt x="3303" y="7773"/>
                  </a:lnTo>
                  <a:cubicBezTo>
                    <a:pt x="2936" y="7740"/>
                    <a:pt x="2603" y="7540"/>
                    <a:pt x="2469" y="7173"/>
                  </a:cubicBezTo>
                  <a:cubicBezTo>
                    <a:pt x="2402" y="7039"/>
                    <a:pt x="2336" y="6872"/>
                    <a:pt x="2336" y="6706"/>
                  </a:cubicBezTo>
                  <a:cubicBezTo>
                    <a:pt x="2336" y="6606"/>
                    <a:pt x="2336" y="6539"/>
                    <a:pt x="2336" y="6439"/>
                  </a:cubicBezTo>
                  <a:cubicBezTo>
                    <a:pt x="2402" y="5471"/>
                    <a:pt x="2803" y="4571"/>
                    <a:pt x="3470" y="3870"/>
                  </a:cubicBezTo>
                  <a:cubicBezTo>
                    <a:pt x="3670" y="3637"/>
                    <a:pt x="3904" y="3470"/>
                    <a:pt x="4137" y="3303"/>
                  </a:cubicBezTo>
                  <a:cubicBezTo>
                    <a:pt x="4237" y="3270"/>
                    <a:pt x="4304" y="3237"/>
                    <a:pt x="4371" y="3203"/>
                  </a:cubicBezTo>
                  <a:cubicBezTo>
                    <a:pt x="4535" y="3121"/>
                    <a:pt x="4722" y="3061"/>
                    <a:pt x="4914" y="3061"/>
                  </a:cubicBezTo>
                  <a:close/>
                  <a:moveTo>
                    <a:pt x="6172" y="1"/>
                  </a:moveTo>
                  <a:lnTo>
                    <a:pt x="5271" y="101"/>
                  </a:lnTo>
                  <a:cubicBezTo>
                    <a:pt x="5171" y="101"/>
                    <a:pt x="5104" y="168"/>
                    <a:pt x="5071" y="234"/>
                  </a:cubicBezTo>
                  <a:lnTo>
                    <a:pt x="4571" y="1535"/>
                  </a:lnTo>
                  <a:cubicBezTo>
                    <a:pt x="4537" y="1635"/>
                    <a:pt x="4471" y="1702"/>
                    <a:pt x="4371" y="1735"/>
                  </a:cubicBezTo>
                  <a:cubicBezTo>
                    <a:pt x="4170" y="1836"/>
                    <a:pt x="4004" y="1936"/>
                    <a:pt x="3803" y="2069"/>
                  </a:cubicBezTo>
                  <a:cubicBezTo>
                    <a:pt x="3770" y="2102"/>
                    <a:pt x="3737" y="2119"/>
                    <a:pt x="3708" y="2119"/>
                  </a:cubicBezTo>
                  <a:cubicBezTo>
                    <a:pt x="3678" y="2119"/>
                    <a:pt x="3653" y="2102"/>
                    <a:pt x="3637" y="2069"/>
                  </a:cubicBezTo>
                  <a:lnTo>
                    <a:pt x="3170" y="1369"/>
                  </a:lnTo>
                  <a:cubicBezTo>
                    <a:pt x="3156" y="1340"/>
                    <a:pt x="3130" y="1330"/>
                    <a:pt x="3102" y="1330"/>
                  </a:cubicBezTo>
                  <a:cubicBezTo>
                    <a:pt x="3064" y="1330"/>
                    <a:pt x="3022" y="1349"/>
                    <a:pt x="3003" y="1369"/>
                  </a:cubicBezTo>
                  <a:lnTo>
                    <a:pt x="2002" y="2436"/>
                  </a:lnTo>
                  <a:cubicBezTo>
                    <a:pt x="1935" y="2503"/>
                    <a:pt x="1902" y="2569"/>
                    <a:pt x="1902" y="2636"/>
                  </a:cubicBezTo>
                  <a:lnTo>
                    <a:pt x="2202" y="3603"/>
                  </a:lnTo>
                  <a:cubicBezTo>
                    <a:pt x="2202" y="3670"/>
                    <a:pt x="2202" y="3737"/>
                    <a:pt x="2136" y="3804"/>
                  </a:cubicBezTo>
                  <a:cubicBezTo>
                    <a:pt x="1969" y="4070"/>
                    <a:pt x="1835" y="4337"/>
                    <a:pt x="1702" y="4604"/>
                  </a:cubicBezTo>
                  <a:cubicBezTo>
                    <a:pt x="1635" y="4704"/>
                    <a:pt x="1569" y="4738"/>
                    <a:pt x="1468" y="4771"/>
                  </a:cubicBezTo>
                  <a:lnTo>
                    <a:pt x="635" y="4971"/>
                  </a:lnTo>
                  <a:cubicBezTo>
                    <a:pt x="534" y="5004"/>
                    <a:pt x="468" y="5071"/>
                    <a:pt x="434" y="5138"/>
                  </a:cubicBezTo>
                  <a:lnTo>
                    <a:pt x="34" y="6572"/>
                  </a:lnTo>
                  <a:cubicBezTo>
                    <a:pt x="1" y="6639"/>
                    <a:pt x="67" y="6706"/>
                    <a:pt x="134" y="6706"/>
                  </a:cubicBezTo>
                  <a:lnTo>
                    <a:pt x="901" y="6772"/>
                  </a:lnTo>
                  <a:cubicBezTo>
                    <a:pt x="914" y="6766"/>
                    <a:pt x="926" y="6764"/>
                    <a:pt x="938" y="6764"/>
                  </a:cubicBezTo>
                  <a:cubicBezTo>
                    <a:pt x="990" y="6764"/>
                    <a:pt x="1035" y="6818"/>
                    <a:pt x="1035" y="6872"/>
                  </a:cubicBezTo>
                  <a:cubicBezTo>
                    <a:pt x="1001" y="7139"/>
                    <a:pt x="1001" y="7373"/>
                    <a:pt x="1035" y="7640"/>
                  </a:cubicBezTo>
                  <a:cubicBezTo>
                    <a:pt x="1035" y="7706"/>
                    <a:pt x="1001" y="7806"/>
                    <a:pt x="968" y="7873"/>
                  </a:cubicBezTo>
                  <a:lnTo>
                    <a:pt x="67" y="8907"/>
                  </a:lnTo>
                  <a:cubicBezTo>
                    <a:pt x="34" y="8974"/>
                    <a:pt x="1" y="9041"/>
                    <a:pt x="34" y="9141"/>
                  </a:cubicBezTo>
                  <a:lnTo>
                    <a:pt x="434" y="10041"/>
                  </a:lnTo>
                  <a:cubicBezTo>
                    <a:pt x="468" y="10041"/>
                    <a:pt x="468" y="10075"/>
                    <a:pt x="468" y="10075"/>
                  </a:cubicBezTo>
                  <a:lnTo>
                    <a:pt x="501" y="10075"/>
                  </a:lnTo>
                  <a:cubicBezTo>
                    <a:pt x="534" y="10075"/>
                    <a:pt x="568" y="10041"/>
                    <a:pt x="601" y="10041"/>
                  </a:cubicBezTo>
                  <a:lnTo>
                    <a:pt x="1535" y="9207"/>
                  </a:lnTo>
                  <a:cubicBezTo>
                    <a:pt x="1584" y="9159"/>
                    <a:pt x="1633" y="9128"/>
                    <a:pt x="1682" y="9128"/>
                  </a:cubicBezTo>
                  <a:cubicBezTo>
                    <a:pt x="1700" y="9128"/>
                    <a:pt x="1717" y="9132"/>
                    <a:pt x="1735" y="9141"/>
                  </a:cubicBezTo>
                  <a:cubicBezTo>
                    <a:pt x="1869" y="9241"/>
                    <a:pt x="2002" y="9341"/>
                    <a:pt x="2169" y="9374"/>
                  </a:cubicBezTo>
                  <a:cubicBezTo>
                    <a:pt x="2236" y="9408"/>
                    <a:pt x="2269" y="9474"/>
                    <a:pt x="2236" y="9541"/>
                  </a:cubicBezTo>
                  <a:lnTo>
                    <a:pt x="1969" y="10842"/>
                  </a:lnTo>
                  <a:cubicBezTo>
                    <a:pt x="1935" y="10875"/>
                    <a:pt x="1969" y="10909"/>
                    <a:pt x="2002" y="10942"/>
                  </a:cubicBezTo>
                  <a:lnTo>
                    <a:pt x="2102" y="10942"/>
                  </a:lnTo>
                  <a:lnTo>
                    <a:pt x="3003" y="10842"/>
                  </a:lnTo>
                  <a:cubicBezTo>
                    <a:pt x="3070" y="10842"/>
                    <a:pt x="3136" y="10775"/>
                    <a:pt x="3203" y="10709"/>
                  </a:cubicBezTo>
                  <a:lnTo>
                    <a:pt x="3670" y="9408"/>
                  </a:lnTo>
                  <a:cubicBezTo>
                    <a:pt x="3737" y="9308"/>
                    <a:pt x="3803" y="9241"/>
                    <a:pt x="3870" y="9207"/>
                  </a:cubicBezTo>
                  <a:cubicBezTo>
                    <a:pt x="3970" y="9141"/>
                    <a:pt x="4070" y="9107"/>
                    <a:pt x="4170" y="9041"/>
                  </a:cubicBezTo>
                  <a:cubicBezTo>
                    <a:pt x="4270" y="9007"/>
                    <a:pt x="4337" y="8941"/>
                    <a:pt x="4437" y="8874"/>
                  </a:cubicBezTo>
                  <a:cubicBezTo>
                    <a:pt x="4487" y="8841"/>
                    <a:pt x="4529" y="8824"/>
                    <a:pt x="4562" y="8824"/>
                  </a:cubicBezTo>
                  <a:cubicBezTo>
                    <a:pt x="4596" y="8824"/>
                    <a:pt x="4621" y="8841"/>
                    <a:pt x="4637" y="8874"/>
                  </a:cubicBezTo>
                  <a:lnTo>
                    <a:pt x="5104" y="9574"/>
                  </a:lnTo>
                  <a:cubicBezTo>
                    <a:pt x="5114" y="9584"/>
                    <a:pt x="5127" y="9588"/>
                    <a:pt x="5141" y="9588"/>
                  </a:cubicBezTo>
                  <a:cubicBezTo>
                    <a:pt x="5174" y="9588"/>
                    <a:pt x="5214" y="9565"/>
                    <a:pt x="5238" y="9541"/>
                  </a:cubicBezTo>
                  <a:lnTo>
                    <a:pt x="6239" y="8507"/>
                  </a:lnTo>
                  <a:cubicBezTo>
                    <a:pt x="6305" y="8440"/>
                    <a:pt x="6339" y="8340"/>
                    <a:pt x="6305" y="8273"/>
                  </a:cubicBezTo>
                  <a:lnTo>
                    <a:pt x="6038" y="7339"/>
                  </a:lnTo>
                  <a:cubicBezTo>
                    <a:pt x="6038" y="7273"/>
                    <a:pt x="6038" y="7173"/>
                    <a:pt x="6105" y="7106"/>
                  </a:cubicBezTo>
                  <a:cubicBezTo>
                    <a:pt x="6272" y="6839"/>
                    <a:pt x="6405" y="6572"/>
                    <a:pt x="6539" y="6305"/>
                  </a:cubicBezTo>
                  <a:cubicBezTo>
                    <a:pt x="6605" y="6239"/>
                    <a:pt x="6672" y="6172"/>
                    <a:pt x="6772" y="6172"/>
                  </a:cubicBezTo>
                  <a:lnTo>
                    <a:pt x="7606" y="5938"/>
                  </a:lnTo>
                  <a:cubicBezTo>
                    <a:pt x="7673" y="5938"/>
                    <a:pt x="7773" y="5872"/>
                    <a:pt x="7806" y="5805"/>
                  </a:cubicBezTo>
                  <a:lnTo>
                    <a:pt x="8207" y="4337"/>
                  </a:lnTo>
                  <a:cubicBezTo>
                    <a:pt x="8240" y="4304"/>
                    <a:pt x="8207" y="4271"/>
                    <a:pt x="8173" y="4237"/>
                  </a:cubicBezTo>
                  <a:lnTo>
                    <a:pt x="8140" y="4237"/>
                  </a:lnTo>
                  <a:lnTo>
                    <a:pt x="7339" y="4204"/>
                  </a:lnTo>
                  <a:cubicBezTo>
                    <a:pt x="7273" y="4204"/>
                    <a:pt x="7206" y="4137"/>
                    <a:pt x="7239" y="4070"/>
                  </a:cubicBezTo>
                  <a:lnTo>
                    <a:pt x="7239" y="3704"/>
                  </a:lnTo>
                  <a:lnTo>
                    <a:pt x="7239" y="3303"/>
                  </a:lnTo>
                  <a:cubicBezTo>
                    <a:pt x="7239" y="3237"/>
                    <a:pt x="7239" y="3136"/>
                    <a:pt x="7306" y="3070"/>
                  </a:cubicBezTo>
                  <a:lnTo>
                    <a:pt x="8173" y="2036"/>
                  </a:lnTo>
                  <a:cubicBezTo>
                    <a:pt x="8240" y="1969"/>
                    <a:pt x="8240" y="1902"/>
                    <a:pt x="8240" y="1802"/>
                  </a:cubicBezTo>
                  <a:lnTo>
                    <a:pt x="7806" y="902"/>
                  </a:lnTo>
                  <a:cubicBezTo>
                    <a:pt x="7806" y="902"/>
                    <a:pt x="7806" y="868"/>
                    <a:pt x="7773" y="868"/>
                  </a:cubicBezTo>
                  <a:cubicBezTo>
                    <a:pt x="7740" y="868"/>
                    <a:pt x="7706" y="868"/>
                    <a:pt x="7640" y="902"/>
                  </a:cubicBezTo>
                  <a:lnTo>
                    <a:pt x="6739" y="1735"/>
                  </a:lnTo>
                  <a:cubicBezTo>
                    <a:pt x="6698" y="1777"/>
                    <a:pt x="6656" y="1805"/>
                    <a:pt x="6615" y="1805"/>
                  </a:cubicBezTo>
                  <a:cubicBezTo>
                    <a:pt x="6590" y="1805"/>
                    <a:pt x="6564" y="1794"/>
                    <a:pt x="6539" y="1769"/>
                  </a:cubicBezTo>
                  <a:cubicBezTo>
                    <a:pt x="6405" y="1669"/>
                    <a:pt x="6272" y="1602"/>
                    <a:pt x="6105" y="1569"/>
                  </a:cubicBezTo>
                  <a:cubicBezTo>
                    <a:pt x="6038" y="1535"/>
                    <a:pt x="6005" y="1469"/>
                    <a:pt x="6005" y="1402"/>
                  </a:cubicBezTo>
                  <a:lnTo>
                    <a:pt x="6305" y="101"/>
                  </a:lnTo>
                  <a:cubicBezTo>
                    <a:pt x="6305" y="68"/>
                    <a:pt x="6305" y="34"/>
                    <a:pt x="62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6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p53"/>
          <p:cNvSpPr txBox="1"/>
          <p:nvPr>
            <p:ph idx="2" type="title"/>
          </p:nvPr>
        </p:nvSpPr>
        <p:spPr>
          <a:xfrm flipH="1">
            <a:off x="616300" y="3795175"/>
            <a:ext cx="1635300" cy="988500"/>
          </a:xfrm>
          <a:prstGeom prst="rect">
            <a:avLst/>
          </a:prstGeom>
        </p:spPr>
        <p:txBody>
          <a:bodyPr anchorCtr="0" anchor="b" bIns="91425" lIns="91425" spcFirstLastPara="1" rIns="11255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07</a:t>
            </a:r>
            <a:endParaRPr/>
          </a:p>
        </p:txBody>
      </p:sp>
      <p:sp>
        <p:nvSpPr>
          <p:cNvPr id="2258" name="Google Shape;2258;p53"/>
          <p:cNvSpPr txBox="1"/>
          <p:nvPr>
            <p:ph type="title"/>
          </p:nvPr>
        </p:nvSpPr>
        <p:spPr>
          <a:xfrm flipH="1">
            <a:off x="238125" y="1008775"/>
            <a:ext cx="8287500" cy="26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4500">
                <a:solidFill>
                  <a:schemeClr val="dk1"/>
                </a:solidFill>
              </a:rPr>
              <a:t>RESULTADOS </a:t>
            </a:r>
            <a:endParaRPr sz="4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500">
                <a:solidFill>
                  <a:schemeClr val="dk1"/>
                </a:solidFill>
              </a:rPr>
              <a:t>OBTENIDOS</a:t>
            </a:r>
            <a:endParaRPr sz="4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4700">
                <a:solidFill>
                  <a:schemeClr val="dk1"/>
                </a:solidFill>
              </a:rPr>
              <a:t> </a:t>
            </a:r>
            <a:endParaRPr sz="8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100">
              <a:solidFill>
                <a:schemeClr val="dk1"/>
              </a:solidFill>
            </a:endParaRPr>
          </a:p>
        </p:txBody>
      </p:sp>
      <p:grpSp>
        <p:nvGrpSpPr>
          <p:cNvPr id="2259" name="Google Shape;2259;p53"/>
          <p:cNvGrpSpPr/>
          <p:nvPr/>
        </p:nvGrpSpPr>
        <p:grpSpPr>
          <a:xfrm>
            <a:off x="5313079" y="871955"/>
            <a:ext cx="3093441" cy="2952953"/>
            <a:chOff x="1410350" y="458825"/>
            <a:chExt cx="4602650" cy="4394275"/>
          </a:xfrm>
        </p:grpSpPr>
        <p:sp>
          <p:nvSpPr>
            <p:cNvPr id="2260" name="Google Shape;2260;p53"/>
            <p:cNvSpPr/>
            <p:nvPr/>
          </p:nvSpPr>
          <p:spPr>
            <a:xfrm>
              <a:off x="1758925" y="3935750"/>
              <a:ext cx="1210050" cy="698875"/>
            </a:xfrm>
            <a:custGeom>
              <a:rect b="b" l="l" r="r" t="t"/>
              <a:pathLst>
                <a:path extrusionOk="0" h="27955" w="48402">
                  <a:moveTo>
                    <a:pt x="24185" y="1"/>
                  </a:moveTo>
                  <a:cubicBezTo>
                    <a:pt x="10842" y="1"/>
                    <a:pt x="1" y="6272"/>
                    <a:pt x="1" y="13978"/>
                  </a:cubicBezTo>
                  <a:cubicBezTo>
                    <a:pt x="1" y="21716"/>
                    <a:pt x="10842" y="27954"/>
                    <a:pt x="24185" y="27954"/>
                  </a:cubicBezTo>
                  <a:cubicBezTo>
                    <a:pt x="37561" y="27954"/>
                    <a:pt x="48402" y="21716"/>
                    <a:pt x="48402" y="13978"/>
                  </a:cubicBezTo>
                  <a:cubicBezTo>
                    <a:pt x="48402" y="6272"/>
                    <a:pt x="37561" y="1"/>
                    <a:pt x="24185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53"/>
            <p:cNvSpPr/>
            <p:nvPr/>
          </p:nvSpPr>
          <p:spPr>
            <a:xfrm>
              <a:off x="1522225" y="3195650"/>
              <a:ext cx="531950" cy="799350"/>
            </a:xfrm>
            <a:custGeom>
              <a:rect b="b" l="l" r="r" t="t"/>
              <a:pathLst>
                <a:path extrusionOk="0" h="31974" w="21278">
                  <a:moveTo>
                    <a:pt x="6424" y="0"/>
                  </a:moveTo>
                  <a:cubicBezTo>
                    <a:pt x="2958" y="0"/>
                    <a:pt x="1" y="2810"/>
                    <a:pt x="2797" y="6522"/>
                  </a:cubicBezTo>
                  <a:cubicBezTo>
                    <a:pt x="6366" y="11258"/>
                    <a:pt x="16374" y="17830"/>
                    <a:pt x="15973" y="29872"/>
                  </a:cubicBezTo>
                  <a:lnTo>
                    <a:pt x="20677" y="31973"/>
                  </a:lnTo>
                  <a:cubicBezTo>
                    <a:pt x="20677" y="31973"/>
                    <a:pt x="21277" y="23267"/>
                    <a:pt x="20043" y="16462"/>
                  </a:cubicBezTo>
                  <a:cubicBezTo>
                    <a:pt x="18775" y="9691"/>
                    <a:pt x="13605" y="2852"/>
                    <a:pt x="9302" y="684"/>
                  </a:cubicBezTo>
                  <a:cubicBezTo>
                    <a:pt x="8377" y="215"/>
                    <a:pt x="7381" y="0"/>
                    <a:pt x="642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53"/>
            <p:cNvSpPr/>
            <p:nvPr/>
          </p:nvSpPr>
          <p:spPr>
            <a:xfrm>
              <a:off x="1522225" y="3195650"/>
              <a:ext cx="531950" cy="799350"/>
            </a:xfrm>
            <a:custGeom>
              <a:rect b="b" l="l" r="r" t="t"/>
              <a:pathLst>
                <a:path extrusionOk="0" h="31974" w="21278">
                  <a:moveTo>
                    <a:pt x="6424" y="0"/>
                  </a:moveTo>
                  <a:cubicBezTo>
                    <a:pt x="2958" y="0"/>
                    <a:pt x="1" y="2810"/>
                    <a:pt x="2797" y="6522"/>
                  </a:cubicBezTo>
                  <a:cubicBezTo>
                    <a:pt x="6366" y="11258"/>
                    <a:pt x="16374" y="17830"/>
                    <a:pt x="15973" y="29872"/>
                  </a:cubicBezTo>
                  <a:lnTo>
                    <a:pt x="20677" y="31973"/>
                  </a:lnTo>
                  <a:cubicBezTo>
                    <a:pt x="20677" y="31973"/>
                    <a:pt x="21277" y="23267"/>
                    <a:pt x="20043" y="16462"/>
                  </a:cubicBezTo>
                  <a:cubicBezTo>
                    <a:pt x="18775" y="9691"/>
                    <a:pt x="13605" y="2852"/>
                    <a:pt x="9302" y="684"/>
                  </a:cubicBezTo>
                  <a:cubicBezTo>
                    <a:pt x="8377" y="215"/>
                    <a:pt x="7381" y="0"/>
                    <a:pt x="642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53"/>
            <p:cNvSpPr/>
            <p:nvPr/>
          </p:nvSpPr>
          <p:spPr>
            <a:xfrm>
              <a:off x="1704725" y="3274425"/>
              <a:ext cx="308575" cy="560450"/>
            </a:xfrm>
            <a:custGeom>
              <a:rect b="b" l="l" r="r" t="t"/>
              <a:pathLst>
                <a:path extrusionOk="0" h="22418" w="12343">
                  <a:moveTo>
                    <a:pt x="253" y="0"/>
                  </a:moveTo>
                  <a:cubicBezTo>
                    <a:pt x="181" y="0"/>
                    <a:pt x="110" y="37"/>
                    <a:pt x="67" y="102"/>
                  </a:cubicBezTo>
                  <a:cubicBezTo>
                    <a:pt x="0" y="202"/>
                    <a:pt x="34" y="335"/>
                    <a:pt x="134" y="402"/>
                  </a:cubicBezTo>
                  <a:cubicBezTo>
                    <a:pt x="7172" y="5506"/>
                    <a:pt x="11509" y="13545"/>
                    <a:pt x="11876" y="22218"/>
                  </a:cubicBezTo>
                  <a:cubicBezTo>
                    <a:pt x="11876" y="22351"/>
                    <a:pt x="11976" y="22418"/>
                    <a:pt x="12109" y="22418"/>
                  </a:cubicBezTo>
                  <a:cubicBezTo>
                    <a:pt x="12242" y="22418"/>
                    <a:pt x="12343" y="22318"/>
                    <a:pt x="12309" y="22184"/>
                  </a:cubicBezTo>
                  <a:cubicBezTo>
                    <a:pt x="11942" y="13378"/>
                    <a:pt x="7539" y="5205"/>
                    <a:pt x="367" y="35"/>
                  </a:cubicBezTo>
                  <a:cubicBezTo>
                    <a:pt x="332" y="11"/>
                    <a:pt x="292" y="0"/>
                    <a:pt x="2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53"/>
            <p:cNvSpPr/>
            <p:nvPr/>
          </p:nvSpPr>
          <p:spPr>
            <a:xfrm>
              <a:off x="1410350" y="3567025"/>
              <a:ext cx="682175" cy="701325"/>
            </a:xfrm>
            <a:custGeom>
              <a:rect b="b" l="l" r="r" t="t"/>
              <a:pathLst>
                <a:path extrusionOk="0" h="28053" w="27287">
                  <a:moveTo>
                    <a:pt x="4462" y="1"/>
                  </a:moveTo>
                  <a:cubicBezTo>
                    <a:pt x="3571" y="1"/>
                    <a:pt x="2727" y="247"/>
                    <a:pt x="2035" y="873"/>
                  </a:cubicBezTo>
                  <a:cubicBezTo>
                    <a:pt x="0" y="2641"/>
                    <a:pt x="2736" y="6244"/>
                    <a:pt x="4870" y="7878"/>
                  </a:cubicBezTo>
                  <a:cubicBezTo>
                    <a:pt x="5971" y="8712"/>
                    <a:pt x="6271" y="9379"/>
                    <a:pt x="5471" y="10480"/>
                  </a:cubicBezTo>
                  <a:cubicBezTo>
                    <a:pt x="5004" y="11114"/>
                    <a:pt x="4770" y="11514"/>
                    <a:pt x="4303" y="12148"/>
                  </a:cubicBezTo>
                  <a:cubicBezTo>
                    <a:pt x="3870" y="12748"/>
                    <a:pt x="3670" y="13516"/>
                    <a:pt x="3736" y="14250"/>
                  </a:cubicBezTo>
                  <a:cubicBezTo>
                    <a:pt x="3903" y="15384"/>
                    <a:pt x="4837" y="16184"/>
                    <a:pt x="5871" y="16651"/>
                  </a:cubicBezTo>
                  <a:cubicBezTo>
                    <a:pt x="6905" y="17085"/>
                    <a:pt x="8006" y="17285"/>
                    <a:pt x="9007" y="17785"/>
                  </a:cubicBezTo>
                  <a:cubicBezTo>
                    <a:pt x="9841" y="18186"/>
                    <a:pt x="10474" y="18886"/>
                    <a:pt x="10741" y="19787"/>
                  </a:cubicBezTo>
                  <a:cubicBezTo>
                    <a:pt x="10975" y="20721"/>
                    <a:pt x="10808" y="21688"/>
                    <a:pt x="10741" y="22656"/>
                  </a:cubicBezTo>
                  <a:cubicBezTo>
                    <a:pt x="10608" y="24890"/>
                    <a:pt x="11709" y="26258"/>
                    <a:pt x="13243" y="27192"/>
                  </a:cubicBezTo>
                  <a:cubicBezTo>
                    <a:pt x="14207" y="27802"/>
                    <a:pt x="15264" y="28052"/>
                    <a:pt x="16345" y="28052"/>
                  </a:cubicBezTo>
                  <a:cubicBezTo>
                    <a:pt x="17097" y="28052"/>
                    <a:pt x="17861" y="27931"/>
                    <a:pt x="18614" y="27726"/>
                  </a:cubicBezTo>
                  <a:cubicBezTo>
                    <a:pt x="20815" y="27059"/>
                    <a:pt x="22817" y="25891"/>
                    <a:pt x="24451" y="24290"/>
                  </a:cubicBezTo>
                  <a:cubicBezTo>
                    <a:pt x="26152" y="22656"/>
                    <a:pt x="27286" y="20254"/>
                    <a:pt x="26819" y="17919"/>
                  </a:cubicBezTo>
                  <a:cubicBezTo>
                    <a:pt x="26453" y="16151"/>
                    <a:pt x="25185" y="14650"/>
                    <a:pt x="23717" y="13582"/>
                  </a:cubicBezTo>
                  <a:cubicBezTo>
                    <a:pt x="22850" y="12949"/>
                    <a:pt x="21849" y="12382"/>
                    <a:pt x="21349" y="11414"/>
                  </a:cubicBezTo>
                  <a:cubicBezTo>
                    <a:pt x="20715" y="10213"/>
                    <a:pt x="21082" y="8746"/>
                    <a:pt x="20882" y="7411"/>
                  </a:cubicBezTo>
                  <a:cubicBezTo>
                    <a:pt x="20648" y="5977"/>
                    <a:pt x="19748" y="4743"/>
                    <a:pt x="18480" y="4076"/>
                  </a:cubicBezTo>
                  <a:cubicBezTo>
                    <a:pt x="17012" y="3308"/>
                    <a:pt x="15311" y="3375"/>
                    <a:pt x="13710" y="3275"/>
                  </a:cubicBezTo>
                  <a:cubicBezTo>
                    <a:pt x="12242" y="3242"/>
                    <a:pt x="10808" y="2741"/>
                    <a:pt x="9607" y="1941"/>
                  </a:cubicBezTo>
                  <a:cubicBezTo>
                    <a:pt x="8287" y="1023"/>
                    <a:pt x="6277" y="1"/>
                    <a:pt x="446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53"/>
            <p:cNvSpPr/>
            <p:nvPr/>
          </p:nvSpPr>
          <p:spPr>
            <a:xfrm>
              <a:off x="1524875" y="3615475"/>
              <a:ext cx="405875" cy="535475"/>
            </a:xfrm>
            <a:custGeom>
              <a:rect b="b" l="l" r="r" t="t"/>
              <a:pathLst>
                <a:path extrusionOk="0" h="21419" w="16235">
                  <a:moveTo>
                    <a:pt x="394" y="1"/>
                  </a:moveTo>
                  <a:cubicBezTo>
                    <a:pt x="156" y="1"/>
                    <a:pt x="0" y="361"/>
                    <a:pt x="256" y="503"/>
                  </a:cubicBezTo>
                  <a:cubicBezTo>
                    <a:pt x="356" y="536"/>
                    <a:pt x="8095" y="4940"/>
                    <a:pt x="12698" y="12845"/>
                  </a:cubicBezTo>
                  <a:cubicBezTo>
                    <a:pt x="10497" y="11719"/>
                    <a:pt x="8070" y="11157"/>
                    <a:pt x="5615" y="11157"/>
                  </a:cubicBezTo>
                  <a:cubicBezTo>
                    <a:pt x="4797" y="11157"/>
                    <a:pt x="3975" y="11219"/>
                    <a:pt x="3158" y="11344"/>
                  </a:cubicBezTo>
                  <a:cubicBezTo>
                    <a:pt x="2821" y="11375"/>
                    <a:pt x="2906" y="11856"/>
                    <a:pt x="3181" y="11856"/>
                  </a:cubicBezTo>
                  <a:cubicBezTo>
                    <a:pt x="3206" y="11856"/>
                    <a:pt x="3231" y="11853"/>
                    <a:pt x="3258" y="11845"/>
                  </a:cubicBezTo>
                  <a:cubicBezTo>
                    <a:pt x="4029" y="11724"/>
                    <a:pt x="4803" y="11664"/>
                    <a:pt x="5574" y="11664"/>
                  </a:cubicBezTo>
                  <a:cubicBezTo>
                    <a:pt x="8208" y="11664"/>
                    <a:pt x="10810" y="12356"/>
                    <a:pt x="13132" y="13646"/>
                  </a:cubicBezTo>
                  <a:cubicBezTo>
                    <a:pt x="14433" y="16014"/>
                    <a:pt x="15300" y="18583"/>
                    <a:pt x="15734" y="21218"/>
                  </a:cubicBezTo>
                  <a:cubicBezTo>
                    <a:pt x="15734" y="21318"/>
                    <a:pt x="15834" y="21418"/>
                    <a:pt x="15934" y="21418"/>
                  </a:cubicBezTo>
                  <a:lnTo>
                    <a:pt x="16034" y="21418"/>
                  </a:lnTo>
                  <a:cubicBezTo>
                    <a:pt x="16167" y="21418"/>
                    <a:pt x="16234" y="21285"/>
                    <a:pt x="16234" y="21151"/>
                  </a:cubicBezTo>
                  <a:cubicBezTo>
                    <a:pt x="15767" y="18449"/>
                    <a:pt x="14900" y="15847"/>
                    <a:pt x="13599" y="13446"/>
                  </a:cubicBezTo>
                  <a:cubicBezTo>
                    <a:pt x="13566" y="13379"/>
                    <a:pt x="13566" y="13346"/>
                    <a:pt x="13532" y="13312"/>
                  </a:cubicBezTo>
                  <a:cubicBezTo>
                    <a:pt x="13032" y="12412"/>
                    <a:pt x="12465" y="11511"/>
                    <a:pt x="11898" y="10644"/>
                  </a:cubicBezTo>
                  <a:cubicBezTo>
                    <a:pt x="11931" y="10243"/>
                    <a:pt x="12131" y="7308"/>
                    <a:pt x="13032" y="5040"/>
                  </a:cubicBezTo>
                  <a:cubicBezTo>
                    <a:pt x="13095" y="4851"/>
                    <a:pt x="12946" y="4715"/>
                    <a:pt x="12794" y="4715"/>
                  </a:cubicBezTo>
                  <a:cubicBezTo>
                    <a:pt x="12705" y="4715"/>
                    <a:pt x="12614" y="4762"/>
                    <a:pt x="12565" y="4873"/>
                  </a:cubicBezTo>
                  <a:cubicBezTo>
                    <a:pt x="11964" y="6541"/>
                    <a:pt x="11598" y="8242"/>
                    <a:pt x="11431" y="10010"/>
                  </a:cubicBezTo>
                  <a:cubicBezTo>
                    <a:pt x="8462" y="6007"/>
                    <a:pt x="4759" y="2638"/>
                    <a:pt x="523" y="36"/>
                  </a:cubicBezTo>
                  <a:cubicBezTo>
                    <a:pt x="479" y="11"/>
                    <a:pt x="435" y="1"/>
                    <a:pt x="3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53"/>
            <p:cNvSpPr/>
            <p:nvPr/>
          </p:nvSpPr>
          <p:spPr>
            <a:xfrm>
              <a:off x="1974075" y="2335450"/>
              <a:ext cx="836375" cy="2011275"/>
            </a:xfrm>
            <a:custGeom>
              <a:rect b="b" l="l" r="r" t="t"/>
              <a:pathLst>
                <a:path extrusionOk="0" h="80451" w="33455">
                  <a:moveTo>
                    <a:pt x="7473" y="0"/>
                  </a:moveTo>
                  <a:cubicBezTo>
                    <a:pt x="4671" y="5905"/>
                    <a:pt x="4170" y="9440"/>
                    <a:pt x="4037" y="14444"/>
                  </a:cubicBezTo>
                  <a:cubicBezTo>
                    <a:pt x="3837" y="24818"/>
                    <a:pt x="2869" y="37060"/>
                    <a:pt x="2869" y="37060"/>
                  </a:cubicBezTo>
                  <a:cubicBezTo>
                    <a:pt x="2736" y="38228"/>
                    <a:pt x="1702" y="40596"/>
                    <a:pt x="935" y="45766"/>
                  </a:cubicBezTo>
                  <a:cubicBezTo>
                    <a:pt x="34" y="51804"/>
                    <a:pt x="601" y="67716"/>
                    <a:pt x="601" y="67716"/>
                  </a:cubicBezTo>
                  <a:lnTo>
                    <a:pt x="568" y="68449"/>
                  </a:lnTo>
                  <a:cubicBezTo>
                    <a:pt x="534" y="69283"/>
                    <a:pt x="1" y="76122"/>
                    <a:pt x="334" y="78356"/>
                  </a:cubicBezTo>
                  <a:cubicBezTo>
                    <a:pt x="556" y="79687"/>
                    <a:pt x="1415" y="80451"/>
                    <a:pt x="2281" y="80451"/>
                  </a:cubicBezTo>
                  <a:cubicBezTo>
                    <a:pt x="3109" y="80451"/>
                    <a:pt x="3944" y="79754"/>
                    <a:pt x="4237" y="78190"/>
                  </a:cubicBezTo>
                  <a:cubicBezTo>
                    <a:pt x="4537" y="76655"/>
                    <a:pt x="4904" y="69350"/>
                    <a:pt x="4938" y="68650"/>
                  </a:cubicBezTo>
                  <a:lnTo>
                    <a:pt x="5004" y="68116"/>
                  </a:lnTo>
                  <a:cubicBezTo>
                    <a:pt x="5204" y="66615"/>
                    <a:pt x="5538" y="65581"/>
                    <a:pt x="6172" y="63312"/>
                  </a:cubicBezTo>
                  <a:cubicBezTo>
                    <a:pt x="7906" y="57208"/>
                    <a:pt x="10675" y="43765"/>
                    <a:pt x="11509" y="39162"/>
                  </a:cubicBezTo>
                  <a:cubicBezTo>
                    <a:pt x="12176" y="35392"/>
                    <a:pt x="14211" y="27987"/>
                    <a:pt x="15312" y="24051"/>
                  </a:cubicBezTo>
                  <a:lnTo>
                    <a:pt x="17914" y="39962"/>
                  </a:lnTo>
                  <a:cubicBezTo>
                    <a:pt x="17914" y="39962"/>
                    <a:pt x="17713" y="43131"/>
                    <a:pt x="17713" y="45433"/>
                  </a:cubicBezTo>
                  <a:cubicBezTo>
                    <a:pt x="17713" y="50236"/>
                    <a:pt x="21149" y="63879"/>
                    <a:pt x="21283" y="65547"/>
                  </a:cubicBezTo>
                  <a:cubicBezTo>
                    <a:pt x="21082" y="66348"/>
                    <a:pt x="20615" y="66882"/>
                    <a:pt x="20615" y="68283"/>
                  </a:cubicBezTo>
                  <a:cubicBezTo>
                    <a:pt x="20615" y="69083"/>
                    <a:pt x="21316" y="70117"/>
                    <a:pt x="23084" y="72586"/>
                  </a:cubicBezTo>
                  <a:cubicBezTo>
                    <a:pt x="23618" y="73286"/>
                    <a:pt x="23951" y="75788"/>
                    <a:pt x="24452" y="76488"/>
                  </a:cubicBezTo>
                  <a:cubicBezTo>
                    <a:pt x="25219" y="77589"/>
                    <a:pt x="27921" y="78290"/>
                    <a:pt x="29689" y="78523"/>
                  </a:cubicBezTo>
                  <a:cubicBezTo>
                    <a:pt x="29903" y="78553"/>
                    <a:pt x="30127" y="78568"/>
                    <a:pt x="30352" y="78568"/>
                  </a:cubicBezTo>
                  <a:cubicBezTo>
                    <a:pt x="31876" y="78568"/>
                    <a:pt x="33454" y="77898"/>
                    <a:pt x="32524" y="76822"/>
                  </a:cubicBezTo>
                  <a:cubicBezTo>
                    <a:pt x="32190" y="76355"/>
                    <a:pt x="29722" y="74153"/>
                    <a:pt x="29355" y="73720"/>
                  </a:cubicBezTo>
                  <a:cubicBezTo>
                    <a:pt x="28221" y="72352"/>
                    <a:pt x="27320" y="70818"/>
                    <a:pt x="26686" y="69183"/>
                  </a:cubicBezTo>
                  <a:cubicBezTo>
                    <a:pt x="26186" y="67882"/>
                    <a:pt x="26019" y="67315"/>
                    <a:pt x="26019" y="66548"/>
                  </a:cubicBezTo>
                  <a:lnTo>
                    <a:pt x="26053" y="65814"/>
                  </a:lnTo>
                  <a:cubicBezTo>
                    <a:pt x="26053" y="65814"/>
                    <a:pt x="26553" y="53872"/>
                    <a:pt x="26453" y="40196"/>
                  </a:cubicBezTo>
                  <a:cubicBezTo>
                    <a:pt x="26353" y="24585"/>
                    <a:pt x="24952" y="6739"/>
                    <a:pt x="24618" y="4103"/>
                  </a:cubicBezTo>
                  <a:lnTo>
                    <a:pt x="7473" y="0"/>
                  </a:ln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53"/>
            <p:cNvSpPr/>
            <p:nvPr/>
          </p:nvSpPr>
          <p:spPr>
            <a:xfrm>
              <a:off x="1978250" y="2292075"/>
              <a:ext cx="671350" cy="1469500"/>
            </a:xfrm>
            <a:custGeom>
              <a:rect b="b" l="l" r="r" t="t"/>
              <a:pathLst>
                <a:path extrusionOk="0" h="58780" w="26854">
                  <a:moveTo>
                    <a:pt x="6372" y="1"/>
                  </a:moveTo>
                  <a:lnTo>
                    <a:pt x="6272" y="1102"/>
                  </a:lnTo>
                  <a:cubicBezTo>
                    <a:pt x="5404" y="3136"/>
                    <a:pt x="3370" y="5805"/>
                    <a:pt x="2369" y="11042"/>
                  </a:cubicBezTo>
                  <a:cubicBezTo>
                    <a:pt x="1869" y="13644"/>
                    <a:pt x="2069" y="16179"/>
                    <a:pt x="2035" y="19748"/>
                  </a:cubicBezTo>
                  <a:cubicBezTo>
                    <a:pt x="2002" y="24952"/>
                    <a:pt x="2669" y="35560"/>
                    <a:pt x="2469" y="37961"/>
                  </a:cubicBezTo>
                  <a:cubicBezTo>
                    <a:pt x="2269" y="40363"/>
                    <a:pt x="1035" y="43198"/>
                    <a:pt x="534" y="46834"/>
                  </a:cubicBezTo>
                  <a:cubicBezTo>
                    <a:pt x="1" y="50504"/>
                    <a:pt x="67" y="57175"/>
                    <a:pt x="67" y="57175"/>
                  </a:cubicBezTo>
                  <a:cubicBezTo>
                    <a:pt x="67" y="57175"/>
                    <a:pt x="1068" y="58376"/>
                    <a:pt x="3570" y="58743"/>
                  </a:cubicBezTo>
                  <a:cubicBezTo>
                    <a:pt x="3808" y="58768"/>
                    <a:pt x="4047" y="58780"/>
                    <a:pt x="4285" y="58780"/>
                  </a:cubicBezTo>
                  <a:cubicBezTo>
                    <a:pt x="5643" y="58780"/>
                    <a:pt x="6976" y="58380"/>
                    <a:pt x="8140" y="57642"/>
                  </a:cubicBezTo>
                  <a:cubicBezTo>
                    <a:pt x="8140" y="57642"/>
                    <a:pt x="11442" y="44633"/>
                    <a:pt x="11809" y="42831"/>
                  </a:cubicBezTo>
                  <a:cubicBezTo>
                    <a:pt x="12209" y="40997"/>
                    <a:pt x="15111" y="26553"/>
                    <a:pt x="15111" y="26553"/>
                  </a:cubicBezTo>
                  <a:lnTo>
                    <a:pt x="17280" y="41831"/>
                  </a:lnTo>
                  <a:cubicBezTo>
                    <a:pt x="17079" y="43832"/>
                    <a:pt x="17046" y="45800"/>
                    <a:pt x="17179" y="47768"/>
                  </a:cubicBezTo>
                  <a:cubicBezTo>
                    <a:pt x="17380" y="51438"/>
                    <a:pt x="18914" y="56641"/>
                    <a:pt x="18914" y="56641"/>
                  </a:cubicBezTo>
                  <a:cubicBezTo>
                    <a:pt x="18914" y="56641"/>
                    <a:pt x="19719" y="57417"/>
                    <a:pt x="22006" y="57417"/>
                  </a:cubicBezTo>
                  <a:cubicBezTo>
                    <a:pt x="22138" y="57417"/>
                    <a:pt x="22275" y="57414"/>
                    <a:pt x="22417" y="57409"/>
                  </a:cubicBezTo>
                  <a:cubicBezTo>
                    <a:pt x="25018" y="57342"/>
                    <a:pt x="26186" y="56508"/>
                    <a:pt x="26186" y="56508"/>
                  </a:cubicBezTo>
                  <a:cubicBezTo>
                    <a:pt x="26186" y="56508"/>
                    <a:pt x="26620" y="42998"/>
                    <a:pt x="26753" y="30323"/>
                  </a:cubicBezTo>
                  <a:cubicBezTo>
                    <a:pt x="26853" y="20983"/>
                    <a:pt x="26019" y="7840"/>
                    <a:pt x="23984" y="1635"/>
                  </a:cubicBezTo>
                  <a:lnTo>
                    <a:pt x="24018" y="334"/>
                  </a:lnTo>
                  <a:lnTo>
                    <a:pt x="24018" y="334"/>
                  </a:lnTo>
                  <a:cubicBezTo>
                    <a:pt x="21847" y="1734"/>
                    <a:pt x="18833" y="2290"/>
                    <a:pt x="15867" y="2290"/>
                  </a:cubicBezTo>
                  <a:cubicBezTo>
                    <a:pt x="11906" y="2290"/>
                    <a:pt x="8031" y="1298"/>
                    <a:pt x="637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53"/>
            <p:cNvSpPr/>
            <p:nvPr/>
          </p:nvSpPr>
          <p:spPr>
            <a:xfrm>
              <a:off x="1939900" y="4028325"/>
              <a:ext cx="185150" cy="429850"/>
            </a:xfrm>
            <a:custGeom>
              <a:rect b="b" l="l" r="r" t="t"/>
              <a:pathLst>
                <a:path extrusionOk="0" h="17194" w="7406">
                  <a:moveTo>
                    <a:pt x="1968" y="1"/>
                  </a:moveTo>
                  <a:cubicBezTo>
                    <a:pt x="1168" y="1"/>
                    <a:pt x="1668" y="3136"/>
                    <a:pt x="1434" y="5138"/>
                  </a:cubicBezTo>
                  <a:cubicBezTo>
                    <a:pt x="1201" y="7272"/>
                    <a:pt x="467" y="8840"/>
                    <a:pt x="234" y="10608"/>
                  </a:cubicBezTo>
                  <a:cubicBezTo>
                    <a:pt x="0" y="12643"/>
                    <a:pt x="167" y="13477"/>
                    <a:pt x="867" y="15145"/>
                  </a:cubicBezTo>
                  <a:cubicBezTo>
                    <a:pt x="1238" y="16048"/>
                    <a:pt x="2720" y="17194"/>
                    <a:pt x="3948" y="17194"/>
                  </a:cubicBezTo>
                  <a:cubicBezTo>
                    <a:pt x="4487" y="17194"/>
                    <a:pt x="4978" y="16972"/>
                    <a:pt x="5304" y="16412"/>
                  </a:cubicBezTo>
                  <a:cubicBezTo>
                    <a:pt x="6405" y="14544"/>
                    <a:pt x="6672" y="12443"/>
                    <a:pt x="6571" y="10441"/>
                  </a:cubicBezTo>
                  <a:cubicBezTo>
                    <a:pt x="6471" y="8373"/>
                    <a:pt x="6338" y="6839"/>
                    <a:pt x="6338" y="5271"/>
                  </a:cubicBezTo>
                  <a:cubicBezTo>
                    <a:pt x="6338" y="3870"/>
                    <a:pt x="7405" y="601"/>
                    <a:pt x="6371" y="401"/>
                  </a:cubicBezTo>
                  <a:lnTo>
                    <a:pt x="6371" y="401"/>
                  </a:lnTo>
                  <a:lnTo>
                    <a:pt x="6305" y="935"/>
                  </a:lnTo>
                  <a:cubicBezTo>
                    <a:pt x="6110" y="1341"/>
                    <a:pt x="5008" y="1663"/>
                    <a:pt x="3955" y="1663"/>
                  </a:cubicBezTo>
                  <a:cubicBezTo>
                    <a:pt x="3020" y="1663"/>
                    <a:pt x="2123" y="1409"/>
                    <a:pt x="1935" y="734"/>
                  </a:cubicBezTo>
                  <a:lnTo>
                    <a:pt x="1968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53"/>
            <p:cNvSpPr/>
            <p:nvPr/>
          </p:nvSpPr>
          <p:spPr>
            <a:xfrm>
              <a:off x="2477775" y="4085025"/>
              <a:ext cx="73400" cy="134300"/>
            </a:xfrm>
            <a:custGeom>
              <a:rect b="b" l="l" r="r" t="t"/>
              <a:pathLst>
                <a:path extrusionOk="0" h="5372" w="2936">
                  <a:moveTo>
                    <a:pt x="267" y="1"/>
                  </a:moveTo>
                  <a:cubicBezTo>
                    <a:pt x="0" y="1035"/>
                    <a:pt x="234" y="3770"/>
                    <a:pt x="234" y="3770"/>
                  </a:cubicBezTo>
                  <a:cubicBezTo>
                    <a:pt x="234" y="3770"/>
                    <a:pt x="668" y="4738"/>
                    <a:pt x="2202" y="5371"/>
                  </a:cubicBezTo>
                  <a:lnTo>
                    <a:pt x="2936" y="1535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53"/>
            <p:cNvSpPr/>
            <p:nvPr/>
          </p:nvSpPr>
          <p:spPr>
            <a:xfrm>
              <a:off x="2532825" y="4116725"/>
              <a:ext cx="107600" cy="103425"/>
            </a:xfrm>
            <a:custGeom>
              <a:rect b="b" l="l" r="r" t="t"/>
              <a:pathLst>
                <a:path extrusionOk="0" h="4137" w="4304">
                  <a:moveTo>
                    <a:pt x="4303" y="0"/>
                  </a:moveTo>
                  <a:lnTo>
                    <a:pt x="434" y="1902"/>
                  </a:lnTo>
                  <a:lnTo>
                    <a:pt x="0" y="4137"/>
                  </a:lnTo>
                  <a:lnTo>
                    <a:pt x="3436" y="3036"/>
                  </a:lnTo>
                  <a:lnTo>
                    <a:pt x="43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53"/>
            <p:cNvSpPr/>
            <p:nvPr/>
          </p:nvSpPr>
          <p:spPr>
            <a:xfrm>
              <a:off x="2479450" y="3973950"/>
              <a:ext cx="350900" cy="353150"/>
            </a:xfrm>
            <a:custGeom>
              <a:rect b="b" l="l" r="r" t="t"/>
              <a:pathLst>
                <a:path extrusionOk="0" h="14126" w="14036">
                  <a:moveTo>
                    <a:pt x="1028" y="1"/>
                  </a:moveTo>
                  <a:cubicBezTo>
                    <a:pt x="744" y="1"/>
                    <a:pt x="489" y="1013"/>
                    <a:pt x="234" y="1842"/>
                  </a:cubicBezTo>
                  <a:cubicBezTo>
                    <a:pt x="0" y="2676"/>
                    <a:pt x="0" y="3610"/>
                    <a:pt x="200" y="4444"/>
                  </a:cubicBezTo>
                  <a:cubicBezTo>
                    <a:pt x="467" y="5411"/>
                    <a:pt x="1801" y="6379"/>
                    <a:pt x="2369" y="7246"/>
                  </a:cubicBezTo>
                  <a:cubicBezTo>
                    <a:pt x="2936" y="8080"/>
                    <a:pt x="3136" y="10148"/>
                    <a:pt x="3803" y="11315"/>
                  </a:cubicBezTo>
                  <a:cubicBezTo>
                    <a:pt x="4503" y="12450"/>
                    <a:pt x="7039" y="13550"/>
                    <a:pt x="8706" y="13951"/>
                  </a:cubicBezTo>
                  <a:cubicBezTo>
                    <a:pt x="9265" y="14071"/>
                    <a:pt x="9788" y="14125"/>
                    <a:pt x="10268" y="14125"/>
                  </a:cubicBezTo>
                  <a:cubicBezTo>
                    <a:pt x="12713" y="14125"/>
                    <a:pt x="14035" y="12725"/>
                    <a:pt x="13143" y="11582"/>
                  </a:cubicBezTo>
                  <a:cubicBezTo>
                    <a:pt x="12342" y="10548"/>
                    <a:pt x="9874" y="9214"/>
                    <a:pt x="8640" y="6879"/>
                  </a:cubicBezTo>
                  <a:cubicBezTo>
                    <a:pt x="7272" y="4277"/>
                    <a:pt x="6305" y="508"/>
                    <a:pt x="5838" y="274"/>
                  </a:cubicBezTo>
                  <a:lnTo>
                    <a:pt x="5804" y="1008"/>
                  </a:lnTo>
                  <a:cubicBezTo>
                    <a:pt x="5462" y="1635"/>
                    <a:pt x="4852" y="1824"/>
                    <a:pt x="4162" y="1824"/>
                  </a:cubicBezTo>
                  <a:cubicBezTo>
                    <a:pt x="4044" y="1824"/>
                    <a:pt x="3924" y="1818"/>
                    <a:pt x="3803" y="1809"/>
                  </a:cubicBezTo>
                  <a:cubicBezTo>
                    <a:pt x="2102" y="1709"/>
                    <a:pt x="1301" y="1141"/>
                    <a:pt x="1068" y="674"/>
                  </a:cubicBezTo>
                  <a:lnTo>
                    <a:pt x="1068" y="7"/>
                  </a:lnTo>
                  <a:cubicBezTo>
                    <a:pt x="1054" y="3"/>
                    <a:pt x="1041" y="1"/>
                    <a:pt x="102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53"/>
            <p:cNvSpPr/>
            <p:nvPr/>
          </p:nvSpPr>
          <p:spPr>
            <a:xfrm>
              <a:off x="1985750" y="2318775"/>
              <a:ext cx="212675" cy="1192550"/>
            </a:xfrm>
            <a:custGeom>
              <a:rect b="b" l="l" r="r" t="t"/>
              <a:pathLst>
                <a:path extrusionOk="0" h="47702" w="8507">
                  <a:moveTo>
                    <a:pt x="8107" y="0"/>
                  </a:moveTo>
                  <a:cubicBezTo>
                    <a:pt x="5605" y="5337"/>
                    <a:pt x="3670" y="10107"/>
                    <a:pt x="3503" y="18614"/>
                  </a:cubicBezTo>
                  <a:cubicBezTo>
                    <a:pt x="3470" y="20448"/>
                    <a:pt x="3437" y="22250"/>
                    <a:pt x="3437" y="23984"/>
                  </a:cubicBezTo>
                  <a:cubicBezTo>
                    <a:pt x="3370" y="30088"/>
                    <a:pt x="3303" y="35359"/>
                    <a:pt x="2436" y="37927"/>
                  </a:cubicBezTo>
                  <a:cubicBezTo>
                    <a:pt x="2269" y="38461"/>
                    <a:pt x="2069" y="39028"/>
                    <a:pt x="1835" y="39595"/>
                  </a:cubicBezTo>
                  <a:cubicBezTo>
                    <a:pt x="1569" y="40329"/>
                    <a:pt x="1302" y="41096"/>
                    <a:pt x="1001" y="41964"/>
                  </a:cubicBezTo>
                  <a:cubicBezTo>
                    <a:pt x="668" y="43198"/>
                    <a:pt x="401" y="44465"/>
                    <a:pt x="201" y="45766"/>
                  </a:cubicBezTo>
                  <a:cubicBezTo>
                    <a:pt x="134" y="46367"/>
                    <a:pt x="67" y="47001"/>
                    <a:pt x="1" y="47701"/>
                  </a:cubicBezTo>
                  <a:cubicBezTo>
                    <a:pt x="501" y="44999"/>
                    <a:pt x="1235" y="42331"/>
                    <a:pt x="2236" y="39729"/>
                  </a:cubicBezTo>
                  <a:cubicBezTo>
                    <a:pt x="2469" y="39128"/>
                    <a:pt x="2669" y="38595"/>
                    <a:pt x="2869" y="38027"/>
                  </a:cubicBezTo>
                  <a:cubicBezTo>
                    <a:pt x="3737" y="35426"/>
                    <a:pt x="3803" y="30122"/>
                    <a:pt x="3870" y="23984"/>
                  </a:cubicBezTo>
                  <a:cubicBezTo>
                    <a:pt x="3870" y="22216"/>
                    <a:pt x="3904" y="20415"/>
                    <a:pt x="3937" y="18614"/>
                  </a:cubicBezTo>
                  <a:cubicBezTo>
                    <a:pt x="4104" y="10174"/>
                    <a:pt x="6005" y="5437"/>
                    <a:pt x="8507" y="134"/>
                  </a:cubicBezTo>
                  <a:lnTo>
                    <a:pt x="8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53"/>
            <p:cNvSpPr/>
            <p:nvPr/>
          </p:nvSpPr>
          <p:spPr>
            <a:xfrm>
              <a:off x="2356025" y="2645675"/>
              <a:ext cx="175150" cy="576275"/>
            </a:xfrm>
            <a:custGeom>
              <a:rect b="b" l="l" r="r" t="t"/>
              <a:pathLst>
                <a:path extrusionOk="0" h="23051" w="7006">
                  <a:moveTo>
                    <a:pt x="7005" y="0"/>
                  </a:moveTo>
                  <a:lnTo>
                    <a:pt x="7005" y="0"/>
                  </a:lnTo>
                  <a:cubicBezTo>
                    <a:pt x="5404" y="2035"/>
                    <a:pt x="2035" y="2869"/>
                    <a:pt x="2035" y="2869"/>
                  </a:cubicBezTo>
                  <a:lnTo>
                    <a:pt x="0" y="12409"/>
                  </a:lnTo>
                  <a:lnTo>
                    <a:pt x="1501" y="23050"/>
                  </a:lnTo>
                  <a:lnTo>
                    <a:pt x="1168" y="12910"/>
                  </a:lnTo>
                  <a:lnTo>
                    <a:pt x="3236" y="3903"/>
                  </a:lnTo>
                  <a:cubicBezTo>
                    <a:pt x="6738" y="2502"/>
                    <a:pt x="7005" y="0"/>
                    <a:pt x="70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53"/>
            <p:cNvSpPr/>
            <p:nvPr/>
          </p:nvSpPr>
          <p:spPr>
            <a:xfrm>
              <a:off x="1969075" y="3628050"/>
              <a:ext cx="240200" cy="156850"/>
            </a:xfrm>
            <a:custGeom>
              <a:rect b="b" l="l" r="r" t="t"/>
              <a:pathLst>
                <a:path extrusionOk="0" h="6274" w="9608">
                  <a:moveTo>
                    <a:pt x="434" y="0"/>
                  </a:moveTo>
                  <a:cubicBezTo>
                    <a:pt x="34" y="234"/>
                    <a:pt x="67" y="834"/>
                    <a:pt x="34" y="2102"/>
                  </a:cubicBezTo>
                  <a:cubicBezTo>
                    <a:pt x="1" y="2936"/>
                    <a:pt x="67" y="3769"/>
                    <a:pt x="201" y="4603"/>
                  </a:cubicBezTo>
                  <a:cubicBezTo>
                    <a:pt x="301" y="4904"/>
                    <a:pt x="1068" y="5904"/>
                    <a:pt x="4037" y="6205"/>
                  </a:cubicBezTo>
                  <a:cubicBezTo>
                    <a:pt x="4459" y="6252"/>
                    <a:pt x="4845" y="6273"/>
                    <a:pt x="5198" y="6273"/>
                  </a:cubicBezTo>
                  <a:cubicBezTo>
                    <a:pt x="7328" y="6273"/>
                    <a:pt x="8240" y="5504"/>
                    <a:pt x="8440" y="5104"/>
                  </a:cubicBezTo>
                  <a:cubicBezTo>
                    <a:pt x="8840" y="4003"/>
                    <a:pt x="9174" y="2902"/>
                    <a:pt x="9441" y="1768"/>
                  </a:cubicBezTo>
                  <a:cubicBezTo>
                    <a:pt x="9607" y="1101"/>
                    <a:pt x="9307" y="1001"/>
                    <a:pt x="9307" y="1001"/>
                  </a:cubicBezTo>
                  <a:lnTo>
                    <a:pt x="9107" y="1768"/>
                  </a:lnTo>
                  <a:cubicBezTo>
                    <a:pt x="9107" y="1768"/>
                    <a:pt x="8055" y="2621"/>
                    <a:pt x="5454" y="2621"/>
                  </a:cubicBezTo>
                  <a:cubicBezTo>
                    <a:pt x="5237" y="2621"/>
                    <a:pt x="5009" y="2615"/>
                    <a:pt x="4771" y="2602"/>
                  </a:cubicBezTo>
                  <a:cubicBezTo>
                    <a:pt x="1668" y="2435"/>
                    <a:pt x="468" y="901"/>
                    <a:pt x="468" y="901"/>
                  </a:cubicBezTo>
                  <a:lnTo>
                    <a:pt x="434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53"/>
            <p:cNvSpPr/>
            <p:nvPr/>
          </p:nvSpPr>
          <p:spPr>
            <a:xfrm>
              <a:off x="1969075" y="3628050"/>
              <a:ext cx="240200" cy="156850"/>
            </a:xfrm>
            <a:custGeom>
              <a:rect b="b" l="l" r="r" t="t"/>
              <a:pathLst>
                <a:path extrusionOk="0" h="6274" w="9608">
                  <a:moveTo>
                    <a:pt x="434" y="0"/>
                  </a:moveTo>
                  <a:cubicBezTo>
                    <a:pt x="34" y="234"/>
                    <a:pt x="67" y="834"/>
                    <a:pt x="34" y="2102"/>
                  </a:cubicBezTo>
                  <a:cubicBezTo>
                    <a:pt x="1" y="2936"/>
                    <a:pt x="67" y="3769"/>
                    <a:pt x="201" y="4603"/>
                  </a:cubicBezTo>
                  <a:cubicBezTo>
                    <a:pt x="301" y="4904"/>
                    <a:pt x="1068" y="5904"/>
                    <a:pt x="4037" y="6205"/>
                  </a:cubicBezTo>
                  <a:cubicBezTo>
                    <a:pt x="4459" y="6252"/>
                    <a:pt x="4845" y="6273"/>
                    <a:pt x="5198" y="6273"/>
                  </a:cubicBezTo>
                  <a:cubicBezTo>
                    <a:pt x="7328" y="6273"/>
                    <a:pt x="8240" y="5504"/>
                    <a:pt x="8440" y="5104"/>
                  </a:cubicBezTo>
                  <a:cubicBezTo>
                    <a:pt x="8840" y="4003"/>
                    <a:pt x="9174" y="2902"/>
                    <a:pt x="9441" y="1768"/>
                  </a:cubicBezTo>
                  <a:cubicBezTo>
                    <a:pt x="9607" y="1101"/>
                    <a:pt x="9307" y="1001"/>
                    <a:pt x="9307" y="1001"/>
                  </a:cubicBezTo>
                  <a:lnTo>
                    <a:pt x="9107" y="1768"/>
                  </a:lnTo>
                  <a:cubicBezTo>
                    <a:pt x="9107" y="1768"/>
                    <a:pt x="8055" y="2621"/>
                    <a:pt x="5454" y="2621"/>
                  </a:cubicBezTo>
                  <a:cubicBezTo>
                    <a:pt x="5237" y="2621"/>
                    <a:pt x="5009" y="2615"/>
                    <a:pt x="4771" y="2602"/>
                  </a:cubicBezTo>
                  <a:cubicBezTo>
                    <a:pt x="1668" y="2435"/>
                    <a:pt x="468" y="901"/>
                    <a:pt x="468" y="901"/>
                  </a:cubicBezTo>
                  <a:lnTo>
                    <a:pt x="4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53"/>
            <p:cNvSpPr/>
            <p:nvPr/>
          </p:nvSpPr>
          <p:spPr>
            <a:xfrm>
              <a:off x="2430250" y="3649725"/>
              <a:ext cx="213500" cy="131525"/>
            </a:xfrm>
            <a:custGeom>
              <a:rect b="b" l="l" r="r" t="t"/>
              <a:pathLst>
                <a:path extrusionOk="0" h="5261" w="8540">
                  <a:moveTo>
                    <a:pt x="8173" y="0"/>
                  </a:moveTo>
                  <a:lnTo>
                    <a:pt x="8139" y="734"/>
                  </a:lnTo>
                  <a:cubicBezTo>
                    <a:pt x="8139" y="734"/>
                    <a:pt x="7606" y="1702"/>
                    <a:pt x="4703" y="1802"/>
                  </a:cubicBezTo>
                  <a:cubicBezTo>
                    <a:pt x="4574" y="1806"/>
                    <a:pt x="4447" y="1808"/>
                    <a:pt x="4323" y="1808"/>
                  </a:cubicBezTo>
                  <a:cubicBezTo>
                    <a:pt x="1682" y="1808"/>
                    <a:pt x="434" y="834"/>
                    <a:pt x="434" y="834"/>
                  </a:cubicBezTo>
                  <a:lnTo>
                    <a:pt x="267" y="234"/>
                  </a:lnTo>
                  <a:cubicBezTo>
                    <a:pt x="0" y="334"/>
                    <a:pt x="0" y="668"/>
                    <a:pt x="134" y="1368"/>
                  </a:cubicBezTo>
                  <a:cubicBezTo>
                    <a:pt x="234" y="2035"/>
                    <a:pt x="634" y="3570"/>
                    <a:pt x="734" y="4070"/>
                  </a:cubicBezTo>
                  <a:cubicBezTo>
                    <a:pt x="821" y="4476"/>
                    <a:pt x="2170" y="5261"/>
                    <a:pt x="4231" y="5261"/>
                  </a:cubicBezTo>
                  <a:cubicBezTo>
                    <a:pt x="4540" y="5261"/>
                    <a:pt x="4865" y="5243"/>
                    <a:pt x="5204" y="5204"/>
                  </a:cubicBezTo>
                  <a:cubicBezTo>
                    <a:pt x="7772" y="4904"/>
                    <a:pt x="8273" y="4237"/>
                    <a:pt x="8373" y="3570"/>
                  </a:cubicBezTo>
                  <a:cubicBezTo>
                    <a:pt x="8439" y="2869"/>
                    <a:pt x="8540" y="1101"/>
                    <a:pt x="8540" y="634"/>
                  </a:cubicBezTo>
                  <a:cubicBezTo>
                    <a:pt x="8540" y="167"/>
                    <a:pt x="8506" y="100"/>
                    <a:pt x="817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53"/>
            <p:cNvSpPr/>
            <p:nvPr/>
          </p:nvSpPr>
          <p:spPr>
            <a:xfrm>
              <a:off x="2430250" y="3649725"/>
              <a:ext cx="213500" cy="131525"/>
            </a:xfrm>
            <a:custGeom>
              <a:rect b="b" l="l" r="r" t="t"/>
              <a:pathLst>
                <a:path extrusionOk="0" h="5261" w="8540">
                  <a:moveTo>
                    <a:pt x="8173" y="0"/>
                  </a:moveTo>
                  <a:lnTo>
                    <a:pt x="8139" y="734"/>
                  </a:lnTo>
                  <a:cubicBezTo>
                    <a:pt x="8139" y="734"/>
                    <a:pt x="7606" y="1702"/>
                    <a:pt x="4703" y="1802"/>
                  </a:cubicBezTo>
                  <a:cubicBezTo>
                    <a:pt x="4574" y="1806"/>
                    <a:pt x="4447" y="1808"/>
                    <a:pt x="4323" y="1808"/>
                  </a:cubicBezTo>
                  <a:cubicBezTo>
                    <a:pt x="1682" y="1808"/>
                    <a:pt x="434" y="834"/>
                    <a:pt x="434" y="834"/>
                  </a:cubicBezTo>
                  <a:lnTo>
                    <a:pt x="267" y="234"/>
                  </a:lnTo>
                  <a:cubicBezTo>
                    <a:pt x="0" y="334"/>
                    <a:pt x="0" y="668"/>
                    <a:pt x="134" y="1368"/>
                  </a:cubicBezTo>
                  <a:cubicBezTo>
                    <a:pt x="234" y="2035"/>
                    <a:pt x="634" y="3570"/>
                    <a:pt x="734" y="4070"/>
                  </a:cubicBezTo>
                  <a:cubicBezTo>
                    <a:pt x="821" y="4476"/>
                    <a:pt x="2170" y="5261"/>
                    <a:pt x="4231" y="5261"/>
                  </a:cubicBezTo>
                  <a:cubicBezTo>
                    <a:pt x="4540" y="5261"/>
                    <a:pt x="4865" y="5243"/>
                    <a:pt x="5204" y="5204"/>
                  </a:cubicBezTo>
                  <a:cubicBezTo>
                    <a:pt x="7772" y="4904"/>
                    <a:pt x="8273" y="4237"/>
                    <a:pt x="8373" y="3570"/>
                  </a:cubicBezTo>
                  <a:cubicBezTo>
                    <a:pt x="8439" y="2869"/>
                    <a:pt x="8540" y="1101"/>
                    <a:pt x="8540" y="634"/>
                  </a:cubicBezTo>
                  <a:cubicBezTo>
                    <a:pt x="8540" y="167"/>
                    <a:pt x="8506" y="100"/>
                    <a:pt x="81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53"/>
            <p:cNvSpPr/>
            <p:nvPr/>
          </p:nvSpPr>
          <p:spPr>
            <a:xfrm>
              <a:off x="2003275" y="1376525"/>
              <a:ext cx="679675" cy="480475"/>
            </a:xfrm>
            <a:custGeom>
              <a:rect b="b" l="l" r="r" t="t"/>
              <a:pathLst>
                <a:path extrusionOk="0" h="19219" w="27187">
                  <a:moveTo>
                    <a:pt x="8267" y="0"/>
                  </a:moveTo>
                  <a:cubicBezTo>
                    <a:pt x="7705" y="0"/>
                    <a:pt x="7164" y="104"/>
                    <a:pt x="6672" y="364"/>
                  </a:cubicBezTo>
                  <a:cubicBezTo>
                    <a:pt x="5704" y="897"/>
                    <a:pt x="5004" y="1765"/>
                    <a:pt x="4637" y="2799"/>
                  </a:cubicBezTo>
                  <a:cubicBezTo>
                    <a:pt x="4070" y="4366"/>
                    <a:pt x="4203" y="6068"/>
                    <a:pt x="4237" y="7735"/>
                  </a:cubicBezTo>
                  <a:cubicBezTo>
                    <a:pt x="4270" y="8303"/>
                    <a:pt x="4170" y="8870"/>
                    <a:pt x="3970" y="9403"/>
                  </a:cubicBezTo>
                  <a:cubicBezTo>
                    <a:pt x="3764" y="9873"/>
                    <a:pt x="3300" y="10188"/>
                    <a:pt x="2804" y="10188"/>
                  </a:cubicBezTo>
                  <a:cubicBezTo>
                    <a:pt x="2737" y="10188"/>
                    <a:pt x="2670" y="10182"/>
                    <a:pt x="2602" y="10171"/>
                  </a:cubicBezTo>
                  <a:cubicBezTo>
                    <a:pt x="2035" y="10037"/>
                    <a:pt x="1768" y="9203"/>
                    <a:pt x="2202" y="8870"/>
                  </a:cubicBezTo>
                  <a:cubicBezTo>
                    <a:pt x="2155" y="8865"/>
                    <a:pt x="2110" y="8863"/>
                    <a:pt x="2065" y="8863"/>
                  </a:cubicBezTo>
                  <a:cubicBezTo>
                    <a:pt x="835" y="8863"/>
                    <a:pt x="409" y="10592"/>
                    <a:pt x="1568" y="11171"/>
                  </a:cubicBezTo>
                  <a:cubicBezTo>
                    <a:pt x="534" y="11338"/>
                    <a:pt x="0" y="12706"/>
                    <a:pt x="501" y="13606"/>
                  </a:cubicBezTo>
                  <a:cubicBezTo>
                    <a:pt x="913" y="14248"/>
                    <a:pt x="1593" y="14591"/>
                    <a:pt x="2303" y="14591"/>
                  </a:cubicBezTo>
                  <a:cubicBezTo>
                    <a:pt x="2627" y="14591"/>
                    <a:pt x="2956" y="14520"/>
                    <a:pt x="3269" y="14374"/>
                  </a:cubicBezTo>
                  <a:lnTo>
                    <a:pt x="3269" y="14374"/>
                  </a:lnTo>
                  <a:cubicBezTo>
                    <a:pt x="2869" y="15241"/>
                    <a:pt x="2635" y="16408"/>
                    <a:pt x="3770" y="17442"/>
                  </a:cubicBezTo>
                  <a:cubicBezTo>
                    <a:pt x="4365" y="17978"/>
                    <a:pt x="5160" y="18242"/>
                    <a:pt x="5869" y="18242"/>
                  </a:cubicBezTo>
                  <a:cubicBezTo>
                    <a:pt x="6352" y="18242"/>
                    <a:pt x="6794" y="18119"/>
                    <a:pt x="7105" y="17876"/>
                  </a:cubicBezTo>
                  <a:cubicBezTo>
                    <a:pt x="7601" y="18816"/>
                    <a:pt x="8179" y="18918"/>
                    <a:pt x="9062" y="18918"/>
                  </a:cubicBezTo>
                  <a:cubicBezTo>
                    <a:pt x="9308" y="18918"/>
                    <a:pt x="9577" y="18910"/>
                    <a:pt x="9874" y="18910"/>
                  </a:cubicBezTo>
                  <a:cubicBezTo>
                    <a:pt x="11242" y="18910"/>
                    <a:pt x="12509" y="18210"/>
                    <a:pt x="13243" y="17009"/>
                  </a:cubicBezTo>
                  <a:cubicBezTo>
                    <a:pt x="13243" y="18426"/>
                    <a:pt x="14819" y="19219"/>
                    <a:pt x="16090" y="19219"/>
                  </a:cubicBezTo>
                  <a:cubicBezTo>
                    <a:pt x="16165" y="19219"/>
                    <a:pt x="16239" y="19216"/>
                    <a:pt x="16312" y="19210"/>
                  </a:cubicBezTo>
                  <a:cubicBezTo>
                    <a:pt x="17146" y="19144"/>
                    <a:pt x="17946" y="18743"/>
                    <a:pt x="18547" y="18110"/>
                  </a:cubicBezTo>
                  <a:cubicBezTo>
                    <a:pt x="19177" y="18674"/>
                    <a:pt x="19907" y="18922"/>
                    <a:pt x="20619" y="18922"/>
                  </a:cubicBezTo>
                  <a:cubicBezTo>
                    <a:pt x="22433" y="18922"/>
                    <a:pt x="24124" y="17306"/>
                    <a:pt x="23717" y="15174"/>
                  </a:cubicBezTo>
                  <a:cubicBezTo>
                    <a:pt x="26186" y="15007"/>
                    <a:pt x="27186" y="11905"/>
                    <a:pt x="25285" y="10337"/>
                  </a:cubicBezTo>
                  <a:cubicBezTo>
                    <a:pt x="26219" y="9937"/>
                    <a:pt x="26819" y="9003"/>
                    <a:pt x="26352" y="7969"/>
                  </a:cubicBezTo>
                  <a:lnTo>
                    <a:pt x="26352" y="7969"/>
                  </a:lnTo>
                  <a:cubicBezTo>
                    <a:pt x="26167" y="8525"/>
                    <a:pt x="25792" y="8745"/>
                    <a:pt x="25295" y="8745"/>
                  </a:cubicBezTo>
                  <a:cubicBezTo>
                    <a:pt x="25166" y="8745"/>
                    <a:pt x="25029" y="8730"/>
                    <a:pt x="24885" y="8703"/>
                  </a:cubicBezTo>
                  <a:cubicBezTo>
                    <a:pt x="23484" y="8469"/>
                    <a:pt x="23183" y="7135"/>
                    <a:pt x="23083" y="6334"/>
                  </a:cubicBezTo>
                  <a:cubicBezTo>
                    <a:pt x="22983" y="5601"/>
                    <a:pt x="22283" y="5834"/>
                    <a:pt x="21749" y="5300"/>
                  </a:cubicBezTo>
                  <a:cubicBezTo>
                    <a:pt x="21182" y="4733"/>
                    <a:pt x="20515" y="4300"/>
                    <a:pt x="19781" y="3966"/>
                  </a:cubicBezTo>
                  <a:cubicBezTo>
                    <a:pt x="19414" y="3799"/>
                    <a:pt x="19014" y="3666"/>
                    <a:pt x="18647" y="3566"/>
                  </a:cubicBezTo>
                  <a:cubicBezTo>
                    <a:pt x="18247" y="3499"/>
                    <a:pt x="17880" y="3399"/>
                    <a:pt x="17546" y="3266"/>
                  </a:cubicBezTo>
                  <a:cubicBezTo>
                    <a:pt x="16779" y="2932"/>
                    <a:pt x="16045" y="2532"/>
                    <a:pt x="15278" y="2198"/>
                  </a:cubicBezTo>
                  <a:cubicBezTo>
                    <a:pt x="14511" y="1865"/>
                    <a:pt x="13610" y="1498"/>
                    <a:pt x="12776" y="1231"/>
                  </a:cubicBezTo>
                  <a:cubicBezTo>
                    <a:pt x="11483" y="767"/>
                    <a:pt x="9797" y="0"/>
                    <a:pt x="82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53"/>
            <p:cNvSpPr/>
            <p:nvPr/>
          </p:nvSpPr>
          <p:spPr>
            <a:xfrm>
              <a:off x="2502800" y="1427100"/>
              <a:ext cx="970700" cy="564800"/>
            </a:xfrm>
            <a:custGeom>
              <a:rect b="b" l="l" r="r" t="t"/>
              <a:pathLst>
                <a:path extrusionOk="0" h="22592" w="38828">
                  <a:moveTo>
                    <a:pt x="38053" y="0"/>
                  </a:moveTo>
                  <a:cubicBezTo>
                    <a:pt x="37359" y="0"/>
                    <a:pt x="36247" y="1251"/>
                    <a:pt x="35225" y="2410"/>
                  </a:cubicBezTo>
                  <a:cubicBezTo>
                    <a:pt x="34081" y="3620"/>
                    <a:pt x="32775" y="5247"/>
                    <a:pt x="32348" y="5247"/>
                  </a:cubicBezTo>
                  <a:cubicBezTo>
                    <a:pt x="32339" y="5247"/>
                    <a:pt x="32331" y="5247"/>
                    <a:pt x="32323" y="5245"/>
                  </a:cubicBezTo>
                  <a:cubicBezTo>
                    <a:pt x="31823" y="5179"/>
                    <a:pt x="32223" y="3511"/>
                    <a:pt x="31656" y="2610"/>
                  </a:cubicBezTo>
                  <a:cubicBezTo>
                    <a:pt x="31409" y="2193"/>
                    <a:pt x="31119" y="1998"/>
                    <a:pt x="30875" y="1998"/>
                  </a:cubicBezTo>
                  <a:cubicBezTo>
                    <a:pt x="30593" y="1998"/>
                    <a:pt x="30373" y="2260"/>
                    <a:pt x="30355" y="2744"/>
                  </a:cubicBezTo>
                  <a:cubicBezTo>
                    <a:pt x="30355" y="3511"/>
                    <a:pt x="29855" y="4645"/>
                    <a:pt x="29855" y="5946"/>
                  </a:cubicBezTo>
                  <a:cubicBezTo>
                    <a:pt x="29855" y="6580"/>
                    <a:pt x="30055" y="7947"/>
                    <a:pt x="29388" y="8581"/>
                  </a:cubicBezTo>
                  <a:cubicBezTo>
                    <a:pt x="28854" y="9115"/>
                    <a:pt x="18447" y="15419"/>
                    <a:pt x="18447" y="15419"/>
                  </a:cubicBezTo>
                  <a:cubicBezTo>
                    <a:pt x="18447" y="15419"/>
                    <a:pt x="12565" y="15578"/>
                    <a:pt x="9166" y="15578"/>
                  </a:cubicBezTo>
                  <a:cubicBezTo>
                    <a:pt x="8438" y="15578"/>
                    <a:pt x="7823" y="15571"/>
                    <a:pt x="7405" y="15553"/>
                  </a:cubicBezTo>
                  <a:cubicBezTo>
                    <a:pt x="5115" y="15469"/>
                    <a:pt x="4018" y="15222"/>
                    <a:pt x="1881" y="15222"/>
                  </a:cubicBezTo>
                  <a:cubicBezTo>
                    <a:pt x="1465" y="15222"/>
                    <a:pt x="1011" y="15231"/>
                    <a:pt x="501" y="15253"/>
                  </a:cubicBezTo>
                  <a:cubicBezTo>
                    <a:pt x="0" y="15920"/>
                    <a:pt x="1234" y="22191"/>
                    <a:pt x="4870" y="22591"/>
                  </a:cubicBezTo>
                  <a:cubicBezTo>
                    <a:pt x="4870" y="22591"/>
                    <a:pt x="13476" y="22424"/>
                    <a:pt x="16745" y="22291"/>
                  </a:cubicBezTo>
                  <a:cubicBezTo>
                    <a:pt x="19948" y="22158"/>
                    <a:pt x="20782" y="22158"/>
                    <a:pt x="21983" y="21324"/>
                  </a:cubicBezTo>
                  <a:cubicBezTo>
                    <a:pt x="24184" y="19823"/>
                    <a:pt x="26286" y="18188"/>
                    <a:pt x="28287" y="16453"/>
                  </a:cubicBezTo>
                  <a:cubicBezTo>
                    <a:pt x="31089" y="14118"/>
                    <a:pt x="32357" y="13118"/>
                    <a:pt x="32724" y="12918"/>
                  </a:cubicBezTo>
                  <a:cubicBezTo>
                    <a:pt x="33758" y="12250"/>
                    <a:pt x="34725" y="12117"/>
                    <a:pt x="35559" y="11583"/>
                  </a:cubicBezTo>
                  <a:cubicBezTo>
                    <a:pt x="36493" y="11050"/>
                    <a:pt x="37360" y="10349"/>
                    <a:pt x="38027" y="9482"/>
                  </a:cubicBezTo>
                  <a:cubicBezTo>
                    <a:pt x="38261" y="9215"/>
                    <a:pt x="38361" y="8848"/>
                    <a:pt x="38328" y="8514"/>
                  </a:cubicBezTo>
                  <a:cubicBezTo>
                    <a:pt x="38294" y="8348"/>
                    <a:pt x="38194" y="8181"/>
                    <a:pt x="38161" y="8014"/>
                  </a:cubicBezTo>
                  <a:cubicBezTo>
                    <a:pt x="38127" y="7714"/>
                    <a:pt x="38094" y="7414"/>
                    <a:pt x="38027" y="7147"/>
                  </a:cubicBezTo>
                  <a:cubicBezTo>
                    <a:pt x="37894" y="6780"/>
                    <a:pt x="37360" y="6613"/>
                    <a:pt x="37227" y="6246"/>
                  </a:cubicBezTo>
                  <a:cubicBezTo>
                    <a:pt x="37160" y="6079"/>
                    <a:pt x="37227" y="5579"/>
                    <a:pt x="37127" y="5446"/>
                  </a:cubicBezTo>
                  <a:cubicBezTo>
                    <a:pt x="36893" y="5179"/>
                    <a:pt x="36693" y="5145"/>
                    <a:pt x="36493" y="4979"/>
                  </a:cubicBezTo>
                  <a:cubicBezTo>
                    <a:pt x="36359" y="4879"/>
                    <a:pt x="36059" y="4712"/>
                    <a:pt x="36159" y="4512"/>
                  </a:cubicBezTo>
                  <a:cubicBezTo>
                    <a:pt x="36226" y="4311"/>
                    <a:pt x="36660" y="3878"/>
                    <a:pt x="37394" y="2744"/>
                  </a:cubicBezTo>
                  <a:cubicBezTo>
                    <a:pt x="38127" y="1610"/>
                    <a:pt x="38828" y="642"/>
                    <a:pt x="38428" y="175"/>
                  </a:cubicBezTo>
                  <a:cubicBezTo>
                    <a:pt x="38324" y="54"/>
                    <a:pt x="38198" y="0"/>
                    <a:pt x="38053" y="0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53"/>
            <p:cNvSpPr/>
            <p:nvPr/>
          </p:nvSpPr>
          <p:spPr>
            <a:xfrm>
              <a:off x="3326725" y="1561550"/>
              <a:ext cx="83400" cy="127625"/>
            </a:xfrm>
            <a:custGeom>
              <a:rect b="b" l="l" r="r" t="t"/>
              <a:pathLst>
                <a:path extrusionOk="0" h="5105" w="3336">
                  <a:moveTo>
                    <a:pt x="1835" y="1"/>
                  </a:moveTo>
                  <a:lnTo>
                    <a:pt x="1835" y="1"/>
                  </a:lnTo>
                  <a:cubicBezTo>
                    <a:pt x="1834" y="1"/>
                    <a:pt x="0" y="1469"/>
                    <a:pt x="67" y="2236"/>
                  </a:cubicBezTo>
                  <a:cubicBezTo>
                    <a:pt x="133" y="2703"/>
                    <a:pt x="467" y="3070"/>
                    <a:pt x="901" y="3237"/>
                  </a:cubicBezTo>
                  <a:cubicBezTo>
                    <a:pt x="867" y="3937"/>
                    <a:pt x="600" y="4604"/>
                    <a:pt x="133" y="5105"/>
                  </a:cubicBezTo>
                  <a:cubicBezTo>
                    <a:pt x="1245" y="4425"/>
                    <a:pt x="1328" y="3575"/>
                    <a:pt x="1334" y="3452"/>
                  </a:cubicBezTo>
                  <a:lnTo>
                    <a:pt x="1334" y="3452"/>
                  </a:lnTo>
                  <a:cubicBezTo>
                    <a:pt x="1313" y="4272"/>
                    <a:pt x="2268" y="4404"/>
                    <a:pt x="2268" y="4404"/>
                  </a:cubicBezTo>
                  <a:cubicBezTo>
                    <a:pt x="2290" y="4858"/>
                    <a:pt x="2592" y="4990"/>
                    <a:pt x="2893" y="4990"/>
                  </a:cubicBezTo>
                  <a:cubicBezTo>
                    <a:pt x="3056" y="4990"/>
                    <a:pt x="3219" y="4951"/>
                    <a:pt x="3336" y="4904"/>
                  </a:cubicBezTo>
                  <a:cubicBezTo>
                    <a:pt x="2869" y="4871"/>
                    <a:pt x="2502" y="4437"/>
                    <a:pt x="2535" y="3970"/>
                  </a:cubicBezTo>
                  <a:lnTo>
                    <a:pt x="2535" y="3970"/>
                  </a:lnTo>
                  <a:cubicBezTo>
                    <a:pt x="2483" y="3982"/>
                    <a:pt x="2431" y="3988"/>
                    <a:pt x="2379" y="3988"/>
                  </a:cubicBezTo>
                  <a:cubicBezTo>
                    <a:pt x="2134" y="3988"/>
                    <a:pt x="1906" y="3863"/>
                    <a:pt x="1768" y="3670"/>
                  </a:cubicBezTo>
                  <a:cubicBezTo>
                    <a:pt x="1601" y="3403"/>
                    <a:pt x="1568" y="3070"/>
                    <a:pt x="1701" y="2803"/>
                  </a:cubicBezTo>
                  <a:lnTo>
                    <a:pt x="1701" y="2803"/>
                  </a:lnTo>
                  <a:cubicBezTo>
                    <a:pt x="1568" y="2879"/>
                    <a:pt x="1424" y="2915"/>
                    <a:pt x="1282" y="2915"/>
                  </a:cubicBezTo>
                  <a:cubicBezTo>
                    <a:pt x="927" y="2915"/>
                    <a:pt x="586" y="2693"/>
                    <a:pt x="467" y="2336"/>
                  </a:cubicBezTo>
                  <a:cubicBezTo>
                    <a:pt x="267" y="1735"/>
                    <a:pt x="1201" y="902"/>
                    <a:pt x="1835" y="1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53"/>
            <p:cNvSpPr/>
            <p:nvPr/>
          </p:nvSpPr>
          <p:spPr>
            <a:xfrm>
              <a:off x="2101675" y="1807575"/>
              <a:ext cx="589600" cy="564400"/>
            </a:xfrm>
            <a:custGeom>
              <a:rect b="b" l="l" r="r" t="t"/>
              <a:pathLst>
                <a:path extrusionOk="0" h="22576" w="23584">
                  <a:moveTo>
                    <a:pt x="7272" y="0"/>
                  </a:moveTo>
                  <a:lnTo>
                    <a:pt x="2269" y="501"/>
                  </a:lnTo>
                  <a:cubicBezTo>
                    <a:pt x="3103" y="5838"/>
                    <a:pt x="467" y="11142"/>
                    <a:pt x="467" y="11142"/>
                  </a:cubicBezTo>
                  <a:cubicBezTo>
                    <a:pt x="334" y="14544"/>
                    <a:pt x="0" y="18480"/>
                    <a:pt x="1468" y="19247"/>
                  </a:cubicBezTo>
                  <a:cubicBezTo>
                    <a:pt x="1468" y="19714"/>
                    <a:pt x="1535" y="20148"/>
                    <a:pt x="1635" y="20582"/>
                  </a:cubicBezTo>
                  <a:cubicBezTo>
                    <a:pt x="3811" y="21709"/>
                    <a:pt x="7537" y="22575"/>
                    <a:pt x="11265" y="22575"/>
                  </a:cubicBezTo>
                  <a:cubicBezTo>
                    <a:pt x="13937" y="22575"/>
                    <a:pt x="16610" y="22130"/>
                    <a:pt x="18714" y="21015"/>
                  </a:cubicBezTo>
                  <a:lnTo>
                    <a:pt x="19081" y="19548"/>
                  </a:lnTo>
                  <a:cubicBezTo>
                    <a:pt x="20315" y="18714"/>
                    <a:pt x="20048" y="15178"/>
                    <a:pt x="20282" y="12643"/>
                  </a:cubicBezTo>
                  <a:cubicBezTo>
                    <a:pt x="23584" y="8139"/>
                    <a:pt x="19081" y="2369"/>
                    <a:pt x="16512" y="34"/>
                  </a:cubicBezTo>
                  <a:lnTo>
                    <a:pt x="13343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53"/>
            <p:cNvSpPr/>
            <p:nvPr/>
          </p:nvSpPr>
          <p:spPr>
            <a:xfrm>
              <a:off x="2135875" y="2288750"/>
              <a:ext cx="442825" cy="96450"/>
            </a:xfrm>
            <a:custGeom>
              <a:rect b="b" l="l" r="r" t="t"/>
              <a:pathLst>
                <a:path extrusionOk="0" h="3858" w="17713">
                  <a:moveTo>
                    <a:pt x="100" y="0"/>
                  </a:moveTo>
                  <a:lnTo>
                    <a:pt x="0" y="1235"/>
                  </a:lnTo>
                  <a:cubicBezTo>
                    <a:pt x="0" y="1235"/>
                    <a:pt x="1301" y="3570"/>
                    <a:pt x="8573" y="3836"/>
                  </a:cubicBezTo>
                  <a:cubicBezTo>
                    <a:pt x="8966" y="3851"/>
                    <a:pt x="9343" y="3858"/>
                    <a:pt x="9705" y="3858"/>
                  </a:cubicBezTo>
                  <a:cubicBezTo>
                    <a:pt x="16038" y="3858"/>
                    <a:pt x="17679" y="1768"/>
                    <a:pt x="17679" y="1768"/>
                  </a:cubicBezTo>
                  <a:lnTo>
                    <a:pt x="17713" y="301"/>
                  </a:lnTo>
                  <a:lnTo>
                    <a:pt x="17713" y="301"/>
                  </a:lnTo>
                  <a:cubicBezTo>
                    <a:pt x="15528" y="1709"/>
                    <a:pt x="12489" y="2269"/>
                    <a:pt x="9508" y="2269"/>
                  </a:cubicBezTo>
                  <a:cubicBezTo>
                    <a:pt x="5570" y="2269"/>
                    <a:pt x="1733" y="1291"/>
                    <a:pt x="100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53"/>
            <p:cNvSpPr/>
            <p:nvPr/>
          </p:nvSpPr>
          <p:spPr>
            <a:xfrm>
              <a:off x="2100000" y="1215475"/>
              <a:ext cx="543750" cy="548750"/>
            </a:xfrm>
            <a:custGeom>
              <a:rect b="b" l="l" r="r" t="t"/>
              <a:pathLst>
                <a:path extrusionOk="0" h="21950" w="21750">
                  <a:moveTo>
                    <a:pt x="8440" y="1"/>
                  </a:moveTo>
                  <a:lnTo>
                    <a:pt x="8440" y="1"/>
                  </a:lnTo>
                  <a:cubicBezTo>
                    <a:pt x="8640" y="668"/>
                    <a:pt x="8140" y="1368"/>
                    <a:pt x="7539" y="1735"/>
                  </a:cubicBezTo>
                  <a:cubicBezTo>
                    <a:pt x="6939" y="2102"/>
                    <a:pt x="6238" y="2269"/>
                    <a:pt x="5638" y="2636"/>
                  </a:cubicBezTo>
                  <a:cubicBezTo>
                    <a:pt x="5138" y="2936"/>
                    <a:pt x="4771" y="3370"/>
                    <a:pt x="4504" y="3870"/>
                  </a:cubicBezTo>
                  <a:cubicBezTo>
                    <a:pt x="4170" y="4471"/>
                    <a:pt x="3803" y="5771"/>
                    <a:pt x="4270" y="6439"/>
                  </a:cubicBezTo>
                  <a:cubicBezTo>
                    <a:pt x="1" y="8807"/>
                    <a:pt x="1535" y="14211"/>
                    <a:pt x="2903" y="16312"/>
                  </a:cubicBezTo>
                  <a:cubicBezTo>
                    <a:pt x="4337" y="18581"/>
                    <a:pt x="7306" y="21082"/>
                    <a:pt x="7306" y="21950"/>
                  </a:cubicBezTo>
                  <a:lnTo>
                    <a:pt x="18147" y="10808"/>
                  </a:lnTo>
                  <a:cubicBezTo>
                    <a:pt x="18147" y="10808"/>
                    <a:pt x="19081" y="12243"/>
                    <a:pt x="20115" y="12309"/>
                  </a:cubicBezTo>
                  <a:cubicBezTo>
                    <a:pt x="20156" y="12312"/>
                    <a:pt x="20196" y="12313"/>
                    <a:pt x="20234" y="12313"/>
                  </a:cubicBezTo>
                  <a:cubicBezTo>
                    <a:pt x="21190" y="12313"/>
                    <a:pt x="21283" y="11542"/>
                    <a:pt x="21283" y="11542"/>
                  </a:cubicBezTo>
                  <a:lnTo>
                    <a:pt x="21283" y="11542"/>
                  </a:lnTo>
                  <a:cubicBezTo>
                    <a:pt x="21189" y="11667"/>
                    <a:pt x="21062" y="11721"/>
                    <a:pt x="20936" y="11721"/>
                  </a:cubicBezTo>
                  <a:cubicBezTo>
                    <a:pt x="20658" y="11721"/>
                    <a:pt x="20380" y="11463"/>
                    <a:pt x="20449" y="11142"/>
                  </a:cubicBezTo>
                  <a:cubicBezTo>
                    <a:pt x="20615" y="10608"/>
                    <a:pt x="21549" y="10408"/>
                    <a:pt x="21683" y="9407"/>
                  </a:cubicBezTo>
                  <a:cubicBezTo>
                    <a:pt x="21750" y="8974"/>
                    <a:pt x="21616" y="8507"/>
                    <a:pt x="21349" y="8140"/>
                  </a:cubicBezTo>
                  <a:cubicBezTo>
                    <a:pt x="21016" y="7673"/>
                    <a:pt x="20849" y="7606"/>
                    <a:pt x="21049" y="7006"/>
                  </a:cubicBezTo>
                  <a:cubicBezTo>
                    <a:pt x="21483" y="5538"/>
                    <a:pt x="21016" y="3470"/>
                    <a:pt x="19448" y="2803"/>
                  </a:cubicBezTo>
                  <a:cubicBezTo>
                    <a:pt x="19137" y="2684"/>
                    <a:pt x="18812" y="2625"/>
                    <a:pt x="18489" y="2625"/>
                  </a:cubicBezTo>
                  <a:cubicBezTo>
                    <a:pt x="18085" y="2625"/>
                    <a:pt x="17684" y="2717"/>
                    <a:pt x="17313" y="2903"/>
                  </a:cubicBezTo>
                  <a:cubicBezTo>
                    <a:pt x="17246" y="2836"/>
                    <a:pt x="17180" y="2769"/>
                    <a:pt x="17113" y="2703"/>
                  </a:cubicBezTo>
                  <a:cubicBezTo>
                    <a:pt x="16919" y="2561"/>
                    <a:pt x="16701" y="2494"/>
                    <a:pt x="16487" y="2494"/>
                  </a:cubicBezTo>
                  <a:cubicBezTo>
                    <a:pt x="16147" y="2494"/>
                    <a:pt x="15816" y="2663"/>
                    <a:pt x="15612" y="2969"/>
                  </a:cubicBezTo>
                  <a:cubicBezTo>
                    <a:pt x="15779" y="2302"/>
                    <a:pt x="15545" y="1635"/>
                    <a:pt x="15011" y="1235"/>
                  </a:cubicBezTo>
                  <a:cubicBezTo>
                    <a:pt x="14681" y="987"/>
                    <a:pt x="14287" y="867"/>
                    <a:pt x="13884" y="867"/>
                  </a:cubicBezTo>
                  <a:cubicBezTo>
                    <a:pt x="13636" y="867"/>
                    <a:pt x="13385" y="912"/>
                    <a:pt x="13143" y="1001"/>
                  </a:cubicBezTo>
                  <a:cubicBezTo>
                    <a:pt x="12543" y="1235"/>
                    <a:pt x="12043" y="1702"/>
                    <a:pt x="11742" y="2302"/>
                  </a:cubicBezTo>
                  <a:cubicBezTo>
                    <a:pt x="11876" y="1869"/>
                    <a:pt x="11676" y="1402"/>
                    <a:pt x="11309" y="1202"/>
                  </a:cubicBezTo>
                  <a:cubicBezTo>
                    <a:pt x="11109" y="1118"/>
                    <a:pt x="10892" y="1076"/>
                    <a:pt x="10675" y="1076"/>
                  </a:cubicBezTo>
                  <a:cubicBezTo>
                    <a:pt x="10458" y="1076"/>
                    <a:pt x="10241" y="1118"/>
                    <a:pt x="10041" y="1202"/>
                  </a:cubicBezTo>
                  <a:cubicBezTo>
                    <a:pt x="9641" y="1402"/>
                    <a:pt x="9307" y="1635"/>
                    <a:pt x="9007" y="1935"/>
                  </a:cubicBezTo>
                  <a:cubicBezTo>
                    <a:pt x="9407" y="1268"/>
                    <a:pt x="9141" y="368"/>
                    <a:pt x="84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53"/>
            <p:cNvSpPr/>
            <p:nvPr/>
          </p:nvSpPr>
          <p:spPr>
            <a:xfrm>
              <a:off x="2184225" y="1371425"/>
              <a:ext cx="407825" cy="543275"/>
            </a:xfrm>
            <a:custGeom>
              <a:rect b="b" l="l" r="r" t="t"/>
              <a:pathLst>
                <a:path extrusionOk="0" h="21731" w="16313">
                  <a:moveTo>
                    <a:pt x="13711" y="0"/>
                  </a:moveTo>
                  <a:cubicBezTo>
                    <a:pt x="13410" y="1902"/>
                    <a:pt x="12977" y="3870"/>
                    <a:pt x="9975" y="5671"/>
                  </a:cubicBezTo>
                  <a:cubicBezTo>
                    <a:pt x="8401" y="6604"/>
                    <a:pt x="6623" y="7104"/>
                    <a:pt x="4819" y="7104"/>
                  </a:cubicBezTo>
                  <a:cubicBezTo>
                    <a:pt x="4559" y="7104"/>
                    <a:pt x="4298" y="7093"/>
                    <a:pt x="4037" y="7072"/>
                  </a:cubicBezTo>
                  <a:cubicBezTo>
                    <a:pt x="3520" y="6505"/>
                    <a:pt x="2970" y="6238"/>
                    <a:pt x="2436" y="6238"/>
                  </a:cubicBezTo>
                  <a:cubicBezTo>
                    <a:pt x="1902" y="6238"/>
                    <a:pt x="1385" y="6505"/>
                    <a:pt x="935" y="7005"/>
                  </a:cubicBezTo>
                  <a:cubicBezTo>
                    <a:pt x="1" y="7973"/>
                    <a:pt x="368" y="9874"/>
                    <a:pt x="1602" y="10842"/>
                  </a:cubicBezTo>
                  <a:cubicBezTo>
                    <a:pt x="1971" y="11137"/>
                    <a:pt x="2412" y="11279"/>
                    <a:pt x="2857" y="11279"/>
                  </a:cubicBezTo>
                  <a:cubicBezTo>
                    <a:pt x="3215" y="11279"/>
                    <a:pt x="3576" y="11187"/>
                    <a:pt x="3904" y="11008"/>
                  </a:cubicBezTo>
                  <a:lnTo>
                    <a:pt x="3937" y="17413"/>
                  </a:lnTo>
                  <a:lnTo>
                    <a:pt x="1969" y="17613"/>
                  </a:lnTo>
                  <a:cubicBezTo>
                    <a:pt x="1969" y="17613"/>
                    <a:pt x="4694" y="21731"/>
                    <a:pt x="9866" y="21731"/>
                  </a:cubicBezTo>
                  <a:cubicBezTo>
                    <a:pt x="10182" y="21731"/>
                    <a:pt x="10507" y="21715"/>
                    <a:pt x="10842" y="21683"/>
                  </a:cubicBezTo>
                  <a:cubicBezTo>
                    <a:pt x="14811" y="21316"/>
                    <a:pt x="11676" y="17446"/>
                    <a:pt x="11676" y="17446"/>
                  </a:cubicBezTo>
                  <a:lnTo>
                    <a:pt x="10175" y="17446"/>
                  </a:lnTo>
                  <a:lnTo>
                    <a:pt x="10175" y="14844"/>
                  </a:lnTo>
                  <a:cubicBezTo>
                    <a:pt x="11064" y="14989"/>
                    <a:pt x="11978" y="15121"/>
                    <a:pt x="12720" y="15121"/>
                  </a:cubicBezTo>
                  <a:cubicBezTo>
                    <a:pt x="13175" y="15121"/>
                    <a:pt x="13565" y="15071"/>
                    <a:pt x="13844" y="14944"/>
                  </a:cubicBezTo>
                  <a:cubicBezTo>
                    <a:pt x="14611" y="14578"/>
                    <a:pt x="16146" y="13377"/>
                    <a:pt x="16212" y="8473"/>
                  </a:cubicBezTo>
                  <a:cubicBezTo>
                    <a:pt x="16312" y="2702"/>
                    <a:pt x="15045" y="601"/>
                    <a:pt x="13711" y="0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53"/>
            <p:cNvSpPr/>
            <p:nvPr/>
          </p:nvSpPr>
          <p:spPr>
            <a:xfrm>
              <a:off x="2286800" y="1506525"/>
              <a:ext cx="40050" cy="81775"/>
            </a:xfrm>
            <a:custGeom>
              <a:rect b="b" l="l" r="r" t="t"/>
              <a:pathLst>
                <a:path extrusionOk="0" h="3271" w="1602">
                  <a:moveTo>
                    <a:pt x="1" y="0"/>
                  </a:moveTo>
                  <a:lnTo>
                    <a:pt x="1" y="3269"/>
                  </a:lnTo>
                  <a:cubicBezTo>
                    <a:pt x="20" y="3270"/>
                    <a:pt x="39" y="3270"/>
                    <a:pt x="58" y="3270"/>
                  </a:cubicBezTo>
                  <a:cubicBezTo>
                    <a:pt x="900" y="3270"/>
                    <a:pt x="1601" y="2550"/>
                    <a:pt x="1568" y="1702"/>
                  </a:cubicBezTo>
                  <a:cubicBezTo>
                    <a:pt x="1602" y="801"/>
                    <a:pt x="901" y="34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53"/>
            <p:cNvSpPr/>
            <p:nvPr/>
          </p:nvSpPr>
          <p:spPr>
            <a:xfrm>
              <a:off x="2533650" y="1521525"/>
              <a:ext cx="37550" cy="32125"/>
            </a:xfrm>
            <a:custGeom>
              <a:rect b="b" l="l" r="r" t="t"/>
              <a:pathLst>
                <a:path extrusionOk="0" h="1285" w="1502">
                  <a:moveTo>
                    <a:pt x="668" y="1"/>
                  </a:moveTo>
                  <a:cubicBezTo>
                    <a:pt x="301" y="1"/>
                    <a:pt x="0" y="268"/>
                    <a:pt x="0" y="635"/>
                  </a:cubicBezTo>
                  <a:cubicBezTo>
                    <a:pt x="0" y="1022"/>
                    <a:pt x="312" y="1285"/>
                    <a:pt x="647" y="1285"/>
                  </a:cubicBezTo>
                  <a:cubicBezTo>
                    <a:pt x="803" y="1285"/>
                    <a:pt x="964" y="1228"/>
                    <a:pt x="1101" y="1102"/>
                  </a:cubicBezTo>
                  <a:cubicBezTo>
                    <a:pt x="1501" y="735"/>
                    <a:pt x="1235" y="34"/>
                    <a:pt x="6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53"/>
            <p:cNvSpPr/>
            <p:nvPr/>
          </p:nvSpPr>
          <p:spPr>
            <a:xfrm>
              <a:off x="2416900" y="1533200"/>
              <a:ext cx="40875" cy="35425"/>
            </a:xfrm>
            <a:custGeom>
              <a:rect b="b" l="l" r="r" t="t"/>
              <a:pathLst>
                <a:path extrusionOk="0" h="1417" w="1635">
                  <a:moveTo>
                    <a:pt x="734" y="1"/>
                  </a:moveTo>
                  <a:cubicBezTo>
                    <a:pt x="334" y="1"/>
                    <a:pt x="0" y="301"/>
                    <a:pt x="0" y="701"/>
                  </a:cubicBezTo>
                  <a:cubicBezTo>
                    <a:pt x="0" y="1138"/>
                    <a:pt x="349" y="1416"/>
                    <a:pt x="707" y="1416"/>
                  </a:cubicBezTo>
                  <a:cubicBezTo>
                    <a:pt x="869" y="1416"/>
                    <a:pt x="1033" y="1359"/>
                    <a:pt x="1168" y="1235"/>
                  </a:cubicBezTo>
                  <a:cubicBezTo>
                    <a:pt x="1635" y="801"/>
                    <a:pt x="1335" y="34"/>
                    <a:pt x="7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53"/>
            <p:cNvSpPr/>
            <p:nvPr/>
          </p:nvSpPr>
          <p:spPr>
            <a:xfrm>
              <a:off x="2430250" y="1642450"/>
              <a:ext cx="63400" cy="42175"/>
            </a:xfrm>
            <a:custGeom>
              <a:rect b="b" l="l" r="r" t="t"/>
              <a:pathLst>
                <a:path extrusionOk="0" h="1687" w="2536">
                  <a:moveTo>
                    <a:pt x="200" y="1"/>
                  </a:moveTo>
                  <a:cubicBezTo>
                    <a:pt x="0" y="668"/>
                    <a:pt x="367" y="1402"/>
                    <a:pt x="1034" y="1635"/>
                  </a:cubicBezTo>
                  <a:cubicBezTo>
                    <a:pt x="1151" y="1670"/>
                    <a:pt x="1269" y="1687"/>
                    <a:pt x="1385" y="1687"/>
                  </a:cubicBezTo>
                  <a:cubicBezTo>
                    <a:pt x="1929" y="1687"/>
                    <a:pt x="2425" y="1318"/>
                    <a:pt x="2535" y="768"/>
                  </a:cubicBezTo>
                  <a:lnTo>
                    <a:pt x="200" y="1"/>
                  </a:ln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53"/>
            <p:cNvSpPr/>
            <p:nvPr/>
          </p:nvSpPr>
          <p:spPr>
            <a:xfrm>
              <a:off x="2434400" y="1655800"/>
              <a:ext cx="33400" cy="29200"/>
            </a:xfrm>
            <a:custGeom>
              <a:rect b="b" l="l" r="r" t="t"/>
              <a:pathLst>
                <a:path extrusionOk="0" h="1168" w="1336">
                  <a:moveTo>
                    <a:pt x="1" y="0"/>
                  </a:moveTo>
                  <a:cubicBezTo>
                    <a:pt x="68" y="501"/>
                    <a:pt x="401" y="934"/>
                    <a:pt x="868" y="1101"/>
                  </a:cubicBezTo>
                  <a:cubicBezTo>
                    <a:pt x="1035" y="1134"/>
                    <a:pt x="1202" y="1168"/>
                    <a:pt x="1335" y="1168"/>
                  </a:cubicBezTo>
                  <a:cubicBezTo>
                    <a:pt x="1335" y="501"/>
                    <a:pt x="835" y="0"/>
                    <a:pt x="201" y="0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53"/>
            <p:cNvSpPr/>
            <p:nvPr/>
          </p:nvSpPr>
          <p:spPr>
            <a:xfrm>
              <a:off x="2533650" y="1470550"/>
              <a:ext cx="45050" cy="33500"/>
            </a:xfrm>
            <a:custGeom>
              <a:rect b="b" l="l" r="r" t="t"/>
              <a:pathLst>
                <a:path extrusionOk="0" h="1340" w="1802">
                  <a:moveTo>
                    <a:pt x="784" y="0"/>
                  </a:moveTo>
                  <a:cubicBezTo>
                    <a:pt x="457" y="0"/>
                    <a:pt x="140" y="180"/>
                    <a:pt x="0" y="505"/>
                  </a:cubicBezTo>
                  <a:lnTo>
                    <a:pt x="1602" y="1339"/>
                  </a:lnTo>
                  <a:cubicBezTo>
                    <a:pt x="1802" y="906"/>
                    <a:pt x="1635" y="372"/>
                    <a:pt x="1201" y="105"/>
                  </a:cubicBezTo>
                  <a:cubicBezTo>
                    <a:pt x="1070" y="34"/>
                    <a:pt x="926" y="0"/>
                    <a:pt x="7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53"/>
            <p:cNvSpPr/>
            <p:nvPr/>
          </p:nvSpPr>
          <p:spPr>
            <a:xfrm>
              <a:off x="2489450" y="1533200"/>
              <a:ext cx="65075" cy="100100"/>
            </a:xfrm>
            <a:custGeom>
              <a:rect b="b" l="l" r="r" t="t"/>
              <a:pathLst>
                <a:path extrusionOk="0" h="4004" w="2603">
                  <a:moveTo>
                    <a:pt x="0" y="1"/>
                  </a:moveTo>
                  <a:lnTo>
                    <a:pt x="501" y="4004"/>
                  </a:lnTo>
                  <a:lnTo>
                    <a:pt x="2602" y="31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53"/>
            <p:cNvSpPr/>
            <p:nvPr/>
          </p:nvSpPr>
          <p:spPr>
            <a:xfrm>
              <a:off x="2311000" y="1683325"/>
              <a:ext cx="128450" cy="83400"/>
            </a:xfrm>
            <a:custGeom>
              <a:rect b="b" l="l" r="r" t="t"/>
              <a:pathLst>
                <a:path extrusionOk="0" h="3336" w="5138">
                  <a:moveTo>
                    <a:pt x="0" y="0"/>
                  </a:moveTo>
                  <a:cubicBezTo>
                    <a:pt x="200" y="634"/>
                    <a:pt x="567" y="1201"/>
                    <a:pt x="1101" y="1635"/>
                  </a:cubicBezTo>
                  <a:cubicBezTo>
                    <a:pt x="2035" y="2468"/>
                    <a:pt x="5137" y="3336"/>
                    <a:pt x="5137" y="3336"/>
                  </a:cubicBezTo>
                  <a:lnTo>
                    <a:pt x="5137" y="2368"/>
                  </a:lnTo>
                  <a:cubicBezTo>
                    <a:pt x="3603" y="2202"/>
                    <a:pt x="500" y="1268"/>
                    <a:pt x="0" y="0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53"/>
            <p:cNvSpPr/>
            <p:nvPr/>
          </p:nvSpPr>
          <p:spPr>
            <a:xfrm>
              <a:off x="2292650" y="2383275"/>
              <a:ext cx="161800" cy="57275"/>
            </a:xfrm>
            <a:custGeom>
              <a:rect b="b" l="l" r="r" t="t"/>
              <a:pathLst>
                <a:path extrusionOk="0" h="2291" w="6472">
                  <a:moveTo>
                    <a:pt x="6078" y="1"/>
                  </a:moveTo>
                  <a:cubicBezTo>
                    <a:pt x="5854" y="1"/>
                    <a:pt x="5426" y="294"/>
                    <a:pt x="4670" y="456"/>
                  </a:cubicBezTo>
                  <a:cubicBezTo>
                    <a:pt x="3469" y="723"/>
                    <a:pt x="3002" y="689"/>
                    <a:pt x="1768" y="1023"/>
                  </a:cubicBezTo>
                  <a:cubicBezTo>
                    <a:pt x="1201" y="1190"/>
                    <a:pt x="601" y="1323"/>
                    <a:pt x="0" y="1323"/>
                  </a:cubicBezTo>
                  <a:lnTo>
                    <a:pt x="4570" y="2290"/>
                  </a:lnTo>
                  <a:cubicBezTo>
                    <a:pt x="5037" y="2090"/>
                    <a:pt x="5471" y="1823"/>
                    <a:pt x="5871" y="1490"/>
                  </a:cubicBezTo>
                  <a:cubicBezTo>
                    <a:pt x="6338" y="1156"/>
                    <a:pt x="6471" y="522"/>
                    <a:pt x="6205" y="55"/>
                  </a:cubicBezTo>
                  <a:cubicBezTo>
                    <a:pt x="6173" y="17"/>
                    <a:pt x="6131" y="1"/>
                    <a:pt x="6078" y="1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53"/>
            <p:cNvSpPr/>
            <p:nvPr/>
          </p:nvSpPr>
          <p:spPr>
            <a:xfrm>
              <a:off x="2351850" y="2123625"/>
              <a:ext cx="488700" cy="570425"/>
            </a:xfrm>
            <a:custGeom>
              <a:rect b="b" l="l" r="r" t="t"/>
              <a:pathLst>
                <a:path extrusionOk="0" h="22817" w="19548">
                  <a:moveTo>
                    <a:pt x="19281" y="1"/>
                  </a:moveTo>
                  <a:lnTo>
                    <a:pt x="4337" y="3403"/>
                  </a:lnTo>
                  <a:lnTo>
                    <a:pt x="1" y="22450"/>
                  </a:lnTo>
                  <a:lnTo>
                    <a:pt x="301" y="22817"/>
                  </a:lnTo>
                  <a:lnTo>
                    <a:pt x="14544" y="19281"/>
                  </a:lnTo>
                  <a:lnTo>
                    <a:pt x="19548" y="368"/>
                  </a:lnTo>
                  <a:lnTo>
                    <a:pt x="1928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53"/>
            <p:cNvSpPr/>
            <p:nvPr/>
          </p:nvSpPr>
          <p:spPr>
            <a:xfrm>
              <a:off x="2359350" y="2132800"/>
              <a:ext cx="481200" cy="561250"/>
            </a:xfrm>
            <a:custGeom>
              <a:rect b="b" l="l" r="r" t="t"/>
              <a:pathLst>
                <a:path extrusionOk="0" h="22450" w="19248">
                  <a:moveTo>
                    <a:pt x="19248" y="1"/>
                  </a:moveTo>
                  <a:lnTo>
                    <a:pt x="4304" y="3436"/>
                  </a:lnTo>
                  <a:lnTo>
                    <a:pt x="1" y="22450"/>
                  </a:lnTo>
                  <a:lnTo>
                    <a:pt x="14244" y="18914"/>
                  </a:lnTo>
                  <a:lnTo>
                    <a:pt x="1924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53"/>
            <p:cNvSpPr/>
            <p:nvPr/>
          </p:nvSpPr>
          <p:spPr>
            <a:xfrm>
              <a:off x="2351850" y="2208700"/>
              <a:ext cx="115100" cy="485350"/>
            </a:xfrm>
            <a:custGeom>
              <a:rect b="b" l="l" r="r" t="t"/>
              <a:pathLst>
                <a:path extrusionOk="0" h="19414" w="4604">
                  <a:moveTo>
                    <a:pt x="4337" y="0"/>
                  </a:moveTo>
                  <a:lnTo>
                    <a:pt x="1" y="19047"/>
                  </a:lnTo>
                  <a:lnTo>
                    <a:pt x="301" y="19414"/>
                  </a:lnTo>
                  <a:lnTo>
                    <a:pt x="4604" y="400"/>
                  </a:lnTo>
                  <a:lnTo>
                    <a:pt x="43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53"/>
            <p:cNvSpPr/>
            <p:nvPr/>
          </p:nvSpPr>
          <p:spPr>
            <a:xfrm>
              <a:off x="2359350" y="2132800"/>
              <a:ext cx="481200" cy="561250"/>
            </a:xfrm>
            <a:custGeom>
              <a:rect b="b" l="l" r="r" t="t"/>
              <a:pathLst>
                <a:path extrusionOk="0" h="22450" w="19248">
                  <a:moveTo>
                    <a:pt x="19248" y="1"/>
                  </a:moveTo>
                  <a:lnTo>
                    <a:pt x="4304" y="3436"/>
                  </a:lnTo>
                  <a:lnTo>
                    <a:pt x="1" y="22450"/>
                  </a:lnTo>
                  <a:lnTo>
                    <a:pt x="14244" y="18914"/>
                  </a:lnTo>
                  <a:lnTo>
                    <a:pt x="1924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53"/>
            <p:cNvSpPr/>
            <p:nvPr/>
          </p:nvSpPr>
          <p:spPr>
            <a:xfrm>
              <a:off x="2548650" y="2189425"/>
              <a:ext cx="179550" cy="59325"/>
            </a:xfrm>
            <a:custGeom>
              <a:rect b="b" l="l" r="r" t="t"/>
              <a:pathLst>
                <a:path extrusionOk="0" h="2373" w="7182">
                  <a:moveTo>
                    <a:pt x="6806" y="1"/>
                  </a:moveTo>
                  <a:cubicBezTo>
                    <a:pt x="6461" y="1"/>
                    <a:pt x="5884" y="124"/>
                    <a:pt x="5205" y="337"/>
                  </a:cubicBezTo>
                  <a:lnTo>
                    <a:pt x="2536" y="838"/>
                  </a:lnTo>
                  <a:cubicBezTo>
                    <a:pt x="1368" y="1271"/>
                    <a:pt x="268" y="1505"/>
                    <a:pt x="168" y="1805"/>
                  </a:cubicBezTo>
                  <a:lnTo>
                    <a:pt x="1" y="2372"/>
                  </a:lnTo>
                  <a:lnTo>
                    <a:pt x="6972" y="771"/>
                  </a:lnTo>
                  <a:cubicBezTo>
                    <a:pt x="6972" y="771"/>
                    <a:pt x="7039" y="504"/>
                    <a:pt x="7139" y="204"/>
                  </a:cubicBezTo>
                  <a:cubicBezTo>
                    <a:pt x="7181" y="65"/>
                    <a:pt x="7054" y="1"/>
                    <a:pt x="68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53"/>
            <p:cNvSpPr/>
            <p:nvPr/>
          </p:nvSpPr>
          <p:spPr>
            <a:xfrm>
              <a:off x="2557825" y="2133625"/>
              <a:ext cx="194550" cy="64250"/>
            </a:xfrm>
            <a:custGeom>
              <a:rect b="b" l="l" r="r" t="t"/>
              <a:pathLst>
                <a:path extrusionOk="0" h="2570" w="7782">
                  <a:moveTo>
                    <a:pt x="5317" y="0"/>
                  </a:moveTo>
                  <a:cubicBezTo>
                    <a:pt x="5109" y="0"/>
                    <a:pt x="4853" y="20"/>
                    <a:pt x="4537" y="68"/>
                  </a:cubicBezTo>
                  <a:cubicBezTo>
                    <a:pt x="2336" y="401"/>
                    <a:pt x="2169" y="1469"/>
                    <a:pt x="2169" y="1469"/>
                  </a:cubicBezTo>
                  <a:cubicBezTo>
                    <a:pt x="1802" y="1569"/>
                    <a:pt x="1435" y="1669"/>
                    <a:pt x="1068" y="1736"/>
                  </a:cubicBezTo>
                  <a:cubicBezTo>
                    <a:pt x="334" y="1902"/>
                    <a:pt x="234" y="2002"/>
                    <a:pt x="168" y="2203"/>
                  </a:cubicBezTo>
                  <a:lnTo>
                    <a:pt x="1" y="2569"/>
                  </a:lnTo>
                  <a:lnTo>
                    <a:pt x="7640" y="835"/>
                  </a:lnTo>
                  <a:cubicBezTo>
                    <a:pt x="7640" y="835"/>
                    <a:pt x="7673" y="668"/>
                    <a:pt x="7740" y="501"/>
                  </a:cubicBezTo>
                  <a:cubicBezTo>
                    <a:pt x="7782" y="374"/>
                    <a:pt x="7663" y="328"/>
                    <a:pt x="7452" y="328"/>
                  </a:cubicBezTo>
                  <a:cubicBezTo>
                    <a:pt x="7330" y="328"/>
                    <a:pt x="7177" y="343"/>
                    <a:pt x="7006" y="368"/>
                  </a:cubicBezTo>
                  <a:lnTo>
                    <a:pt x="6138" y="568"/>
                  </a:lnTo>
                  <a:cubicBezTo>
                    <a:pt x="6138" y="568"/>
                    <a:pt x="6422" y="0"/>
                    <a:pt x="5317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53"/>
            <p:cNvSpPr/>
            <p:nvPr/>
          </p:nvSpPr>
          <p:spPr>
            <a:xfrm>
              <a:off x="2553650" y="2156975"/>
              <a:ext cx="181000" cy="92600"/>
            </a:xfrm>
            <a:custGeom>
              <a:rect b="b" l="l" r="r" t="t"/>
              <a:pathLst>
                <a:path extrusionOk="0" h="3704" w="7240">
                  <a:moveTo>
                    <a:pt x="7239" y="1"/>
                  </a:moveTo>
                  <a:lnTo>
                    <a:pt x="1135" y="1402"/>
                  </a:lnTo>
                  <a:lnTo>
                    <a:pt x="902" y="2069"/>
                  </a:lnTo>
                  <a:cubicBezTo>
                    <a:pt x="1180" y="1971"/>
                    <a:pt x="1436" y="1926"/>
                    <a:pt x="1632" y="1926"/>
                  </a:cubicBezTo>
                  <a:cubicBezTo>
                    <a:pt x="1904" y="1926"/>
                    <a:pt x="2061" y="2014"/>
                    <a:pt x="2002" y="2169"/>
                  </a:cubicBezTo>
                  <a:cubicBezTo>
                    <a:pt x="2002" y="2203"/>
                    <a:pt x="1969" y="2269"/>
                    <a:pt x="1936" y="2336"/>
                  </a:cubicBezTo>
                  <a:cubicBezTo>
                    <a:pt x="1035" y="2636"/>
                    <a:pt x="268" y="2870"/>
                    <a:pt x="168" y="3137"/>
                  </a:cubicBezTo>
                  <a:lnTo>
                    <a:pt x="1" y="3704"/>
                  </a:lnTo>
                  <a:lnTo>
                    <a:pt x="6939" y="2069"/>
                  </a:lnTo>
                  <a:lnTo>
                    <a:pt x="7139" y="1502"/>
                  </a:lnTo>
                  <a:cubicBezTo>
                    <a:pt x="7173" y="1385"/>
                    <a:pt x="7048" y="1327"/>
                    <a:pt x="6810" y="1327"/>
                  </a:cubicBezTo>
                  <a:cubicBezTo>
                    <a:pt x="6572" y="1327"/>
                    <a:pt x="6222" y="1385"/>
                    <a:pt x="5805" y="1502"/>
                  </a:cubicBezTo>
                  <a:lnTo>
                    <a:pt x="5838" y="1369"/>
                  </a:lnTo>
                  <a:cubicBezTo>
                    <a:pt x="6005" y="902"/>
                    <a:pt x="6239" y="902"/>
                    <a:pt x="6939" y="668"/>
                  </a:cubicBezTo>
                  <a:lnTo>
                    <a:pt x="723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53"/>
            <p:cNvSpPr/>
            <p:nvPr/>
          </p:nvSpPr>
          <p:spPr>
            <a:xfrm>
              <a:off x="1863175" y="1819000"/>
              <a:ext cx="693850" cy="753475"/>
            </a:xfrm>
            <a:custGeom>
              <a:rect b="b" l="l" r="r" t="t"/>
              <a:pathLst>
                <a:path extrusionOk="0" h="30139" w="27754">
                  <a:moveTo>
                    <a:pt x="11669" y="0"/>
                  </a:moveTo>
                  <a:cubicBezTo>
                    <a:pt x="8168" y="0"/>
                    <a:pt x="6880" y="1958"/>
                    <a:pt x="5437" y="5548"/>
                  </a:cubicBezTo>
                  <a:cubicBezTo>
                    <a:pt x="4403" y="8116"/>
                    <a:pt x="1435" y="17256"/>
                    <a:pt x="634" y="20392"/>
                  </a:cubicBezTo>
                  <a:cubicBezTo>
                    <a:pt x="167" y="22193"/>
                    <a:pt x="0" y="23794"/>
                    <a:pt x="1968" y="24895"/>
                  </a:cubicBezTo>
                  <a:cubicBezTo>
                    <a:pt x="3736" y="25895"/>
                    <a:pt x="9207" y="27663"/>
                    <a:pt x="13076" y="28764"/>
                  </a:cubicBezTo>
                  <a:cubicBezTo>
                    <a:pt x="15011" y="29331"/>
                    <a:pt x="16979" y="29732"/>
                    <a:pt x="18980" y="29965"/>
                  </a:cubicBezTo>
                  <a:cubicBezTo>
                    <a:pt x="20180" y="30078"/>
                    <a:pt x="21157" y="30139"/>
                    <a:pt x="21968" y="30139"/>
                  </a:cubicBezTo>
                  <a:cubicBezTo>
                    <a:pt x="24270" y="30139"/>
                    <a:pt x="25231" y="29648"/>
                    <a:pt x="26119" y="28464"/>
                  </a:cubicBezTo>
                  <a:cubicBezTo>
                    <a:pt x="26619" y="27763"/>
                    <a:pt x="26753" y="26729"/>
                    <a:pt x="27186" y="26162"/>
                  </a:cubicBezTo>
                  <a:cubicBezTo>
                    <a:pt x="27620" y="25595"/>
                    <a:pt x="27753" y="25362"/>
                    <a:pt x="27620" y="25062"/>
                  </a:cubicBezTo>
                  <a:cubicBezTo>
                    <a:pt x="27467" y="24772"/>
                    <a:pt x="27224" y="24684"/>
                    <a:pt x="26864" y="24684"/>
                  </a:cubicBezTo>
                  <a:cubicBezTo>
                    <a:pt x="26438" y="24684"/>
                    <a:pt x="25848" y="24807"/>
                    <a:pt x="25051" y="24861"/>
                  </a:cubicBezTo>
                  <a:cubicBezTo>
                    <a:pt x="24501" y="24911"/>
                    <a:pt x="23951" y="24936"/>
                    <a:pt x="23404" y="24936"/>
                  </a:cubicBezTo>
                  <a:cubicBezTo>
                    <a:pt x="22858" y="24936"/>
                    <a:pt x="22316" y="24911"/>
                    <a:pt x="21782" y="24861"/>
                  </a:cubicBezTo>
                  <a:lnTo>
                    <a:pt x="17179" y="23894"/>
                  </a:lnTo>
                  <a:cubicBezTo>
                    <a:pt x="16312" y="23894"/>
                    <a:pt x="14277" y="23327"/>
                    <a:pt x="12042" y="22426"/>
                  </a:cubicBezTo>
                  <a:cubicBezTo>
                    <a:pt x="10608" y="21893"/>
                    <a:pt x="9173" y="21225"/>
                    <a:pt x="7806" y="20492"/>
                  </a:cubicBezTo>
                  <a:cubicBezTo>
                    <a:pt x="8807" y="17156"/>
                    <a:pt x="10007" y="13854"/>
                    <a:pt x="11375" y="10651"/>
                  </a:cubicBezTo>
                  <a:cubicBezTo>
                    <a:pt x="13276" y="7949"/>
                    <a:pt x="14244" y="2479"/>
                    <a:pt x="12109" y="10"/>
                  </a:cubicBezTo>
                  <a:cubicBezTo>
                    <a:pt x="11959" y="4"/>
                    <a:pt x="11812" y="0"/>
                    <a:pt x="11669" y="0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53"/>
            <p:cNvSpPr/>
            <p:nvPr/>
          </p:nvSpPr>
          <p:spPr>
            <a:xfrm>
              <a:off x="1962400" y="2306325"/>
              <a:ext cx="100100" cy="24975"/>
            </a:xfrm>
            <a:custGeom>
              <a:rect b="b" l="l" r="r" t="t"/>
              <a:pathLst>
                <a:path extrusionOk="0" h="999" w="4004">
                  <a:moveTo>
                    <a:pt x="1982" y="1"/>
                  </a:moveTo>
                  <a:cubicBezTo>
                    <a:pt x="560" y="1"/>
                    <a:pt x="1" y="665"/>
                    <a:pt x="1" y="665"/>
                  </a:cubicBezTo>
                  <a:cubicBezTo>
                    <a:pt x="390" y="519"/>
                    <a:pt x="817" y="464"/>
                    <a:pt x="1240" y="464"/>
                  </a:cubicBezTo>
                  <a:cubicBezTo>
                    <a:pt x="2557" y="464"/>
                    <a:pt x="3837" y="999"/>
                    <a:pt x="3837" y="999"/>
                  </a:cubicBezTo>
                  <a:lnTo>
                    <a:pt x="4004" y="365"/>
                  </a:lnTo>
                  <a:cubicBezTo>
                    <a:pt x="3193" y="98"/>
                    <a:pt x="2525" y="1"/>
                    <a:pt x="1982" y="1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53"/>
            <p:cNvSpPr/>
            <p:nvPr/>
          </p:nvSpPr>
          <p:spPr>
            <a:xfrm>
              <a:off x="5432375" y="1740850"/>
              <a:ext cx="127625" cy="306925"/>
            </a:xfrm>
            <a:custGeom>
              <a:rect b="b" l="l" r="r" t="t"/>
              <a:pathLst>
                <a:path extrusionOk="0" h="12277" w="5105">
                  <a:moveTo>
                    <a:pt x="5104" y="1"/>
                  </a:moveTo>
                  <a:cubicBezTo>
                    <a:pt x="4070" y="668"/>
                    <a:pt x="3303" y="1535"/>
                    <a:pt x="2469" y="2903"/>
                  </a:cubicBezTo>
                  <a:cubicBezTo>
                    <a:pt x="368" y="6272"/>
                    <a:pt x="1" y="10542"/>
                    <a:pt x="1335" y="12276"/>
                  </a:cubicBezTo>
                  <a:lnTo>
                    <a:pt x="5104" y="6238"/>
                  </a:lnTo>
                  <a:lnTo>
                    <a:pt x="510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53"/>
            <p:cNvSpPr/>
            <p:nvPr/>
          </p:nvSpPr>
          <p:spPr>
            <a:xfrm>
              <a:off x="5476575" y="1878450"/>
              <a:ext cx="211850" cy="200900"/>
            </a:xfrm>
            <a:custGeom>
              <a:rect b="b" l="l" r="r" t="t"/>
              <a:pathLst>
                <a:path extrusionOk="0" h="8036" w="8474">
                  <a:moveTo>
                    <a:pt x="8473" y="1"/>
                  </a:moveTo>
                  <a:lnTo>
                    <a:pt x="3803" y="1135"/>
                  </a:lnTo>
                  <a:lnTo>
                    <a:pt x="1" y="7306"/>
                  </a:lnTo>
                  <a:cubicBezTo>
                    <a:pt x="475" y="7780"/>
                    <a:pt x="1101" y="8035"/>
                    <a:pt x="1747" y="8035"/>
                  </a:cubicBezTo>
                  <a:cubicBezTo>
                    <a:pt x="2010" y="8035"/>
                    <a:pt x="2276" y="7993"/>
                    <a:pt x="2536" y="7906"/>
                  </a:cubicBezTo>
                  <a:cubicBezTo>
                    <a:pt x="5104" y="7273"/>
                    <a:pt x="7706" y="3770"/>
                    <a:pt x="847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53"/>
            <p:cNvSpPr/>
            <p:nvPr/>
          </p:nvSpPr>
          <p:spPr>
            <a:xfrm>
              <a:off x="5579150" y="1724175"/>
              <a:ext cx="121775" cy="165150"/>
            </a:xfrm>
            <a:custGeom>
              <a:rect b="b" l="l" r="r" t="t"/>
              <a:pathLst>
                <a:path extrusionOk="0" h="6606" w="4871">
                  <a:moveTo>
                    <a:pt x="2502" y="1"/>
                  </a:moveTo>
                  <a:lnTo>
                    <a:pt x="1" y="6605"/>
                  </a:lnTo>
                  <a:lnTo>
                    <a:pt x="1" y="6605"/>
                  </a:lnTo>
                  <a:lnTo>
                    <a:pt x="4471" y="5504"/>
                  </a:lnTo>
                  <a:cubicBezTo>
                    <a:pt x="4871" y="2702"/>
                    <a:pt x="4104" y="601"/>
                    <a:pt x="250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53"/>
            <p:cNvSpPr/>
            <p:nvPr/>
          </p:nvSpPr>
          <p:spPr>
            <a:xfrm>
              <a:off x="5573325" y="1721600"/>
              <a:ext cx="56725" cy="150200"/>
            </a:xfrm>
            <a:custGeom>
              <a:rect b="b" l="l" r="r" t="t"/>
              <a:pathLst>
                <a:path extrusionOk="0" h="6008" w="2269">
                  <a:moveTo>
                    <a:pt x="1604" y="1"/>
                  </a:moveTo>
                  <a:cubicBezTo>
                    <a:pt x="1033" y="1"/>
                    <a:pt x="482" y="157"/>
                    <a:pt x="0" y="470"/>
                  </a:cubicBezTo>
                  <a:lnTo>
                    <a:pt x="0" y="6008"/>
                  </a:lnTo>
                  <a:lnTo>
                    <a:pt x="2268" y="70"/>
                  </a:lnTo>
                  <a:cubicBezTo>
                    <a:pt x="2046" y="24"/>
                    <a:pt x="1824" y="1"/>
                    <a:pt x="160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53"/>
            <p:cNvSpPr/>
            <p:nvPr/>
          </p:nvSpPr>
          <p:spPr>
            <a:xfrm>
              <a:off x="4668500" y="4397750"/>
              <a:ext cx="32550" cy="71550"/>
            </a:xfrm>
            <a:custGeom>
              <a:rect b="b" l="l" r="r" t="t"/>
              <a:pathLst>
                <a:path extrusionOk="0" h="2862" w="1302">
                  <a:moveTo>
                    <a:pt x="1235" y="1"/>
                  </a:moveTo>
                  <a:lnTo>
                    <a:pt x="67" y="701"/>
                  </a:lnTo>
                  <a:cubicBezTo>
                    <a:pt x="34" y="735"/>
                    <a:pt x="1" y="768"/>
                    <a:pt x="1" y="835"/>
                  </a:cubicBezTo>
                  <a:lnTo>
                    <a:pt x="1" y="1135"/>
                  </a:lnTo>
                  <a:lnTo>
                    <a:pt x="1" y="1202"/>
                  </a:lnTo>
                  <a:lnTo>
                    <a:pt x="67" y="1202"/>
                  </a:lnTo>
                  <a:lnTo>
                    <a:pt x="801" y="768"/>
                  </a:lnTo>
                  <a:lnTo>
                    <a:pt x="268" y="2736"/>
                  </a:lnTo>
                  <a:cubicBezTo>
                    <a:pt x="268" y="2769"/>
                    <a:pt x="268" y="2769"/>
                    <a:pt x="268" y="2803"/>
                  </a:cubicBezTo>
                  <a:cubicBezTo>
                    <a:pt x="234" y="2803"/>
                    <a:pt x="268" y="2836"/>
                    <a:pt x="268" y="2836"/>
                  </a:cubicBezTo>
                  <a:cubicBezTo>
                    <a:pt x="284" y="2853"/>
                    <a:pt x="293" y="2861"/>
                    <a:pt x="301" y="2861"/>
                  </a:cubicBezTo>
                  <a:cubicBezTo>
                    <a:pt x="309" y="2861"/>
                    <a:pt x="318" y="2853"/>
                    <a:pt x="334" y="2836"/>
                  </a:cubicBezTo>
                  <a:lnTo>
                    <a:pt x="668" y="2636"/>
                  </a:lnTo>
                  <a:cubicBezTo>
                    <a:pt x="701" y="2636"/>
                    <a:pt x="701" y="2603"/>
                    <a:pt x="701" y="2603"/>
                  </a:cubicBezTo>
                  <a:cubicBezTo>
                    <a:pt x="735" y="2569"/>
                    <a:pt x="735" y="2536"/>
                    <a:pt x="735" y="2536"/>
                  </a:cubicBezTo>
                  <a:lnTo>
                    <a:pt x="1268" y="568"/>
                  </a:lnTo>
                  <a:cubicBezTo>
                    <a:pt x="1302" y="501"/>
                    <a:pt x="1302" y="434"/>
                    <a:pt x="1302" y="368"/>
                  </a:cubicBezTo>
                  <a:lnTo>
                    <a:pt x="1302" y="67"/>
                  </a:lnTo>
                  <a:cubicBezTo>
                    <a:pt x="1302" y="34"/>
                    <a:pt x="1302" y="34"/>
                    <a:pt x="130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53"/>
            <p:cNvSpPr/>
            <p:nvPr/>
          </p:nvSpPr>
          <p:spPr>
            <a:xfrm>
              <a:off x="4706025" y="4380250"/>
              <a:ext cx="35900" cy="64225"/>
            </a:xfrm>
            <a:custGeom>
              <a:rect b="b" l="l" r="r" t="t"/>
              <a:pathLst>
                <a:path extrusionOk="0" h="2569" w="1436">
                  <a:moveTo>
                    <a:pt x="897" y="587"/>
                  </a:moveTo>
                  <a:cubicBezTo>
                    <a:pt x="918" y="587"/>
                    <a:pt x="935" y="610"/>
                    <a:pt x="935" y="634"/>
                  </a:cubicBezTo>
                  <a:cubicBezTo>
                    <a:pt x="968" y="634"/>
                    <a:pt x="968" y="667"/>
                    <a:pt x="968" y="701"/>
                  </a:cubicBezTo>
                  <a:cubicBezTo>
                    <a:pt x="1001" y="767"/>
                    <a:pt x="1001" y="801"/>
                    <a:pt x="968" y="868"/>
                  </a:cubicBezTo>
                  <a:lnTo>
                    <a:pt x="968" y="1401"/>
                  </a:lnTo>
                  <a:cubicBezTo>
                    <a:pt x="1001" y="1468"/>
                    <a:pt x="1001" y="1501"/>
                    <a:pt x="1001" y="1568"/>
                  </a:cubicBezTo>
                  <a:cubicBezTo>
                    <a:pt x="968" y="1601"/>
                    <a:pt x="968" y="1668"/>
                    <a:pt x="935" y="1701"/>
                  </a:cubicBezTo>
                  <a:cubicBezTo>
                    <a:pt x="901" y="1802"/>
                    <a:pt x="835" y="1902"/>
                    <a:pt x="735" y="1935"/>
                  </a:cubicBezTo>
                  <a:cubicBezTo>
                    <a:pt x="701" y="1968"/>
                    <a:pt x="668" y="1968"/>
                    <a:pt x="601" y="1968"/>
                  </a:cubicBezTo>
                  <a:cubicBezTo>
                    <a:pt x="568" y="1968"/>
                    <a:pt x="568" y="1968"/>
                    <a:pt x="534" y="1935"/>
                  </a:cubicBezTo>
                  <a:cubicBezTo>
                    <a:pt x="501" y="1935"/>
                    <a:pt x="501" y="1902"/>
                    <a:pt x="501" y="1868"/>
                  </a:cubicBezTo>
                  <a:cubicBezTo>
                    <a:pt x="468" y="1802"/>
                    <a:pt x="468" y="1768"/>
                    <a:pt x="501" y="1701"/>
                  </a:cubicBezTo>
                  <a:lnTo>
                    <a:pt x="501" y="1168"/>
                  </a:lnTo>
                  <a:cubicBezTo>
                    <a:pt x="501" y="1101"/>
                    <a:pt x="501" y="1034"/>
                    <a:pt x="501" y="1001"/>
                  </a:cubicBezTo>
                  <a:cubicBezTo>
                    <a:pt x="501" y="934"/>
                    <a:pt x="501" y="901"/>
                    <a:pt x="534" y="868"/>
                  </a:cubicBezTo>
                  <a:cubicBezTo>
                    <a:pt x="568" y="801"/>
                    <a:pt x="568" y="767"/>
                    <a:pt x="601" y="734"/>
                  </a:cubicBezTo>
                  <a:cubicBezTo>
                    <a:pt x="635" y="701"/>
                    <a:pt x="701" y="667"/>
                    <a:pt x="735" y="634"/>
                  </a:cubicBezTo>
                  <a:cubicBezTo>
                    <a:pt x="768" y="601"/>
                    <a:pt x="801" y="601"/>
                    <a:pt x="868" y="601"/>
                  </a:cubicBezTo>
                  <a:cubicBezTo>
                    <a:pt x="878" y="591"/>
                    <a:pt x="888" y="587"/>
                    <a:pt x="897" y="587"/>
                  </a:cubicBezTo>
                  <a:close/>
                  <a:moveTo>
                    <a:pt x="1035" y="0"/>
                  </a:moveTo>
                  <a:cubicBezTo>
                    <a:pt x="935" y="0"/>
                    <a:pt x="801" y="34"/>
                    <a:pt x="735" y="100"/>
                  </a:cubicBezTo>
                  <a:cubicBezTo>
                    <a:pt x="601" y="167"/>
                    <a:pt x="501" y="267"/>
                    <a:pt x="401" y="367"/>
                  </a:cubicBezTo>
                  <a:cubicBezTo>
                    <a:pt x="301" y="467"/>
                    <a:pt x="234" y="567"/>
                    <a:pt x="168" y="667"/>
                  </a:cubicBezTo>
                  <a:cubicBezTo>
                    <a:pt x="134" y="801"/>
                    <a:pt x="67" y="901"/>
                    <a:pt x="67" y="1034"/>
                  </a:cubicBezTo>
                  <a:cubicBezTo>
                    <a:pt x="34" y="1168"/>
                    <a:pt x="1" y="1268"/>
                    <a:pt x="1" y="1401"/>
                  </a:cubicBezTo>
                  <a:lnTo>
                    <a:pt x="1" y="1701"/>
                  </a:lnTo>
                  <a:lnTo>
                    <a:pt x="1" y="2002"/>
                  </a:lnTo>
                  <a:cubicBezTo>
                    <a:pt x="1" y="2102"/>
                    <a:pt x="34" y="2202"/>
                    <a:pt x="67" y="2302"/>
                  </a:cubicBezTo>
                  <a:cubicBezTo>
                    <a:pt x="67" y="2369"/>
                    <a:pt x="101" y="2469"/>
                    <a:pt x="168" y="2502"/>
                  </a:cubicBezTo>
                  <a:cubicBezTo>
                    <a:pt x="234" y="2569"/>
                    <a:pt x="334" y="2569"/>
                    <a:pt x="401" y="2569"/>
                  </a:cubicBezTo>
                  <a:cubicBezTo>
                    <a:pt x="501" y="2569"/>
                    <a:pt x="635" y="2535"/>
                    <a:pt x="735" y="2469"/>
                  </a:cubicBezTo>
                  <a:cubicBezTo>
                    <a:pt x="835" y="2402"/>
                    <a:pt x="935" y="2302"/>
                    <a:pt x="1035" y="2202"/>
                  </a:cubicBezTo>
                  <a:cubicBezTo>
                    <a:pt x="1135" y="2102"/>
                    <a:pt x="1202" y="2002"/>
                    <a:pt x="1268" y="1902"/>
                  </a:cubicBezTo>
                  <a:cubicBezTo>
                    <a:pt x="1302" y="1768"/>
                    <a:pt x="1368" y="1668"/>
                    <a:pt x="1402" y="1535"/>
                  </a:cubicBezTo>
                  <a:cubicBezTo>
                    <a:pt x="1402" y="1401"/>
                    <a:pt x="1435" y="1268"/>
                    <a:pt x="1435" y="1168"/>
                  </a:cubicBezTo>
                  <a:lnTo>
                    <a:pt x="1435" y="868"/>
                  </a:lnTo>
                  <a:lnTo>
                    <a:pt x="1435" y="567"/>
                  </a:lnTo>
                  <a:cubicBezTo>
                    <a:pt x="1435" y="467"/>
                    <a:pt x="1402" y="367"/>
                    <a:pt x="1402" y="267"/>
                  </a:cubicBezTo>
                  <a:cubicBezTo>
                    <a:pt x="1368" y="200"/>
                    <a:pt x="1335" y="100"/>
                    <a:pt x="1268" y="67"/>
                  </a:cubicBezTo>
                  <a:cubicBezTo>
                    <a:pt x="1202" y="0"/>
                    <a:pt x="1102" y="0"/>
                    <a:pt x="103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53"/>
            <p:cNvSpPr/>
            <p:nvPr/>
          </p:nvSpPr>
          <p:spPr>
            <a:xfrm>
              <a:off x="4746900" y="4346050"/>
              <a:ext cx="48375" cy="78425"/>
            </a:xfrm>
            <a:custGeom>
              <a:rect b="b" l="l" r="r" t="t"/>
              <a:pathLst>
                <a:path extrusionOk="0" h="3137" w="1935">
                  <a:moveTo>
                    <a:pt x="467" y="1035"/>
                  </a:moveTo>
                  <a:cubicBezTo>
                    <a:pt x="501" y="1068"/>
                    <a:pt x="501" y="1101"/>
                    <a:pt x="501" y="1168"/>
                  </a:cubicBezTo>
                  <a:cubicBezTo>
                    <a:pt x="501" y="1235"/>
                    <a:pt x="501" y="1302"/>
                    <a:pt x="501" y="1368"/>
                  </a:cubicBezTo>
                  <a:cubicBezTo>
                    <a:pt x="501" y="1402"/>
                    <a:pt x="501" y="1468"/>
                    <a:pt x="467" y="1502"/>
                  </a:cubicBezTo>
                  <a:cubicBezTo>
                    <a:pt x="467" y="1535"/>
                    <a:pt x="434" y="1568"/>
                    <a:pt x="401" y="1602"/>
                  </a:cubicBezTo>
                  <a:lnTo>
                    <a:pt x="334" y="1602"/>
                  </a:lnTo>
                  <a:cubicBezTo>
                    <a:pt x="300" y="1568"/>
                    <a:pt x="300" y="1502"/>
                    <a:pt x="300" y="1468"/>
                  </a:cubicBezTo>
                  <a:cubicBezTo>
                    <a:pt x="300" y="1402"/>
                    <a:pt x="300" y="1335"/>
                    <a:pt x="300" y="1268"/>
                  </a:cubicBezTo>
                  <a:cubicBezTo>
                    <a:pt x="300" y="1201"/>
                    <a:pt x="300" y="1168"/>
                    <a:pt x="334" y="1135"/>
                  </a:cubicBezTo>
                  <a:cubicBezTo>
                    <a:pt x="334" y="1101"/>
                    <a:pt x="367" y="1068"/>
                    <a:pt x="401" y="1035"/>
                  </a:cubicBezTo>
                  <a:close/>
                  <a:moveTo>
                    <a:pt x="567" y="668"/>
                  </a:moveTo>
                  <a:cubicBezTo>
                    <a:pt x="501" y="668"/>
                    <a:pt x="467" y="701"/>
                    <a:pt x="401" y="734"/>
                  </a:cubicBezTo>
                  <a:cubicBezTo>
                    <a:pt x="334" y="768"/>
                    <a:pt x="267" y="801"/>
                    <a:pt x="234" y="868"/>
                  </a:cubicBezTo>
                  <a:cubicBezTo>
                    <a:pt x="200" y="901"/>
                    <a:pt x="134" y="968"/>
                    <a:pt x="134" y="1035"/>
                  </a:cubicBezTo>
                  <a:cubicBezTo>
                    <a:pt x="100" y="1101"/>
                    <a:pt x="67" y="1135"/>
                    <a:pt x="34" y="1201"/>
                  </a:cubicBezTo>
                  <a:cubicBezTo>
                    <a:pt x="34" y="1268"/>
                    <a:pt x="34" y="1335"/>
                    <a:pt x="0" y="1402"/>
                  </a:cubicBezTo>
                  <a:lnTo>
                    <a:pt x="0" y="1535"/>
                  </a:lnTo>
                  <a:lnTo>
                    <a:pt x="0" y="1668"/>
                  </a:lnTo>
                  <a:cubicBezTo>
                    <a:pt x="34" y="1735"/>
                    <a:pt x="34" y="1769"/>
                    <a:pt x="34" y="1835"/>
                  </a:cubicBezTo>
                  <a:cubicBezTo>
                    <a:pt x="67" y="1869"/>
                    <a:pt x="67" y="1902"/>
                    <a:pt x="134" y="1935"/>
                  </a:cubicBezTo>
                  <a:cubicBezTo>
                    <a:pt x="134" y="1969"/>
                    <a:pt x="200" y="1969"/>
                    <a:pt x="234" y="1969"/>
                  </a:cubicBezTo>
                  <a:cubicBezTo>
                    <a:pt x="300" y="1969"/>
                    <a:pt x="334" y="1935"/>
                    <a:pt x="401" y="1902"/>
                  </a:cubicBezTo>
                  <a:cubicBezTo>
                    <a:pt x="467" y="1869"/>
                    <a:pt x="534" y="1835"/>
                    <a:pt x="567" y="1769"/>
                  </a:cubicBezTo>
                  <a:cubicBezTo>
                    <a:pt x="601" y="1735"/>
                    <a:pt x="667" y="1668"/>
                    <a:pt x="701" y="1602"/>
                  </a:cubicBezTo>
                  <a:cubicBezTo>
                    <a:pt x="701" y="1535"/>
                    <a:pt x="734" y="1468"/>
                    <a:pt x="767" y="1435"/>
                  </a:cubicBezTo>
                  <a:cubicBezTo>
                    <a:pt x="767" y="1368"/>
                    <a:pt x="801" y="1302"/>
                    <a:pt x="801" y="1235"/>
                  </a:cubicBezTo>
                  <a:lnTo>
                    <a:pt x="801" y="968"/>
                  </a:lnTo>
                  <a:cubicBezTo>
                    <a:pt x="801" y="901"/>
                    <a:pt x="767" y="868"/>
                    <a:pt x="767" y="801"/>
                  </a:cubicBezTo>
                  <a:cubicBezTo>
                    <a:pt x="734" y="768"/>
                    <a:pt x="734" y="734"/>
                    <a:pt x="701" y="701"/>
                  </a:cubicBezTo>
                  <a:cubicBezTo>
                    <a:pt x="667" y="668"/>
                    <a:pt x="601" y="668"/>
                    <a:pt x="567" y="668"/>
                  </a:cubicBezTo>
                  <a:close/>
                  <a:moveTo>
                    <a:pt x="1610" y="1510"/>
                  </a:moveTo>
                  <a:cubicBezTo>
                    <a:pt x="1626" y="1510"/>
                    <a:pt x="1635" y="1518"/>
                    <a:pt x="1635" y="1535"/>
                  </a:cubicBezTo>
                  <a:cubicBezTo>
                    <a:pt x="1635" y="1568"/>
                    <a:pt x="1635" y="1602"/>
                    <a:pt x="1635" y="1635"/>
                  </a:cubicBezTo>
                  <a:cubicBezTo>
                    <a:pt x="1635" y="1702"/>
                    <a:pt x="1635" y="1769"/>
                    <a:pt x="1635" y="1869"/>
                  </a:cubicBezTo>
                  <a:cubicBezTo>
                    <a:pt x="1635" y="1902"/>
                    <a:pt x="1635" y="1935"/>
                    <a:pt x="1635" y="2002"/>
                  </a:cubicBezTo>
                  <a:cubicBezTo>
                    <a:pt x="1601" y="2035"/>
                    <a:pt x="1568" y="2069"/>
                    <a:pt x="1535" y="2069"/>
                  </a:cubicBezTo>
                  <a:cubicBezTo>
                    <a:pt x="1518" y="2085"/>
                    <a:pt x="1501" y="2094"/>
                    <a:pt x="1489" y="2094"/>
                  </a:cubicBezTo>
                  <a:cubicBezTo>
                    <a:pt x="1476" y="2094"/>
                    <a:pt x="1468" y="2085"/>
                    <a:pt x="1468" y="2069"/>
                  </a:cubicBezTo>
                  <a:cubicBezTo>
                    <a:pt x="1435" y="2035"/>
                    <a:pt x="1435" y="2002"/>
                    <a:pt x="1435" y="1969"/>
                  </a:cubicBezTo>
                  <a:cubicBezTo>
                    <a:pt x="1435" y="1902"/>
                    <a:pt x="1435" y="1835"/>
                    <a:pt x="1435" y="1769"/>
                  </a:cubicBezTo>
                  <a:cubicBezTo>
                    <a:pt x="1435" y="1702"/>
                    <a:pt x="1468" y="1668"/>
                    <a:pt x="1468" y="1602"/>
                  </a:cubicBezTo>
                  <a:cubicBezTo>
                    <a:pt x="1468" y="1568"/>
                    <a:pt x="1501" y="1535"/>
                    <a:pt x="1535" y="1535"/>
                  </a:cubicBezTo>
                  <a:cubicBezTo>
                    <a:pt x="1568" y="1518"/>
                    <a:pt x="1593" y="1510"/>
                    <a:pt x="1610" y="1510"/>
                  </a:cubicBezTo>
                  <a:close/>
                  <a:moveTo>
                    <a:pt x="1743" y="1153"/>
                  </a:moveTo>
                  <a:cubicBezTo>
                    <a:pt x="1727" y="1153"/>
                    <a:pt x="1713" y="1157"/>
                    <a:pt x="1701" y="1168"/>
                  </a:cubicBezTo>
                  <a:cubicBezTo>
                    <a:pt x="1635" y="1168"/>
                    <a:pt x="1601" y="1168"/>
                    <a:pt x="1535" y="1201"/>
                  </a:cubicBezTo>
                  <a:cubicBezTo>
                    <a:pt x="1468" y="1235"/>
                    <a:pt x="1435" y="1302"/>
                    <a:pt x="1368" y="1335"/>
                  </a:cubicBezTo>
                  <a:cubicBezTo>
                    <a:pt x="1335" y="1402"/>
                    <a:pt x="1301" y="1435"/>
                    <a:pt x="1268" y="1502"/>
                  </a:cubicBezTo>
                  <a:cubicBezTo>
                    <a:pt x="1234" y="1568"/>
                    <a:pt x="1201" y="1635"/>
                    <a:pt x="1201" y="1702"/>
                  </a:cubicBezTo>
                  <a:cubicBezTo>
                    <a:pt x="1168" y="1769"/>
                    <a:pt x="1168" y="1835"/>
                    <a:pt x="1168" y="1902"/>
                  </a:cubicBezTo>
                  <a:lnTo>
                    <a:pt x="1168" y="2035"/>
                  </a:lnTo>
                  <a:cubicBezTo>
                    <a:pt x="1168" y="2069"/>
                    <a:pt x="1168" y="2102"/>
                    <a:pt x="1168" y="2135"/>
                  </a:cubicBezTo>
                  <a:cubicBezTo>
                    <a:pt x="1168" y="2202"/>
                    <a:pt x="1168" y="2269"/>
                    <a:pt x="1201" y="2302"/>
                  </a:cubicBezTo>
                  <a:cubicBezTo>
                    <a:pt x="1201" y="2369"/>
                    <a:pt x="1234" y="2402"/>
                    <a:pt x="1268" y="2436"/>
                  </a:cubicBezTo>
                  <a:cubicBezTo>
                    <a:pt x="1301" y="2436"/>
                    <a:pt x="1335" y="2469"/>
                    <a:pt x="1368" y="2469"/>
                  </a:cubicBezTo>
                  <a:cubicBezTo>
                    <a:pt x="1435" y="2436"/>
                    <a:pt x="1501" y="2436"/>
                    <a:pt x="1535" y="2402"/>
                  </a:cubicBezTo>
                  <a:cubicBezTo>
                    <a:pt x="1601" y="2369"/>
                    <a:pt x="1668" y="2302"/>
                    <a:pt x="1701" y="2269"/>
                  </a:cubicBezTo>
                  <a:cubicBezTo>
                    <a:pt x="1768" y="2202"/>
                    <a:pt x="1802" y="2135"/>
                    <a:pt x="1835" y="2102"/>
                  </a:cubicBezTo>
                  <a:cubicBezTo>
                    <a:pt x="1868" y="2035"/>
                    <a:pt x="1868" y="1969"/>
                    <a:pt x="1902" y="1902"/>
                  </a:cubicBezTo>
                  <a:cubicBezTo>
                    <a:pt x="1902" y="1835"/>
                    <a:pt x="1935" y="1769"/>
                    <a:pt x="1935" y="1702"/>
                  </a:cubicBezTo>
                  <a:lnTo>
                    <a:pt x="1935" y="1468"/>
                  </a:lnTo>
                  <a:cubicBezTo>
                    <a:pt x="1935" y="1402"/>
                    <a:pt x="1902" y="1335"/>
                    <a:pt x="1902" y="1302"/>
                  </a:cubicBezTo>
                  <a:cubicBezTo>
                    <a:pt x="1902" y="1235"/>
                    <a:pt x="1868" y="1201"/>
                    <a:pt x="1835" y="1168"/>
                  </a:cubicBezTo>
                  <a:cubicBezTo>
                    <a:pt x="1813" y="1168"/>
                    <a:pt x="1776" y="1153"/>
                    <a:pt x="1743" y="1153"/>
                  </a:cubicBezTo>
                  <a:close/>
                  <a:moveTo>
                    <a:pt x="1701" y="1"/>
                  </a:moveTo>
                  <a:lnTo>
                    <a:pt x="1501" y="101"/>
                  </a:lnTo>
                  <a:cubicBezTo>
                    <a:pt x="1468" y="134"/>
                    <a:pt x="1468" y="134"/>
                    <a:pt x="1435" y="167"/>
                  </a:cubicBezTo>
                  <a:cubicBezTo>
                    <a:pt x="1435" y="167"/>
                    <a:pt x="1401" y="201"/>
                    <a:pt x="1401" y="234"/>
                  </a:cubicBezTo>
                  <a:lnTo>
                    <a:pt x="200" y="3069"/>
                  </a:lnTo>
                  <a:cubicBezTo>
                    <a:pt x="167" y="3103"/>
                    <a:pt x="167" y="3103"/>
                    <a:pt x="200" y="3103"/>
                  </a:cubicBezTo>
                  <a:cubicBezTo>
                    <a:pt x="167" y="3103"/>
                    <a:pt x="167" y="3136"/>
                    <a:pt x="200" y="3136"/>
                  </a:cubicBezTo>
                  <a:lnTo>
                    <a:pt x="234" y="3136"/>
                  </a:lnTo>
                  <a:lnTo>
                    <a:pt x="434" y="3036"/>
                  </a:lnTo>
                  <a:cubicBezTo>
                    <a:pt x="467" y="3003"/>
                    <a:pt x="467" y="3003"/>
                    <a:pt x="501" y="2969"/>
                  </a:cubicBezTo>
                  <a:cubicBezTo>
                    <a:pt x="501" y="2969"/>
                    <a:pt x="534" y="2936"/>
                    <a:pt x="534" y="2903"/>
                  </a:cubicBezTo>
                  <a:lnTo>
                    <a:pt x="1735" y="67"/>
                  </a:lnTo>
                  <a:lnTo>
                    <a:pt x="1735" y="34"/>
                  </a:lnTo>
                  <a:cubicBezTo>
                    <a:pt x="1735" y="34"/>
                    <a:pt x="1735" y="1"/>
                    <a:pt x="173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53"/>
            <p:cNvSpPr/>
            <p:nvPr/>
          </p:nvSpPr>
          <p:spPr>
            <a:xfrm>
              <a:off x="4605950" y="4269325"/>
              <a:ext cx="79250" cy="101775"/>
            </a:xfrm>
            <a:custGeom>
              <a:rect b="b" l="l" r="r" t="t"/>
              <a:pathLst>
                <a:path extrusionOk="0" h="4071" w="3170">
                  <a:moveTo>
                    <a:pt x="2636" y="1"/>
                  </a:moveTo>
                  <a:cubicBezTo>
                    <a:pt x="1569" y="1068"/>
                    <a:pt x="668" y="2336"/>
                    <a:pt x="1" y="3703"/>
                  </a:cubicBezTo>
                  <a:lnTo>
                    <a:pt x="1335" y="4070"/>
                  </a:lnTo>
                  <a:cubicBezTo>
                    <a:pt x="1802" y="3136"/>
                    <a:pt x="2403" y="2269"/>
                    <a:pt x="3170" y="1502"/>
                  </a:cubicBezTo>
                  <a:lnTo>
                    <a:pt x="2636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53"/>
            <p:cNvSpPr/>
            <p:nvPr/>
          </p:nvSpPr>
          <p:spPr>
            <a:xfrm>
              <a:off x="4686850" y="4196775"/>
              <a:ext cx="90100" cy="93425"/>
            </a:xfrm>
            <a:custGeom>
              <a:rect b="b" l="l" r="r" t="t"/>
              <a:pathLst>
                <a:path extrusionOk="0" h="3737" w="3604">
                  <a:moveTo>
                    <a:pt x="3603" y="1"/>
                  </a:moveTo>
                  <a:lnTo>
                    <a:pt x="3603" y="1"/>
                  </a:lnTo>
                  <a:cubicBezTo>
                    <a:pt x="2969" y="134"/>
                    <a:pt x="2369" y="401"/>
                    <a:pt x="1802" y="735"/>
                  </a:cubicBezTo>
                  <a:cubicBezTo>
                    <a:pt x="1168" y="1101"/>
                    <a:pt x="534" y="1568"/>
                    <a:pt x="1" y="2069"/>
                  </a:cubicBezTo>
                  <a:lnTo>
                    <a:pt x="534" y="3737"/>
                  </a:lnTo>
                  <a:cubicBezTo>
                    <a:pt x="935" y="3370"/>
                    <a:pt x="1335" y="3070"/>
                    <a:pt x="1802" y="2836"/>
                  </a:cubicBezTo>
                  <a:cubicBezTo>
                    <a:pt x="2169" y="2603"/>
                    <a:pt x="2602" y="2436"/>
                    <a:pt x="3036" y="2302"/>
                  </a:cubicBezTo>
                  <a:lnTo>
                    <a:pt x="3603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53"/>
            <p:cNvSpPr/>
            <p:nvPr/>
          </p:nvSpPr>
          <p:spPr>
            <a:xfrm>
              <a:off x="4772750" y="4192650"/>
              <a:ext cx="86750" cy="72525"/>
            </a:xfrm>
            <a:custGeom>
              <a:rect b="b" l="l" r="r" t="t"/>
              <a:pathLst>
                <a:path extrusionOk="0" h="2901" w="3470">
                  <a:moveTo>
                    <a:pt x="1239" y="1"/>
                  </a:moveTo>
                  <a:cubicBezTo>
                    <a:pt x="1016" y="1"/>
                    <a:pt x="791" y="22"/>
                    <a:pt x="567" y="66"/>
                  </a:cubicBezTo>
                  <a:lnTo>
                    <a:pt x="0" y="2367"/>
                  </a:lnTo>
                  <a:cubicBezTo>
                    <a:pt x="130" y="2349"/>
                    <a:pt x="261" y="2339"/>
                    <a:pt x="392" y="2339"/>
                  </a:cubicBezTo>
                  <a:cubicBezTo>
                    <a:pt x="967" y="2339"/>
                    <a:pt x="1540" y="2521"/>
                    <a:pt x="2002" y="2901"/>
                  </a:cubicBezTo>
                  <a:lnTo>
                    <a:pt x="3469" y="833"/>
                  </a:lnTo>
                  <a:cubicBezTo>
                    <a:pt x="2842" y="284"/>
                    <a:pt x="2050" y="1"/>
                    <a:pt x="123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53"/>
            <p:cNvSpPr/>
            <p:nvPr/>
          </p:nvSpPr>
          <p:spPr>
            <a:xfrm>
              <a:off x="4575100" y="4375250"/>
              <a:ext cx="58400" cy="103425"/>
            </a:xfrm>
            <a:custGeom>
              <a:rect b="b" l="l" r="r" t="t"/>
              <a:pathLst>
                <a:path extrusionOk="0" h="4137" w="2336">
                  <a:moveTo>
                    <a:pt x="1001" y="0"/>
                  </a:moveTo>
                  <a:cubicBezTo>
                    <a:pt x="401" y="1301"/>
                    <a:pt x="67" y="2702"/>
                    <a:pt x="1" y="4136"/>
                  </a:cubicBezTo>
                  <a:lnTo>
                    <a:pt x="1635" y="3202"/>
                  </a:lnTo>
                  <a:cubicBezTo>
                    <a:pt x="1702" y="2202"/>
                    <a:pt x="1935" y="1234"/>
                    <a:pt x="2336" y="334"/>
                  </a:cubicBezTo>
                  <a:lnTo>
                    <a:pt x="100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53"/>
            <p:cNvSpPr/>
            <p:nvPr/>
          </p:nvSpPr>
          <p:spPr>
            <a:xfrm>
              <a:off x="4574275" y="4466975"/>
              <a:ext cx="58400" cy="98425"/>
            </a:xfrm>
            <a:custGeom>
              <a:rect b="b" l="l" r="r" t="t"/>
              <a:pathLst>
                <a:path extrusionOk="0" h="3937" w="2336">
                  <a:moveTo>
                    <a:pt x="1668" y="0"/>
                  </a:moveTo>
                  <a:lnTo>
                    <a:pt x="0" y="968"/>
                  </a:lnTo>
                  <a:cubicBezTo>
                    <a:pt x="0" y="2035"/>
                    <a:pt x="334" y="3103"/>
                    <a:pt x="1001" y="3937"/>
                  </a:cubicBezTo>
                  <a:lnTo>
                    <a:pt x="2335" y="2069"/>
                  </a:lnTo>
                  <a:cubicBezTo>
                    <a:pt x="1902" y="1468"/>
                    <a:pt x="1668" y="734"/>
                    <a:pt x="16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53"/>
            <p:cNvSpPr/>
            <p:nvPr/>
          </p:nvSpPr>
          <p:spPr>
            <a:xfrm>
              <a:off x="4603450" y="4540350"/>
              <a:ext cx="85925" cy="73375"/>
            </a:xfrm>
            <a:custGeom>
              <a:rect b="b" l="l" r="r" t="t"/>
              <a:pathLst>
                <a:path extrusionOk="0" h="2935" w="3437">
                  <a:moveTo>
                    <a:pt x="1469" y="1"/>
                  </a:moveTo>
                  <a:lnTo>
                    <a:pt x="1" y="2102"/>
                  </a:lnTo>
                  <a:cubicBezTo>
                    <a:pt x="602" y="2652"/>
                    <a:pt x="1409" y="2934"/>
                    <a:pt x="2228" y="2934"/>
                  </a:cubicBezTo>
                  <a:cubicBezTo>
                    <a:pt x="2453" y="2934"/>
                    <a:pt x="2680" y="2913"/>
                    <a:pt x="2903" y="2870"/>
                  </a:cubicBezTo>
                  <a:lnTo>
                    <a:pt x="3437" y="535"/>
                  </a:lnTo>
                  <a:lnTo>
                    <a:pt x="3437" y="535"/>
                  </a:lnTo>
                  <a:cubicBezTo>
                    <a:pt x="3294" y="562"/>
                    <a:pt x="3149" y="575"/>
                    <a:pt x="3005" y="575"/>
                  </a:cubicBezTo>
                  <a:cubicBezTo>
                    <a:pt x="2445" y="575"/>
                    <a:pt x="1893" y="373"/>
                    <a:pt x="146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53"/>
            <p:cNvSpPr/>
            <p:nvPr/>
          </p:nvSpPr>
          <p:spPr>
            <a:xfrm>
              <a:off x="4686025" y="4516175"/>
              <a:ext cx="90075" cy="93425"/>
            </a:xfrm>
            <a:custGeom>
              <a:rect b="b" l="l" r="r" t="t"/>
              <a:pathLst>
                <a:path extrusionOk="0" h="3737" w="3603">
                  <a:moveTo>
                    <a:pt x="3036" y="1"/>
                  </a:moveTo>
                  <a:cubicBezTo>
                    <a:pt x="2669" y="334"/>
                    <a:pt x="2235" y="634"/>
                    <a:pt x="1801" y="901"/>
                  </a:cubicBezTo>
                  <a:cubicBezTo>
                    <a:pt x="1401" y="1135"/>
                    <a:pt x="1001" y="1301"/>
                    <a:pt x="567" y="1402"/>
                  </a:cubicBezTo>
                  <a:lnTo>
                    <a:pt x="0" y="3737"/>
                  </a:lnTo>
                  <a:cubicBezTo>
                    <a:pt x="634" y="3570"/>
                    <a:pt x="1234" y="3336"/>
                    <a:pt x="1801" y="3003"/>
                  </a:cubicBezTo>
                  <a:cubicBezTo>
                    <a:pt x="2435" y="2602"/>
                    <a:pt x="3036" y="2169"/>
                    <a:pt x="3603" y="1668"/>
                  </a:cubicBezTo>
                  <a:lnTo>
                    <a:pt x="3036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53"/>
            <p:cNvSpPr/>
            <p:nvPr/>
          </p:nvSpPr>
          <p:spPr>
            <a:xfrm>
              <a:off x="4772750" y="4435275"/>
              <a:ext cx="86750" cy="111775"/>
            </a:xfrm>
            <a:custGeom>
              <a:rect b="b" l="l" r="r" t="t"/>
              <a:pathLst>
                <a:path extrusionOk="0" h="4471" w="3470">
                  <a:moveTo>
                    <a:pt x="2002" y="1"/>
                  </a:moveTo>
                  <a:cubicBezTo>
                    <a:pt x="1501" y="1035"/>
                    <a:pt x="801" y="1969"/>
                    <a:pt x="0" y="2803"/>
                  </a:cubicBezTo>
                  <a:lnTo>
                    <a:pt x="567" y="4471"/>
                  </a:lnTo>
                  <a:cubicBezTo>
                    <a:pt x="1768" y="3270"/>
                    <a:pt x="2736" y="1902"/>
                    <a:pt x="3469" y="368"/>
                  </a:cubicBezTo>
                  <a:lnTo>
                    <a:pt x="200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53"/>
            <p:cNvSpPr/>
            <p:nvPr/>
          </p:nvSpPr>
          <p:spPr>
            <a:xfrm>
              <a:off x="4829450" y="4220125"/>
              <a:ext cx="64250" cy="108450"/>
            </a:xfrm>
            <a:custGeom>
              <a:rect b="b" l="l" r="r" t="t"/>
              <a:pathLst>
                <a:path extrusionOk="0" h="4338" w="2570">
                  <a:moveTo>
                    <a:pt x="1468" y="1"/>
                  </a:moveTo>
                  <a:lnTo>
                    <a:pt x="1" y="2102"/>
                  </a:lnTo>
                  <a:cubicBezTo>
                    <a:pt x="501" y="2736"/>
                    <a:pt x="768" y="3537"/>
                    <a:pt x="768" y="4337"/>
                  </a:cubicBezTo>
                  <a:lnTo>
                    <a:pt x="2569" y="3303"/>
                  </a:lnTo>
                  <a:cubicBezTo>
                    <a:pt x="2536" y="1869"/>
                    <a:pt x="2135" y="735"/>
                    <a:pt x="146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53"/>
            <p:cNvSpPr/>
            <p:nvPr/>
          </p:nvSpPr>
          <p:spPr>
            <a:xfrm>
              <a:off x="4829450" y="4315200"/>
              <a:ext cx="64250" cy="115100"/>
            </a:xfrm>
            <a:custGeom>
              <a:rect b="b" l="l" r="r" t="t"/>
              <a:pathLst>
                <a:path extrusionOk="0" h="4604" w="2570">
                  <a:moveTo>
                    <a:pt x="2569" y="0"/>
                  </a:moveTo>
                  <a:lnTo>
                    <a:pt x="768" y="1068"/>
                  </a:lnTo>
                  <a:cubicBezTo>
                    <a:pt x="701" y="2135"/>
                    <a:pt x="434" y="3203"/>
                    <a:pt x="1" y="4203"/>
                  </a:cubicBezTo>
                  <a:lnTo>
                    <a:pt x="1468" y="4604"/>
                  </a:lnTo>
                  <a:cubicBezTo>
                    <a:pt x="2135" y="3169"/>
                    <a:pt x="2502" y="1602"/>
                    <a:pt x="256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53"/>
            <p:cNvSpPr/>
            <p:nvPr/>
          </p:nvSpPr>
          <p:spPr>
            <a:xfrm>
              <a:off x="3259175" y="2889175"/>
              <a:ext cx="346700" cy="311925"/>
            </a:xfrm>
            <a:custGeom>
              <a:rect b="b" l="l" r="r" t="t"/>
              <a:pathLst>
                <a:path extrusionOk="0" h="12477" w="13868">
                  <a:moveTo>
                    <a:pt x="10908" y="1"/>
                  </a:moveTo>
                  <a:cubicBezTo>
                    <a:pt x="10741" y="1"/>
                    <a:pt x="10574" y="134"/>
                    <a:pt x="10541" y="301"/>
                  </a:cubicBezTo>
                  <a:lnTo>
                    <a:pt x="8273" y="5071"/>
                  </a:lnTo>
                  <a:cubicBezTo>
                    <a:pt x="8273" y="5071"/>
                    <a:pt x="8239" y="5104"/>
                    <a:pt x="8239" y="5104"/>
                  </a:cubicBezTo>
                  <a:cubicBezTo>
                    <a:pt x="8206" y="5104"/>
                    <a:pt x="8173" y="5071"/>
                    <a:pt x="8139" y="5004"/>
                  </a:cubicBezTo>
                  <a:lnTo>
                    <a:pt x="6004" y="1335"/>
                  </a:lnTo>
                  <a:cubicBezTo>
                    <a:pt x="5871" y="1035"/>
                    <a:pt x="5671" y="1035"/>
                    <a:pt x="5571" y="1035"/>
                  </a:cubicBezTo>
                  <a:cubicBezTo>
                    <a:pt x="5404" y="1068"/>
                    <a:pt x="5271" y="1201"/>
                    <a:pt x="5237" y="1368"/>
                  </a:cubicBezTo>
                  <a:lnTo>
                    <a:pt x="2869" y="8140"/>
                  </a:lnTo>
                  <a:cubicBezTo>
                    <a:pt x="2835" y="8206"/>
                    <a:pt x="2802" y="8240"/>
                    <a:pt x="2802" y="8240"/>
                  </a:cubicBezTo>
                  <a:cubicBezTo>
                    <a:pt x="2769" y="8240"/>
                    <a:pt x="2702" y="8240"/>
                    <a:pt x="2669" y="8173"/>
                  </a:cubicBezTo>
                  <a:lnTo>
                    <a:pt x="2068" y="7573"/>
                  </a:lnTo>
                  <a:cubicBezTo>
                    <a:pt x="1966" y="7471"/>
                    <a:pt x="1825" y="7427"/>
                    <a:pt x="1690" y="7427"/>
                  </a:cubicBezTo>
                  <a:cubicBezTo>
                    <a:pt x="1648" y="7427"/>
                    <a:pt x="1607" y="7431"/>
                    <a:pt x="1568" y="7439"/>
                  </a:cubicBezTo>
                  <a:cubicBezTo>
                    <a:pt x="1401" y="7506"/>
                    <a:pt x="1268" y="7639"/>
                    <a:pt x="1234" y="7840"/>
                  </a:cubicBezTo>
                  <a:lnTo>
                    <a:pt x="33" y="12209"/>
                  </a:lnTo>
                  <a:cubicBezTo>
                    <a:pt x="0" y="12343"/>
                    <a:pt x="67" y="12443"/>
                    <a:pt x="167" y="12476"/>
                  </a:cubicBezTo>
                  <a:lnTo>
                    <a:pt x="234" y="12476"/>
                  </a:lnTo>
                  <a:cubicBezTo>
                    <a:pt x="300" y="12476"/>
                    <a:pt x="400" y="12443"/>
                    <a:pt x="434" y="12343"/>
                  </a:cubicBezTo>
                  <a:lnTo>
                    <a:pt x="1635" y="7940"/>
                  </a:lnTo>
                  <a:cubicBezTo>
                    <a:pt x="1668" y="7873"/>
                    <a:pt x="1701" y="7840"/>
                    <a:pt x="1701" y="7840"/>
                  </a:cubicBezTo>
                  <a:cubicBezTo>
                    <a:pt x="1735" y="7840"/>
                    <a:pt x="1768" y="7840"/>
                    <a:pt x="1801" y="7873"/>
                  </a:cubicBezTo>
                  <a:lnTo>
                    <a:pt x="2435" y="8473"/>
                  </a:lnTo>
                  <a:cubicBezTo>
                    <a:pt x="2518" y="8584"/>
                    <a:pt x="2670" y="8649"/>
                    <a:pt x="2814" y="8649"/>
                  </a:cubicBezTo>
                  <a:cubicBezTo>
                    <a:pt x="2844" y="8649"/>
                    <a:pt x="2874" y="8646"/>
                    <a:pt x="2902" y="8640"/>
                  </a:cubicBezTo>
                  <a:cubicBezTo>
                    <a:pt x="3069" y="8573"/>
                    <a:pt x="3236" y="8440"/>
                    <a:pt x="3269" y="8273"/>
                  </a:cubicBezTo>
                  <a:lnTo>
                    <a:pt x="5604" y="1502"/>
                  </a:lnTo>
                  <a:cubicBezTo>
                    <a:pt x="5604" y="1502"/>
                    <a:pt x="5604" y="1468"/>
                    <a:pt x="5604" y="1468"/>
                  </a:cubicBezTo>
                  <a:cubicBezTo>
                    <a:pt x="5637" y="1502"/>
                    <a:pt x="5637" y="1502"/>
                    <a:pt x="5671" y="1535"/>
                  </a:cubicBezTo>
                  <a:lnTo>
                    <a:pt x="7806" y="5238"/>
                  </a:lnTo>
                  <a:cubicBezTo>
                    <a:pt x="7872" y="5404"/>
                    <a:pt x="8073" y="5538"/>
                    <a:pt x="8239" y="5538"/>
                  </a:cubicBezTo>
                  <a:cubicBezTo>
                    <a:pt x="8406" y="5505"/>
                    <a:pt x="8573" y="5404"/>
                    <a:pt x="8640" y="5238"/>
                  </a:cubicBezTo>
                  <a:lnTo>
                    <a:pt x="10875" y="468"/>
                  </a:lnTo>
                  <a:cubicBezTo>
                    <a:pt x="10908" y="434"/>
                    <a:pt x="10908" y="401"/>
                    <a:pt x="10908" y="401"/>
                  </a:cubicBezTo>
                  <a:cubicBezTo>
                    <a:pt x="10975" y="434"/>
                    <a:pt x="10975" y="468"/>
                    <a:pt x="11008" y="501"/>
                  </a:cubicBezTo>
                  <a:lnTo>
                    <a:pt x="13410" y="4671"/>
                  </a:lnTo>
                  <a:cubicBezTo>
                    <a:pt x="13452" y="4744"/>
                    <a:pt x="13517" y="4775"/>
                    <a:pt x="13582" y="4775"/>
                  </a:cubicBezTo>
                  <a:cubicBezTo>
                    <a:pt x="13725" y="4775"/>
                    <a:pt x="13868" y="4630"/>
                    <a:pt x="13777" y="4470"/>
                  </a:cubicBezTo>
                  <a:lnTo>
                    <a:pt x="11375" y="301"/>
                  </a:lnTo>
                  <a:cubicBezTo>
                    <a:pt x="11275" y="134"/>
                    <a:pt x="11108" y="1"/>
                    <a:pt x="1090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53"/>
            <p:cNvSpPr/>
            <p:nvPr/>
          </p:nvSpPr>
          <p:spPr>
            <a:xfrm>
              <a:off x="3265000" y="2973300"/>
              <a:ext cx="333600" cy="368725"/>
            </a:xfrm>
            <a:custGeom>
              <a:rect b="b" l="l" r="r" t="t"/>
              <a:pathLst>
                <a:path extrusionOk="0" h="14749" w="13344">
                  <a:moveTo>
                    <a:pt x="10724" y="0"/>
                  </a:moveTo>
                  <a:cubicBezTo>
                    <a:pt x="10646" y="0"/>
                    <a:pt x="10576" y="67"/>
                    <a:pt x="10541" y="205"/>
                  </a:cubicBezTo>
                  <a:lnTo>
                    <a:pt x="8140" y="7910"/>
                  </a:lnTo>
                  <a:cubicBezTo>
                    <a:pt x="8106" y="8044"/>
                    <a:pt x="8040" y="8110"/>
                    <a:pt x="7960" y="8110"/>
                  </a:cubicBezTo>
                  <a:cubicBezTo>
                    <a:pt x="7881" y="8110"/>
                    <a:pt x="7790" y="8044"/>
                    <a:pt x="7706" y="7910"/>
                  </a:cubicBezTo>
                  <a:lnTo>
                    <a:pt x="5571" y="4241"/>
                  </a:lnTo>
                  <a:cubicBezTo>
                    <a:pt x="5505" y="4108"/>
                    <a:pt x="5421" y="4041"/>
                    <a:pt x="5346" y="4041"/>
                  </a:cubicBezTo>
                  <a:cubicBezTo>
                    <a:pt x="5271" y="4041"/>
                    <a:pt x="5204" y="4108"/>
                    <a:pt x="5171" y="4241"/>
                  </a:cubicBezTo>
                  <a:lnTo>
                    <a:pt x="2803" y="11013"/>
                  </a:lnTo>
                  <a:cubicBezTo>
                    <a:pt x="2771" y="11122"/>
                    <a:pt x="2718" y="11180"/>
                    <a:pt x="2657" y="11180"/>
                  </a:cubicBezTo>
                  <a:cubicBezTo>
                    <a:pt x="2587" y="11180"/>
                    <a:pt x="2507" y="11105"/>
                    <a:pt x="2436" y="10946"/>
                  </a:cubicBezTo>
                  <a:lnTo>
                    <a:pt x="1535" y="8644"/>
                  </a:lnTo>
                  <a:cubicBezTo>
                    <a:pt x="1466" y="8490"/>
                    <a:pt x="1398" y="8415"/>
                    <a:pt x="1334" y="8415"/>
                  </a:cubicBezTo>
                  <a:cubicBezTo>
                    <a:pt x="1273" y="8415"/>
                    <a:pt x="1217" y="8481"/>
                    <a:pt x="1168" y="8611"/>
                  </a:cubicBezTo>
                  <a:lnTo>
                    <a:pt x="1" y="13014"/>
                  </a:lnTo>
                  <a:lnTo>
                    <a:pt x="1" y="14749"/>
                  </a:lnTo>
                  <a:lnTo>
                    <a:pt x="13343" y="7043"/>
                  </a:lnTo>
                  <a:lnTo>
                    <a:pt x="13343" y="3240"/>
                  </a:lnTo>
                  <a:lnTo>
                    <a:pt x="10942" y="171"/>
                  </a:lnTo>
                  <a:cubicBezTo>
                    <a:pt x="10877" y="59"/>
                    <a:pt x="10797" y="0"/>
                    <a:pt x="1072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53"/>
            <p:cNvSpPr/>
            <p:nvPr/>
          </p:nvSpPr>
          <p:spPr>
            <a:xfrm>
              <a:off x="3378425" y="2897600"/>
              <a:ext cx="40050" cy="51250"/>
            </a:xfrm>
            <a:custGeom>
              <a:rect b="b" l="l" r="r" t="t"/>
              <a:pathLst>
                <a:path extrusionOk="0" h="2050" w="1602">
                  <a:moveTo>
                    <a:pt x="1144" y="0"/>
                  </a:moveTo>
                  <a:cubicBezTo>
                    <a:pt x="1040" y="0"/>
                    <a:pt x="923" y="32"/>
                    <a:pt x="801" y="97"/>
                  </a:cubicBezTo>
                  <a:cubicBezTo>
                    <a:pt x="334" y="397"/>
                    <a:pt x="34" y="931"/>
                    <a:pt x="0" y="1465"/>
                  </a:cubicBezTo>
                  <a:cubicBezTo>
                    <a:pt x="0" y="1839"/>
                    <a:pt x="181" y="2050"/>
                    <a:pt x="438" y="2050"/>
                  </a:cubicBezTo>
                  <a:cubicBezTo>
                    <a:pt x="548" y="2050"/>
                    <a:pt x="671" y="2012"/>
                    <a:pt x="801" y="1932"/>
                  </a:cubicBezTo>
                  <a:cubicBezTo>
                    <a:pt x="1268" y="1632"/>
                    <a:pt x="1568" y="1131"/>
                    <a:pt x="1601" y="564"/>
                  </a:cubicBezTo>
                  <a:cubicBezTo>
                    <a:pt x="1601" y="205"/>
                    <a:pt x="1412" y="0"/>
                    <a:pt x="114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53"/>
            <p:cNvSpPr/>
            <p:nvPr/>
          </p:nvSpPr>
          <p:spPr>
            <a:xfrm>
              <a:off x="3246650" y="3171375"/>
              <a:ext cx="401975" cy="235700"/>
            </a:xfrm>
            <a:custGeom>
              <a:rect b="b" l="l" r="r" t="t"/>
              <a:pathLst>
                <a:path extrusionOk="0" h="9428" w="16079">
                  <a:moveTo>
                    <a:pt x="15872" y="1"/>
                  </a:moveTo>
                  <a:cubicBezTo>
                    <a:pt x="15836" y="1"/>
                    <a:pt x="15803" y="8"/>
                    <a:pt x="15779" y="21"/>
                  </a:cubicBezTo>
                  <a:lnTo>
                    <a:pt x="134" y="9060"/>
                  </a:lnTo>
                  <a:cubicBezTo>
                    <a:pt x="34" y="9127"/>
                    <a:pt x="1" y="9227"/>
                    <a:pt x="67" y="9327"/>
                  </a:cubicBezTo>
                  <a:cubicBezTo>
                    <a:pt x="101" y="9394"/>
                    <a:pt x="168" y="9427"/>
                    <a:pt x="234" y="9427"/>
                  </a:cubicBezTo>
                  <a:cubicBezTo>
                    <a:pt x="268" y="9427"/>
                    <a:pt x="301" y="9427"/>
                    <a:pt x="334" y="9394"/>
                  </a:cubicBezTo>
                  <a:lnTo>
                    <a:pt x="15979" y="388"/>
                  </a:lnTo>
                  <a:cubicBezTo>
                    <a:pt x="16079" y="321"/>
                    <a:pt x="16079" y="187"/>
                    <a:pt x="16046" y="87"/>
                  </a:cubicBezTo>
                  <a:cubicBezTo>
                    <a:pt x="16003" y="24"/>
                    <a:pt x="15934" y="1"/>
                    <a:pt x="1587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53"/>
            <p:cNvSpPr/>
            <p:nvPr/>
          </p:nvSpPr>
          <p:spPr>
            <a:xfrm>
              <a:off x="3440950" y="3284675"/>
              <a:ext cx="10875" cy="205800"/>
            </a:xfrm>
            <a:custGeom>
              <a:rect b="b" l="l" r="r" t="t"/>
              <a:pathLst>
                <a:path extrusionOk="0" h="8232" w="435">
                  <a:moveTo>
                    <a:pt x="201" y="0"/>
                  </a:moveTo>
                  <a:cubicBezTo>
                    <a:pt x="101" y="0"/>
                    <a:pt x="1" y="75"/>
                    <a:pt x="1" y="225"/>
                  </a:cubicBezTo>
                  <a:lnTo>
                    <a:pt x="1" y="8031"/>
                  </a:lnTo>
                  <a:cubicBezTo>
                    <a:pt x="1" y="8131"/>
                    <a:pt x="68" y="8231"/>
                    <a:pt x="201" y="8231"/>
                  </a:cubicBezTo>
                  <a:cubicBezTo>
                    <a:pt x="301" y="8231"/>
                    <a:pt x="435" y="8131"/>
                    <a:pt x="401" y="8031"/>
                  </a:cubicBezTo>
                  <a:lnTo>
                    <a:pt x="401" y="225"/>
                  </a:lnTo>
                  <a:cubicBezTo>
                    <a:pt x="401" y="75"/>
                    <a:pt x="301" y="0"/>
                    <a:pt x="20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53"/>
            <p:cNvSpPr/>
            <p:nvPr/>
          </p:nvSpPr>
          <p:spPr>
            <a:xfrm>
              <a:off x="3843750" y="1640775"/>
              <a:ext cx="301900" cy="466775"/>
            </a:xfrm>
            <a:custGeom>
              <a:rect b="b" l="l" r="r" t="t"/>
              <a:pathLst>
                <a:path extrusionOk="0" h="18671" w="12076">
                  <a:moveTo>
                    <a:pt x="7639" y="1"/>
                  </a:moveTo>
                  <a:lnTo>
                    <a:pt x="7638" y="7"/>
                  </a:lnTo>
                  <a:lnTo>
                    <a:pt x="7638" y="7"/>
                  </a:lnTo>
                  <a:cubicBezTo>
                    <a:pt x="7650" y="5"/>
                    <a:pt x="7661" y="3"/>
                    <a:pt x="7673" y="1"/>
                  </a:cubicBezTo>
                  <a:close/>
                  <a:moveTo>
                    <a:pt x="7638" y="7"/>
                  </a:moveTo>
                  <a:lnTo>
                    <a:pt x="7638" y="7"/>
                  </a:lnTo>
                  <a:cubicBezTo>
                    <a:pt x="7116" y="111"/>
                    <a:pt x="6595" y="340"/>
                    <a:pt x="6138" y="601"/>
                  </a:cubicBezTo>
                  <a:cubicBezTo>
                    <a:pt x="2736" y="2569"/>
                    <a:pt x="0" y="8040"/>
                    <a:pt x="0" y="12843"/>
                  </a:cubicBezTo>
                  <a:cubicBezTo>
                    <a:pt x="0" y="16486"/>
                    <a:pt x="1573" y="18670"/>
                    <a:pt x="3817" y="18670"/>
                  </a:cubicBezTo>
                  <a:cubicBezTo>
                    <a:pt x="4532" y="18670"/>
                    <a:pt x="5316" y="18448"/>
                    <a:pt x="6138" y="17980"/>
                  </a:cubicBezTo>
                  <a:cubicBezTo>
                    <a:pt x="9007" y="16313"/>
                    <a:pt x="11409" y="12143"/>
                    <a:pt x="12076" y="8007"/>
                  </a:cubicBezTo>
                  <a:lnTo>
                    <a:pt x="12076" y="8007"/>
                  </a:lnTo>
                  <a:lnTo>
                    <a:pt x="10408" y="8373"/>
                  </a:lnTo>
                  <a:cubicBezTo>
                    <a:pt x="9908" y="11342"/>
                    <a:pt x="8173" y="14311"/>
                    <a:pt x="6138" y="15512"/>
                  </a:cubicBezTo>
                  <a:cubicBezTo>
                    <a:pt x="5552" y="15849"/>
                    <a:pt x="4994" y="16008"/>
                    <a:pt x="4483" y="16008"/>
                  </a:cubicBezTo>
                  <a:cubicBezTo>
                    <a:pt x="2870" y="16008"/>
                    <a:pt x="1735" y="14419"/>
                    <a:pt x="1735" y="11809"/>
                  </a:cubicBezTo>
                  <a:cubicBezTo>
                    <a:pt x="1768" y="8407"/>
                    <a:pt x="3703" y="4471"/>
                    <a:pt x="6138" y="3070"/>
                  </a:cubicBezTo>
                  <a:cubicBezTo>
                    <a:pt x="6472" y="2870"/>
                    <a:pt x="6839" y="2736"/>
                    <a:pt x="7239" y="2636"/>
                  </a:cubicBezTo>
                  <a:lnTo>
                    <a:pt x="7638" y="7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53"/>
            <p:cNvSpPr/>
            <p:nvPr/>
          </p:nvSpPr>
          <p:spPr>
            <a:xfrm>
              <a:off x="3931300" y="1772575"/>
              <a:ext cx="131800" cy="200950"/>
            </a:xfrm>
            <a:custGeom>
              <a:rect b="b" l="l" r="r" t="t"/>
              <a:pathLst>
                <a:path extrusionOk="0" h="8038" w="5272">
                  <a:moveTo>
                    <a:pt x="3640" y="1"/>
                  </a:moveTo>
                  <a:cubicBezTo>
                    <a:pt x="3332" y="1"/>
                    <a:pt x="2993" y="97"/>
                    <a:pt x="2636" y="299"/>
                  </a:cubicBezTo>
                  <a:cubicBezTo>
                    <a:pt x="1168" y="1133"/>
                    <a:pt x="1" y="3502"/>
                    <a:pt x="1" y="5537"/>
                  </a:cubicBezTo>
                  <a:cubicBezTo>
                    <a:pt x="1" y="7102"/>
                    <a:pt x="670" y="8037"/>
                    <a:pt x="1632" y="8037"/>
                  </a:cubicBezTo>
                  <a:cubicBezTo>
                    <a:pt x="1941" y="8037"/>
                    <a:pt x="2280" y="7941"/>
                    <a:pt x="2636" y="7738"/>
                  </a:cubicBezTo>
                  <a:cubicBezTo>
                    <a:pt x="4104" y="6904"/>
                    <a:pt x="5271" y="4536"/>
                    <a:pt x="5271" y="2501"/>
                  </a:cubicBezTo>
                  <a:cubicBezTo>
                    <a:pt x="5271" y="935"/>
                    <a:pt x="4602" y="1"/>
                    <a:pt x="364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53"/>
            <p:cNvSpPr/>
            <p:nvPr/>
          </p:nvSpPr>
          <p:spPr>
            <a:xfrm>
              <a:off x="4046400" y="1614450"/>
              <a:ext cx="125950" cy="211500"/>
            </a:xfrm>
            <a:custGeom>
              <a:rect b="b" l="l" r="r" t="t"/>
              <a:pathLst>
                <a:path extrusionOk="0" h="8460" w="5038">
                  <a:moveTo>
                    <a:pt x="1194" y="0"/>
                  </a:moveTo>
                  <a:cubicBezTo>
                    <a:pt x="937" y="0"/>
                    <a:pt x="673" y="29"/>
                    <a:pt x="401" y="86"/>
                  </a:cubicBezTo>
                  <a:lnTo>
                    <a:pt x="0" y="2755"/>
                  </a:lnTo>
                  <a:cubicBezTo>
                    <a:pt x="204" y="2709"/>
                    <a:pt x="402" y="2686"/>
                    <a:pt x="593" y="2686"/>
                  </a:cubicBezTo>
                  <a:cubicBezTo>
                    <a:pt x="2186" y="2686"/>
                    <a:pt x="3303" y="4267"/>
                    <a:pt x="3303" y="6858"/>
                  </a:cubicBezTo>
                  <a:cubicBezTo>
                    <a:pt x="3269" y="7392"/>
                    <a:pt x="3236" y="7925"/>
                    <a:pt x="3136" y="8459"/>
                  </a:cubicBezTo>
                  <a:lnTo>
                    <a:pt x="4837" y="8092"/>
                  </a:lnTo>
                  <a:cubicBezTo>
                    <a:pt x="4970" y="7325"/>
                    <a:pt x="5037" y="6591"/>
                    <a:pt x="5037" y="5824"/>
                  </a:cubicBezTo>
                  <a:cubicBezTo>
                    <a:pt x="5037" y="2199"/>
                    <a:pt x="3450" y="0"/>
                    <a:pt x="119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53"/>
            <p:cNvSpPr/>
            <p:nvPr/>
          </p:nvSpPr>
          <p:spPr>
            <a:xfrm>
              <a:off x="3926300" y="2398000"/>
              <a:ext cx="45075" cy="356950"/>
            </a:xfrm>
            <a:custGeom>
              <a:rect b="b" l="l" r="r" t="t"/>
              <a:pathLst>
                <a:path extrusionOk="0" h="14278" w="1803">
                  <a:moveTo>
                    <a:pt x="1802" y="0"/>
                  </a:moveTo>
                  <a:lnTo>
                    <a:pt x="1" y="1034"/>
                  </a:lnTo>
                  <a:lnTo>
                    <a:pt x="1" y="14277"/>
                  </a:lnTo>
                  <a:lnTo>
                    <a:pt x="1802" y="13243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53"/>
            <p:cNvSpPr/>
            <p:nvPr/>
          </p:nvSpPr>
          <p:spPr>
            <a:xfrm>
              <a:off x="4179000" y="2428025"/>
              <a:ext cx="45050" cy="180975"/>
            </a:xfrm>
            <a:custGeom>
              <a:rect b="b" l="l" r="r" t="t"/>
              <a:pathLst>
                <a:path extrusionOk="0" h="7239" w="1802">
                  <a:moveTo>
                    <a:pt x="1801" y="0"/>
                  </a:moveTo>
                  <a:lnTo>
                    <a:pt x="0" y="1034"/>
                  </a:lnTo>
                  <a:lnTo>
                    <a:pt x="0" y="7239"/>
                  </a:lnTo>
                  <a:lnTo>
                    <a:pt x="1801" y="6204"/>
                  </a:lnTo>
                  <a:lnTo>
                    <a:pt x="1801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53"/>
            <p:cNvSpPr/>
            <p:nvPr/>
          </p:nvSpPr>
          <p:spPr>
            <a:xfrm>
              <a:off x="4116450" y="2378800"/>
              <a:ext cx="44225" cy="266900"/>
            </a:xfrm>
            <a:custGeom>
              <a:rect b="b" l="l" r="r" t="t"/>
              <a:pathLst>
                <a:path extrusionOk="0" h="10676" w="1769">
                  <a:moveTo>
                    <a:pt x="1768" y="1"/>
                  </a:moveTo>
                  <a:lnTo>
                    <a:pt x="0" y="1035"/>
                  </a:lnTo>
                  <a:lnTo>
                    <a:pt x="0" y="10675"/>
                  </a:lnTo>
                  <a:lnTo>
                    <a:pt x="1768" y="9641"/>
                  </a:lnTo>
                  <a:lnTo>
                    <a:pt x="176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53"/>
            <p:cNvSpPr/>
            <p:nvPr/>
          </p:nvSpPr>
          <p:spPr>
            <a:xfrm>
              <a:off x="4053075" y="2529750"/>
              <a:ext cx="45050" cy="152625"/>
            </a:xfrm>
            <a:custGeom>
              <a:rect b="b" l="l" r="r" t="t"/>
              <a:pathLst>
                <a:path extrusionOk="0" h="6105" w="1802">
                  <a:moveTo>
                    <a:pt x="1801" y="1"/>
                  </a:moveTo>
                  <a:lnTo>
                    <a:pt x="0" y="1035"/>
                  </a:lnTo>
                  <a:lnTo>
                    <a:pt x="0" y="6105"/>
                  </a:lnTo>
                  <a:lnTo>
                    <a:pt x="1801" y="5071"/>
                  </a:lnTo>
                  <a:lnTo>
                    <a:pt x="180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53"/>
            <p:cNvSpPr/>
            <p:nvPr/>
          </p:nvSpPr>
          <p:spPr>
            <a:xfrm>
              <a:off x="3989675" y="2526425"/>
              <a:ext cx="45075" cy="192650"/>
            </a:xfrm>
            <a:custGeom>
              <a:rect b="b" l="l" r="r" t="t"/>
              <a:pathLst>
                <a:path extrusionOk="0" h="7706" w="1803">
                  <a:moveTo>
                    <a:pt x="1802" y="0"/>
                  </a:moveTo>
                  <a:lnTo>
                    <a:pt x="1" y="1034"/>
                  </a:lnTo>
                  <a:lnTo>
                    <a:pt x="1" y="7706"/>
                  </a:lnTo>
                  <a:lnTo>
                    <a:pt x="1802" y="6638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53"/>
            <p:cNvSpPr/>
            <p:nvPr/>
          </p:nvSpPr>
          <p:spPr>
            <a:xfrm>
              <a:off x="3892950" y="2572400"/>
              <a:ext cx="404450" cy="235900"/>
            </a:xfrm>
            <a:custGeom>
              <a:rect b="b" l="l" r="r" t="t"/>
              <a:pathLst>
                <a:path extrusionOk="0" h="9436" w="16178">
                  <a:moveTo>
                    <a:pt x="15880" y="0"/>
                  </a:moveTo>
                  <a:cubicBezTo>
                    <a:pt x="15848" y="0"/>
                    <a:pt x="15813" y="9"/>
                    <a:pt x="15778" y="29"/>
                  </a:cubicBezTo>
                  <a:lnTo>
                    <a:pt x="134" y="9069"/>
                  </a:lnTo>
                  <a:cubicBezTo>
                    <a:pt x="34" y="9102"/>
                    <a:pt x="1" y="9236"/>
                    <a:pt x="67" y="9336"/>
                  </a:cubicBezTo>
                  <a:cubicBezTo>
                    <a:pt x="101" y="9403"/>
                    <a:pt x="167" y="9436"/>
                    <a:pt x="234" y="9436"/>
                  </a:cubicBezTo>
                  <a:cubicBezTo>
                    <a:pt x="267" y="9436"/>
                    <a:pt x="301" y="9436"/>
                    <a:pt x="334" y="9403"/>
                  </a:cubicBezTo>
                  <a:lnTo>
                    <a:pt x="15979" y="396"/>
                  </a:lnTo>
                  <a:cubicBezTo>
                    <a:pt x="16177" y="283"/>
                    <a:pt x="16062" y="0"/>
                    <a:pt x="1588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53"/>
            <p:cNvSpPr/>
            <p:nvPr/>
          </p:nvSpPr>
          <p:spPr>
            <a:xfrm>
              <a:off x="4087250" y="2685900"/>
              <a:ext cx="10875" cy="205800"/>
            </a:xfrm>
            <a:custGeom>
              <a:rect b="b" l="l" r="r" t="t"/>
              <a:pathLst>
                <a:path extrusionOk="0" h="8232" w="435">
                  <a:moveTo>
                    <a:pt x="201" y="1"/>
                  </a:moveTo>
                  <a:cubicBezTo>
                    <a:pt x="101" y="1"/>
                    <a:pt x="1" y="76"/>
                    <a:pt x="1" y="226"/>
                  </a:cubicBezTo>
                  <a:lnTo>
                    <a:pt x="1" y="8032"/>
                  </a:lnTo>
                  <a:cubicBezTo>
                    <a:pt x="1" y="8132"/>
                    <a:pt x="101" y="8232"/>
                    <a:pt x="201" y="8232"/>
                  </a:cubicBezTo>
                  <a:cubicBezTo>
                    <a:pt x="334" y="8232"/>
                    <a:pt x="434" y="8132"/>
                    <a:pt x="401" y="8032"/>
                  </a:cubicBezTo>
                  <a:lnTo>
                    <a:pt x="401" y="226"/>
                  </a:lnTo>
                  <a:cubicBezTo>
                    <a:pt x="401" y="76"/>
                    <a:pt x="301" y="1"/>
                    <a:pt x="20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53"/>
            <p:cNvSpPr/>
            <p:nvPr/>
          </p:nvSpPr>
          <p:spPr>
            <a:xfrm>
              <a:off x="5191375" y="1351250"/>
              <a:ext cx="205175" cy="37700"/>
            </a:xfrm>
            <a:custGeom>
              <a:rect b="b" l="l" r="r" t="t"/>
              <a:pathLst>
                <a:path extrusionOk="0" h="1508" w="8207">
                  <a:moveTo>
                    <a:pt x="194" y="0"/>
                  </a:moveTo>
                  <a:cubicBezTo>
                    <a:pt x="109" y="0"/>
                    <a:pt x="34" y="87"/>
                    <a:pt x="34" y="174"/>
                  </a:cubicBezTo>
                  <a:cubicBezTo>
                    <a:pt x="1" y="274"/>
                    <a:pt x="67" y="374"/>
                    <a:pt x="201" y="374"/>
                  </a:cubicBezTo>
                  <a:lnTo>
                    <a:pt x="8006" y="1508"/>
                  </a:lnTo>
                  <a:lnTo>
                    <a:pt x="8040" y="1508"/>
                  </a:lnTo>
                  <a:cubicBezTo>
                    <a:pt x="8106" y="1508"/>
                    <a:pt x="8206" y="1441"/>
                    <a:pt x="8206" y="1341"/>
                  </a:cubicBezTo>
                  <a:cubicBezTo>
                    <a:pt x="8206" y="1241"/>
                    <a:pt x="8140" y="1141"/>
                    <a:pt x="8040" y="1141"/>
                  </a:cubicBezTo>
                  <a:lnTo>
                    <a:pt x="234" y="7"/>
                  </a:lnTo>
                  <a:cubicBezTo>
                    <a:pt x="221" y="2"/>
                    <a:pt x="207" y="0"/>
                    <a:pt x="19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53"/>
            <p:cNvSpPr/>
            <p:nvPr/>
          </p:nvSpPr>
          <p:spPr>
            <a:xfrm>
              <a:off x="5449050" y="2423625"/>
              <a:ext cx="252725" cy="47100"/>
            </a:xfrm>
            <a:custGeom>
              <a:rect b="b" l="l" r="r" t="t"/>
              <a:pathLst>
                <a:path extrusionOk="0" h="1884" w="10109">
                  <a:moveTo>
                    <a:pt x="183" y="1"/>
                  </a:moveTo>
                  <a:cubicBezTo>
                    <a:pt x="103" y="1"/>
                    <a:pt x="34" y="66"/>
                    <a:pt x="34" y="176"/>
                  </a:cubicBezTo>
                  <a:cubicBezTo>
                    <a:pt x="1" y="276"/>
                    <a:pt x="68" y="343"/>
                    <a:pt x="201" y="376"/>
                  </a:cubicBezTo>
                  <a:lnTo>
                    <a:pt x="9841" y="1877"/>
                  </a:lnTo>
                  <a:lnTo>
                    <a:pt x="9875" y="1877"/>
                  </a:lnTo>
                  <a:cubicBezTo>
                    <a:pt x="9888" y="1882"/>
                    <a:pt x="9902" y="1884"/>
                    <a:pt x="9915" y="1884"/>
                  </a:cubicBezTo>
                  <a:cubicBezTo>
                    <a:pt x="10000" y="1884"/>
                    <a:pt x="10075" y="1797"/>
                    <a:pt x="10075" y="1710"/>
                  </a:cubicBezTo>
                  <a:cubicBezTo>
                    <a:pt x="10108" y="1610"/>
                    <a:pt x="10041" y="1510"/>
                    <a:pt x="9908" y="1510"/>
                  </a:cubicBezTo>
                  <a:lnTo>
                    <a:pt x="234" y="9"/>
                  </a:lnTo>
                  <a:cubicBezTo>
                    <a:pt x="217" y="4"/>
                    <a:pt x="200" y="1"/>
                    <a:pt x="18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53"/>
            <p:cNvSpPr/>
            <p:nvPr/>
          </p:nvSpPr>
          <p:spPr>
            <a:xfrm>
              <a:off x="4833625" y="1974475"/>
              <a:ext cx="163550" cy="88300"/>
            </a:xfrm>
            <a:custGeom>
              <a:rect b="b" l="l" r="r" t="t"/>
              <a:pathLst>
                <a:path extrusionOk="0" h="3532" w="6542">
                  <a:moveTo>
                    <a:pt x="6272" y="0"/>
                  </a:moveTo>
                  <a:cubicBezTo>
                    <a:pt x="6240" y="0"/>
                    <a:pt x="6207" y="9"/>
                    <a:pt x="6171" y="29"/>
                  </a:cubicBezTo>
                  <a:lnTo>
                    <a:pt x="100" y="3165"/>
                  </a:lnTo>
                  <a:cubicBezTo>
                    <a:pt x="34" y="3231"/>
                    <a:pt x="0" y="3331"/>
                    <a:pt x="34" y="3432"/>
                  </a:cubicBezTo>
                  <a:cubicBezTo>
                    <a:pt x="67" y="3498"/>
                    <a:pt x="134" y="3532"/>
                    <a:pt x="201" y="3532"/>
                  </a:cubicBezTo>
                  <a:lnTo>
                    <a:pt x="301" y="3532"/>
                  </a:lnTo>
                  <a:lnTo>
                    <a:pt x="6372" y="363"/>
                  </a:lnTo>
                  <a:cubicBezTo>
                    <a:pt x="6542" y="278"/>
                    <a:pt x="6447" y="0"/>
                    <a:pt x="627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53"/>
            <p:cNvSpPr/>
            <p:nvPr/>
          </p:nvSpPr>
          <p:spPr>
            <a:xfrm>
              <a:off x="4648900" y="2318550"/>
              <a:ext cx="10875" cy="148675"/>
            </a:xfrm>
            <a:custGeom>
              <a:rect b="b" l="l" r="r" t="t"/>
              <a:pathLst>
                <a:path extrusionOk="0" h="5947" w="435">
                  <a:moveTo>
                    <a:pt x="218" y="1"/>
                  </a:moveTo>
                  <a:cubicBezTo>
                    <a:pt x="109" y="1"/>
                    <a:pt x="1" y="59"/>
                    <a:pt x="17" y="176"/>
                  </a:cubicBezTo>
                  <a:lnTo>
                    <a:pt x="17" y="5747"/>
                  </a:lnTo>
                  <a:cubicBezTo>
                    <a:pt x="17" y="5847"/>
                    <a:pt x="118" y="5947"/>
                    <a:pt x="218" y="5947"/>
                  </a:cubicBezTo>
                  <a:cubicBezTo>
                    <a:pt x="318" y="5947"/>
                    <a:pt x="418" y="5847"/>
                    <a:pt x="418" y="5747"/>
                  </a:cubicBezTo>
                  <a:lnTo>
                    <a:pt x="418" y="176"/>
                  </a:lnTo>
                  <a:cubicBezTo>
                    <a:pt x="434" y="59"/>
                    <a:pt x="326" y="1"/>
                    <a:pt x="21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53"/>
            <p:cNvSpPr/>
            <p:nvPr/>
          </p:nvSpPr>
          <p:spPr>
            <a:xfrm>
              <a:off x="4799925" y="3728700"/>
              <a:ext cx="454025" cy="229600"/>
            </a:xfrm>
            <a:custGeom>
              <a:rect b="b" l="l" r="r" t="t"/>
              <a:pathLst>
                <a:path extrusionOk="0" h="9184" w="18161">
                  <a:moveTo>
                    <a:pt x="282" y="1"/>
                  </a:moveTo>
                  <a:cubicBezTo>
                    <a:pt x="91" y="1"/>
                    <a:pt x="0" y="254"/>
                    <a:pt x="181" y="344"/>
                  </a:cubicBezTo>
                  <a:lnTo>
                    <a:pt x="17793" y="9184"/>
                  </a:lnTo>
                  <a:lnTo>
                    <a:pt x="17860" y="9184"/>
                  </a:lnTo>
                  <a:cubicBezTo>
                    <a:pt x="18060" y="9184"/>
                    <a:pt x="18160" y="8917"/>
                    <a:pt x="17960" y="8817"/>
                  </a:cubicBezTo>
                  <a:lnTo>
                    <a:pt x="348" y="10"/>
                  </a:lnTo>
                  <a:cubicBezTo>
                    <a:pt x="325" y="4"/>
                    <a:pt x="303" y="1"/>
                    <a:pt x="28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53"/>
            <p:cNvSpPr/>
            <p:nvPr/>
          </p:nvSpPr>
          <p:spPr>
            <a:xfrm>
              <a:off x="3429200" y="4345800"/>
              <a:ext cx="178575" cy="208750"/>
            </a:xfrm>
            <a:custGeom>
              <a:rect b="b" l="l" r="r" t="t"/>
              <a:pathLst>
                <a:path extrusionOk="0" h="8350" w="7143">
                  <a:moveTo>
                    <a:pt x="253" y="1"/>
                  </a:moveTo>
                  <a:cubicBezTo>
                    <a:pt x="117" y="1"/>
                    <a:pt x="1" y="156"/>
                    <a:pt x="104" y="311"/>
                  </a:cubicBezTo>
                  <a:lnTo>
                    <a:pt x="6775" y="8283"/>
                  </a:lnTo>
                  <a:cubicBezTo>
                    <a:pt x="6809" y="8350"/>
                    <a:pt x="6876" y="8350"/>
                    <a:pt x="6942" y="8350"/>
                  </a:cubicBezTo>
                  <a:cubicBezTo>
                    <a:pt x="6976" y="8350"/>
                    <a:pt x="7009" y="8350"/>
                    <a:pt x="7042" y="8317"/>
                  </a:cubicBezTo>
                  <a:cubicBezTo>
                    <a:pt x="7142" y="8250"/>
                    <a:pt x="7142" y="8116"/>
                    <a:pt x="7076" y="8050"/>
                  </a:cubicBezTo>
                  <a:lnTo>
                    <a:pt x="371" y="44"/>
                  </a:lnTo>
                  <a:cubicBezTo>
                    <a:pt x="333" y="14"/>
                    <a:pt x="292" y="1"/>
                    <a:pt x="25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53"/>
            <p:cNvSpPr/>
            <p:nvPr/>
          </p:nvSpPr>
          <p:spPr>
            <a:xfrm>
              <a:off x="3802050" y="4453300"/>
              <a:ext cx="191000" cy="148800"/>
            </a:xfrm>
            <a:custGeom>
              <a:rect b="b" l="l" r="r" t="t"/>
              <a:pathLst>
                <a:path extrusionOk="0" h="5952" w="7640">
                  <a:moveTo>
                    <a:pt x="7438" y="1"/>
                  </a:moveTo>
                  <a:cubicBezTo>
                    <a:pt x="7396" y="1"/>
                    <a:pt x="7351" y="17"/>
                    <a:pt x="7306" y="47"/>
                  </a:cubicBezTo>
                  <a:lnTo>
                    <a:pt x="101" y="5584"/>
                  </a:lnTo>
                  <a:cubicBezTo>
                    <a:pt x="34" y="5651"/>
                    <a:pt x="1" y="5785"/>
                    <a:pt x="67" y="5851"/>
                  </a:cubicBezTo>
                  <a:cubicBezTo>
                    <a:pt x="101" y="5918"/>
                    <a:pt x="167" y="5951"/>
                    <a:pt x="234" y="5951"/>
                  </a:cubicBezTo>
                  <a:cubicBezTo>
                    <a:pt x="267" y="5951"/>
                    <a:pt x="301" y="5918"/>
                    <a:pt x="334" y="5885"/>
                  </a:cubicBezTo>
                  <a:lnTo>
                    <a:pt x="7539" y="347"/>
                  </a:lnTo>
                  <a:cubicBezTo>
                    <a:pt x="7639" y="281"/>
                    <a:pt x="7639" y="147"/>
                    <a:pt x="7573" y="80"/>
                  </a:cubicBezTo>
                  <a:cubicBezTo>
                    <a:pt x="7536" y="25"/>
                    <a:pt x="7489" y="1"/>
                    <a:pt x="743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53"/>
            <p:cNvSpPr/>
            <p:nvPr/>
          </p:nvSpPr>
          <p:spPr>
            <a:xfrm>
              <a:off x="4185650" y="1864275"/>
              <a:ext cx="321100" cy="8375"/>
            </a:xfrm>
            <a:custGeom>
              <a:rect b="b" l="l" r="r" t="t"/>
              <a:pathLst>
                <a:path extrusionOk="0" h="335" w="12844">
                  <a:moveTo>
                    <a:pt x="12643" y="1"/>
                  </a:moveTo>
                  <a:lnTo>
                    <a:pt x="201" y="101"/>
                  </a:lnTo>
                  <a:cubicBezTo>
                    <a:pt x="101" y="101"/>
                    <a:pt x="1" y="134"/>
                    <a:pt x="34" y="201"/>
                  </a:cubicBezTo>
                  <a:cubicBezTo>
                    <a:pt x="34" y="267"/>
                    <a:pt x="101" y="334"/>
                    <a:pt x="201" y="334"/>
                  </a:cubicBezTo>
                  <a:lnTo>
                    <a:pt x="12643" y="234"/>
                  </a:lnTo>
                  <a:cubicBezTo>
                    <a:pt x="12743" y="234"/>
                    <a:pt x="12843" y="201"/>
                    <a:pt x="12843" y="134"/>
                  </a:cubicBezTo>
                  <a:cubicBezTo>
                    <a:pt x="12843" y="67"/>
                    <a:pt x="12743" y="1"/>
                    <a:pt x="1264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53"/>
            <p:cNvSpPr/>
            <p:nvPr/>
          </p:nvSpPr>
          <p:spPr>
            <a:xfrm>
              <a:off x="4715200" y="3815500"/>
              <a:ext cx="13375" cy="352950"/>
            </a:xfrm>
            <a:custGeom>
              <a:rect b="b" l="l" r="r" t="t"/>
              <a:pathLst>
                <a:path extrusionOk="0" h="14118" w="535">
                  <a:moveTo>
                    <a:pt x="239" y="1"/>
                  </a:moveTo>
                  <a:cubicBezTo>
                    <a:pt x="227" y="1"/>
                    <a:pt x="214" y="3"/>
                    <a:pt x="201" y="7"/>
                  </a:cubicBezTo>
                  <a:cubicBezTo>
                    <a:pt x="67" y="7"/>
                    <a:pt x="1" y="74"/>
                    <a:pt x="1" y="174"/>
                  </a:cubicBezTo>
                  <a:lnTo>
                    <a:pt x="167" y="13917"/>
                  </a:lnTo>
                  <a:cubicBezTo>
                    <a:pt x="167" y="14017"/>
                    <a:pt x="234" y="14118"/>
                    <a:pt x="368" y="14118"/>
                  </a:cubicBezTo>
                  <a:cubicBezTo>
                    <a:pt x="468" y="14118"/>
                    <a:pt x="534" y="14017"/>
                    <a:pt x="534" y="13917"/>
                  </a:cubicBezTo>
                  <a:lnTo>
                    <a:pt x="368" y="174"/>
                  </a:lnTo>
                  <a:cubicBezTo>
                    <a:pt x="368" y="88"/>
                    <a:pt x="318" y="1"/>
                    <a:pt x="23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53"/>
            <p:cNvSpPr/>
            <p:nvPr/>
          </p:nvSpPr>
          <p:spPr>
            <a:xfrm>
              <a:off x="5424875" y="2105050"/>
              <a:ext cx="79450" cy="231250"/>
            </a:xfrm>
            <a:custGeom>
              <a:rect b="b" l="l" r="r" t="t"/>
              <a:pathLst>
                <a:path extrusionOk="0" h="9250" w="3178">
                  <a:moveTo>
                    <a:pt x="2922" y="1"/>
                  </a:moveTo>
                  <a:cubicBezTo>
                    <a:pt x="2848" y="1"/>
                    <a:pt x="2782" y="33"/>
                    <a:pt x="2769" y="110"/>
                  </a:cubicBezTo>
                  <a:lnTo>
                    <a:pt x="34" y="9016"/>
                  </a:lnTo>
                  <a:cubicBezTo>
                    <a:pt x="1" y="9116"/>
                    <a:pt x="67" y="9216"/>
                    <a:pt x="167" y="9250"/>
                  </a:cubicBezTo>
                  <a:lnTo>
                    <a:pt x="201" y="9250"/>
                  </a:lnTo>
                  <a:cubicBezTo>
                    <a:pt x="301" y="9250"/>
                    <a:pt x="368" y="9183"/>
                    <a:pt x="401" y="9116"/>
                  </a:cubicBezTo>
                  <a:lnTo>
                    <a:pt x="3136" y="210"/>
                  </a:lnTo>
                  <a:cubicBezTo>
                    <a:pt x="3177" y="86"/>
                    <a:pt x="3040" y="1"/>
                    <a:pt x="292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53"/>
            <p:cNvSpPr/>
            <p:nvPr/>
          </p:nvSpPr>
          <p:spPr>
            <a:xfrm>
              <a:off x="4573425" y="3479950"/>
              <a:ext cx="292750" cy="370775"/>
            </a:xfrm>
            <a:custGeom>
              <a:rect b="b" l="l" r="r" t="t"/>
              <a:pathLst>
                <a:path extrusionOk="0" h="14831" w="11710">
                  <a:moveTo>
                    <a:pt x="8274" y="920"/>
                  </a:moveTo>
                  <a:cubicBezTo>
                    <a:pt x="8674" y="920"/>
                    <a:pt x="9074" y="1021"/>
                    <a:pt x="9441" y="1221"/>
                  </a:cubicBezTo>
                  <a:cubicBezTo>
                    <a:pt x="10308" y="1721"/>
                    <a:pt x="10775" y="2822"/>
                    <a:pt x="10775" y="4290"/>
                  </a:cubicBezTo>
                  <a:cubicBezTo>
                    <a:pt x="10775" y="7559"/>
                    <a:pt x="8474" y="11561"/>
                    <a:pt x="5638" y="13196"/>
                  </a:cubicBezTo>
                  <a:cubicBezTo>
                    <a:pt x="4856" y="13637"/>
                    <a:pt x="4123" y="13861"/>
                    <a:pt x="3473" y="13861"/>
                  </a:cubicBezTo>
                  <a:cubicBezTo>
                    <a:pt x="3042" y="13861"/>
                    <a:pt x="2649" y="13762"/>
                    <a:pt x="2303" y="13563"/>
                  </a:cubicBezTo>
                  <a:cubicBezTo>
                    <a:pt x="1435" y="13063"/>
                    <a:pt x="968" y="11995"/>
                    <a:pt x="968" y="10494"/>
                  </a:cubicBezTo>
                  <a:cubicBezTo>
                    <a:pt x="968" y="7225"/>
                    <a:pt x="3270" y="3222"/>
                    <a:pt x="6105" y="1588"/>
                  </a:cubicBezTo>
                  <a:cubicBezTo>
                    <a:pt x="6739" y="1187"/>
                    <a:pt x="7506" y="954"/>
                    <a:pt x="8274" y="920"/>
                  </a:cubicBezTo>
                  <a:close/>
                  <a:moveTo>
                    <a:pt x="8266" y="1"/>
                  </a:moveTo>
                  <a:cubicBezTo>
                    <a:pt x="7445" y="1"/>
                    <a:pt x="6547" y="265"/>
                    <a:pt x="5638" y="787"/>
                  </a:cubicBezTo>
                  <a:cubicBezTo>
                    <a:pt x="2536" y="2588"/>
                    <a:pt x="1" y="6925"/>
                    <a:pt x="1" y="10527"/>
                  </a:cubicBezTo>
                  <a:cubicBezTo>
                    <a:pt x="1" y="12362"/>
                    <a:pt x="668" y="13730"/>
                    <a:pt x="1836" y="14397"/>
                  </a:cubicBezTo>
                  <a:cubicBezTo>
                    <a:pt x="2336" y="14697"/>
                    <a:pt x="2903" y="14830"/>
                    <a:pt x="3470" y="14830"/>
                  </a:cubicBezTo>
                  <a:cubicBezTo>
                    <a:pt x="4404" y="14797"/>
                    <a:pt x="5305" y="14530"/>
                    <a:pt x="6105" y="14030"/>
                  </a:cubicBezTo>
                  <a:cubicBezTo>
                    <a:pt x="9208" y="12229"/>
                    <a:pt x="11709" y="7859"/>
                    <a:pt x="11709" y="4290"/>
                  </a:cubicBezTo>
                  <a:cubicBezTo>
                    <a:pt x="11709" y="2455"/>
                    <a:pt x="11076" y="1087"/>
                    <a:pt x="9908" y="420"/>
                  </a:cubicBezTo>
                  <a:cubicBezTo>
                    <a:pt x="9417" y="140"/>
                    <a:pt x="8862" y="1"/>
                    <a:pt x="826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53"/>
            <p:cNvSpPr/>
            <p:nvPr/>
          </p:nvSpPr>
          <p:spPr>
            <a:xfrm>
              <a:off x="4640975" y="3562400"/>
              <a:ext cx="158475" cy="204850"/>
            </a:xfrm>
            <a:custGeom>
              <a:rect b="b" l="l" r="r" t="t"/>
              <a:pathLst>
                <a:path extrusionOk="0" h="8194" w="6339">
                  <a:moveTo>
                    <a:pt x="4580" y="0"/>
                  </a:moveTo>
                  <a:cubicBezTo>
                    <a:pt x="4157" y="0"/>
                    <a:pt x="3679" y="137"/>
                    <a:pt x="3170" y="424"/>
                  </a:cubicBezTo>
                  <a:cubicBezTo>
                    <a:pt x="1302" y="1659"/>
                    <a:pt x="101" y="3694"/>
                    <a:pt x="1" y="5928"/>
                  </a:cubicBezTo>
                  <a:cubicBezTo>
                    <a:pt x="1" y="7371"/>
                    <a:pt x="705" y="8193"/>
                    <a:pt x="1745" y="8193"/>
                  </a:cubicBezTo>
                  <a:cubicBezTo>
                    <a:pt x="2172" y="8193"/>
                    <a:pt x="2655" y="8054"/>
                    <a:pt x="3170" y="7763"/>
                  </a:cubicBezTo>
                  <a:cubicBezTo>
                    <a:pt x="5038" y="6529"/>
                    <a:pt x="6205" y="4494"/>
                    <a:pt x="6339" y="2259"/>
                  </a:cubicBezTo>
                  <a:cubicBezTo>
                    <a:pt x="6339" y="834"/>
                    <a:pt x="5628" y="0"/>
                    <a:pt x="458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53"/>
            <p:cNvSpPr/>
            <p:nvPr/>
          </p:nvSpPr>
          <p:spPr>
            <a:xfrm>
              <a:off x="3957175" y="4127075"/>
              <a:ext cx="292725" cy="370775"/>
            </a:xfrm>
            <a:custGeom>
              <a:rect b="b" l="l" r="r" t="t"/>
              <a:pathLst>
                <a:path extrusionOk="0" h="14831" w="11709">
                  <a:moveTo>
                    <a:pt x="8274" y="925"/>
                  </a:moveTo>
                  <a:cubicBezTo>
                    <a:pt x="8703" y="925"/>
                    <a:pt x="9098" y="1023"/>
                    <a:pt x="9440" y="1221"/>
                  </a:cubicBezTo>
                  <a:cubicBezTo>
                    <a:pt x="10307" y="1721"/>
                    <a:pt x="10774" y="2822"/>
                    <a:pt x="10774" y="4290"/>
                  </a:cubicBezTo>
                  <a:cubicBezTo>
                    <a:pt x="10774" y="7559"/>
                    <a:pt x="8473" y="11562"/>
                    <a:pt x="5637" y="13196"/>
                  </a:cubicBezTo>
                  <a:cubicBezTo>
                    <a:pt x="4855" y="13637"/>
                    <a:pt x="4122" y="13861"/>
                    <a:pt x="3472" y="13861"/>
                  </a:cubicBezTo>
                  <a:cubicBezTo>
                    <a:pt x="3041" y="13861"/>
                    <a:pt x="2648" y="13763"/>
                    <a:pt x="2302" y="13563"/>
                  </a:cubicBezTo>
                  <a:cubicBezTo>
                    <a:pt x="1434" y="13096"/>
                    <a:pt x="967" y="11995"/>
                    <a:pt x="967" y="10494"/>
                  </a:cubicBezTo>
                  <a:cubicBezTo>
                    <a:pt x="967" y="7225"/>
                    <a:pt x="3269" y="3256"/>
                    <a:pt x="6104" y="1621"/>
                  </a:cubicBezTo>
                  <a:cubicBezTo>
                    <a:pt x="6872" y="1157"/>
                    <a:pt x="7614" y="925"/>
                    <a:pt x="8274" y="925"/>
                  </a:cubicBezTo>
                  <a:close/>
                  <a:moveTo>
                    <a:pt x="8263" y="1"/>
                  </a:moveTo>
                  <a:cubicBezTo>
                    <a:pt x="7438" y="1"/>
                    <a:pt x="6532" y="265"/>
                    <a:pt x="5604" y="787"/>
                  </a:cubicBezTo>
                  <a:cubicBezTo>
                    <a:pt x="2502" y="2589"/>
                    <a:pt x="0" y="6958"/>
                    <a:pt x="0" y="10528"/>
                  </a:cubicBezTo>
                  <a:cubicBezTo>
                    <a:pt x="0" y="12362"/>
                    <a:pt x="634" y="13730"/>
                    <a:pt x="1835" y="14397"/>
                  </a:cubicBezTo>
                  <a:cubicBezTo>
                    <a:pt x="2302" y="14697"/>
                    <a:pt x="2869" y="14831"/>
                    <a:pt x="3469" y="14831"/>
                  </a:cubicBezTo>
                  <a:cubicBezTo>
                    <a:pt x="4403" y="14797"/>
                    <a:pt x="5304" y="14530"/>
                    <a:pt x="6104" y="14030"/>
                  </a:cubicBezTo>
                  <a:cubicBezTo>
                    <a:pt x="9207" y="12229"/>
                    <a:pt x="11708" y="7892"/>
                    <a:pt x="11708" y="4323"/>
                  </a:cubicBezTo>
                  <a:cubicBezTo>
                    <a:pt x="11708" y="2488"/>
                    <a:pt x="11075" y="1087"/>
                    <a:pt x="9907" y="420"/>
                  </a:cubicBezTo>
                  <a:cubicBezTo>
                    <a:pt x="9416" y="140"/>
                    <a:pt x="8861" y="1"/>
                    <a:pt x="826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53"/>
            <p:cNvSpPr/>
            <p:nvPr/>
          </p:nvSpPr>
          <p:spPr>
            <a:xfrm>
              <a:off x="4023875" y="4209375"/>
              <a:ext cx="159300" cy="205000"/>
            </a:xfrm>
            <a:custGeom>
              <a:rect b="b" l="l" r="r" t="t"/>
              <a:pathLst>
                <a:path extrusionOk="0" h="8200" w="6372">
                  <a:moveTo>
                    <a:pt x="4613" y="1"/>
                  </a:moveTo>
                  <a:cubicBezTo>
                    <a:pt x="4187" y="1"/>
                    <a:pt x="3708" y="139"/>
                    <a:pt x="3203" y="431"/>
                  </a:cubicBezTo>
                  <a:cubicBezTo>
                    <a:pt x="1302" y="1665"/>
                    <a:pt x="134" y="3700"/>
                    <a:pt x="1" y="5935"/>
                  </a:cubicBezTo>
                  <a:cubicBezTo>
                    <a:pt x="1" y="7377"/>
                    <a:pt x="721" y="8199"/>
                    <a:pt x="1771" y="8199"/>
                  </a:cubicBezTo>
                  <a:cubicBezTo>
                    <a:pt x="2202" y="8199"/>
                    <a:pt x="2688" y="8061"/>
                    <a:pt x="3203" y="7769"/>
                  </a:cubicBezTo>
                  <a:cubicBezTo>
                    <a:pt x="5071" y="6535"/>
                    <a:pt x="6238" y="4500"/>
                    <a:pt x="6372" y="2265"/>
                  </a:cubicBezTo>
                  <a:cubicBezTo>
                    <a:pt x="6372" y="823"/>
                    <a:pt x="5651" y="1"/>
                    <a:pt x="461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53"/>
            <p:cNvSpPr/>
            <p:nvPr/>
          </p:nvSpPr>
          <p:spPr>
            <a:xfrm>
              <a:off x="3278350" y="4134700"/>
              <a:ext cx="220175" cy="278100"/>
            </a:xfrm>
            <a:custGeom>
              <a:rect b="b" l="l" r="r" t="t"/>
              <a:pathLst>
                <a:path extrusionOk="0" h="11124" w="8807">
                  <a:moveTo>
                    <a:pt x="6238" y="682"/>
                  </a:moveTo>
                  <a:lnTo>
                    <a:pt x="6238" y="716"/>
                  </a:lnTo>
                  <a:cubicBezTo>
                    <a:pt x="6288" y="710"/>
                    <a:pt x="6338" y="707"/>
                    <a:pt x="6388" y="707"/>
                  </a:cubicBezTo>
                  <a:cubicBezTo>
                    <a:pt x="6637" y="707"/>
                    <a:pt x="6883" y="777"/>
                    <a:pt x="7105" y="916"/>
                  </a:cubicBezTo>
                  <a:cubicBezTo>
                    <a:pt x="7739" y="1283"/>
                    <a:pt x="8106" y="2117"/>
                    <a:pt x="8106" y="3218"/>
                  </a:cubicBezTo>
                  <a:cubicBezTo>
                    <a:pt x="8106" y="5653"/>
                    <a:pt x="6372" y="8655"/>
                    <a:pt x="4237" y="9889"/>
                  </a:cubicBezTo>
                  <a:cubicBezTo>
                    <a:pt x="3662" y="10226"/>
                    <a:pt x="3122" y="10398"/>
                    <a:pt x="2638" y="10398"/>
                  </a:cubicBezTo>
                  <a:cubicBezTo>
                    <a:pt x="2309" y="10398"/>
                    <a:pt x="2005" y="10318"/>
                    <a:pt x="1735" y="10156"/>
                  </a:cubicBezTo>
                  <a:cubicBezTo>
                    <a:pt x="1101" y="9789"/>
                    <a:pt x="734" y="8988"/>
                    <a:pt x="734" y="7854"/>
                  </a:cubicBezTo>
                  <a:cubicBezTo>
                    <a:pt x="734" y="5419"/>
                    <a:pt x="2469" y="2417"/>
                    <a:pt x="4604" y="1183"/>
                  </a:cubicBezTo>
                  <a:cubicBezTo>
                    <a:pt x="5071" y="883"/>
                    <a:pt x="5638" y="716"/>
                    <a:pt x="6238" y="682"/>
                  </a:cubicBezTo>
                  <a:close/>
                  <a:moveTo>
                    <a:pt x="6204" y="0"/>
                  </a:moveTo>
                  <a:cubicBezTo>
                    <a:pt x="5587" y="0"/>
                    <a:pt x="4912" y="196"/>
                    <a:pt x="4237" y="582"/>
                  </a:cubicBezTo>
                  <a:cubicBezTo>
                    <a:pt x="1902" y="1917"/>
                    <a:pt x="0" y="5186"/>
                    <a:pt x="0" y="7888"/>
                  </a:cubicBezTo>
                  <a:cubicBezTo>
                    <a:pt x="0" y="9255"/>
                    <a:pt x="501" y="10289"/>
                    <a:pt x="1368" y="10790"/>
                  </a:cubicBezTo>
                  <a:cubicBezTo>
                    <a:pt x="1768" y="11023"/>
                    <a:pt x="2169" y="11123"/>
                    <a:pt x="2636" y="11123"/>
                  </a:cubicBezTo>
                  <a:cubicBezTo>
                    <a:pt x="3303" y="11090"/>
                    <a:pt x="4003" y="10890"/>
                    <a:pt x="4570" y="10523"/>
                  </a:cubicBezTo>
                  <a:cubicBezTo>
                    <a:pt x="6905" y="9188"/>
                    <a:pt x="8807" y="5919"/>
                    <a:pt x="8807" y="3218"/>
                  </a:cubicBezTo>
                  <a:cubicBezTo>
                    <a:pt x="8807" y="1850"/>
                    <a:pt x="8306" y="816"/>
                    <a:pt x="7439" y="315"/>
                  </a:cubicBezTo>
                  <a:cubicBezTo>
                    <a:pt x="7073" y="105"/>
                    <a:pt x="6654" y="0"/>
                    <a:pt x="620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53"/>
            <p:cNvSpPr/>
            <p:nvPr/>
          </p:nvSpPr>
          <p:spPr>
            <a:xfrm>
              <a:off x="3329225" y="4196800"/>
              <a:ext cx="119275" cy="153425"/>
            </a:xfrm>
            <a:custGeom>
              <a:rect b="b" l="l" r="r" t="t"/>
              <a:pathLst>
                <a:path extrusionOk="0" h="6137" w="4771">
                  <a:moveTo>
                    <a:pt x="3468" y="0"/>
                  </a:moveTo>
                  <a:cubicBezTo>
                    <a:pt x="3147" y="0"/>
                    <a:pt x="2785" y="108"/>
                    <a:pt x="2402" y="333"/>
                  </a:cubicBezTo>
                  <a:cubicBezTo>
                    <a:pt x="967" y="1234"/>
                    <a:pt x="100" y="2768"/>
                    <a:pt x="0" y="4436"/>
                  </a:cubicBezTo>
                  <a:cubicBezTo>
                    <a:pt x="0" y="5519"/>
                    <a:pt x="532" y="6137"/>
                    <a:pt x="1314" y="6137"/>
                  </a:cubicBezTo>
                  <a:cubicBezTo>
                    <a:pt x="1640" y="6137"/>
                    <a:pt x="2009" y="6030"/>
                    <a:pt x="2402" y="5804"/>
                  </a:cubicBezTo>
                  <a:cubicBezTo>
                    <a:pt x="3803" y="4903"/>
                    <a:pt x="4670" y="3369"/>
                    <a:pt x="4770" y="1701"/>
                  </a:cubicBezTo>
                  <a:cubicBezTo>
                    <a:pt x="4770" y="618"/>
                    <a:pt x="4238" y="0"/>
                    <a:pt x="346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53"/>
            <p:cNvSpPr/>
            <p:nvPr/>
          </p:nvSpPr>
          <p:spPr>
            <a:xfrm>
              <a:off x="3658625" y="3716950"/>
              <a:ext cx="225175" cy="285550"/>
            </a:xfrm>
            <a:custGeom>
              <a:rect b="b" l="l" r="r" t="t"/>
              <a:pathLst>
                <a:path extrusionOk="0" h="11422" w="9007">
                  <a:moveTo>
                    <a:pt x="6352" y="731"/>
                  </a:moveTo>
                  <a:cubicBezTo>
                    <a:pt x="6678" y="731"/>
                    <a:pt x="6977" y="803"/>
                    <a:pt x="7239" y="947"/>
                  </a:cubicBezTo>
                  <a:cubicBezTo>
                    <a:pt x="7906" y="1348"/>
                    <a:pt x="8273" y="2182"/>
                    <a:pt x="8273" y="3316"/>
                  </a:cubicBezTo>
                  <a:cubicBezTo>
                    <a:pt x="8273" y="5851"/>
                    <a:pt x="6471" y="8920"/>
                    <a:pt x="4303" y="10154"/>
                  </a:cubicBezTo>
                  <a:cubicBezTo>
                    <a:pt x="3716" y="10498"/>
                    <a:pt x="3141" y="10670"/>
                    <a:pt x="2638" y="10670"/>
                  </a:cubicBezTo>
                  <a:cubicBezTo>
                    <a:pt x="2312" y="10670"/>
                    <a:pt x="2017" y="10598"/>
                    <a:pt x="1768" y="10454"/>
                  </a:cubicBezTo>
                  <a:cubicBezTo>
                    <a:pt x="1101" y="10054"/>
                    <a:pt x="734" y="9220"/>
                    <a:pt x="734" y="8086"/>
                  </a:cubicBezTo>
                  <a:cubicBezTo>
                    <a:pt x="734" y="5584"/>
                    <a:pt x="2502" y="2515"/>
                    <a:pt x="4670" y="1248"/>
                  </a:cubicBezTo>
                  <a:cubicBezTo>
                    <a:pt x="5278" y="903"/>
                    <a:pt x="5848" y="731"/>
                    <a:pt x="6352" y="731"/>
                  </a:cubicBezTo>
                  <a:close/>
                  <a:moveTo>
                    <a:pt x="6358" y="1"/>
                  </a:moveTo>
                  <a:cubicBezTo>
                    <a:pt x="5726" y="1"/>
                    <a:pt x="5037" y="205"/>
                    <a:pt x="4337" y="614"/>
                  </a:cubicBezTo>
                  <a:cubicBezTo>
                    <a:pt x="1935" y="1981"/>
                    <a:pt x="0" y="5350"/>
                    <a:pt x="0" y="8086"/>
                  </a:cubicBezTo>
                  <a:cubicBezTo>
                    <a:pt x="0" y="9487"/>
                    <a:pt x="501" y="10554"/>
                    <a:pt x="1401" y="11088"/>
                  </a:cubicBezTo>
                  <a:cubicBezTo>
                    <a:pt x="1768" y="11288"/>
                    <a:pt x="2202" y="11421"/>
                    <a:pt x="2635" y="11421"/>
                  </a:cubicBezTo>
                  <a:cubicBezTo>
                    <a:pt x="3369" y="11388"/>
                    <a:pt x="4070" y="11188"/>
                    <a:pt x="4670" y="10788"/>
                  </a:cubicBezTo>
                  <a:cubicBezTo>
                    <a:pt x="7072" y="9420"/>
                    <a:pt x="9007" y="6051"/>
                    <a:pt x="9007" y="3316"/>
                  </a:cubicBezTo>
                  <a:cubicBezTo>
                    <a:pt x="9007" y="1915"/>
                    <a:pt x="8506" y="847"/>
                    <a:pt x="7606" y="314"/>
                  </a:cubicBezTo>
                  <a:cubicBezTo>
                    <a:pt x="7230" y="105"/>
                    <a:pt x="6809" y="1"/>
                    <a:pt x="635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53"/>
            <p:cNvSpPr/>
            <p:nvPr/>
          </p:nvSpPr>
          <p:spPr>
            <a:xfrm>
              <a:off x="3710325" y="3780825"/>
              <a:ext cx="121775" cy="157275"/>
            </a:xfrm>
            <a:custGeom>
              <a:rect b="b" l="l" r="r" t="t"/>
              <a:pathLst>
                <a:path extrusionOk="0" h="6291" w="4871">
                  <a:moveTo>
                    <a:pt x="3512" y="1"/>
                  </a:moveTo>
                  <a:cubicBezTo>
                    <a:pt x="3186" y="1"/>
                    <a:pt x="2821" y="106"/>
                    <a:pt x="2435" y="327"/>
                  </a:cubicBezTo>
                  <a:cubicBezTo>
                    <a:pt x="1001" y="1261"/>
                    <a:pt x="67" y="2829"/>
                    <a:pt x="0" y="4563"/>
                  </a:cubicBezTo>
                  <a:cubicBezTo>
                    <a:pt x="0" y="5655"/>
                    <a:pt x="540" y="6291"/>
                    <a:pt x="1344" y="6291"/>
                  </a:cubicBezTo>
                  <a:cubicBezTo>
                    <a:pt x="1671" y="6291"/>
                    <a:pt x="2041" y="6186"/>
                    <a:pt x="2435" y="5964"/>
                  </a:cubicBezTo>
                  <a:cubicBezTo>
                    <a:pt x="3870" y="5030"/>
                    <a:pt x="4770" y="3463"/>
                    <a:pt x="4870" y="1728"/>
                  </a:cubicBezTo>
                  <a:cubicBezTo>
                    <a:pt x="4870" y="637"/>
                    <a:pt x="4314" y="1"/>
                    <a:pt x="351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53"/>
            <p:cNvSpPr/>
            <p:nvPr/>
          </p:nvSpPr>
          <p:spPr>
            <a:xfrm>
              <a:off x="4069750" y="3587475"/>
              <a:ext cx="179325" cy="228225"/>
            </a:xfrm>
            <a:custGeom>
              <a:rect b="b" l="l" r="r" t="t"/>
              <a:pathLst>
                <a:path extrusionOk="0" h="9129" w="7173">
                  <a:moveTo>
                    <a:pt x="5051" y="607"/>
                  </a:moveTo>
                  <a:cubicBezTo>
                    <a:pt x="5315" y="607"/>
                    <a:pt x="5557" y="669"/>
                    <a:pt x="5771" y="789"/>
                  </a:cubicBezTo>
                  <a:cubicBezTo>
                    <a:pt x="6338" y="1089"/>
                    <a:pt x="6605" y="1756"/>
                    <a:pt x="6605" y="2657"/>
                  </a:cubicBezTo>
                  <a:cubicBezTo>
                    <a:pt x="6505" y="4892"/>
                    <a:pt x="5337" y="6894"/>
                    <a:pt x="3469" y="8128"/>
                  </a:cubicBezTo>
                  <a:cubicBezTo>
                    <a:pt x="2990" y="8407"/>
                    <a:pt x="2547" y="8543"/>
                    <a:pt x="2154" y="8543"/>
                  </a:cubicBezTo>
                  <a:cubicBezTo>
                    <a:pt x="1890" y="8543"/>
                    <a:pt x="1649" y="8482"/>
                    <a:pt x="1435" y="8361"/>
                  </a:cubicBezTo>
                  <a:cubicBezTo>
                    <a:pt x="868" y="8061"/>
                    <a:pt x="601" y="7394"/>
                    <a:pt x="601" y="6460"/>
                  </a:cubicBezTo>
                  <a:cubicBezTo>
                    <a:pt x="701" y="4258"/>
                    <a:pt x="1868" y="2224"/>
                    <a:pt x="3736" y="1023"/>
                  </a:cubicBezTo>
                  <a:cubicBezTo>
                    <a:pt x="4215" y="743"/>
                    <a:pt x="4658" y="607"/>
                    <a:pt x="5051" y="607"/>
                  </a:cubicBezTo>
                  <a:close/>
                  <a:moveTo>
                    <a:pt x="5074" y="1"/>
                  </a:moveTo>
                  <a:cubicBezTo>
                    <a:pt x="4576" y="1"/>
                    <a:pt x="4028" y="161"/>
                    <a:pt x="3469" y="489"/>
                  </a:cubicBezTo>
                  <a:cubicBezTo>
                    <a:pt x="1568" y="1590"/>
                    <a:pt x="0" y="4292"/>
                    <a:pt x="0" y="6460"/>
                  </a:cubicBezTo>
                  <a:cubicBezTo>
                    <a:pt x="0" y="7594"/>
                    <a:pt x="401" y="8428"/>
                    <a:pt x="1134" y="8862"/>
                  </a:cubicBezTo>
                  <a:cubicBezTo>
                    <a:pt x="1435" y="9028"/>
                    <a:pt x="1768" y="9128"/>
                    <a:pt x="2135" y="9128"/>
                  </a:cubicBezTo>
                  <a:cubicBezTo>
                    <a:pt x="2702" y="9095"/>
                    <a:pt x="3269" y="8928"/>
                    <a:pt x="3736" y="8628"/>
                  </a:cubicBezTo>
                  <a:cubicBezTo>
                    <a:pt x="5638" y="7527"/>
                    <a:pt x="7172" y="4859"/>
                    <a:pt x="7172" y="2657"/>
                  </a:cubicBezTo>
                  <a:cubicBezTo>
                    <a:pt x="7172" y="1523"/>
                    <a:pt x="6805" y="689"/>
                    <a:pt x="6071" y="255"/>
                  </a:cubicBezTo>
                  <a:cubicBezTo>
                    <a:pt x="5776" y="86"/>
                    <a:pt x="5438" y="1"/>
                    <a:pt x="507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53"/>
            <p:cNvSpPr/>
            <p:nvPr/>
          </p:nvSpPr>
          <p:spPr>
            <a:xfrm>
              <a:off x="4111450" y="363870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806" y="0"/>
                  </a:moveTo>
                  <a:cubicBezTo>
                    <a:pt x="2544" y="0"/>
                    <a:pt x="2248" y="89"/>
                    <a:pt x="1935" y="275"/>
                  </a:cubicBezTo>
                  <a:cubicBezTo>
                    <a:pt x="801" y="1008"/>
                    <a:pt x="67" y="2276"/>
                    <a:pt x="0" y="3644"/>
                  </a:cubicBezTo>
                  <a:cubicBezTo>
                    <a:pt x="0" y="4524"/>
                    <a:pt x="442" y="5031"/>
                    <a:pt x="1083" y="5031"/>
                  </a:cubicBezTo>
                  <a:cubicBezTo>
                    <a:pt x="1340" y="5031"/>
                    <a:pt x="1629" y="4950"/>
                    <a:pt x="1935" y="4778"/>
                  </a:cubicBezTo>
                  <a:cubicBezTo>
                    <a:pt x="3069" y="4011"/>
                    <a:pt x="3803" y="2776"/>
                    <a:pt x="3870" y="1409"/>
                  </a:cubicBezTo>
                  <a:cubicBezTo>
                    <a:pt x="3870" y="513"/>
                    <a:pt x="3436" y="0"/>
                    <a:pt x="280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53"/>
            <p:cNvSpPr/>
            <p:nvPr/>
          </p:nvSpPr>
          <p:spPr>
            <a:xfrm>
              <a:off x="3350900" y="3468700"/>
              <a:ext cx="180150" cy="227750"/>
            </a:xfrm>
            <a:custGeom>
              <a:rect b="b" l="l" r="r" t="t"/>
              <a:pathLst>
                <a:path extrusionOk="0" h="9110" w="7206">
                  <a:moveTo>
                    <a:pt x="5051" y="588"/>
                  </a:moveTo>
                  <a:cubicBezTo>
                    <a:pt x="5315" y="588"/>
                    <a:pt x="5557" y="649"/>
                    <a:pt x="5771" y="770"/>
                  </a:cubicBezTo>
                  <a:cubicBezTo>
                    <a:pt x="6338" y="1070"/>
                    <a:pt x="6605" y="1737"/>
                    <a:pt x="6605" y="2638"/>
                  </a:cubicBezTo>
                  <a:cubicBezTo>
                    <a:pt x="6505" y="4873"/>
                    <a:pt x="5338" y="6908"/>
                    <a:pt x="3470" y="8109"/>
                  </a:cubicBezTo>
                  <a:cubicBezTo>
                    <a:pt x="2987" y="8390"/>
                    <a:pt x="2540" y="8539"/>
                    <a:pt x="2145" y="8539"/>
                  </a:cubicBezTo>
                  <a:cubicBezTo>
                    <a:pt x="1884" y="8539"/>
                    <a:pt x="1646" y="8474"/>
                    <a:pt x="1435" y="8342"/>
                  </a:cubicBezTo>
                  <a:cubicBezTo>
                    <a:pt x="868" y="8042"/>
                    <a:pt x="601" y="7375"/>
                    <a:pt x="601" y="6474"/>
                  </a:cubicBezTo>
                  <a:cubicBezTo>
                    <a:pt x="701" y="4239"/>
                    <a:pt x="1868" y="2204"/>
                    <a:pt x="3736" y="1004"/>
                  </a:cubicBezTo>
                  <a:cubicBezTo>
                    <a:pt x="4215" y="724"/>
                    <a:pt x="4658" y="588"/>
                    <a:pt x="5051" y="588"/>
                  </a:cubicBezTo>
                  <a:close/>
                  <a:moveTo>
                    <a:pt x="5087" y="1"/>
                  </a:moveTo>
                  <a:cubicBezTo>
                    <a:pt x="4586" y="1"/>
                    <a:pt x="4033" y="173"/>
                    <a:pt x="3470" y="503"/>
                  </a:cubicBezTo>
                  <a:cubicBezTo>
                    <a:pt x="1568" y="1604"/>
                    <a:pt x="0" y="4273"/>
                    <a:pt x="0" y="6474"/>
                  </a:cubicBezTo>
                  <a:cubicBezTo>
                    <a:pt x="0" y="7608"/>
                    <a:pt x="401" y="8442"/>
                    <a:pt x="1135" y="8843"/>
                  </a:cubicBezTo>
                  <a:cubicBezTo>
                    <a:pt x="1435" y="9043"/>
                    <a:pt x="1768" y="9109"/>
                    <a:pt x="2135" y="9109"/>
                  </a:cubicBezTo>
                  <a:cubicBezTo>
                    <a:pt x="2702" y="9076"/>
                    <a:pt x="3269" y="8909"/>
                    <a:pt x="3736" y="8609"/>
                  </a:cubicBezTo>
                  <a:cubicBezTo>
                    <a:pt x="5638" y="7542"/>
                    <a:pt x="7206" y="4840"/>
                    <a:pt x="7206" y="2638"/>
                  </a:cubicBezTo>
                  <a:cubicBezTo>
                    <a:pt x="7206" y="1504"/>
                    <a:pt x="6805" y="670"/>
                    <a:pt x="6071" y="270"/>
                  </a:cubicBezTo>
                  <a:cubicBezTo>
                    <a:pt x="5779" y="89"/>
                    <a:pt x="5446" y="1"/>
                    <a:pt x="508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53"/>
            <p:cNvSpPr/>
            <p:nvPr/>
          </p:nvSpPr>
          <p:spPr>
            <a:xfrm>
              <a:off x="3392600" y="351995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787" y="1"/>
                  </a:moveTo>
                  <a:cubicBezTo>
                    <a:pt x="2530" y="1"/>
                    <a:pt x="2241" y="83"/>
                    <a:pt x="1935" y="254"/>
                  </a:cubicBezTo>
                  <a:cubicBezTo>
                    <a:pt x="767" y="1022"/>
                    <a:pt x="67" y="2256"/>
                    <a:pt x="0" y="3624"/>
                  </a:cubicBezTo>
                  <a:cubicBezTo>
                    <a:pt x="0" y="4519"/>
                    <a:pt x="433" y="5032"/>
                    <a:pt x="1064" y="5032"/>
                  </a:cubicBezTo>
                  <a:cubicBezTo>
                    <a:pt x="1326" y="5032"/>
                    <a:pt x="1622" y="4944"/>
                    <a:pt x="1935" y="4758"/>
                  </a:cubicBezTo>
                  <a:cubicBezTo>
                    <a:pt x="3069" y="4024"/>
                    <a:pt x="3803" y="2756"/>
                    <a:pt x="3870" y="1389"/>
                  </a:cubicBezTo>
                  <a:cubicBezTo>
                    <a:pt x="3870" y="508"/>
                    <a:pt x="3428" y="1"/>
                    <a:pt x="278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53"/>
            <p:cNvSpPr/>
            <p:nvPr/>
          </p:nvSpPr>
          <p:spPr>
            <a:xfrm>
              <a:off x="5040425" y="3303925"/>
              <a:ext cx="129925" cy="157350"/>
            </a:xfrm>
            <a:custGeom>
              <a:rect b="b" l="l" r="r" t="t"/>
              <a:pathLst>
                <a:path extrusionOk="0" h="6294" w="5197">
                  <a:moveTo>
                    <a:pt x="3439" y="399"/>
                  </a:moveTo>
                  <a:cubicBezTo>
                    <a:pt x="4144" y="399"/>
                    <a:pt x="4796" y="1042"/>
                    <a:pt x="4604" y="1857"/>
                  </a:cubicBezTo>
                  <a:cubicBezTo>
                    <a:pt x="4504" y="3392"/>
                    <a:pt x="3704" y="4793"/>
                    <a:pt x="2436" y="5626"/>
                  </a:cubicBezTo>
                  <a:cubicBezTo>
                    <a:pt x="2192" y="5852"/>
                    <a:pt x="1908" y="5950"/>
                    <a:pt x="1633" y="5950"/>
                  </a:cubicBezTo>
                  <a:cubicBezTo>
                    <a:pt x="929" y="5950"/>
                    <a:pt x="276" y="5307"/>
                    <a:pt x="468" y="4492"/>
                  </a:cubicBezTo>
                  <a:cubicBezTo>
                    <a:pt x="535" y="2958"/>
                    <a:pt x="1369" y="1557"/>
                    <a:pt x="2636" y="723"/>
                  </a:cubicBezTo>
                  <a:cubicBezTo>
                    <a:pt x="2880" y="498"/>
                    <a:pt x="3164" y="399"/>
                    <a:pt x="3439" y="399"/>
                  </a:cubicBezTo>
                  <a:close/>
                  <a:moveTo>
                    <a:pt x="3462" y="0"/>
                  </a:moveTo>
                  <a:cubicBezTo>
                    <a:pt x="3113" y="0"/>
                    <a:pt x="2752" y="120"/>
                    <a:pt x="2436" y="389"/>
                  </a:cubicBezTo>
                  <a:cubicBezTo>
                    <a:pt x="1035" y="1290"/>
                    <a:pt x="168" y="2824"/>
                    <a:pt x="68" y="4492"/>
                  </a:cubicBezTo>
                  <a:cubicBezTo>
                    <a:pt x="1" y="5126"/>
                    <a:pt x="301" y="5760"/>
                    <a:pt x="835" y="6127"/>
                  </a:cubicBezTo>
                  <a:cubicBezTo>
                    <a:pt x="1035" y="6260"/>
                    <a:pt x="1269" y="6294"/>
                    <a:pt x="1535" y="6294"/>
                  </a:cubicBezTo>
                  <a:cubicBezTo>
                    <a:pt x="1902" y="6294"/>
                    <a:pt x="2303" y="6160"/>
                    <a:pt x="2636" y="5960"/>
                  </a:cubicBezTo>
                  <a:cubicBezTo>
                    <a:pt x="4037" y="5059"/>
                    <a:pt x="4904" y="3525"/>
                    <a:pt x="5005" y="1857"/>
                  </a:cubicBezTo>
                  <a:cubicBezTo>
                    <a:pt x="5197" y="799"/>
                    <a:pt x="4366" y="0"/>
                    <a:pt x="346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53"/>
            <p:cNvSpPr/>
            <p:nvPr/>
          </p:nvSpPr>
          <p:spPr>
            <a:xfrm>
              <a:off x="5070450" y="3340275"/>
              <a:ext cx="67575" cy="86025"/>
            </a:xfrm>
            <a:custGeom>
              <a:rect b="b" l="l" r="r" t="t"/>
              <a:pathLst>
                <a:path extrusionOk="0" h="3441" w="2703">
                  <a:moveTo>
                    <a:pt x="1927" y="1"/>
                  </a:moveTo>
                  <a:cubicBezTo>
                    <a:pt x="1746" y="1"/>
                    <a:pt x="1545" y="55"/>
                    <a:pt x="1335" y="170"/>
                  </a:cubicBezTo>
                  <a:cubicBezTo>
                    <a:pt x="568" y="670"/>
                    <a:pt x="68" y="1537"/>
                    <a:pt x="1" y="2505"/>
                  </a:cubicBezTo>
                  <a:cubicBezTo>
                    <a:pt x="1" y="3100"/>
                    <a:pt x="307" y="3441"/>
                    <a:pt x="750" y="3441"/>
                  </a:cubicBezTo>
                  <a:cubicBezTo>
                    <a:pt x="927" y="3441"/>
                    <a:pt x="1125" y="3386"/>
                    <a:pt x="1335" y="3272"/>
                  </a:cubicBezTo>
                  <a:cubicBezTo>
                    <a:pt x="2136" y="2738"/>
                    <a:pt x="2636" y="1904"/>
                    <a:pt x="2703" y="937"/>
                  </a:cubicBezTo>
                  <a:cubicBezTo>
                    <a:pt x="2703" y="341"/>
                    <a:pt x="2379" y="1"/>
                    <a:pt x="192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53"/>
            <p:cNvSpPr/>
            <p:nvPr/>
          </p:nvSpPr>
          <p:spPr>
            <a:xfrm>
              <a:off x="5323150" y="3266225"/>
              <a:ext cx="130600" cy="157525"/>
            </a:xfrm>
            <a:custGeom>
              <a:rect b="b" l="l" r="r" t="t"/>
              <a:pathLst>
                <a:path extrusionOk="0" h="6301" w="5224">
                  <a:moveTo>
                    <a:pt x="3569" y="430"/>
                  </a:moveTo>
                  <a:cubicBezTo>
                    <a:pt x="3736" y="430"/>
                    <a:pt x="3903" y="496"/>
                    <a:pt x="4036" y="563"/>
                  </a:cubicBezTo>
                  <a:cubicBezTo>
                    <a:pt x="4437" y="863"/>
                    <a:pt x="4670" y="1364"/>
                    <a:pt x="4603" y="1864"/>
                  </a:cubicBezTo>
                  <a:cubicBezTo>
                    <a:pt x="4537" y="3398"/>
                    <a:pt x="3736" y="4799"/>
                    <a:pt x="2435" y="5633"/>
                  </a:cubicBezTo>
                  <a:cubicBezTo>
                    <a:pt x="2193" y="5847"/>
                    <a:pt x="1913" y="5942"/>
                    <a:pt x="1640" y="5942"/>
                  </a:cubicBezTo>
                  <a:cubicBezTo>
                    <a:pt x="932" y="5942"/>
                    <a:pt x="275" y="5308"/>
                    <a:pt x="467" y="4466"/>
                  </a:cubicBezTo>
                  <a:cubicBezTo>
                    <a:pt x="567" y="2965"/>
                    <a:pt x="1368" y="1564"/>
                    <a:pt x="2635" y="730"/>
                  </a:cubicBezTo>
                  <a:cubicBezTo>
                    <a:pt x="2902" y="563"/>
                    <a:pt x="3236" y="463"/>
                    <a:pt x="3569" y="430"/>
                  </a:cubicBezTo>
                  <a:close/>
                  <a:moveTo>
                    <a:pt x="3429" y="1"/>
                  </a:moveTo>
                  <a:cubicBezTo>
                    <a:pt x="3088" y="1"/>
                    <a:pt x="2740" y="112"/>
                    <a:pt x="2435" y="363"/>
                  </a:cubicBezTo>
                  <a:cubicBezTo>
                    <a:pt x="1034" y="1297"/>
                    <a:pt x="167" y="2831"/>
                    <a:pt x="67" y="4499"/>
                  </a:cubicBezTo>
                  <a:cubicBezTo>
                    <a:pt x="0" y="5133"/>
                    <a:pt x="300" y="5767"/>
                    <a:pt x="834" y="6134"/>
                  </a:cubicBezTo>
                  <a:cubicBezTo>
                    <a:pt x="1034" y="6267"/>
                    <a:pt x="1268" y="6301"/>
                    <a:pt x="1534" y="6301"/>
                  </a:cubicBezTo>
                  <a:cubicBezTo>
                    <a:pt x="1901" y="6301"/>
                    <a:pt x="2302" y="6200"/>
                    <a:pt x="2635" y="6000"/>
                  </a:cubicBezTo>
                  <a:cubicBezTo>
                    <a:pt x="4036" y="5066"/>
                    <a:pt x="4937" y="3565"/>
                    <a:pt x="5004" y="1897"/>
                  </a:cubicBezTo>
                  <a:cubicBezTo>
                    <a:pt x="5223" y="824"/>
                    <a:pt x="4355" y="1"/>
                    <a:pt x="342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53"/>
            <p:cNvSpPr/>
            <p:nvPr/>
          </p:nvSpPr>
          <p:spPr>
            <a:xfrm>
              <a:off x="5353150" y="3302400"/>
              <a:ext cx="66750" cy="86350"/>
            </a:xfrm>
            <a:custGeom>
              <a:rect b="b" l="l" r="r" t="t"/>
              <a:pathLst>
                <a:path extrusionOk="0" h="3454" w="2670">
                  <a:moveTo>
                    <a:pt x="1925" y="0"/>
                  </a:moveTo>
                  <a:cubicBezTo>
                    <a:pt x="1747" y="0"/>
                    <a:pt x="1547" y="59"/>
                    <a:pt x="1335" y="184"/>
                  </a:cubicBezTo>
                  <a:cubicBezTo>
                    <a:pt x="535" y="684"/>
                    <a:pt x="34" y="1551"/>
                    <a:pt x="1" y="2485"/>
                  </a:cubicBezTo>
                  <a:cubicBezTo>
                    <a:pt x="1" y="3106"/>
                    <a:pt x="309" y="3454"/>
                    <a:pt x="753" y="3454"/>
                  </a:cubicBezTo>
                  <a:cubicBezTo>
                    <a:pt x="930" y="3454"/>
                    <a:pt x="1127" y="3399"/>
                    <a:pt x="1335" y="3286"/>
                  </a:cubicBezTo>
                  <a:cubicBezTo>
                    <a:pt x="2136" y="2752"/>
                    <a:pt x="2636" y="1885"/>
                    <a:pt x="2669" y="951"/>
                  </a:cubicBezTo>
                  <a:cubicBezTo>
                    <a:pt x="2669" y="357"/>
                    <a:pt x="2365" y="0"/>
                    <a:pt x="192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53"/>
            <p:cNvSpPr/>
            <p:nvPr/>
          </p:nvSpPr>
          <p:spPr>
            <a:xfrm>
              <a:off x="3098225" y="3913675"/>
              <a:ext cx="129950" cy="158050"/>
            </a:xfrm>
            <a:custGeom>
              <a:rect b="b" l="l" r="r" t="t"/>
              <a:pathLst>
                <a:path extrusionOk="0" h="6322" w="5198">
                  <a:moveTo>
                    <a:pt x="3439" y="393"/>
                  </a:moveTo>
                  <a:cubicBezTo>
                    <a:pt x="4143" y="393"/>
                    <a:pt x="4795" y="1036"/>
                    <a:pt x="4603" y="1851"/>
                  </a:cubicBezTo>
                  <a:cubicBezTo>
                    <a:pt x="4537" y="3386"/>
                    <a:pt x="3736" y="4787"/>
                    <a:pt x="2435" y="5621"/>
                  </a:cubicBezTo>
                  <a:cubicBezTo>
                    <a:pt x="2191" y="5846"/>
                    <a:pt x="1908" y="5944"/>
                    <a:pt x="1632" y="5944"/>
                  </a:cubicBezTo>
                  <a:cubicBezTo>
                    <a:pt x="928" y="5944"/>
                    <a:pt x="275" y="5302"/>
                    <a:pt x="467" y="4486"/>
                  </a:cubicBezTo>
                  <a:cubicBezTo>
                    <a:pt x="567" y="2952"/>
                    <a:pt x="1368" y="1551"/>
                    <a:pt x="2635" y="717"/>
                  </a:cubicBezTo>
                  <a:cubicBezTo>
                    <a:pt x="2879" y="492"/>
                    <a:pt x="3163" y="393"/>
                    <a:pt x="3439" y="393"/>
                  </a:cubicBezTo>
                  <a:close/>
                  <a:moveTo>
                    <a:pt x="3448" y="0"/>
                  </a:moveTo>
                  <a:cubicBezTo>
                    <a:pt x="3103" y="0"/>
                    <a:pt x="2747" y="117"/>
                    <a:pt x="2435" y="384"/>
                  </a:cubicBezTo>
                  <a:cubicBezTo>
                    <a:pt x="1034" y="1284"/>
                    <a:pt x="167" y="2819"/>
                    <a:pt x="67" y="4486"/>
                  </a:cubicBezTo>
                  <a:cubicBezTo>
                    <a:pt x="0" y="5120"/>
                    <a:pt x="300" y="5754"/>
                    <a:pt x="834" y="6121"/>
                  </a:cubicBezTo>
                  <a:cubicBezTo>
                    <a:pt x="1034" y="6254"/>
                    <a:pt x="1301" y="6321"/>
                    <a:pt x="1535" y="6321"/>
                  </a:cubicBezTo>
                  <a:cubicBezTo>
                    <a:pt x="1935" y="6288"/>
                    <a:pt x="2302" y="6188"/>
                    <a:pt x="2635" y="5954"/>
                  </a:cubicBezTo>
                  <a:cubicBezTo>
                    <a:pt x="4036" y="5054"/>
                    <a:pt x="4937" y="3519"/>
                    <a:pt x="5004" y="1851"/>
                  </a:cubicBezTo>
                  <a:cubicBezTo>
                    <a:pt x="5197" y="812"/>
                    <a:pt x="4357" y="0"/>
                    <a:pt x="344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53"/>
            <p:cNvSpPr/>
            <p:nvPr/>
          </p:nvSpPr>
          <p:spPr>
            <a:xfrm>
              <a:off x="3128250" y="3949875"/>
              <a:ext cx="67550" cy="86400"/>
            </a:xfrm>
            <a:custGeom>
              <a:rect b="b" l="l" r="r" t="t"/>
              <a:pathLst>
                <a:path extrusionOk="0" h="3456" w="2702">
                  <a:moveTo>
                    <a:pt x="1941" y="1"/>
                  </a:moveTo>
                  <a:cubicBezTo>
                    <a:pt x="1759" y="1"/>
                    <a:pt x="1554" y="55"/>
                    <a:pt x="1334" y="170"/>
                  </a:cubicBezTo>
                  <a:cubicBezTo>
                    <a:pt x="567" y="703"/>
                    <a:pt x="67" y="1537"/>
                    <a:pt x="0" y="2505"/>
                  </a:cubicBezTo>
                  <a:cubicBezTo>
                    <a:pt x="0" y="3098"/>
                    <a:pt x="304" y="3455"/>
                    <a:pt x="744" y="3455"/>
                  </a:cubicBezTo>
                  <a:cubicBezTo>
                    <a:pt x="923" y="3455"/>
                    <a:pt x="1123" y="3397"/>
                    <a:pt x="1334" y="3272"/>
                  </a:cubicBezTo>
                  <a:cubicBezTo>
                    <a:pt x="2135" y="2772"/>
                    <a:pt x="2635" y="1904"/>
                    <a:pt x="2702" y="937"/>
                  </a:cubicBezTo>
                  <a:cubicBezTo>
                    <a:pt x="2702" y="341"/>
                    <a:pt x="2396" y="1"/>
                    <a:pt x="194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53"/>
            <p:cNvSpPr/>
            <p:nvPr/>
          </p:nvSpPr>
          <p:spPr>
            <a:xfrm>
              <a:off x="3918800" y="3267750"/>
              <a:ext cx="129350" cy="157675"/>
            </a:xfrm>
            <a:custGeom>
              <a:rect b="b" l="l" r="r" t="t"/>
              <a:pathLst>
                <a:path extrusionOk="0" h="6307" w="5174">
                  <a:moveTo>
                    <a:pt x="3432" y="406"/>
                  </a:moveTo>
                  <a:cubicBezTo>
                    <a:pt x="4121" y="406"/>
                    <a:pt x="4771" y="1036"/>
                    <a:pt x="4604" y="1870"/>
                  </a:cubicBezTo>
                  <a:cubicBezTo>
                    <a:pt x="4504" y="3371"/>
                    <a:pt x="3703" y="4772"/>
                    <a:pt x="2436" y="5606"/>
                  </a:cubicBezTo>
                  <a:cubicBezTo>
                    <a:pt x="2192" y="5831"/>
                    <a:pt x="1908" y="5929"/>
                    <a:pt x="1632" y="5929"/>
                  </a:cubicBezTo>
                  <a:cubicBezTo>
                    <a:pt x="928" y="5929"/>
                    <a:pt x="276" y="5287"/>
                    <a:pt x="468" y="4472"/>
                  </a:cubicBezTo>
                  <a:cubicBezTo>
                    <a:pt x="534" y="2937"/>
                    <a:pt x="1335" y="1570"/>
                    <a:pt x="2636" y="736"/>
                  </a:cubicBezTo>
                  <a:cubicBezTo>
                    <a:pt x="2874" y="507"/>
                    <a:pt x="3156" y="406"/>
                    <a:pt x="3432" y="406"/>
                  </a:cubicBezTo>
                  <a:close/>
                  <a:moveTo>
                    <a:pt x="3435" y="0"/>
                  </a:moveTo>
                  <a:cubicBezTo>
                    <a:pt x="3095" y="0"/>
                    <a:pt x="2745" y="114"/>
                    <a:pt x="2436" y="369"/>
                  </a:cubicBezTo>
                  <a:cubicBezTo>
                    <a:pt x="1035" y="1303"/>
                    <a:pt x="134" y="2804"/>
                    <a:pt x="67" y="4472"/>
                  </a:cubicBezTo>
                  <a:cubicBezTo>
                    <a:pt x="1" y="5139"/>
                    <a:pt x="267" y="5773"/>
                    <a:pt x="801" y="6139"/>
                  </a:cubicBezTo>
                  <a:cubicBezTo>
                    <a:pt x="1035" y="6240"/>
                    <a:pt x="1268" y="6306"/>
                    <a:pt x="1502" y="6306"/>
                  </a:cubicBezTo>
                  <a:cubicBezTo>
                    <a:pt x="1902" y="6306"/>
                    <a:pt x="2302" y="6173"/>
                    <a:pt x="2636" y="5973"/>
                  </a:cubicBezTo>
                  <a:cubicBezTo>
                    <a:pt x="4037" y="5039"/>
                    <a:pt x="4904" y="3538"/>
                    <a:pt x="5004" y="1870"/>
                  </a:cubicBezTo>
                  <a:cubicBezTo>
                    <a:pt x="5174" y="803"/>
                    <a:pt x="4339" y="0"/>
                    <a:pt x="343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53"/>
            <p:cNvSpPr/>
            <p:nvPr/>
          </p:nvSpPr>
          <p:spPr>
            <a:xfrm>
              <a:off x="3948825" y="330390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39" y="1"/>
                  </a:moveTo>
                  <a:cubicBezTo>
                    <a:pt x="1757" y="1"/>
                    <a:pt x="1552" y="62"/>
                    <a:pt x="1335" y="190"/>
                  </a:cubicBezTo>
                  <a:cubicBezTo>
                    <a:pt x="534" y="691"/>
                    <a:pt x="34" y="1558"/>
                    <a:pt x="0" y="2492"/>
                  </a:cubicBezTo>
                  <a:cubicBezTo>
                    <a:pt x="0" y="3103"/>
                    <a:pt x="298" y="3449"/>
                    <a:pt x="730" y="3449"/>
                  </a:cubicBezTo>
                  <a:cubicBezTo>
                    <a:pt x="912" y="3449"/>
                    <a:pt x="1118" y="3387"/>
                    <a:pt x="1335" y="3259"/>
                  </a:cubicBezTo>
                  <a:cubicBezTo>
                    <a:pt x="2102" y="2759"/>
                    <a:pt x="2602" y="1891"/>
                    <a:pt x="2669" y="957"/>
                  </a:cubicBezTo>
                  <a:cubicBezTo>
                    <a:pt x="2669" y="347"/>
                    <a:pt x="2371" y="1"/>
                    <a:pt x="193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53"/>
            <p:cNvSpPr/>
            <p:nvPr/>
          </p:nvSpPr>
          <p:spPr>
            <a:xfrm>
              <a:off x="4306575" y="2740325"/>
              <a:ext cx="129950" cy="158050"/>
            </a:xfrm>
            <a:custGeom>
              <a:rect b="b" l="l" r="r" t="t"/>
              <a:pathLst>
                <a:path extrusionOk="0" h="6322" w="5198">
                  <a:moveTo>
                    <a:pt x="3537" y="451"/>
                  </a:moveTo>
                  <a:cubicBezTo>
                    <a:pt x="3703" y="451"/>
                    <a:pt x="3903" y="484"/>
                    <a:pt x="4037" y="551"/>
                  </a:cubicBezTo>
                  <a:cubicBezTo>
                    <a:pt x="4437" y="851"/>
                    <a:pt x="4671" y="1351"/>
                    <a:pt x="4604" y="1852"/>
                  </a:cubicBezTo>
                  <a:cubicBezTo>
                    <a:pt x="4504" y="3386"/>
                    <a:pt x="3703" y="4787"/>
                    <a:pt x="2436" y="5621"/>
                  </a:cubicBezTo>
                  <a:cubicBezTo>
                    <a:pt x="2192" y="5846"/>
                    <a:pt x="1908" y="5945"/>
                    <a:pt x="1633" y="5945"/>
                  </a:cubicBezTo>
                  <a:cubicBezTo>
                    <a:pt x="928" y="5945"/>
                    <a:pt x="276" y="5302"/>
                    <a:pt x="468" y="4487"/>
                  </a:cubicBezTo>
                  <a:cubicBezTo>
                    <a:pt x="534" y="2952"/>
                    <a:pt x="1368" y="1551"/>
                    <a:pt x="2636" y="717"/>
                  </a:cubicBezTo>
                  <a:cubicBezTo>
                    <a:pt x="2903" y="551"/>
                    <a:pt x="3236" y="451"/>
                    <a:pt x="3537" y="451"/>
                  </a:cubicBezTo>
                  <a:close/>
                  <a:moveTo>
                    <a:pt x="3449" y="0"/>
                  </a:moveTo>
                  <a:cubicBezTo>
                    <a:pt x="3103" y="0"/>
                    <a:pt x="2748" y="118"/>
                    <a:pt x="2436" y="384"/>
                  </a:cubicBezTo>
                  <a:cubicBezTo>
                    <a:pt x="1035" y="1285"/>
                    <a:pt x="134" y="2819"/>
                    <a:pt x="67" y="4487"/>
                  </a:cubicBezTo>
                  <a:cubicBezTo>
                    <a:pt x="1" y="5121"/>
                    <a:pt x="301" y="5754"/>
                    <a:pt x="835" y="6121"/>
                  </a:cubicBezTo>
                  <a:cubicBezTo>
                    <a:pt x="1035" y="6255"/>
                    <a:pt x="1268" y="6322"/>
                    <a:pt x="1535" y="6322"/>
                  </a:cubicBezTo>
                  <a:cubicBezTo>
                    <a:pt x="1902" y="6288"/>
                    <a:pt x="2302" y="6188"/>
                    <a:pt x="2636" y="5988"/>
                  </a:cubicBezTo>
                  <a:cubicBezTo>
                    <a:pt x="4037" y="5054"/>
                    <a:pt x="4904" y="3520"/>
                    <a:pt x="5004" y="1852"/>
                  </a:cubicBezTo>
                  <a:cubicBezTo>
                    <a:pt x="5198" y="812"/>
                    <a:pt x="4357" y="0"/>
                    <a:pt x="344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53"/>
            <p:cNvSpPr/>
            <p:nvPr/>
          </p:nvSpPr>
          <p:spPr>
            <a:xfrm>
              <a:off x="4335775" y="2776575"/>
              <a:ext cx="67575" cy="86500"/>
            </a:xfrm>
            <a:custGeom>
              <a:rect b="b" l="l" r="r" t="t"/>
              <a:pathLst>
                <a:path extrusionOk="0" h="3460" w="2703">
                  <a:moveTo>
                    <a:pt x="1950" y="0"/>
                  </a:moveTo>
                  <a:cubicBezTo>
                    <a:pt x="1773" y="0"/>
                    <a:pt x="1576" y="55"/>
                    <a:pt x="1368" y="168"/>
                  </a:cubicBezTo>
                  <a:cubicBezTo>
                    <a:pt x="567" y="702"/>
                    <a:pt x="67" y="1569"/>
                    <a:pt x="0" y="2503"/>
                  </a:cubicBezTo>
                  <a:cubicBezTo>
                    <a:pt x="0" y="3114"/>
                    <a:pt x="298" y="3460"/>
                    <a:pt x="742" y="3460"/>
                  </a:cubicBezTo>
                  <a:cubicBezTo>
                    <a:pt x="928" y="3460"/>
                    <a:pt x="1141" y="3399"/>
                    <a:pt x="1368" y="3270"/>
                  </a:cubicBezTo>
                  <a:cubicBezTo>
                    <a:pt x="2135" y="2770"/>
                    <a:pt x="2635" y="1903"/>
                    <a:pt x="2702" y="969"/>
                  </a:cubicBezTo>
                  <a:cubicBezTo>
                    <a:pt x="2702" y="347"/>
                    <a:pt x="2394" y="0"/>
                    <a:pt x="195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53"/>
            <p:cNvSpPr/>
            <p:nvPr/>
          </p:nvSpPr>
          <p:spPr>
            <a:xfrm>
              <a:off x="4505900" y="3239400"/>
              <a:ext cx="129950" cy="157675"/>
            </a:xfrm>
            <a:custGeom>
              <a:rect b="b" l="l" r="r" t="t"/>
              <a:pathLst>
                <a:path extrusionOk="0" h="6307" w="5198">
                  <a:moveTo>
                    <a:pt x="3451" y="406"/>
                  </a:moveTo>
                  <a:cubicBezTo>
                    <a:pt x="4151" y="406"/>
                    <a:pt x="4794" y="1036"/>
                    <a:pt x="4603" y="1870"/>
                  </a:cubicBezTo>
                  <a:cubicBezTo>
                    <a:pt x="4503" y="3371"/>
                    <a:pt x="3703" y="4772"/>
                    <a:pt x="2435" y="5606"/>
                  </a:cubicBezTo>
                  <a:cubicBezTo>
                    <a:pt x="2191" y="5831"/>
                    <a:pt x="1908" y="5929"/>
                    <a:pt x="1632" y="5929"/>
                  </a:cubicBezTo>
                  <a:cubicBezTo>
                    <a:pt x="928" y="5929"/>
                    <a:pt x="275" y="5287"/>
                    <a:pt x="467" y="4471"/>
                  </a:cubicBezTo>
                  <a:cubicBezTo>
                    <a:pt x="534" y="2937"/>
                    <a:pt x="1368" y="1569"/>
                    <a:pt x="2635" y="735"/>
                  </a:cubicBezTo>
                  <a:cubicBezTo>
                    <a:pt x="2883" y="507"/>
                    <a:pt x="3172" y="406"/>
                    <a:pt x="3451" y="406"/>
                  </a:cubicBezTo>
                  <a:close/>
                  <a:moveTo>
                    <a:pt x="3440" y="0"/>
                  </a:moveTo>
                  <a:cubicBezTo>
                    <a:pt x="3097" y="0"/>
                    <a:pt x="2745" y="113"/>
                    <a:pt x="2435" y="369"/>
                  </a:cubicBezTo>
                  <a:cubicBezTo>
                    <a:pt x="1034" y="1303"/>
                    <a:pt x="167" y="2804"/>
                    <a:pt x="67" y="4471"/>
                  </a:cubicBezTo>
                  <a:cubicBezTo>
                    <a:pt x="0" y="5139"/>
                    <a:pt x="300" y="5772"/>
                    <a:pt x="834" y="6139"/>
                  </a:cubicBezTo>
                  <a:cubicBezTo>
                    <a:pt x="1034" y="6239"/>
                    <a:pt x="1268" y="6306"/>
                    <a:pt x="1534" y="6306"/>
                  </a:cubicBezTo>
                  <a:cubicBezTo>
                    <a:pt x="1901" y="6306"/>
                    <a:pt x="2302" y="6173"/>
                    <a:pt x="2635" y="5973"/>
                  </a:cubicBezTo>
                  <a:cubicBezTo>
                    <a:pt x="4036" y="5072"/>
                    <a:pt x="4904" y="3537"/>
                    <a:pt x="5004" y="1870"/>
                  </a:cubicBezTo>
                  <a:cubicBezTo>
                    <a:pt x="5198" y="803"/>
                    <a:pt x="4352" y="0"/>
                    <a:pt x="344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53"/>
            <p:cNvSpPr/>
            <p:nvPr/>
          </p:nvSpPr>
          <p:spPr>
            <a:xfrm>
              <a:off x="4535900" y="3275550"/>
              <a:ext cx="66750" cy="86525"/>
            </a:xfrm>
            <a:custGeom>
              <a:rect b="b" l="l" r="r" t="t"/>
              <a:pathLst>
                <a:path extrusionOk="0" h="3461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0"/>
                    <a:pt x="34" y="1558"/>
                    <a:pt x="1" y="2492"/>
                  </a:cubicBezTo>
                  <a:cubicBezTo>
                    <a:pt x="1" y="3113"/>
                    <a:pt x="309" y="3460"/>
                    <a:pt x="753" y="3460"/>
                  </a:cubicBezTo>
                  <a:cubicBezTo>
                    <a:pt x="930" y="3460"/>
                    <a:pt x="1127" y="3406"/>
                    <a:pt x="1335" y="3292"/>
                  </a:cubicBezTo>
                  <a:cubicBezTo>
                    <a:pt x="2136" y="2759"/>
                    <a:pt x="2636" y="1891"/>
                    <a:pt x="2669" y="957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53"/>
            <p:cNvSpPr/>
            <p:nvPr/>
          </p:nvSpPr>
          <p:spPr>
            <a:xfrm>
              <a:off x="4541750" y="2454950"/>
              <a:ext cx="175150" cy="222425"/>
            </a:xfrm>
            <a:custGeom>
              <a:rect b="b" l="l" r="r" t="t"/>
              <a:pathLst>
                <a:path extrusionOk="0" h="8897" w="7006">
                  <a:moveTo>
                    <a:pt x="4937" y="558"/>
                  </a:moveTo>
                  <a:cubicBezTo>
                    <a:pt x="5204" y="558"/>
                    <a:pt x="5438" y="624"/>
                    <a:pt x="5671" y="758"/>
                  </a:cubicBezTo>
                  <a:cubicBezTo>
                    <a:pt x="6171" y="1058"/>
                    <a:pt x="6472" y="1692"/>
                    <a:pt x="6472" y="2592"/>
                  </a:cubicBezTo>
                  <a:cubicBezTo>
                    <a:pt x="6338" y="4761"/>
                    <a:pt x="5204" y="6729"/>
                    <a:pt x="3369" y="7929"/>
                  </a:cubicBezTo>
                  <a:cubicBezTo>
                    <a:pt x="2900" y="8195"/>
                    <a:pt x="2455" y="8336"/>
                    <a:pt x="2058" y="8336"/>
                  </a:cubicBezTo>
                  <a:cubicBezTo>
                    <a:pt x="1807" y="8336"/>
                    <a:pt x="1575" y="8279"/>
                    <a:pt x="1368" y="8163"/>
                  </a:cubicBezTo>
                  <a:cubicBezTo>
                    <a:pt x="868" y="7863"/>
                    <a:pt x="567" y="7196"/>
                    <a:pt x="567" y="6328"/>
                  </a:cubicBezTo>
                  <a:cubicBezTo>
                    <a:pt x="701" y="4127"/>
                    <a:pt x="1835" y="2159"/>
                    <a:pt x="3670" y="991"/>
                  </a:cubicBezTo>
                  <a:cubicBezTo>
                    <a:pt x="4037" y="724"/>
                    <a:pt x="4504" y="591"/>
                    <a:pt x="4937" y="558"/>
                  </a:cubicBezTo>
                  <a:close/>
                  <a:moveTo>
                    <a:pt x="4927" y="0"/>
                  </a:moveTo>
                  <a:cubicBezTo>
                    <a:pt x="4437" y="0"/>
                    <a:pt x="3903" y="152"/>
                    <a:pt x="3369" y="457"/>
                  </a:cubicBezTo>
                  <a:cubicBezTo>
                    <a:pt x="1501" y="1558"/>
                    <a:pt x="0" y="4160"/>
                    <a:pt x="0" y="6295"/>
                  </a:cubicBezTo>
                  <a:cubicBezTo>
                    <a:pt x="0" y="7396"/>
                    <a:pt x="401" y="8230"/>
                    <a:pt x="1101" y="8630"/>
                  </a:cubicBezTo>
                  <a:cubicBezTo>
                    <a:pt x="1401" y="8797"/>
                    <a:pt x="1735" y="8897"/>
                    <a:pt x="2069" y="8897"/>
                  </a:cubicBezTo>
                  <a:cubicBezTo>
                    <a:pt x="2636" y="8863"/>
                    <a:pt x="3169" y="8697"/>
                    <a:pt x="3670" y="8430"/>
                  </a:cubicBezTo>
                  <a:cubicBezTo>
                    <a:pt x="5504" y="7329"/>
                    <a:pt x="7005" y="4727"/>
                    <a:pt x="7005" y="2592"/>
                  </a:cubicBezTo>
                  <a:cubicBezTo>
                    <a:pt x="7005" y="1492"/>
                    <a:pt x="6638" y="658"/>
                    <a:pt x="5938" y="257"/>
                  </a:cubicBezTo>
                  <a:cubicBezTo>
                    <a:pt x="5638" y="86"/>
                    <a:pt x="5295" y="0"/>
                    <a:pt x="492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53"/>
            <p:cNvSpPr/>
            <p:nvPr/>
          </p:nvSpPr>
          <p:spPr>
            <a:xfrm>
              <a:off x="4577600" y="2504850"/>
              <a:ext cx="104275" cy="123200"/>
            </a:xfrm>
            <a:custGeom>
              <a:rect b="b" l="l" r="r" t="t"/>
              <a:pathLst>
                <a:path extrusionOk="0" h="4928" w="4171">
                  <a:moveTo>
                    <a:pt x="2930" y="1"/>
                  </a:moveTo>
                  <a:cubicBezTo>
                    <a:pt x="2206" y="1"/>
                    <a:pt x="1321" y="657"/>
                    <a:pt x="735" y="1697"/>
                  </a:cubicBezTo>
                  <a:cubicBezTo>
                    <a:pt x="1" y="2965"/>
                    <a:pt x="1" y="4366"/>
                    <a:pt x="735" y="4799"/>
                  </a:cubicBezTo>
                  <a:cubicBezTo>
                    <a:pt x="882" y="4886"/>
                    <a:pt x="1048" y="4928"/>
                    <a:pt x="1225" y="4928"/>
                  </a:cubicBezTo>
                  <a:cubicBezTo>
                    <a:pt x="1933" y="4928"/>
                    <a:pt x="2823" y="4271"/>
                    <a:pt x="3437" y="3232"/>
                  </a:cubicBezTo>
                  <a:cubicBezTo>
                    <a:pt x="4170" y="1964"/>
                    <a:pt x="4170" y="563"/>
                    <a:pt x="3437" y="129"/>
                  </a:cubicBezTo>
                  <a:cubicBezTo>
                    <a:pt x="3283" y="42"/>
                    <a:pt x="3111" y="1"/>
                    <a:pt x="293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53"/>
            <p:cNvSpPr/>
            <p:nvPr/>
          </p:nvSpPr>
          <p:spPr>
            <a:xfrm>
              <a:off x="4779425" y="2918650"/>
              <a:ext cx="207875" cy="577650"/>
            </a:xfrm>
            <a:custGeom>
              <a:rect b="b" l="l" r="r" t="t"/>
              <a:pathLst>
                <a:path extrusionOk="0" h="23106" w="8315">
                  <a:moveTo>
                    <a:pt x="8064" y="0"/>
                  </a:moveTo>
                  <a:cubicBezTo>
                    <a:pt x="7995" y="0"/>
                    <a:pt x="7930" y="37"/>
                    <a:pt x="7906" y="123"/>
                  </a:cubicBezTo>
                  <a:lnTo>
                    <a:pt x="34" y="22872"/>
                  </a:lnTo>
                  <a:cubicBezTo>
                    <a:pt x="0" y="22972"/>
                    <a:pt x="34" y="23072"/>
                    <a:pt x="134" y="23106"/>
                  </a:cubicBezTo>
                  <a:lnTo>
                    <a:pt x="200" y="23106"/>
                  </a:lnTo>
                  <a:cubicBezTo>
                    <a:pt x="267" y="23106"/>
                    <a:pt x="367" y="23039"/>
                    <a:pt x="400" y="22972"/>
                  </a:cubicBezTo>
                  <a:lnTo>
                    <a:pt x="8273" y="256"/>
                  </a:lnTo>
                  <a:cubicBezTo>
                    <a:pt x="8315" y="108"/>
                    <a:pt x="8184" y="0"/>
                    <a:pt x="806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53"/>
            <p:cNvSpPr/>
            <p:nvPr/>
          </p:nvSpPr>
          <p:spPr>
            <a:xfrm>
              <a:off x="4576325" y="3370650"/>
              <a:ext cx="92200" cy="191525"/>
            </a:xfrm>
            <a:custGeom>
              <a:rect b="b" l="l" r="r" t="t"/>
              <a:pathLst>
                <a:path extrusionOk="0" h="7661" w="3688">
                  <a:moveTo>
                    <a:pt x="238" y="0"/>
                  </a:moveTo>
                  <a:cubicBezTo>
                    <a:pt x="117" y="0"/>
                    <a:pt x="1" y="108"/>
                    <a:pt x="85" y="256"/>
                  </a:cubicBezTo>
                  <a:lnTo>
                    <a:pt x="3287" y="7561"/>
                  </a:lnTo>
                  <a:cubicBezTo>
                    <a:pt x="3321" y="7627"/>
                    <a:pt x="3387" y="7661"/>
                    <a:pt x="3454" y="7661"/>
                  </a:cubicBezTo>
                  <a:lnTo>
                    <a:pt x="3554" y="7661"/>
                  </a:lnTo>
                  <a:cubicBezTo>
                    <a:pt x="3654" y="7594"/>
                    <a:pt x="3688" y="7494"/>
                    <a:pt x="3654" y="7394"/>
                  </a:cubicBezTo>
                  <a:lnTo>
                    <a:pt x="419" y="122"/>
                  </a:lnTo>
                  <a:cubicBezTo>
                    <a:pt x="382" y="36"/>
                    <a:pt x="309" y="0"/>
                    <a:pt x="23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53"/>
            <p:cNvSpPr/>
            <p:nvPr/>
          </p:nvSpPr>
          <p:spPr>
            <a:xfrm>
              <a:off x="4849475" y="3411650"/>
              <a:ext cx="204300" cy="180550"/>
            </a:xfrm>
            <a:custGeom>
              <a:rect b="b" l="l" r="r" t="t"/>
              <a:pathLst>
                <a:path extrusionOk="0" h="7222" w="8172">
                  <a:moveTo>
                    <a:pt x="7872" y="1"/>
                  </a:moveTo>
                  <a:cubicBezTo>
                    <a:pt x="7835" y="1"/>
                    <a:pt x="7800" y="15"/>
                    <a:pt x="7772" y="50"/>
                  </a:cubicBezTo>
                  <a:lnTo>
                    <a:pt x="67" y="6888"/>
                  </a:lnTo>
                  <a:cubicBezTo>
                    <a:pt x="0" y="6955"/>
                    <a:pt x="0" y="7088"/>
                    <a:pt x="67" y="7155"/>
                  </a:cubicBezTo>
                  <a:cubicBezTo>
                    <a:pt x="100" y="7188"/>
                    <a:pt x="134" y="7222"/>
                    <a:pt x="200" y="7222"/>
                  </a:cubicBezTo>
                  <a:cubicBezTo>
                    <a:pt x="234" y="7222"/>
                    <a:pt x="267" y="7188"/>
                    <a:pt x="300" y="7155"/>
                  </a:cubicBezTo>
                  <a:lnTo>
                    <a:pt x="8039" y="317"/>
                  </a:lnTo>
                  <a:cubicBezTo>
                    <a:pt x="8171" y="211"/>
                    <a:pt x="8010" y="1"/>
                    <a:pt x="787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53"/>
            <p:cNvSpPr/>
            <p:nvPr/>
          </p:nvSpPr>
          <p:spPr>
            <a:xfrm>
              <a:off x="5156350" y="3345325"/>
              <a:ext cx="181000" cy="16725"/>
            </a:xfrm>
            <a:custGeom>
              <a:rect b="b" l="l" r="r" t="t"/>
              <a:pathLst>
                <a:path extrusionOk="0" h="669" w="7240">
                  <a:moveTo>
                    <a:pt x="201" y="1"/>
                  </a:moveTo>
                  <a:cubicBezTo>
                    <a:pt x="67" y="1"/>
                    <a:pt x="1" y="101"/>
                    <a:pt x="1" y="201"/>
                  </a:cubicBezTo>
                  <a:cubicBezTo>
                    <a:pt x="1" y="301"/>
                    <a:pt x="67" y="368"/>
                    <a:pt x="167" y="401"/>
                  </a:cubicBezTo>
                  <a:lnTo>
                    <a:pt x="7039" y="668"/>
                  </a:lnTo>
                  <a:cubicBezTo>
                    <a:pt x="7139" y="668"/>
                    <a:pt x="7239" y="568"/>
                    <a:pt x="7239" y="468"/>
                  </a:cubicBezTo>
                  <a:cubicBezTo>
                    <a:pt x="7239" y="368"/>
                    <a:pt x="7172" y="268"/>
                    <a:pt x="7039" y="268"/>
                  </a:cubicBezTo>
                  <a:lnTo>
                    <a:pt x="20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53"/>
            <p:cNvSpPr/>
            <p:nvPr/>
          </p:nvSpPr>
          <p:spPr>
            <a:xfrm>
              <a:off x="4577600" y="2654850"/>
              <a:ext cx="57575" cy="597950"/>
            </a:xfrm>
            <a:custGeom>
              <a:rect b="b" l="l" r="r" t="t"/>
              <a:pathLst>
                <a:path extrusionOk="0" h="23918" w="2303">
                  <a:moveTo>
                    <a:pt x="2102" y="0"/>
                  </a:moveTo>
                  <a:cubicBezTo>
                    <a:pt x="2002" y="0"/>
                    <a:pt x="1902" y="67"/>
                    <a:pt x="1902" y="167"/>
                  </a:cubicBezTo>
                  <a:lnTo>
                    <a:pt x="1" y="23684"/>
                  </a:lnTo>
                  <a:cubicBezTo>
                    <a:pt x="1" y="23817"/>
                    <a:pt x="67" y="23884"/>
                    <a:pt x="168" y="23917"/>
                  </a:cubicBezTo>
                  <a:cubicBezTo>
                    <a:pt x="268" y="23917"/>
                    <a:pt x="368" y="23817"/>
                    <a:pt x="368" y="23717"/>
                  </a:cubicBezTo>
                  <a:lnTo>
                    <a:pt x="2302" y="200"/>
                  </a:lnTo>
                  <a:cubicBezTo>
                    <a:pt x="2302" y="100"/>
                    <a:pt x="2202" y="0"/>
                    <a:pt x="210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53"/>
            <p:cNvSpPr/>
            <p:nvPr/>
          </p:nvSpPr>
          <p:spPr>
            <a:xfrm>
              <a:off x="4025550" y="2880125"/>
              <a:ext cx="304575" cy="410200"/>
            </a:xfrm>
            <a:custGeom>
              <a:rect b="b" l="l" r="r" t="t"/>
              <a:pathLst>
                <a:path extrusionOk="0" h="16408" w="12183">
                  <a:moveTo>
                    <a:pt x="11918" y="0"/>
                  </a:moveTo>
                  <a:cubicBezTo>
                    <a:pt x="11869" y="0"/>
                    <a:pt x="11819" y="19"/>
                    <a:pt x="11775" y="62"/>
                  </a:cubicBezTo>
                  <a:lnTo>
                    <a:pt x="67" y="16107"/>
                  </a:lnTo>
                  <a:cubicBezTo>
                    <a:pt x="0" y="16174"/>
                    <a:pt x="0" y="16307"/>
                    <a:pt x="100" y="16374"/>
                  </a:cubicBezTo>
                  <a:cubicBezTo>
                    <a:pt x="134" y="16374"/>
                    <a:pt x="167" y="16407"/>
                    <a:pt x="200" y="16407"/>
                  </a:cubicBezTo>
                  <a:cubicBezTo>
                    <a:pt x="267" y="16407"/>
                    <a:pt x="334" y="16374"/>
                    <a:pt x="367" y="16341"/>
                  </a:cubicBezTo>
                  <a:lnTo>
                    <a:pt x="12109" y="296"/>
                  </a:lnTo>
                  <a:cubicBezTo>
                    <a:pt x="12183" y="148"/>
                    <a:pt x="12057" y="0"/>
                    <a:pt x="1191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53"/>
            <p:cNvSpPr/>
            <p:nvPr/>
          </p:nvSpPr>
          <p:spPr>
            <a:xfrm>
              <a:off x="3998175" y="3394125"/>
              <a:ext cx="132475" cy="245150"/>
            </a:xfrm>
            <a:custGeom>
              <a:rect b="b" l="l" r="r" t="t"/>
              <a:pathLst>
                <a:path extrusionOk="0" h="9806" w="5299">
                  <a:moveTo>
                    <a:pt x="291" y="1"/>
                  </a:moveTo>
                  <a:cubicBezTo>
                    <a:pt x="156" y="1"/>
                    <a:pt x="0" y="142"/>
                    <a:pt x="95" y="284"/>
                  </a:cubicBezTo>
                  <a:lnTo>
                    <a:pt x="4931" y="9691"/>
                  </a:lnTo>
                  <a:cubicBezTo>
                    <a:pt x="4959" y="9745"/>
                    <a:pt x="5008" y="9800"/>
                    <a:pt x="5062" y="9800"/>
                  </a:cubicBezTo>
                  <a:cubicBezTo>
                    <a:pt x="5074" y="9800"/>
                    <a:pt x="5086" y="9797"/>
                    <a:pt x="5098" y="9791"/>
                  </a:cubicBezTo>
                  <a:cubicBezTo>
                    <a:pt x="5109" y="9802"/>
                    <a:pt x="5120" y="9806"/>
                    <a:pt x="5132" y="9806"/>
                  </a:cubicBezTo>
                  <a:cubicBezTo>
                    <a:pt x="5154" y="9806"/>
                    <a:pt x="5176" y="9791"/>
                    <a:pt x="5198" y="9791"/>
                  </a:cubicBezTo>
                  <a:cubicBezTo>
                    <a:pt x="5265" y="9724"/>
                    <a:pt x="5298" y="9624"/>
                    <a:pt x="5265" y="9524"/>
                  </a:cubicBezTo>
                  <a:lnTo>
                    <a:pt x="428" y="84"/>
                  </a:lnTo>
                  <a:cubicBezTo>
                    <a:pt x="399" y="25"/>
                    <a:pt x="347" y="1"/>
                    <a:pt x="29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53"/>
            <p:cNvSpPr/>
            <p:nvPr/>
          </p:nvSpPr>
          <p:spPr>
            <a:xfrm>
              <a:off x="4196500" y="3799750"/>
              <a:ext cx="409700" cy="355350"/>
            </a:xfrm>
            <a:custGeom>
              <a:rect b="b" l="l" r="r" t="t"/>
              <a:pathLst>
                <a:path extrusionOk="0" h="14214" w="16388">
                  <a:moveTo>
                    <a:pt x="16123" y="1"/>
                  </a:moveTo>
                  <a:cubicBezTo>
                    <a:pt x="16088" y="1"/>
                    <a:pt x="16050" y="12"/>
                    <a:pt x="16012" y="37"/>
                  </a:cubicBezTo>
                  <a:lnTo>
                    <a:pt x="134" y="13880"/>
                  </a:lnTo>
                  <a:cubicBezTo>
                    <a:pt x="1" y="13980"/>
                    <a:pt x="67" y="14214"/>
                    <a:pt x="267" y="14214"/>
                  </a:cubicBezTo>
                  <a:cubicBezTo>
                    <a:pt x="301" y="14214"/>
                    <a:pt x="334" y="14180"/>
                    <a:pt x="367" y="14180"/>
                  </a:cubicBezTo>
                  <a:lnTo>
                    <a:pt x="16279" y="337"/>
                  </a:lnTo>
                  <a:cubicBezTo>
                    <a:pt x="16387" y="202"/>
                    <a:pt x="16276" y="1"/>
                    <a:pt x="1612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53"/>
            <p:cNvSpPr/>
            <p:nvPr/>
          </p:nvSpPr>
          <p:spPr>
            <a:xfrm>
              <a:off x="4098100" y="3792100"/>
              <a:ext cx="66725" cy="369675"/>
            </a:xfrm>
            <a:custGeom>
              <a:rect b="b" l="l" r="r" t="t"/>
              <a:pathLst>
                <a:path extrusionOk="0" h="14787" w="2669">
                  <a:moveTo>
                    <a:pt x="2451" y="1"/>
                  </a:moveTo>
                  <a:cubicBezTo>
                    <a:pt x="2370" y="1"/>
                    <a:pt x="2296" y="66"/>
                    <a:pt x="2269" y="176"/>
                  </a:cubicBezTo>
                  <a:lnTo>
                    <a:pt x="34" y="14553"/>
                  </a:lnTo>
                  <a:cubicBezTo>
                    <a:pt x="0" y="14653"/>
                    <a:pt x="67" y="14753"/>
                    <a:pt x="201" y="14787"/>
                  </a:cubicBezTo>
                  <a:lnTo>
                    <a:pt x="234" y="14787"/>
                  </a:lnTo>
                  <a:cubicBezTo>
                    <a:pt x="301" y="14787"/>
                    <a:pt x="401" y="14720"/>
                    <a:pt x="401" y="14620"/>
                  </a:cubicBezTo>
                  <a:lnTo>
                    <a:pt x="2669" y="210"/>
                  </a:lnTo>
                  <a:cubicBezTo>
                    <a:pt x="2669" y="110"/>
                    <a:pt x="2602" y="9"/>
                    <a:pt x="2502" y="9"/>
                  </a:cubicBezTo>
                  <a:cubicBezTo>
                    <a:pt x="2485" y="4"/>
                    <a:pt x="2468" y="1"/>
                    <a:pt x="245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53"/>
            <p:cNvSpPr/>
            <p:nvPr/>
          </p:nvSpPr>
          <p:spPr>
            <a:xfrm>
              <a:off x="3803225" y="3943275"/>
              <a:ext cx="257375" cy="256875"/>
            </a:xfrm>
            <a:custGeom>
              <a:rect b="b" l="l" r="r" t="t"/>
              <a:pathLst>
                <a:path extrusionOk="0" h="10275" w="10295">
                  <a:moveTo>
                    <a:pt x="303" y="0"/>
                  </a:moveTo>
                  <a:cubicBezTo>
                    <a:pt x="160" y="0"/>
                    <a:pt x="1" y="206"/>
                    <a:pt x="154" y="334"/>
                  </a:cubicBezTo>
                  <a:lnTo>
                    <a:pt x="9927" y="10241"/>
                  </a:lnTo>
                  <a:cubicBezTo>
                    <a:pt x="9961" y="10274"/>
                    <a:pt x="10027" y="10274"/>
                    <a:pt x="10061" y="10274"/>
                  </a:cubicBezTo>
                  <a:cubicBezTo>
                    <a:pt x="10128" y="10274"/>
                    <a:pt x="10194" y="10274"/>
                    <a:pt x="10228" y="10241"/>
                  </a:cubicBezTo>
                  <a:cubicBezTo>
                    <a:pt x="10294" y="10141"/>
                    <a:pt x="10294" y="10041"/>
                    <a:pt x="10228" y="9974"/>
                  </a:cubicBezTo>
                  <a:lnTo>
                    <a:pt x="421" y="67"/>
                  </a:lnTo>
                  <a:cubicBezTo>
                    <a:pt x="389" y="20"/>
                    <a:pt x="347" y="0"/>
                    <a:pt x="30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53"/>
            <p:cNvSpPr/>
            <p:nvPr/>
          </p:nvSpPr>
          <p:spPr>
            <a:xfrm>
              <a:off x="3512675" y="4239300"/>
              <a:ext cx="472025" cy="89275"/>
            </a:xfrm>
            <a:custGeom>
              <a:rect b="b" l="l" r="r" t="t"/>
              <a:pathLst>
                <a:path extrusionOk="0" h="3571" w="18881">
                  <a:moveTo>
                    <a:pt x="234" y="1"/>
                  </a:moveTo>
                  <a:cubicBezTo>
                    <a:pt x="134" y="1"/>
                    <a:pt x="34" y="68"/>
                    <a:pt x="1" y="168"/>
                  </a:cubicBezTo>
                  <a:cubicBezTo>
                    <a:pt x="1" y="268"/>
                    <a:pt x="67" y="368"/>
                    <a:pt x="167" y="401"/>
                  </a:cubicBezTo>
                  <a:lnTo>
                    <a:pt x="18647" y="3570"/>
                  </a:lnTo>
                  <a:lnTo>
                    <a:pt x="18681" y="3570"/>
                  </a:lnTo>
                  <a:cubicBezTo>
                    <a:pt x="18781" y="3570"/>
                    <a:pt x="18847" y="3503"/>
                    <a:pt x="18881" y="3403"/>
                  </a:cubicBezTo>
                  <a:cubicBezTo>
                    <a:pt x="18881" y="3303"/>
                    <a:pt x="18814" y="3203"/>
                    <a:pt x="18714" y="3203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53"/>
            <p:cNvSpPr/>
            <p:nvPr/>
          </p:nvSpPr>
          <p:spPr>
            <a:xfrm>
              <a:off x="3392600" y="3677250"/>
              <a:ext cx="45050" cy="480350"/>
            </a:xfrm>
            <a:custGeom>
              <a:rect b="b" l="l" r="r" t="t"/>
              <a:pathLst>
                <a:path extrusionOk="0" h="19214" w="1802">
                  <a:moveTo>
                    <a:pt x="1635" y="0"/>
                  </a:moveTo>
                  <a:cubicBezTo>
                    <a:pt x="1535" y="0"/>
                    <a:pt x="1435" y="67"/>
                    <a:pt x="1435" y="200"/>
                  </a:cubicBezTo>
                  <a:lnTo>
                    <a:pt x="34" y="19014"/>
                  </a:lnTo>
                  <a:cubicBezTo>
                    <a:pt x="0" y="19114"/>
                    <a:pt x="100" y="19214"/>
                    <a:pt x="200" y="19214"/>
                  </a:cubicBezTo>
                  <a:cubicBezTo>
                    <a:pt x="300" y="19214"/>
                    <a:pt x="401" y="19147"/>
                    <a:pt x="401" y="19047"/>
                  </a:cubicBezTo>
                  <a:lnTo>
                    <a:pt x="1802" y="200"/>
                  </a:lnTo>
                  <a:cubicBezTo>
                    <a:pt x="1802" y="100"/>
                    <a:pt x="1735" y="34"/>
                    <a:pt x="163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53"/>
            <p:cNvSpPr/>
            <p:nvPr/>
          </p:nvSpPr>
          <p:spPr>
            <a:xfrm>
              <a:off x="3176600" y="4037925"/>
              <a:ext cx="161825" cy="176400"/>
            </a:xfrm>
            <a:custGeom>
              <a:rect b="b" l="l" r="r" t="t"/>
              <a:pathLst>
                <a:path extrusionOk="0" h="7056" w="6473">
                  <a:moveTo>
                    <a:pt x="201" y="0"/>
                  </a:moveTo>
                  <a:cubicBezTo>
                    <a:pt x="151" y="0"/>
                    <a:pt x="101" y="17"/>
                    <a:pt x="67" y="50"/>
                  </a:cubicBezTo>
                  <a:cubicBezTo>
                    <a:pt x="1" y="117"/>
                    <a:pt x="1" y="250"/>
                    <a:pt x="67" y="317"/>
                  </a:cubicBezTo>
                  <a:lnTo>
                    <a:pt x="6105" y="6988"/>
                  </a:lnTo>
                  <a:cubicBezTo>
                    <a:pt x="6138" y="7022"/>
                    <a:pt x="6172" y="7055"/>
                    <a:pt x="6239" y="7055"/>
                  </a:cubicBezTo>
                  <a:cubicBezTo>
                    <a:pt x="6405" y="7055"/>
                    <a:pt x="6472" y="6855"/>
                    <a:pt x="6372" y="6722"/>
                  </a:cubicBezTo>
                  <a:lnTo>
                    <a:pt x="334" y="50"/>
                  </a:lnTo>
                  <a:cubicBezTo>
                    <a:pt x="301" y="17"/>
                    <a:pt x="251" y="0"/>
                    <a:pt x="20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53"/>
            <p:cNvSpPr/>
            <p:nvPr/>
          </p:nvSpPr>
          <p:spPr>
            <a:xfrm>
              <a:off x="5243075" y="3415900"/>
              <a:ext cx="113450" cy="288875"/>
            </a:xfrm>
            <a:custGeom>
              <a:rect b="b" l="l" r="r" t="t"/>
              <a:pathLst>
                <a:path extrusionOk="0" h="11555" w="4538">
                  <a:moveTo>
                    <a:pt x="4391" y="0"/>
                  </a:moveTo>
                  <a:cubicBezTo>
                    <a:pt x="4355" y="0"/>
                    <a:pt x="4337" y="31"/>
                    <a:pt x="4337" y="80"/>
                  </a:cubicBezTo>
                  <a:lnTo>
                    <a:pt x="34" y="11422"/>
                  </a:lnTo>
                  <a:cubicBezTo>
                    <a:pt x="1" y="11488"/>
                    <a:pt x="34" y="11522"/>
                    <a:pt x="101" y="11555"/>
                  </a:cubicBezTo>
                  <a:lnTo>
                    <a:pt x="134" y="11555"/>
                  </a:lnTo>
                  <a:cubicBezTo>
                    <a:pt x="168" y="11555"/>
                    <a:pt x="234" y="11555"/>
                    <a:pt x="234" y="11522"/>
                  </a:cubicBezTo>
                  <a:lnTo>
                    <a:pt x="4504" y="147"/>
                  </a:lnTo>
                  <a:cubicBezTo>
                    <a:pt x="4537" y="113"/>
                    <a:pt x="4471" y="13"/>
                    <a:pt x="4437" y="13"/>
                  </a:cubicBezTo>
                  <a:cubicBezTo>
                    <a:pt x="4419" y="4"/>
                    <a:pt x="4404" y="0"/>
                    <a:pt x="439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53"/>
            <p:cNvSpPr/>
            <p:nvPr/>
          </p:nvSpPr>
          <p:spPr>
            <a:xfrm>
              <a:off x="5417375" y="3377025"/>
              <a:ext cx="94250" cy="133450"/>
            </a:xfrm>
            <a:custGeom>
              <a:rect b="b" l="l" r="r" t="t"/>
              <a:pathLst>
                <a:path extrusionOk="0" h="5338" w="3770">
                  <a:moveTo>
                    <a:pt x="67" y="1"/>
                  </a:moveTo>
                  <a:cubicBezTo>
                    <a:pt x="34" y="34"/>
                    <a:pt x="0" y="101"/>
                    <a:pt x="34" y="134"/>
                  </a:cubicBezTo>
                  <a:lnTo>
                    <a:pt x="3603" y="5304"/>
                  </a:lnTo>
                  <a:cubicBezTo>
                    <a:pt x="3603" y="5304"/>
                    <a:pt x="3636" y="5338"/>
                    <a:pt x="3670" y="5338"/>
                  </a:cubicBezTo>
                  <a:cubicBezTo>
                    <a:pt x="3703" y="5338"/>
                    <a:pt x="3703" y="5338"/>
                    <a:pt x="3703" y="5304"/>
                  </a:cubicBezTo>
                  <a:cubicBezTo>
                    <a:pt x="3770" y="5304"/>
                    <a:pt x="3770" y="5238"/>
                    <a:pt x="3736" y="5204"/>
                  </a:cubicBezTo>
                  <a:lnTo>
                    <a:pt x="167" y="34"/>
                  </a:lnTo>
                  <a:cubicBezTo>
                    <a:pt x="167" y="1"/>
                    <a:pt x="100" y="1"/>
                    <a:pt x="6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53"/>
            <p:cNvSpPr/>
            <p:nvPr/>
          </p:nvSpPr>
          <p:spPr>
            <a:xfrm>
              <a:off x="4401650" y="3032075"/>
              <a:ext cx="136775" cy="255750"/>
            </a:xfrm>
            <a:custGeom>
              <a:rect b="b" l="l" r="r" t="t"/>
              <a:pathLst>
                <a:path extrusionOk="0" h="10230" w="5471">
                  <a:moveTo>
                    <a:pt x="185" y="0"/>
                  </a:moveTo>
                  <a:cubicBezTo>
                    <a:pt x="167" y="0"/>
                    <a:pt x="148" y="8"/>
                    <a:pt x="134" y="22"/>
                  </a:cubicBezTo>
                  <a:cubicBezTo>
                    <a:pt x="100" y="22"/>
                    <a:pt x="0" y="122"/>
                    <a:pt x="34" y="155"/>
                  </a:cubicBezTo>
                  <a:lnTo>
                    <a:pt x="5204" y="10229"/>
                  </a:lnTo>
                  <a:lnTo>
                    <a:pt x="5371" y="10229"/>
                  </a:lnTo>
                  <a:lnTo>
                    <a:pt x="5404" y="10196"/>
                  </a:lnTo>
                  <a:cubicBezTo>
                    <a:pt x="5438" y="10196"/>
                    <a:pt x="5471" y="10129"/>
                    <a:pt x="5438" y="10096"/>
                  </a:cubicBezTo>
                  <a:lnTo>
                    <a:pt x="234" y="55"/>
                  </a:lnTo>
                  <a:cubicBezTo>
                    <a:pt x="234" y="16"/>
                    <a:pt x="211" y="0"/>
                    <a:pt x="18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53"/>
            <p:cNvSpPr/>
            <p:nvPr/>
          </p:nvSpPr>
          <p:spPr>
            <a:xfrm>
              <a:off x="3999700" y="2893000"/>
              <a:ext cx="95075" cy="383150"/>
            </a:xfrm>
            <a:custGeom>
              <a:rect b="b" l="l" r="r" t="t"/>
              <a:pathLst>
                <a:path extrusionOk="0" h="15326" w="3803">
                  <a:moveTo>
                    <a:pt x="3654" y="1"/>
                  </a:moveTo>
                  <a:cubicBezTo>
                    <a:pt x="3603" y="1"/>
                    <a:pt x="3536" y="24"/>
                    <a:pt x="3536" y="48"/>
                  </a:cubicBezTo>
                  <a:lnTo>
                    <a:pt x="0" y="15225"/>
                  </a:lnTo>
                  <a:cubicBezTo>
                    <a:pt x="0" y="15259"/>
                    <a:pt x="100" y="15325"/>
                    <a:pt x="134" y="15325"/>
                  </a:cubicBezTo>
                  <a:cubicBezTo>
                    <a:pt x="167" y="15325"/>
                    <a:pt x="200" y="15292"/>
                    <a:pt x="200" y="15259"/>
                  </a:cubicBezTo>
                  <a:lnTo>
                    <a:pt x="3770" y="114"/>
                  </a:lnTo>
                  <a:cubicBezTo>
                    <a:pt x="3803" y="48"/>
                    <a:pt x="3770" y="14"/>
                    <a:pt x="3703" y="14"/>
                  </a:cubicBezTo>
                  <a:cubicBezTo>
                    <a:pt x="3693" y="5"/>
                    <a:pt x="3675" y="1"/>
                    <a:pt x="365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53"/>
            <p:cNvSpPr/>
            <p:nvPr/>
          </p:nvSpPr>
          <p:spPr>
            <a:xfrm>
              <a:off x="4197325" y="3417050"/>
              <a:ext cx="81750" cy="180150"/>
            </a:xfrm>
            <a:custGeom>
              <a:rect b="b" l="l" r="r" t="t"/>
              <a:pathLst>
                <a:path extrusionOk="0" h="7206" w="3270">
                  <a:moveTo>
                    <a:pt x="3103" y="1"/>
                  </a:moveTo>
                  <a:cubicBezTo>
                    <a:pt x="3070" y="1"/>
                    <a:pt x="3003" y="1"/>
                    <a:pt x="3003" y="67"/>
                  </a:cubicBezTo>
                  <a:lnTo>
                    <a:pt x="34" y="7106"/>
                  </a:lnTo>
                  <a:cubicBezTo>
                    <a:pt x="1" y="7139"/>
                    <a:pt x="34" y="7206"/>
                    <a:pt x="68" y="7206"/>
                  </a:cubicBezTo>
                  <a:lnTo>
                    <a:pt x="101" y="7206"/>
                  </a:lnTo>
                  <a:cubicBezTo>
                    <a:pt x="168" y="7206"/>
                    <a:pt x="234" y="7172"/>
                    <a:pt x="268" y="7139"/>
                  </a:cubicBezTo>
                  <a:lnTo>
                    <a:pt x="3237" y="67"/>
                  </a:lnTo>
                  <a:cubicBezTo>
                    <a:pt x="3270" y="34"/>
                    <a:pt x="3136" y="34"/>
                    <a:pt x="310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53"/>
            <p:cNvSpPr/>
            <p:nvPr/>
          </p:nvSpPr>
          <p:spPr>
            <a:xfrm>
              <a:off x="5213050" y="365915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1"/>
                    <a:pt x="34" y="1558"/>
                    <a:pt x="1" y="2492"/>
                  </a:cubicBezTo>
                  <a:cubicBezTo>
                    <a:pt x="1" y="3103"/>
                    <a:pt x="299" y="3449"/>
                    <a:pt x="731" y="3449"/>
                  </a:cubicBezTo>
                  <a:cubicBezTo>
                    <a:pt x="913" y="3449"/>
                    <a:pt x="1118" y="3388"/>
                    <a:pt x="1335" y="3259"/>
                  </a:cubicBezTo>
                  <a:cubicBezTo>
                    <a:pt x="2136" y="2759"/>
                    <a:pt x="2603" y="1892"/>
                    <a:pt x="2669" y="958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53"/>
            <p:cNvSpPr/>
            <p:nvPr/>
          </p:nvSpPr>
          <p:spPr>
            <a:xfrm>
              <a:off x="4367450" y="2982200"/>
              <a:ext cx="76750" cy="100025"/>
            </a:xfrm>
            <a:custGeom>
              <a:rect b="b" l="l" r="r" t="t"/>
              <a:pathLst>
                <a:path extrusionOk="0" h="4001" w="3070">
                  <a:moveTo>
                    <a:pt x="2232" y="0"/>
                  </a:moveTo>
                  <a:cubicBezTo>
                    <a:pt x="2025" y="0"/>
                    <a:pt x="1788" y="70"/>
                    <a:pt x="1535" y="216"/>
                  </a:cubicBezTo>
                  <a:cubicBezTo>
                    <a:pt x="635" y="816"/>
                    <a:pt x="67" y="1817"/>
                    <a:pt x="1" y="2884"/>
                  </a:cubicBezTo>
                  <a:cubicBezTo>
                    <a:pt x="1" y="3593"/>
                    <a:pt x="352" y="4000"/>
                    <a:pt x="853" y="4000"/>
                  </a:cubicBezTo>
                  <a:cubicBezTo>
                    <a:pt x="1060" y="4000"/>
                    <a:pt x="1292" y="3931"/>
                    <a:pt x="1535" y="3785"/>
                  </a:cubicBezTo>
                  <a:cubicBezTo>
                    <a:pt x="2436" y="3185"/>
                    <a:pt x="3036" y="2184"/>
                    <a:pt x="3070" y="1116"/>
                  </a:cubicBezTo>
                  <a:cubicBezTo>
                    <a:pt x="3070" y="408"/>
                    <a:pt x="2735" y="0"/>
                    <a:pt x="223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53"/>
            <p:cNvSpPr/>
            <p:nvPr/>
          </p:nvSpPr>
          <p:spPr>
            <a:xfrm>
              <a:off x="4244875" y="3380625"/>
              <a:ext cx="59225" cy="76225"/>
            </a:xfrm>
            <a:custGeom>
              <a:rect b="b" l="l" r="r" t="t"/>
              <a:pathLst>
                <a:path extrusionOk="0" h="3049" w="2369">
                  <a:moveTo>
                    <a:pt x="1700" y="1"/>
                  </a:moveTo>
                  <a:cubicBezTo>
                    <a:pt x="1540" y="1"/>
                    <a:pt x="1359" y="51"/>
                    <a:pt x="1168" y="157"/>
                  </a:cubicBezTo>
                  <a:cubicBezTo>
                    <a:pt x="467" y="624"/>
                    <a:pt x="34" y="1391"/>
                    <a:pt x="0" y="2225"/>
                  </a:cubicBezTo>
                  <a:cubicBezTo>
                    <a:pt x="0" y="2746"/>
                    <a:pt x="270" y="3049"/>
                    <a:pt x="653" y="3049"/>
                  </a:cubicBezTo>
                  <a:cubicBezTo>
                    <a:pt x="809" y="3049"/>
                    <a:pt x="984" y="2998"/>
                    <a:pt x="1168" y="2892"/>
                  </a:cubicBezTo>
                  <a:cubicBezTo>
                    <a:pt x="1868" y="2458"/>
                    <a:pt x="2302" y="1691"/>
                    <a:pt x="2369" y="857"/>
                  </a:cubicBezTo>
                  <a:cubicBezTo>
                    <a:pt x="2369" y="311"/>
                    <a:pt x="2098" y="1"/>
                    <a:pt x="170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53"/>
            <p:cNvSpPr/>
            <p:nvPr/>
          </p:nvSpPr>
          <p:spPr>
            <a:xfrm>
              <a:off x="4063075" y="2856925"/>
              <a:ext cx="58400" cy="76200"/>
            </a:xfrm>
            <a:custGeom>
              <a:rect b="b" l="l" r="r" t="t"/>
              <a:pathLst>
                <a:path extrusionOk="0" h="3048" w="2336">
                  <a:moveTo>
                    <a:pt x="1694" y="1"/>
                  </a:moveTo>
                  <a:cubicBezTo>
                    <a:pt x="1538" y="1"/>
                    <a:pt x="1360" y="51"/>
                    <a:pt x="1168" y="156"/>
                  </a:cubicBezTo>
                  <a:cubicBezTo>
                    <a:pt x="467" y="623"/>
                    <a:pt x="34" y="1357"/>
                    <a:pt x="0" y="2191"/>
                  </a:cubicBezTo>
                  <a:cubicBezTo>
                    <a:pt x="0" y="2738"/>
                    <a:pt x="254" y="3048"/>
                    <a:pt x="642" y="3048"/>
                  </a:cubicBezTo>
                  <a:cubicBezTo>
                    <a:pt x="798" y="3048"/>
                    <a:pt x="976" y="2997"/>
                    <a:pt x="1168" y="2892"/>
                  </a:cubicBezTo>
                  <a:cubicBezTo>
                    <a:pt x="1868" y="2425"/>
                    <a:pt x="2302" y="1658"/>
                    <a:pt x="2335" y="857"/>
                  </a:cubicBezTo>
                  <a:cubicBezTo>
                    <a:pt x="2335" y="310"/>
                    <a:pt x="2081" y="1"/>
                    <a:pt x="169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53"/>
            <p:cNvSpPr/>
            <p:nvPr/>
          </p:nvSpPr>
          <p:spPr>
            <a:xfrm>
              <a:off x="5486600" y="3479350"/>
              <a:ext cx="45050" cy="57775"/>
            </a:xfrm>
            <a:custGeom>
              <a:rect b="b" l="l" r="r" t="t"/>
              <a:pathLst>
                <a:path extrusionOk="0" h="2311" w="1802">
                  <a:moveTo>
                    <a:pt x="1291" y="0"/>
                  </a:moveTo>
                  <a:cubicBezTo>
                    <a:pt x="1173" y="0"/>
                    <a:pt x="1041" y="36"/>
                    <a:pt x="901" y="111"/>
                  </a:cubicBezTo>
                  <a:cubicBezTo>
                    <a:pt x="367" y="444"/>
                    <a:pt x="33" y="1045"/>
                    <a:pt x="0" y="1678"/>
                  </a:cubicBezTo>
                  <a:cubicBezTo>
                    <a:pt x="0" y="2076"/>
                    <a:pt x="197" y="2310"/>
                    <a:pt x="488" y="2310"/>
                  </a:cubicBezTo>
                  <a:cubicBezTo>
                    <a:pt x="611" y="2310"/>
                    <a:pt x="752" y="2268"/>
                    <a:pt x="901" y="2179"/>
                  </a:cubicBezTo>
                  <a:cubicBezTo>
                    <a:pt x="1434" y="1845"/>
                    <a:pt x="1768" y="1278"/>
                    <a:pt x="1801" y="644"/>
                  </a:cubicBezTo>
                  <a:cubicBezTo>
                    <a:pt x="1801" y="236"/>
                    <a:pt x="1594" y="0"/>
                    <a:pt x="129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53"/>
            <p:cNvSpPr/>
            <p:nvPr/>
          </p:nvSpPr>
          <p:spPr>
            <a:xfrm>
              <a:off x="4640975" y="3562400"/>
              <a:ext cx="158475" cy="204850"/>
            </a:xfrm>
            <a:custGeom>
              <a:rect b="b" l="l" r="r" t="t"/>
              <a:pathLst>
                <a:path extrusionOk="0" h="8194" w="6339">
                  <a:moveTo>
                    <a:pt x="4580" y="0"/>
                  </a:moveTo>
                  <a:cubicBezTo>
                    <a:pt x="4157" y="0"/>
                    <a:pt x="3679" y="137"/>
                    <a:pt x="3170" y="424"/>
                  </a:cubicBezTo>
                  <a:cubicBezTo>
                    <a:pt x="1302" y="1659"/>
                    <a:pt x="101" y="3694"/>
                    <a:pt x="1" y="5928"/>
                  </a:cubicBezTo>
                  <a:cubicBezTo>
                    <a:pt x="1" y="7371"/>
                    <a:pt x="705" y="8193"/>
                    <a:pt x="1745" y="8193"/>
                  </a:cubicBezTo>
                  <a:cubicBezTo>
                    <a:pt x="2172" y="8193"/>
                    <a:pt x="2655" y="8054"/>
                    <a:pt x="3170" y="7763"/>
                  </a:cubicBezTo>
                  <a:cubicBezTo>
                    <a:pt x="5038" y="6529"/>
                    <a:pt x="6205" y="4494"/>
                    <a:pt x="6339" y="2259"/>
                  </a:cubicBezTo>
                  <a:cubicBezTo>
                    <a:pt x="6339" y="834"/>
                    <a:pt x="5628" y="0"/>
                    <a:pt x="45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53"/>
            <p:cNvSpPr/>
            <p:nvPr/>
          </p:nvSpPr>
          <p:spPr>
            <a:xfrm>
              <a:off x="4023875" y="4209375"/>
              <a:ext cx="159300" cy="205000"/>
            </a:xfrm>
            <a:custGeom>
              <a:rect b="b" l="l" r="r" t="t"/>
              <a:pathLst>
                <a:path extrusionOk="0" h="8200" w="6372">
                  <a:moveTo>
                    <a:pt x="4613" y="1"/>
                  </a:moveTo>
                  <a:cubicBezTo>
                    <a:pt x="4187" y="1"/>
                    <a:pt x="3708" y="139"/>
                    <a:pt x="3203" y="431"/>
                  </a:cubicBezTo>
                  <a:cubicBezTo>
                    <a:pt x="1302" y="1665"/>
                    <a:pt x="134" y="3700"/>
                    <a:pt x="1" y="5935"/>
                  </a:cubicBezTo>
                  <a:cubicBezTo>
                    <a:pt x="1" y="7377"/>
                    <a:pt x="721" y="8199"/>
                    <a:pt x="1771" y="8199"/>
                  </a:cubicBezTo>
                  <a:cubicBezTo>
                    <a:pt x="2202" y="8199"/>
                    <a:pt x="2688" y="8061"/>
                    <a:pt x="3203" y="7769"/>
                  </a:cubicBezTo>
                  <a:cubicBezTo>
                    <a:pt x="5071" y="6535"/>
                    <a:pt x="6238" y="4500"/>
                    <a:pt x="6372" y="2265"/>
                  </a:cubicBezTo>
                  <a:cubicBezTo>
                    <a:pt x="6372" y="823"/>
                    <a:pt x="5651" y="1"/>
                    <a:pt x="461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53"/>
            <p:cNvSpPr/>
            <p:nvPr/>
          </p:nvSpPr>
          <p:spPr>
            <a:xfrm>
              <a:off x="3329225" y="4196800"/>
              <a:ext cx="119275" cy="153425"/>
            </a:xfrm>
            <a:custGeom>
              <a:rect b="b" l="l" r="r" t="t"/>
              <a:pathLst>
                <a:path extrusionOk="0" h="6137" w="4771">
                  <a:moveTo>
                    <a:pt x="3468" y="0"/>
                  </a:moveTo>
                  <a:cubicBezTo>
                    <a:pt x="3147" y="0"/>
                    <a:pt x="2785" y="108"/>
                    <a:pt x="2402" y="333"/>
                  </a:cubicBezTo>
                  <a:cubicBezTo>
                    <a:pt x="967" y="1234"/>
                    <a:pt x="100" y="2768"/>
                    <a:pt x="0" y="4436"/>
                  </a:cubicBezTo>
                  <a:cubicBezTo>
                    <a:pt x="0" y="5519"/>
                    <a:pt x="532" y="6137"/>
                    <a:pt x="1314" y="6137"/>
                  </a:cubicBezTo>
                  <a:cubicBezTo>
                    <a:pt x="1640" y="6137"/>
                    <a:pt x="2009" y="6030"/>
                    <a:pt x="2402" y="5804"/>
                  </a:cubicBezTo>
                  <a:cubicBezTo>
                    <a:pt x="3803" y="4903"/>
                    <a:pt x="4670" y="3369"/>
                    <a:pt x="4770" y="1701"/>
                  </a:cubicBezTo>
                  <a:cubicBezTo>
                    <a:pt x="4770" y="618"/>
                    <a:pt x="4238" y="0"/>
                    <a:pt x="34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53"/>
            <p:cNvSpPr/>
            <p:nvPr/>
          </p:nvSpPr>
          <p:spPr>
            <a:xfrm>
              <a:off x="3710325" y="3780825"/>
              <a:ext cx="121775" cy="157275"/>
            </a:xfrm>
            <a:custGeom>
              <a:rect b="b" l="l" r="r" t="t"/>
              <a:pathLst>
                <a:path extrusionOk="0" h="6291" w="4871">
                  <a:moveTo>
                    <a:pt x="3512" y="1"/>
                  </a:moveTo>
                  <a:cubicBezTo>
                    <a:pt x="3186" y="1"/>
                    <a:pt x="2821" y="106"/>
                    <a:pt x="2435" y="327"/>
                  </a:cubicBezTo>
                  <a:cubicBezTo>
                    <a:pt x="1001" y="1261"/>
                    <a:pt x="67" y="2829"/>
                    <a:pt x="0" y="4563"/>
                  </a:cubicBezTo>
                  <a:cubicBezTo>
                    <a:pt x="0" y="5655"/>
                    <a:pt x="540" y="6291"/>
                    <a:pt x="1344" y="6291"/>
                  </a:cubicBezTo>
                  <a:cubicBezTo>
                    <a:pt x="1671" y="6291"/>
                    <a:pt x="2041" y="6186"/>
                    <a:pt x="2435" y="5964"/>
                  </a:cubicBezTo>
                  <a:cubicBezTo>
                    <a:pt x="3870" y="5030"/>
                    <a:pt x="4770" y="3463"/>
                    <a:pt x="4870" y="1728"/>
                  </a:cubicBezTo>
                  <a:cubicBezTo>
                    <a:pt x="4870" y="637"/>
                    <a:pt x="4314" y="1"/>
                    <a:pt x="35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53"/>
            <p:cNvSpPr/>
            <p:nvPr/>
          </p:nvSpPr>
          <p:spPr>
            <a:xfrm>
              <a:off x="4111450" y="363870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806" y="0"/>
                  </a:moveTo>
                  <a:cubicBezTo>
                    <a:pt x="2544" y="0"/>
                    <a:pt x="2248" y="89"/>
                    <a:pt x="1935" y="275"/>
                  </a:cubicBezTo>
                  <a:cubicBezTo>
                    <a:pt x="801" y="1008"/>
                    <a:pt x="67" y="2276"/>
                    <a:pt x="0" y="3644"/>
                  </a:cubicBezTo>
                  <a:cubicBezTo>
                    <a:pt x="0" y="4524"/>
                    <a:pt x="442" y="5031"/>
                    <a:pt x="1083" y="5031"/>
                  </a:cubicBezTo>
                  <a:cubicBezTo>
                    <a:pt x="1340" y="5031"/>
                    <a:pt x="1629" y="4950"/>
                    <a:pt x="1935" y="4778"/>
                  </a:cubicBezTo>
                  <a:cubicBezTo>
                    <a:pt x="3069" y="4011"/>
                    <a:pt x="3803" y="2776"/>
                    <a:pt x="3870" y="1409"/>
                  </a:cubicBezTo>
                  <a:cubicBezTo>
                    <a:pt x="3870" y="513"/>
                    <a:pt x="3436" y="0"/>
                    <a:pt x="28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53"/>
            <p:cNvSpPr/>
            <p:nvPr/>
          </p:nvSpPr>
          <p:spPr>
            <a:xfrm>
              <a:off x="3392600" y="351995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787" y="1"/>
                  </a:moveTo>
                  <a:cubicBezTo>
                    <a:pt x="2530" y="1"/>
                    <a:pt x="2241" y="83"/>
                    <a:pt x="1935" y="254"/>
                  </a:cubicBezTo>
                  <a:cubicBezTo>
                    <a:pt x="767" y="1022"/>
                    <a:pt x="67" y="2256"/>
                    <a:pt x="0" y="3624"/>
                  </a:cubicBezTo>
                  <a:cubicBezTo>
                    <a:pt x="0" y="4519"/>
                    <a:pt x="433" y="5032"/>
                    <a:pt x="1064" y="5032"/>
                  </a:cubicBezTo>
                  <a:cubicBezTo>
                    <a:pt x="1326" y="5032"/>
                    <a:pt x="1622" y="4944"/>
                    <a:pt x="1935" y="4758"/>
                  </a:cubicBezTo>
                  <a:cubicBezTo>
                    <a:pt x="3069" y="4024"/>
                    <a:pt x="3803" y="2756"/>
                    <a:pt x="3870" y="1389"/>
                  </a:cubicBezTo>
                  <a:cubicBezTo>
                    <a:pt x="3870" y="508"/>
                    <a:pt x="3428" y="1"/>
                    <a:pt x="278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53"/>
            <p:cNvSpPr/>
            <p:nvPr/>
          </p:nvSpPr>
          <p:spPr>
            <a:xfrm>
              <a:off x="5070450" y="3340275"/>
              <a:ext cx="67575" cy="86025"/>
            </a:xfrm>
            <a:custGeom>
              <a:rect b="b" l="l" r="r" t="t"/>
              <a:pathLst>
                <a:path extrusionOk="0" h="3441" w="2703">
                  <a:moveTo>
                    <a:pt x="1927" y="1"/>
                  </a:moveTo>
                  <a:cubicBezTo>
                    <a:pt x="1746" y="1"/>
                    <a:pt x="1545" y="55"/>
                    <a:pt x="1335" y="170"/>
                  </a:cubicBezTo>
                  <a:cubicBezTo>
                    <a:pt x="568" y="670"/>
                    <a:pt x="68" y="1537"/>
                    <a:pt x="1" y="2505"/>
                  </a:cubicBezTo>
                  <a:cubicBezTo>
                    <a:pt x="1" y="3100"/>
                    <a:pt x="307" y="3441"/>
                    <a:pt x="750" y="3441"/>
                  </a:cubicBezTo>
                  <a:cubicBezTo>
                    <a:pt x="927" y="3441"/>
                    <a:pt x="1125" y="3386"/>
                    <a:pt x="1335" y="3272"/>
                  </a:cubicBezTo>
                  <a:cubicBezTo>
                    <a:pt x="2136" y="2738"/>
                    <a:pt x="2636" y="1904"/>
                    <a:pt x="2703" y="937"/>
                  </a:cubicBezTo>
                  <a:cubicBezTo>
                    <a:pt x="2703" y="341"/>
                    <a:pt x="2379" y="1"/>
                    <a:pt x="192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53"/>
            <p:cNvSpPr/>
            <p:nvPr/>
          </p:nvSpPr>
          <p:spPr>
            <a:xfrm>
              <a:off x="5353150" y="3302400"/>
              <a:ext cx="66750" cy="86350"/>
            </a:xfrm>
            <a:custGeom>
              <a:rect b="b" l="l" r="r" t="t"/>
              <a:pathLst>
                <a:path extrusionOk="0" h="3454" w="2670">
                  <a:moveTo>
                    <a:pt x="1925" y="0"/>
                  </a:moveTo>
                  <a:cubicBezTo>
                    <a:pt x="1747" y="0"/>
                    <a:pt x="1547" y="59"/>
                    <a:pt x="1335" y="184"/>
                  </a:cubicBezTo>
                  <a:cubicBezTo>
                    <a:pt x="535" y="684"/>
                    <a:pt x="34" y="1551"/>
                    <a:pt x="1" y="2485"/>
                  </a:cubicBezTo>
                  <a:cubicBezTo>
                    <a:pt x="1" y="3106"/>
                    <a:pt x="309" y="3454"/>
                    <a:pt x="753" y="3454"/>
                  </a:cubicBezTo>
                  <a:cubicBezTo>
                    <a:pt x="930" y="3454"/>
                    <a:pt x="1127" y="3399"/>
                    <a:pt x="1335" y="3286"/>
                  </a:cubicBezTo>
                  <a:cubicBezTo>
                    <a:pt x="2136" y="2752"/>
                    <a:pt x="2636" y="1885"/>
                    <a:pt x="2669" y="951"/>
                  </a:cubicBezTo>
                  <a:cubicBezTo>
                    <a:pt x="2669" y="357"/>
                    <a:pt x="2365" y="0"/>
                    <a:pt x="19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53"/>
            <p:cNvSpPr/>
            <p:nvPr/>
          </p:nvSpPr>
          <p:spPr>
            <a:xfrm>
              <a:off x="3128250" y="3949875"/>
              <a:ext cx="67550" cy="86400"/>
            </a:xfrm>
            <a:custGeom>
              <a:rect b="b" l="l" r="r" t="t"/>
              <a:pathLst>
                <a:path extrusionOk="0" h="3456" w="2702">
                  <a:moveTo>
                    <a:pt x="1941" y="1"/>
                  </a:moveTo>
                  <a:cubicBezTo>
                    <a:pt x="1759" y="1"/>
                    <a:pt x="1554" y="55"/>
                    <a:pt x="1334" y="170"/>
                  </a:cubicBezTo>
                  <a:cubicBezTo>
                    <a:pt x="567" y="703"/>
                    <a:pt x="67" y="1537"/>
                    <a:pt x="0" y="2505"/>
                  </a:cubicBezTo>
                  <a:cubicBezTo>
                    <a:pt x="0" y="3098"/>
                    <a:pt x="304" y="3455"/>
                    <a:pt x="744" y="3455"/>
                  </a:cubicBezTo>
                  <a:cubicBezTo>
                    <a:pt x="923" y="3455"/>
                    <a:pt x="1123" y="3397"/>
                    <a:pt x="1334" y="3272"/>
                  </a:cubicBezTo>
                  <a:cubicBezTo>
                    <a:pt x="2135" y="2772"/>
                    <a:pt x="2635" y="1904"/>
                    <a:pt x="2702" y="937"/>
                  </a:cubicBezTo>
                  <a:cubicBezTo>
                    <a:pt x="2702" y="341"/>
                    <a:pt x="2396" y="1"/>
                    <a:pt x="194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53"/>
            <p:cNvSpPr/>
            <p:nvPr/>
          </p:nvSpPr>
          <p:spPr>
            <a:xfrm>
              <a:off x="3948825" y="330390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39" y="1"/>
                  </a:moveTo>
                  <a:cubicBezTo>
                    <a:pt x="1757" y="1"/>
                    <a:pt x="1552" y="62"/>
                    <a:pt x="1335" y="190"/>
                  </a:cubicBezTo>
                  <a:cubicBezTo>
                    <a:pt x="534" y="691"/>
                    <a:pt x="34" y="1558"/>
                    <a:pt x="0" y="2492"/>
                  </a:cubicBezTo>
                  <a:cubicBezTo>
                    <a:pt x="0" y="3103"/>
                    <a:pt x="298" y="3449"/>
                    <a:pt x="730" y="3449"/>
                  </a:cubicBezTo>
                  <a:cubicBezTo>
                    <a:pt x="912" y="3449"/>
                    <a:pt x="1118" y="3387"/>
                    <a:pt x="1335" y="3259"/>
                  </a:cubicBezTo>
                  <a:cubicBezTo>
                    <a:pt x="2102" y="2759"/>
                    <a:pt x="2602" y="1891"/>
                    <a:pt x="2669" y="957"/>
                  </a:cubicBezTo>
                  <a:cubicBezTo>
                    <a:pt x="2669" y="347"/>
                    <a:pt x="2371" y="1"/>
                    <a:pt x="19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53"/>
            <p:cNvSpPr/>
            <p:nvPr/>
          </p:nvSpPr>
          <p:spPr>
            <a:xfrm>
              <a:off x="4335775" y="2776575"/>
              <a:ext cx="67575" cy="86500"/>
            </a:xfrm>
            <a:custGeom>
              <a:rect b="b" l="l" r="r" t="t"/>
              <a:pathLst>
                <a:path extrusionOk="0" h="3460" w="2703">
                  <a:moveTo>
                    <a:pt x="1950" y="0"/>
                  </a:moveTo>
                  <a:cubicBezTo>
                    <a:pt x="1773" y="0"/>
                    <a:pt x="1576" y="55"/>
                    <a:pt x="1368" y="168"/>
                  </a:cubicBezTo>
                  <a:cubicBezTo>
                    <a:pt x="567" y="702"/>
                    <a:pt x="67" y="1569"/>
                    <a:pt x="0" y="2503"/>
                  </a:cubicBezTo>
                  <a:cubicBezTo>
                    <a:pt x="0" y="3114"/>
                    <a:pt x="298" y="3460"/>
                    <a:pt x="742" y="3460"/>
                  </a:cubicBezTo>
                  <a:cubicBezTo>
                    <a:pt x="928" y="3460"/>
                    <a:pt x="1141" y="3399"/>
                    <a:pt x="1368" y="3270"/>
                  </a:cubicBezTo>
                  <a:cubicBezTo>
                    <a:pt x="2135" y="2770"/>
                    <a:pt x="2635" y="1903"/>
                    <a:pt x="2702" y="969"/>
                  </a:cubicBezTo>
                  <a:cubicBezTo>
                    <a:pt x="2702" y="347"/>
                    <a:pt x="2394" y="0"/>
                    <a:pt x="195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53"/>
            <p:cNvSpPr/>
            <p:nvPr/>
          </p:nvSpPr>
          <p:spPr>
            <a:xfrm>
              <a:off x="4535900" y="3275550"/>
              <a:ext cx="66750" cy="86525"/>
            </a:xfrm>
            <a:custGeom>
              <a:rect b="b" l="l" r="r" t="t"/>
              <a:pathLst>
                <a:path extrusionOk="0" h="3461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0"/>
                    <a:pt x="34" y="1558"/>
                    <a:pt x="1" y="2492"/>
                  </a:cubicBezTo>
                  <a:cubicBezTo>
                    <a:pt x="1" y="3113"/>
                    <a:pt x="309" y="3460"/>
                    <a:pt x="753" y="3460"/>
                  </a:cubicBezTo>
                  <a:cubicBezTo>
                    <a:pt x="930" y="3460"/>
                    <a:pt x="1127" y="3406"/>
                    <a:pt x="1335" y="3292"/>
                  </a:cubicBezTo>
                  <a:cubicBezTo>
                    <a:pt x="2136" y="2759"/>
                    <a:pt x="2636" y="1891"/>
                    <a:pt x="2669" y="957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53"/>
            <p:cNvSpPr/>
            <p:nvPr/>
          </p:nvSpPr>
          <p:spPr>
            <a:xfrm>
              <a:off x="4577600" y="2504850"/>
              <a:ext cx="104275" cy="123200"/>
            </a:xfrm>
            <a:custGeom>
              <a:rect b="b" l="l" r="r" t="t"/>
              <a:pathLst>
                <a:path extrusionOk="0" h="4928" w="4171">
                  <a:moveTo>
                    <a:pt x="2930" y="1"/>
                  </a:moveTo>
                  <a:cubicBezTo>
                    <a:pt x="2206" y="1"/>
                    <a:pt x="1321" y="657"/>
                    <a:pt x="735" y="1697"/>
                  </a:cubicBezTo>
                  <a:cubicBezTo>
                    <a:pt x="1" y="2965"/>
                    <a:pt x="1" y="4366"/>
                    <a:pt x="735" y="4799"/>
                  </a:cubicBezTo>
                  <a:cubicBezTo>
                    <a:pt x="882" y="4886"/>
                    <a:pt x="1048" y="4928"/>
                    <a:pt x="1225" y="4928"/>
                  </a:cubicBezTo>
                  <a:cubicBezTo>
                    <a:pt x="1933" y="4928"/>
                    <a:pt x="2823" y="4271"/>
                    <a:pt x="3437" y="3232"/>
                  </a:cubicBezTo>
                  <a:cubicBezTo>
                    <a:pt x="4170" y="1964"/>
                    <a:pt x="4170" y="563"/>
                    <a:pt x="3437" y="129"/>
                  </a:cubicBezTo>
                  <a:cubicBezTo>
                    <a:pt x="3283" y="42"/>
                    <a:pt x="3111" y="1"/>
                    <a:pt x="293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53"/>
            <p:cNvSpPr/>
            <p:nvPr/>
          </p:nvSpPr>
          <p:spPr>
            <a:xfrm>
              <a:off x="5213050" y="365915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1"/>
                    <a:pt x="34" y="1558"/>
                    <a:pt x="1" y="2492"/>
                  </a:cubicBezTo>
                  <a:cubicBezTo>
                    <a:pt x="1" y="3103"/>
                    <a:pt x="299" y="3449"/>
                    <a:pt x="731" y="3449"/>
                  </a:cubicBezTo>
                  <a:cubicBezTo>
                    <a:pt x="913" y="3449"/>
                    <a:pt x="1118" y="3388"/>
                    <a:pt x="1335" y="3259"/>
                  </a:cubicBezTo>
                  <a:cubicBezTo>
                    <a:pt x="2136" y="2759"/>
                    <a:pt x="2603" y="1892"/>
                    <a:pt x="2669" y="958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53"/>
            <p:cNvSpPr/>
            <p:nvPr/>
          </p:nvSpPr>
          <p:spPr>
            <a:xfrm>
              <a:off x="4367450" y="2982200"/>
              <a:ext cx="76750" cy="100025"/>
            </a:xfrm>
            <a:custGeom>
              <a:rect b="b" l="l" r="r" t="t"/>
              <a:pathLst>
                <a:path extrusionOk="0" h="4001" w="3070">
                  <a:moveTo>
                    <a:pt x="2232" y="0"/>
                  </a:moveTo>
                  <a:cubicBezTo>
                    <a:pt x="2025" y="0"/>
                    <a:pt x="1788" y="70"/>
                    <a:pt x="1535" y="216"/>
                  </a:cubicBezTo>
                  <a:cubicBezTo>
                    <a:pt x="635" y="816"/>
                    <a:pt x="67" y="1817"/>
                    <a:pt x="1" y="2884"/>
                  </a:cubicBezTo>
                  <a:cubicBezTo>
                    <a:pt x="1" y="3593"/>
                    <a:pt x="352" y="4000"/>
                    <a:pt x="853" y="4000"/>
                  </a:cubicBezTo>
                  <a:cubicBezTo>
                    <a:pt x="1060" y="4000"/>
                    <a:pt x="1292" y="3931"/>
                    <a:pt x="1535" y="3785"/>
                  </a:cubicBezTo>
                  <a:cubicBezTo>
                    <a:pt x="2436" y="3185"/>
                    <a:pt x="3036" y="2184"/>
                    <a:pt x="3070" y="1116"/>
                  </a:cubicBezTo>
                  <a:cubicBezTo>
                    <a:pt x="3070" y="408"/>
                    <a:pt x="2735" y="0"/>
                    <a:pt x="223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53"/>
            <p:cNvSpPr/>
            <p:nvPr/>
          </p:nvSpPr>
          <p:spPr>
            <a:xfrm>
              <a:off x="4244875" y="3380625"/>
              <a:ext cx="59225" cy="76225"/>
            </a:xfrm>
            <a:custGeom>
              <a:rect b="b" l="l" r="r" t="t"/>
              <a:pathLst>
                <a:path extrusionOk="0" h="3049" w="2369">
                  <a:moveTo>
                    <a:pt x="1700" y="1"/>
                  </a:moveTo>
                  <a:cubicBezTo>
                    <a:pt x="1540" y="1"/>
                    <a:pt x="1359" y="51"/>
                    <a:pt x="1168" y="157"/>
                  </a:cubicBezTo>
                  <a:cubicBezTo>
                    <a:pt x="467" y="624"/>
                    <a:pt x="34" y="1391"/>
                    <a:pt x="0" y="2225"/>
                  </a:cubicBezTo>
                  <a:cubicBezTo>
                    <a:pt x="0" y="2746"/>
                    <a:pt x="270" y="3049"/>
                    <a:pt x="653" y="3049"/>
                  </a:cubicBezTo>
                  <a:cubicBezTo>
                    <a:pt x="809" y="3049"/>
                    <a:pt x="984" y="2998"/>
                    <a:pt x="1168" y="2892"/>
                  </a:cubicBezTo>
                  <a:cubicBezTo>
                    <a:pt x="1868" y="2458"/>
                    <a:pt x="2302" y="1691"/>
                    <a:pt x="2369" y="857"/>
                  </a:cubicBezTo>
                  <a:cubicBezTo>
                    <a:pt x="2369" y="311"/>
                    <a:pt x="2098" y="1"/>
                    <a:pt x="17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53"/>
            <p:cNvSpPr/>
            <p:nvPr/>
          </p:nvSpPr>
          <p:spPr>
            <a:xfrm>
              <a:off x="4063075" y="2856925"/>
              <a:ext cx="58400" cy="76200"/>
            </a:xfrm>
            <a:custGeom>
              <a:rect b="b" l="l" r="r" t="t"/>
              <a:pathLst>
                <a:path extrusionOk="0" h="3048" w="2336">
                  <a:moveTo>
                    <a:pt x="1694" y="1"/>
                  </a:moveTo>
                  <a:cubicBezTo>
                    <a:pt x="1538" y="1"/>
                    <a:pt x="1360" y="51"/>
                    <a:pt x="1168" y="156"/>
                  </a:cubicBezTo>
                  <a:cubicBezTo>
                    <a:pt x="467" y="623"/>
                    <a:pt x="34" y="1357"/>
                    <a:pt x="0" y="2191"/>
                  </a:cubicBezTo>
                  <a:cubicBezTo>
                    <a:pt x="0" y="2738"/>
                    <a:pt x="254" y="3048"/>
                    <a:pt x="642" y="3048"/>
                  </a:cubicBezTo>
                  <a:cubicBezTo>
                    <a:pt x="798" y="3048"/>
                    <a:pt x="976" y="2997"/>
                    <a:pt x="1168" y="2892"/>
                  </a:cubicBezTo>
                  <a:cubicBezTo>
                    <a:pt x="1868" y="2425"/>
                    <a:pt x="2302" y="1658"/>
                    <a:pt x="2335" y="857"/>
                  </a:cubicBezTo>
                  <a:cubicBezTo>
                    <a:pt x="2335" y="310"/>
                    <a:pt x="2081" y="1"/>
                    <a:pt x="16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53"/>
            <p:cNvSpPr/>
            <p:nvPr/>
          </p:nvSpPr>
          <p:spPr>
            <a:xfrm>
              <a:off x="5486600" y="3479350"/>
              <a:ext cx="45050" cy="57775"/>
            </a:xfrm>
            <a:custGeom>
              <a:rect b="b" l="l" r="r" t="t"/>
              <a:pathLst>
                <a:path extrusionOk="0" h="2311" w="1802">
                  <a:moveTo>
                    <a:pt x="1291" y="0"/>
                  </a:moveTo>
                  <a:cubicBezTo>
                    <a:pt x="1173" y="0"/>
                    <a:pt x="1041" y="36"/>
                    <a:pt x="901" y="111"/>
                  </a:cubicBezTo>
                  <a:cubicBezTo>
                    <a:pt x="367" y="444"/>
                    <a:pt x="33" y="1045"/>
                    <a:pt x="0" y="1678"/>
                  </a:cubicBezTo>
                  <a:cubicBezTo>
                    <a:pt x="0" y="2076"/>
                    <a:pt x="197" y="2310"/>
                    <a:pt x="488" y="2310"/>
                  </a:cubicBezTo>
                  <a:cubicBezTo>
                    <a:pt x="611" y="2310"/>
                    <a:pt x="752" y="2268"/>
                    <a:pt x="901" y="2179"/>
                  </a:cubicBezTo>
                  <a:cubicBezTo>
                    <a:pt x="1434" y="1845"/>
                    <a:pt x="1768" y="1278"/>
                    <a:pt x="1801" y="644"/>
                  </a:cubicBezTo>
                  <a:cubicBezTo>
                    <a:pt x="1801" y="236"/>
                    <a:pt x="1594" y="0"/>
                    <a:pt x="129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53"/>
            <p:cNvSpPr/>
            <p:nvPr/>
          </p:nvSpPr>
          <p:spPr>
            <a:xfrm>
              <a:off x="4784175" y="1506675"/>
              <a:ext cx="230425" cy="429350"/>
            </a:xfrm>
            <a:custGeom>
              <a:rect b="b" l="l" r="r" t="t"/>
              <a:pathLst>
                <a:path extrusionOk="0" h="17174" w="9217">
                  <a:moveTo>
                    <a:pt x="258" y="0"/>
                  </a:moveTo>
                  <a:cubicBezTo>
                    <a:pt x="123" y="0"/>
                    <a:pt x="0" y="140"/>
                    <a:pt x="110" y="295"/>
                  </a:cubicBezTo>
                  <a:lnTo>
                    <a:pt x="8817" y="17073"/>
                  </a:lnTo>
                  <a:cubicBezTo>
                    <a:pt x="8850" y="17140"/>
                    <a:pt x="8917" y="17173"/>
                    <a:pt x="8983" y="17173"/>
                  </a:cubicBezTo>
                  <a:lnTo>
                    <a:pt x="9083" y="17173"/>
                  </a:lnTo>
                  <a:cubicBezTo>
                    <a:pt x="9150" y="17107"/>
                    <a:pt x="9217" y="17006"/>
                    <a:pt x="9150" y="16906"/>
                  </a:cubicBezTo>
                  <a:lnTo>
                    <a:pt x="444" y="128"/>
                  </a:lnTo>
                  <a:cubicBezTo>
                    <a:pt x="399" y="37"/>
                    <a:pt x="327" y="0"/>
                    <a:pt x="25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53"/>
            <p:cNvSpPr/>
            <p:nvPr/>
          </p:nvSpPr>
          <p:spPr>
            <a:xfrm>
              <a:off x="5074625" y="1641000"/>
              <a:ext cx="206000" cy="265825"/>
            </a:xfrm>
            <a:custGeom>
              <a:rect b="b" l="l" r="r" t="t"/>
              <a:pathLst>
                <a:path extrusionOk="0" h="10633" w="8240">
                  <a:moveTo>
                    <a:pt x="8140" y="0"/>
                  </a:moveTo>
                  <a:cubicBezTo>
                    <a:pt x="8115" y="0"/>
                    <a:pt x="8090" y="9"/>
                    <a:pt x="8073" y="25"/>
                  </a:cubicBezTo>
                  <a:lnTo>
                    <a:pt x="34" y="10499"/>
                  </a:lnTo>
                  <a:cubicBezTo>
                    <a:pt x="1" y="10533"/>
                    <a:pt x="1" y="10599"/>
                    <a:pt x="34" y="10633"/>
                  </a:cubicBezTo>
                  <a:lnTo>
                    <a:pt x="67" y="10633"/>
                  </a:lnTo>
                  <a:cubicBezTo>
                    <a:pt x="101" y="10633"/>
                    <a:pt x="134" y="10633"/>
                    <a:pt x="167" y="10599"/>
                  </a:cubicBezTo>
                  <a:lnTo>
                    <a:pt x="8206" y="159"/>
                  </a:lnTo>
                  <a:cubicBezTo>
                    <a:pt x="8240" y="125"/>
                    <a:pt x="8240" y="59"/>
                    <a:pt x="8206" y="25"/>
                  </a:cubicBezTo>
                  <a:cubicBezTo>
                    <a:pt x="8190" y="9"/>
                    <a:pt x="8165" y="0"/>
                    <a:pt x="814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53"/>
            <p:cNvSpPr/>
            <p:nvPr/>
          </p:nvSpPr>
          <p:spPr>
            <a:xfrm>
              <a:off x="5045450" y="1679975"/>
              <a:ext cx="60900" cy="221850"/>
            </a:xfrm>
            <a:custGeom>
              <a:rect b="b" l="l" r="r" t="t"/>
              <a:pathLst>
                <a:path extrusionOk="0" h="8874" w="2436">
                  <a:moveTo>
                    <a:pt x="2368" y="1"/>
                  </a:moveTo>
                  <a:cubicBezTo>
                    <a:pt x="2302" y="1"/>
                    <a:pt x="2268" y="34"/>
                    <a:pt x="2268" y="67"/>
                  </a:cubicBezTo>
                  <a:lnTo>
                    <a:pt x="0" y="8774"/>
                  </a:lnTo>
                  <a:cubicBezTo>
                    <a:pt x="0" y="8807"/>
                    <a:pt x="33" y="8840"/>
                    <a:pt x="67" y="8874"/>
                  </a:cubicBezTo>
                  <a:lnTo>
                    <a:pt x="100" y="8874"/>
                  </a:lnTo>
                  <a:cubicBezTo>
                    <a:pt x="134" y="8874"/>
                    <a:pt x="167" y="8840"/>
                    <a:pt x="167" y="8807"/>
                  </a:cubicBezTo>
                  <a:lnTo>
                    <a:pt x="2435" y="101"/>
                  </a:lnTo>
                  <a:cubicBezTo>
                    <a:pt x="2435" y="67"/>
                    <a:pt x="2402" y="1"/>
                    <a:pt x="236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53"/>
            <p:cNvSpPr/>
            <p:nvPr/>
          </p:nvSpPr>
          <p:spPr>
            <a:xfrm>
              <a:off x="5040425" y="2006675"/>
              <a:ext cx="46725" cy="228725"/>
            </a:xfrm>
            <a:custGeom>
              <a:rect b="b" l="l" r="r" t="t"/>
              <a:pathLst>
                <a:path extrusionOk="0" h="9149" w="1869">
                  <a:moveTo>
                    <a:pt x="219" y="0"/>
                  </a:moveTo>
                  <a:cubicBezTo>
                    <a:pt x="202" y="0"/>
                    <a:pt x="185" y="3"/>
                    <a:pt x="168" y="9"/>
                  </a:cubicBezTo>
                  <a:cubicBezTo>
                    <a:pt x="68" y="9"/>
                    <a:pt x="1" y="109"/>
                    <a:pt x="1" y="209"/>
                  </a:cubicBezTo>
                  <a:lnTo>
                    <a:pt x="1469" y="8982"/>
                  </a:lnTo>
                  <a:cubicBezTo>
                    <a:pt x="1502" y="9082"/>
                    <a:pt x="1569" y="9149"/>
                    <a:pt x="1669" y="9149"/>
                  </a:cubicBezTo>
                  <a:lnTo>
                    <a:pt x="1702" y="9149"/>
                  </a:lnTo>
                  <a:cubicBezTo>
                    <a:pt x="1802" y="9115"/>
                    <a:pt x="1869" y="9015"/>
                    <a:pt x="1836" y="8915"/>
                  </a:cubicBezTo>
                  <a:lnTo>
                    <a:pt x="368" y="175"/>
                  </a:lnTo>
                  <a:cubicBezTo>
                    <a:pt x="368" y="65"/>
                    <a:pt x="299" y="0"/>
                    <a:pt x="21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53"/>
            <p:cNvSpPr/>
            <p:nvPr/>
          </p:nvSpPr>
          <p:spPr>
            <a:xfrm>
              <a:off x="5130500" y="2020225"/>
              <a:ext cx="71750" cy="196825"/>
            </a:xfrm>
            <a:custGeom>
              <a:rect b="b" l="l" r="r" t="t"/>
              <a:pathLst>
                <a:path extrusionOk="0" h="7873" w="2870">
                  <a:moveTo>
                    <a:pt x="2803" y="0"/>
                  </a:moveTo>
                  <a:cubicBezTo>
                    <a:pt x="2769" y="0"/>
                    <a:pt x="2702" y="0"/>
                    <a:pt x="2702" y="67"/>
                  </a:cubicBezTo>
                  <a:lnTo>
                    <a:pt x="1" y="7739"/>
                  </a:lnTo>
                  <a:cubicBezTo>
                    <a:pt x="1" y="7806"/>
                    <a:pt x="1" y="7839"/>
                    <a:pt x="67" y="7873"/>
                  </a:cubicBezTo>
                  <a:lnTo>
                    <a:pt x="101" y="7873"/>
                  </a:lnTo>
                  <a:cubicBezTo>
                    <a:pt x="134" y="7873"/>
                    <a:pt x="134" y="7839"/>
                    <a:pt x="167" y="7806"/>
                  </a:cubicBezTo>
                  <a:lnTo>
                    <a:pt x="2869" y="100"/>
                  </a:lnTo>
                  <a:cubicBezTo>
                    <a:pt x="2869" y="67"/>
                    <a:pt x="2836" y="34"/>
                    <a:pt x="280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53"/>
            <p:cNvSpPr/>
            <p:nvPr/>
          </p:nvSpPr>
          <p:spPr>
            <a:xfrm>
              <a:off x="4949550" y="2317925"/>
              <a:ext cx="81750" cy="30050"/>
            </a:xfrm>
            <a:custGeom>
              <a:rect b="b" l="l" r="r" t="t"/>
              <a:pathLst>
                <a:path extrusionOk="0" h="1202" w="3270">
                  <a:moveTo>
                    <a:pt x="3169" y="1"/>
                  </a:moveTo>
                  <a:lnTo>
                    <a:pt x="67" y="1035"/>
                  </a:lnTo>
                  <a:cubicBezTo>
                    <a:pt x="0" y="1068"/>
                    <a:pt x="0" y="1102"/>
                    <a:pt x="0" y="1135"/>
                  </a:cubicBezTo>
                  <a:cubicBezTo>
                    <a:pt x="0" y="1168"/>
                    <a:pt x="33" y="1202"/>
                    <a:pt x="67" y="1202"/>
                  </a:cubicBezTo>
                  <a:lnTo>
                    <a:pt x="100" y="1202"/>
                  </a:lnTo>
                  <a:lnTo>
                    <a:pt x="3202" y="168"/>
                  </a:lnTo>
                  <a:cubicBezTo>
                    <a:pt x="3269" y="134"/>
                    <a:pt x="3269" y="101"/>
                    <a:pt x="3269" y="68"/>
                  </a:cubicBezTo>
                  <a:cubicBezTo>
                    <a:pt x="3236" y="1"/>
                    <a:pt x="3202" y="1"/>
                    <a:pt x="316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53"/>
            <p:cNvSpPr/>
            <p:nvPr/>
          </p:nvSpPr>
          <p:spPr>
            <a:xfrm>
              <a:off x="5041275" y="2374000"/>
              <a:ext cx="49675" cy="319225"/>
            </a:xfrm>
            <a:custGeom>
              <a:rect b="b" l="l" r="r" t="t"/>
              <a:pathLst>
                <a:path extrusionOk="0" h="12769" w="1987">
                  <a:moveTo>
                    <a:pt x="1790" y="0"/>
                  </a:moveTo>
                  <a:cubicBezTo>
                    <a:pt x="1704" y="0"/>
                    <a:pt x="1617" y="51"/>
                    <a:pt x="1601" y="160"/>
                  </a:cubicBezTo>
                  <a:lnTo>
                    <a:pt x="0" y="12535"/>
                  </a:lnTo>
                  <a:cubicBezTo>
                    <a:pt x="0" y="12635"/>
                    <a:pt x="67" y="12735"/>
                    <a:pt x="167" y="12769"/>
                  </a:cubicBezTo>
                  <a:lnTo>
                    <a:pt x="200" y="12769"/>
                  </a:lnTo>
                  <a:cubicBezTo>
                    <a:pt x="301" y="12769"/>
                    <a:pt x="367" y="12702"/>
                    <a:pt x="401" y="12602"/>
                  </a:cubicBezTo>
                  <a:lnTo>
                    <a:pt x="1968" y="193"/>
                  </a:lnTo>
                  <a:cubicBezTo>
                    <a:pt x="1986" y="68"/>
                    <a:pt x="1889" y="0"/>
                    <a:pt x="179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53"/>
            <p:cNvSpPr/>
            <p:nvPr/>
          </p:nvSpPr>
          <p:spPr>
            <a:xfrm>
              <a:off x="5117150" y="2476800"/>
              <a:ext cx="226025" cy="232275"/>
            </a:xfrm>
            <a:custGeom>
              <a:rect b="b" l="l" r="r" t="t"/>
              <a:pathLst>
                <a:path extrusionOk="0" h="9291" w="9041">
                  <a:moveTo>
                    <a:pt x="8820" y="0"/>
                  </a:moveTo>
                  <a:cubicBezTo>
                    <a:pt x="8774" y="0"/>
                    <a:pt x="8724" y="17"/>
                    <a:pt x="8674" y="50"/>
                  </a:cubicBezTo>
                  <a:lnTo>
                    <a:pt x="68" y="8957"/>
                  </a:lnTo>
                  <a:cubicBezTo>
                    <a:pt x="1" y="9024"/>
                    <a:pt x="1" y="9157"/>
                    <a:pt x="68" y="9224"/>
                  </a:cubicBezTo>
                  <a:cubicBezTo>
                    <a:pt x="101" y="9257"/>
                    <a:pt x="134" y="9290"/>
                    <a:pt x="201" y="9290"/>
                  </a:cubicBezTo>
                  <a:cubicBezTo>
                    <a:pt x="234" y="9290"/>
                    <a:pt x="301" y="9257"/>
                    <a:pt x="334" y="9224"/>
                  </a:cubicBezTo>
                  <a:lnTo>
                    <a:pt x="8941" y="317"/>
                  </a:lnTo>
                  <a:cubicBezTo>
                    <a:pt x="9041" y="251"/>
                    <a:pt x="9041" y="117"/>
                    <a:pt x="8941" y="50"/>
                  </a:cubicBezTo>
                  <a:cubicBezTo>
                    <a:pt x="8907" y="17"/>
                    <a:pt x="8866" y="0"/>
                    <a:pt x="882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53"/>
            <p:cNvSpPr/>
            <p:nvPr/>
          </p:nvSpPr>
          <p:spPr>
            <a:xfrm>
              <a:off x="4907000" y="2715175"/>
              <a:ext cx="71750" cy="41425"/>
            </a:xfrm>
            <a:custGeom>
              <a:rect b="b" l="l" r="r" t="t"/>
              <a:pathLst>
                <a:path extrusionOk="0" h="1657" w="2870">
                  <a:moveTo>
                    <a:pt x="66" y="0"/>
                  </a:moveTo>
                  <a:cubicBezTo>
                    <a:pt x="40" y="0"/>
                    <a:pt x="20" y="17"/>
                    <a:pt x="1" y="56"/>
                  </a:cubicBezTo>
                  <a:cubicBezTo>
                    <a:pt x="1" y="89"/>
                    <a:pt x="1" y="122"/>
                    <a:pt x="34" y="156"/>
                  </a:cubicBezTo>
                  <a:lnTo>
                    <a:pt x="2703" y="1657"/>
                  </a:lnTo>
                  <a:lnTo>
                    <a:pt x="2769" y="1657"/>
                  </a:lnTo>
                  <a:cubicBezTo>
                    <a:pt x="2803" y="1657"/>
                    <a:pt x="2836" y="1623"/>
                    <a:pt x="2836" y="1590"/>
                  </a:cubicBezTo>
                  <a:cubicBezTo>
                    <a:pt x="2870" y="1557"/>
                    <a:pt x="2836" y="1490"/>
                    <a:pt x="2803" y="1490"/>
                  </a:cubicBezTo>
                  <a:lnTo>
                    <a:pt x="134" y="22"/>
                  </a:lnTo>
                  <a:cubicBezTo>
                    <a:pt x="107" y="8"/>
                    <a:pt x="85" y="0"/>
                    <a:pt x="6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53"/>
            <p:cNvSpPr/>
            <p:nvPr/>
          </p:nvSpPr>
          <p:spPr>
            <a:xfrm>
              <a:off x="4833625" y="2830175"/>
              <a:ext cx="113425" cy="90725"/>
            </a:xfrm>
            <a:custGeom>
              <a:rect b="b" l="l" r="r" t="t"/>
              <a:pathLst>
                <a:path extrusionOk="0" h="3629" w="4537">
                  <a:moveTo>
                    <a:pt x="4437" y="1"/>
                  </a:moveTo>
                  <a:cubicBezTo>
                    <a:pt x="4412" y="1"/>
                    <a:pt x="4387" y="9"/>
                    <a:pt x="4370" y="26"/>
                  </a:cubicBezTo>
                  <a:lnTo>
                    <a:pt x="34" y="3461"/>
                  </a:lnTo>
                  <a:cubicBezTo>
                    <a:pt x="0" y="3495"/>
                    <a:pt x="0" y="3561"/>
                    <a:pt x="34" y="3595"/>
                  </a:cubicBezTo>
                  <a:cubicBezTo>
                    <a:pt x="67" y="3595"/>
                    <a:pt x="67" y="3628"/>
                    <a:pt x="100" y="3628"/>
                  </a:cubicBezTo>
                  <a:cubicBezTo>
                    <a:pt x="134" y="3628"/>
                    <a:pt x="134" y="3595"/>
                    <a:pt x="167" y="3595"/>
                  </a:cubicBezTo>
                  <a:lnTo>
                    <a:pt x="4504" y="159"/>
                  </a:lnTo>
                  <a:cubicBezTo>
                    <a:pt x="4537" y="126"/>
                    <a:pt x="4537" y="59"/>
                    <a:pt x="4504" y="26"/>
                  </a:cubicBezTo>
                  <a:cubicBezTo>
                    <a:pt x="4487" y="9"/>
                    <a:pt x="4462" y="1"/>
                    <a:pt x="443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53"/>
            <p:cNvSpPr/>
            <p:nvPr/>
          </p:nvSpPr>
          <p:spPr>
            <a:xfrm>
              <a:off x="4768575" y="2702875"/>
              <a:ext cx="70075" cy="218025"/>
            </a:xfrm>
            <a:custGeom>
              <a:rect b="b" l="l" r="r" t="t"/>
              <a:pathLst>
                <a:path extrusionOk="0" h="8721" w="2803">
                  <a:moveTo>
                    <a:pt x="117" y="0"/>
                  </a:moveTo>
                  <a:cubicBezTo>
                    <a:pt x="103" y="0"/>
                    <a:pt x="87" y="4"/>
                    <a:pt x="67" y="14"/>
                  </a:cubicBezTo>
                  <a:cubicBezTo>
                    <a:pt x="34" y="14"/>
                    <a:pt x="1" y="47"/>
                    <a:pt x="34" y="114"/>
                  </a:cubicBezTo>
                  <a:lnTo>
                    <a:pt x="2636" y="8653"/>
                  </a:lnTo>
                  <a:cubicBezTo>
                    <a:pt x="2636" y="8687"/>
                    <a:pt x="2669" y="8720"/>
                    <a:pt x="2702" y="8720"/>
                  </a:cubicBezTo>
                  <a:lnTo>
                    <a:pt x="2736" y="8720"/>
                  </a:lnTo>
                  <a:cubicBezTo>
                    <a:pt x="2803" y="8687"/>
                    <a:pt x="2803" y="8653"/>
                    <a:pt x="2803" y="8587"/>
                  </a:cubicBezTo>
                  <a:lnTo>
                    <a:pt x="167" y="47"/>
                  </a:lnTo>
                  <a:cubicBezTo>
                    <a:pt x="167" y="24"/>
                    <a:pt x="151" y="0"/>
                    <a:pt x="11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53"/>
            <p:cNvSpPr/>
            <p:nvPr/>
          </p:nvSpPr>
          <p:spPr>
            <a:xfrm>
              <a:off x="4731050" y="2900525"/>
              <a:ext cx="108425" cy="20375"/>
            </a:xfrm>
            <a:custGeom>
              <a:rect b="b" l="l" r="r" t="t"/>
              <a:pathLst>
                <a:path extrusionOk="0" h="815" w="4337">
                  <a:moveTo>
                    <a:pt x="54" y="0"/>
                  </a:moveTo>
                  <a:cubicBezTo>
                    <a:pt x="18" y="0"/>
                    <a:pt x="0" y="31"/>
                    <a:pt x="0" y="80"/>
                  </a:cubicBezTo>
                  <a:cubicBezTo>
                    <a:pt x="0" y="114"/>
                    <a:pt x="34" y="180"/>
                    <a:pt x="67" y="180"/>
                  </a:cubicBezTo>
                  <a:lnTo>
                    <a:pt x="4203" y="814"/>
                  </a:lnTo>
                  <a:lnTo>
                    <a:pt x="4237" y="814"/>
                  </a:lnTo>
                  <a:cubicBezTo>
                    <a:pt x="4337" y="814"/>
                    <a:pt x="4337" y="647"/>
                    <a:pt x="4237" y="647"/>
                  </a:cubicBezTo>
                  <a:lnTo>
                    <a:pt x="101" y="14"/>
                  </a:lnTo>
                  <a:cubicBezTo>
                    <a:pt x="83" y="5"/>
                    <a:pt x="67" y="0"/>
                    <a:pt x="5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53"/>
            <p:cNvSpPr/>
            <p:nvPr/>
          </p:nvSpPr>
          <p:spPr>
            <a:xfrm>
              <a:off x="5117150" y="2799100"/>
              <a:ext cx="377800" cy="42575"/>
            </a:xfrm>
            <a:custGeom>
              <a:rect b="b" l="l" r="r" t="t"/>
              <a:pathLst>
                <a:path extrusionOk="0" h="1703" w="15112">
                  <a:moveTo>
                    <a:pt x="234" y="1"/>
                  </a:moveTo>
                  <a:cubicBezTo>
                    <a:pt x="134" y="1"/>
                    <a:pt x="34" y="101"/>
                    <a:pt x="1" y="201"/>
                  </a:cubicBezTo>
                  <a:cubicBezTo>
                    <a:pt x="1" y="301"/>
                    <a:pt x="68" y="401"/>
                    <a:pt x="201" y="401"/>
                  </a:cubicBezTo>
                  <a:lnTo>
                    <a:pt x="14911" y="1702"/>
                  </a:lnTo>
                  <a:cubicBezTo>
                    <a:pt x="15012" y="1702"/>
                    <a:pt x="15112" y="1636"/>
                    <a:pt x="15112" y="1502"/>
                  </a:cubicBezTo>
                  <a:cubicBezTo>
                    <a:pt x="15112" y="1402"/>
                    <a:pt x="15045" y="1302"/>
                    <a:pt x="14945" y="1302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53"/>
            <p:cNvSpPr/>
            <p:nvPr/>
          </p:nvSpPr>
          <p:spPr>
            <a:xfrm>
              <a:off x="4934525" y="2671075"/>
              <a:ext cx="206000" cy="262325"/>
            </a:xfrm>
            <a:custGeom>
              <a:rect b="b" l="l" r="r" t="t"/>
              <a:pathLst>
                <a:path extrusionOk="0" h="10493" w="8240">
                  <a:moveTo>
                    <a:pt x="5810" y="682"/>
                  </a:moveTo>
                  <a:cubicBezTo>
                    <a:pt x="6117" y="682"/>
                    <a:pt x="6397" y="751"/>
                    <a:pt x="6639" y="886"/>
                  </a:cubicBezTo>
                  <a:cubicBezTo>
                    <a:pt x="7239" y="1253"/>
                    <a:pt x="7573" y="2020"/>
                    <a:pt x="7573" y="3054"/>
                  </a:cubicBezTo>
                  <a:cubicBezTo>
                    <a:pt x="7573" y="5355"/>
                    <a:pt x="5938" y="8191"/>
                    <a:pt x="3937" y="9358"/>
                  </a:cubicBezTo>
                  <a:cubicBezTo>
                    <a:pt x="3388" y="9663"/>
                    <a:pt x="2864" y="9820"/>
                    <a:pt x="2402" y="9820"/>
                  </a:cubicBezTo>
                  <a:cubicBezTo>
                    <a:pt x="2106" y="9820"/>
                    <a:pt x="1836" y="9755"/>
                    <a:pt x="1602" y="9625"/>
                  </a:cubicBezTo>
                  <a:cubicBezTo>
                    <a:pt x="1001" y="9258"/>
                    <a:pt x="668" y="8491"/>
                    <a:pt x="668" y="7457"/>
                  </a:cubicBezTo>
                  <a:cubicBezTo>
                    <a:pt x="668" y="5122"/>
                    <a:pt x="2269" y="2320"/>
                    <a:pt x="4304" y="1152"/>
                  </a:cubicBezTo>
                  <a:cubicBezTo>
                    <a:pt x="4841" y="834"/>
                    <a:pt x="5355" y="682"/>
                    <a:pt x="5810" y="682"/>
                  </a:cubicBezTo>
                  <a:close/>
                  <a:moveTo>
                    <a:pt x="5790" y="1"/>
                  </a:moveTo>
                  <a:cubicBezTo>
                    <a:pt x="5215" y="1"/>
                    <a:pt x="4587" y="189"/>
                    <a:pt x="3937" y="552"/>
                  </a:cubicBezTo>
                  <a:cubicBezTo>
                    <a:pt x="1769" y="1820"/>
                    <a:pt x="1" y="4922"/>
                    <a:pt x="1" y="7457"/>
                  </a:cubicBezTo>
                  <a:cubicBezTo>
                    <a:pt x="1" y="8758"/>
                    <a:pt x="434" y="9725"/>
                    <a:pt x="1268" y="10192"/>
                  </a:cubicBezTo>
                  <a:cubicBezTo>
                    <a:pt x="1602" y="10392"/>
                    <a:pt x="2002" y="10493"/>
                    <a:pt x="2436" y="10493"/>
                  </a:cubicBezTo>
                  <a:cubicBezTo>
                    <a:pt x="3069" y="10459"/>
                    <a:pt x="3737" y="10259"/>
                    <a:pt x="4304" y="9925"/>
                  </a:cubicBezTo>
                  <a:cubicBezTo>
                    <a:pt x="6472" y="8658"/>
                    <a:pt x="8240" y="5589"/>
                    <a:pt x="8240" y="3054"/>
                  </a:cubicBezTo>
                  <a:cubicBezTo>
                    <a:pt x="8240" y="1753"/>
                    <a:pt x="7806" y="786"/>
                    <a:pt x="6972" y="319"/>
                  </a:cubicBezTo>
                  <a:cubicBezTo>
                    <a:pt x="6616" y="105"/>
                    <a:pt x="6218" y="1"/>
                    <a:pt x="579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53"/>
            <p:cNvSpPr/>
            <p:nvPr/>
          </p:nvSpPr>
          <p:spPr>
            <a:xfrm>
              <a:off x="4981225" y="2729925"/>
              <a:ext cx="112600" cy="145075"/>
            </a:xfrm>
            <a:custGeom>
              <a:rect b="b" l="l" r="r" t="t"/>
              <a:pathLst>
                <a:path extrusionOk="0" h="5803" w="4504">
                  <a:moveTo>
                    <a:pt x="3264" y="0"/>
                  </a:moveTo>
                  <a:cubicBezTo>
                    <a:pt x="2964" y="0"/>
                    <a:pt x="2626" y="97"/>
                    <a:pt x="2269" y="300"/>
                  </a:cubicBezTo>
                  <a:cubicBezTo>
                    <a:pt x="935" y="1167"/>
                    <a:pt x="101" y="2601"/>
                    <a:pt x="1" y="4202"/>
                  </a:cubicBezTo>
                  <a:cubicBezTo>
                    <a:pt x="1" y="5221"/>
                    <a:pt x="506" y="5803"/>
                    <a:pt x="1253" y="5803"/>
                  </a:cubicBezTo>
                  <a:cubicBezTo>
                    <a:pt x="1557" y="5803"/>
                    <a:pt x="1902" y="5706"/>
                    <a:pt x="2269" y="5503"/>
                  </a:cubicBezTo>
                  <a:cubicBezTo>
                    <a:pt x="3570" y="4636"/>
                    <a:pt x="4404" y="3168"/>
                    <a:pt x="4504" y="1600"/>
                  </a:cubicBezTo>
                  <a:cubicBezTo>
                    <a:pt x="4504" y="581"/>
                    <a:pt x="3999" y="0"/>
                    <a:pt x="326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53"/>
            <p:cNvSpPr/>
            <p:nvPr/>
          </p:nvSpPr>
          <p:spPr>
            <a:xfrm>
              <a:off x="5467400" y="2716175"/>
              <a:ext cx="206850" cy="262250"/>
            </a:xfrm>
            <a:custGeom>
              <a:rect b="b" l="l" r="r" t="t"/>
              <a:pathLst>
                <a:path extrusionOk="0" h="10490" w="8274">
                  <a:moveTo>
                    <a:pt x="5838" y="683"/>
                  </a:moveTo>
                  <a:cubicBezTo>
                    <a:pt x="6105" y="683"/>
                    <a:pt x="6405" y="749"/>
                    <a:pt x="6639" y="883"/>
                  </a:cubicBezTo>
                  <a:cubicBezTo>
                    <a:pt x="7273" y="1250"/>
                    <a:pt x="7606" y="2017"/>
                    <a:pt x="7606" y="3051"/>
                  </a:cubicBezTo>
                  <a:cubicBezTo>
                    <a:pt x="7606" y="5353"/>
                    <a:pt x="5972" y="8188"/>
                    <a:pt x="3970" y="9356"/>
                  </a:cubicBezTo>
                  <a:cubicBezTo>
                    <a:pt x="3421" y="9661"/>
                    <a:pt x="2885" y="9817"/>
                    <a:pt x="2414" y="9817"/>
                  </a:cubicBezTo>
                  <a:cubicBezTo>
                    <a:pt x="2112" y="9817"/>
                    <a:pt x="1836" y="9753"/>
                    <a:pt x="1602" y="9623"/>
                  </a:cubicBezTo>
                  <a:cubicBezTo>
                    <a:pt x="1002" y="9256"/>
                    <a:pt x="668" y="8488"/>
                    <a:pt x="668" y="7454"/>
                  </a:cubicBezTo>
                  <a:cubicBezTo>
                    <a:pt x="668" y="5119"/>
                    <a:pt x="2302" y="2317"/>
                    <a:pt x="4304" y="1150"/>
                  </a:cubicBezTo>
                  <a:cubicBezTo>
                    <a:pt x="4771" y="850"/>
                    <a:pt x="5271" y="716"/>
                    <a:pt x="5838" y="683"/>
                  </a:cubicBezTo>
                  <a:close/>
                  <a:moveTo>
                    <a:pt x="5833" y="1"/>
                  </a:moveTo>
                  <a:cubicBezTo>
                    <a:pt x="5260" y="1"/>
                    <a:pt x="4626" y="197"/>
                    <a:pt x="3970" y="583"/>
                  </a:cubicBezTo>
                  <a:cubicBezTo>
                    <a:pt x="1769" y="1850"/>
                    <a:pt x="1" y="4919"/>
                    <a:pt x="1" y="7454"/>
                  </a:cubicBezTo>
                  <a:cubicBezTo>
                    <a:pt x="1" y="8755"/>
                    <a:pt x="434" y="9723"/>
                    <a:pt x="1268" y="10190"/>
                  </a:cubicBezTo>
                  <a:cubicBezTo>
                    <a:pt x="1635" y="10390"/>
                    <a:pt x="2036" y="10490"/>
                    <a:pt x="2436" y="10490"/>
                  </a:cubicBezTo>
                  <a:cubicBezTo>
                    <a:pt x="3103" y="10490"/>
                    <a:pt x="3737" y="10290"/>
                    <a:pt x="4304" y="9923"/>
                  </a:cubicBezTo>
                  <a:cubicBezTo>
                    <a:pt x="6472" y="8655"/>
                    <a:pt x="8273" y="5586"/>
                    <a:pt x="8273" y="3051"/>
                  </a:cubicBezTo>
                  <a:cubicBezTo>
                    <a:pt x="8273" y="1750"/>
                    <a:pt x="7806" y="783"/>
                    <a:pt x="6972" y="316"/>
                  </a:cubicBezTo>
                  <a:cubicBezTo>
                    <a:pt x="6635" y="105"/>
                    <a:pt x="6250" y="1"/>
                    <a:pt x="583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53"/>
            <p:cNvSpPr/>
            <p:nvPr/>
          </p:nvSpPr>
          <p:spPr>
            <a:xfrm>
              <a:off x="5514950" y="2774950"/>
              <a:ext cx="111775" cy="145075"/>
            </a:xfrm>
            <a:custGeom>
              <a:rect b="b" l="l" r="r" t="t"/>
              <a:pathLst>
                <a:path extrusionOk="0" h="5803" w="4471">
                  <a:moveTo>
                    <a:pt x="3230" y="0"/>
                  </a:moveTo>
                  <a:cubicBezTo>
                    <a:pt x="2930" y="0"/>
                    <a:pt x="2593" y="97"/>
                    <a:pt x="2235" y="300"/>
                  </a:cubicBezTo>
                  <a:cubicBezTo>
                    <a:pt x="901" y="1167"/>
                    <a:pt x="67" y="2602"/>
                    <a:pt x="0" y="4203"/>
                  </a:cubicBezTo>
                  <a:cubicBezTo>
                    <a:pt x="0" y="5222"/>
                    <a:pt x="488" y="5803"/>
                    <a:pt x="1226" y="5803"/>
                  </a:cubicBezTo>
                  <a:cubicBezTo>
                    <a:pt x="1526" y="5803"/>
                    <a:pt x="1868" y="5706"/>
                    <a:pt x="2235" y="5504"/>
                  </a:cubicBezTo>
                  <a:cubicBezTo>
                    <a:pt x="3569" y="4636"/>
                    <a:pt x="4370" y="3169"/>
                    <a:pt x="4470" y="1601"/>
                  </a:cubicBezTo>
                  <a:cubicBezTo>
                    <a:pt x="4470" y="582"/>
                    <a:pt x="3965" y="0"/>
                    <a:pt x="323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53"/>
            <p:cNvSpPr/>
            <p:nvPr/>
          </p:nvSpPr>
          <p:spPr>
            <a:xfrm>
              <a:off x="5326475" y="2325225"/>
              <a:ext cx="143450" cy="182025"/>
            </a:xfrm>
            <a:custGeom>
              <a:rect b="b" l="l" r="r" t="t"/>
              <a:pathLst>
                <a:path extrusionOk="0" h="7281" w="5738">
                  <a:moveTo>
                    <a:pt x="4070" y="476"/>
                  </a:moveTo>
                  <a:cubicBezTo>
                    <a:pt x="4270" y="476"/>
                    <a:pt x="4437" y="509"/>
                    <a:pt x="4637" y="610"/>
                  </a:cubicBezTo>
                  <a:cubicBezTo>
                    <a:pt x="5037" y="876"/>
                    <a:pt x="5271" y="1410"/>
                    <a:pt x="5271" y="2111"/>
                  </a:cubicBezTo>
                  <a:cubicBezTo>
                    <a:pt x="5171" y="3879"/>
                    <a:pt x="4237" y="5513"/>
                    <a:pt x="2769" y="6480"/>
                  </a:cubicBezTo>
                  <a:cubicBezTo>
                    <a:pt x="2382" y="6705"/>
                    <a:pt x="2019" y="6817"/>
                    <a:pt x="1697" y="6817"/>
                  </a:cubicBezTo>
                  <a:cubicBezTo>
                    <a:pt x="1492" y="6817"/>
                    <a:pt x="1303" y="6771"/>
                    <a:pt x="1135" y="6681"/>
                  </a:cubicBezTo>
                  <a:cubicBezTo>
                    <a:pt x="701" y="6414"/>
                    <a:pt x="467" y="5880"/>
                    <a:pt x="467" y="5179"/>
                  </a:cubicBezTo>
                  <a:cubicBezTo>
                    <a:pt x="568" y="3378"/>
                    <a:pt x="1502" y="1777"/>
                    <a:pt x="3003" y="810"/>
                  </a:cubicBezTo>
                  <a:cubicBezTo>
                    <a:pt x="3303" y="610"/>
                    <a:pt x="3670" y="476"/>
                    <a:pt x="4070" y="476"/>
                  </a:cubicBezTo>
                  <a:close/>
                  <a:moveTo>
                    <a:pt x="4051" y="1"/>
                  </a:moveTo>
                  <a:cubicBezTo>
                    <a:pt x="3653" y="1"/>
                    <a:pt x="3217" y="137"/>
                    <a:pt x="2769" y="409"/>
                  </a:cubicBezTo>
                  <a:cubicBezTo>
                    <a:pt x="1135" y="1443"/>
                    <a:pt x="101" y="3211"/>
                    <a:pt x="0" y="5179"/>
                  </a:cubicBezTo>
                  <a:cubicBezTo>
                    <a:pt x="0" y="6080"/>
                    <a:pt x="334" y="6747"/>
                    <a:pt x="901" y="7081"/>
                  </a:cubicBezTo>
                  <a:cubicBezTo>
                    <a:pt x="1135" y="7214"/>
                    <a:pt x="1435" y="7281"/>
                    <a:pt x="1702" y="7281"/>
                  </a:cubicBezTo>
                  <a:cubicBezTo>
                    <a:pt x="2169" y="7248"/>
                    <a:pt x="2602" y="7114"/>
                    <a:pt x="2969" y="6881"/>
                  </a:cubicBezTo>
                  <a:cubicBezTo>
                    <a:pt x="4604" y="5813"/>
                    <a:pt x="5638" y="4045"/>
                    <a:pt x="5738" y="2111"/>
                  </a:cubicBezTo>
                  <a:cubicBezTo>
                    <a:pt x="5738" y="1210"/>
                    <a:pt x="5404" y="543"/>
                    <a:pt x="4837" y="209"/>
                  </a:cubicBezTo>
                  <a:cubicBezTo>
                    <a:pt x="4601" y="70"/>
                    <a:pt x="4336" y="1"/>
                    <a:pt x="405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53"/>
            <p:cNvSpPr/>
            <p:nvPr/>
          </p:nvSpPr>
          <p:spPr>
            <a:xfrm>
              <a:off x="5359825" y="2365925"/>
              <a:ext cx="77575" cy="100850"/>
            </a:xfrm>
            <a:custGeom>
              <a:rect b="b" l="l" r="r" t="t"/>
              <a:pathLst>
                <a:path extrusionOk="0" h="4034" w="3103">
                  <a:moveTo>
                    <a:pt x="2239" y="0"/>
                  </a:moveTo>
                  <a:cubicBezTo>
                    <a:pt x="2027" y="0"/>
                    <a:pt x="1788" y="70"/>
                    <a:pt x="1535" y="216"/>
                  </a:cubicBezTo>
                  <a:cubicBezTo>
                    <a:pt x="635" y="816"/>
                    <a:pt x="34" y="1817"/>
                    <a:pt x="1" y="2918"/>
                  </a:cubicBezTo>
                  <a:cubicBezTo>
                    <a:pt x="1" y="3626"/>
                    <a:pt x="352" y="4034"/>
                    <a:pt x="853" y="4034"/>
                  </a:cubicBezTo>
                  <a:cubicBezTo>
                    <a:pt x="1060" y="4034"/>
                    <a:pt x="1292" y="3964"/>
                    <a:pt x="1535" y="3818"/>
                  </a:cubicBezTo>
                  <a:cubicBezTo>
                    <a:pt x="2469" y="3218"/>
                    <a:pt x="3036" y="2217"/>
                    <a:pt x="3103" y="1116"/>
                  </a:cubicBezTo>
                  <a:cubicBezTo>
                    <a:pt x="3103" y="408"/>
                    <a:pt x="2752" y="0"/>
                    <a:pt x="223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53"/>
            <p:cNvSpPr/>
            <p:nvPr/>
          </p:nvSpPr>
          <p:spPr>
            <a:xfrm>
              <a:off x="5022100" y="2207575"/>
              <a:ext cx="143450" cy="182100"/>
            </a:xfrm>
            <a:custGeom>
              <a:rect b="b" l="l" r="r" t="t"/>
              <a:pathLst>
                <a:path extrusionOk="0" h="7284" w="5738">
                  <a:moveTo>
                    <a:pt x="4024" y="450"/>
                  </a:moveTo>
                  <a:cubicBezTo>
                    <a:pt x="4243" y="450"/>
                    <a:pt x="4440" y="503"/>
                    <a:pt x="4603" y="612"/>
                  </a:cubicBezTo>
                  <a:cubicBezTo>
                    <a:pt x="5037" y="846"/>
                    <a:pt x="5271" y="1379"/>
                    <a:pt x="5271" y="2113"/>
                  </a:cubicBezTo>
                  <a:cubicBezTo>
                    <a:pt x="5170" y="3881"/>
                    <a:pt x="4236" y="5516"/>
                    <a:pt x="2769" y="6483"/>
                  </a:cubicBezTo>
                  <a:cubicBezTo>
                    <a:pt x="2394" y="6700"/>
                    <a:pt x="2042" y="6812"/>
                    <a:pt x="1728" y="6812"/>
                  </a:cubicBezTo>
                  <a:cubicBezTo>
                    <a:pt x="1511" y="6812"/>
                    <a:pt x="1311" y="6759"/>
                    <a:pt x="1134" y="6650"/>
                  </a:cubicBezTo>
                  <a:cubicBezTo>
                    <a:pt x="701" y="6416"/>
                    <a:pt x="467" y="5883"/>
                    <a:pt x="467" y="5149"/>
                  </a:cubicBezTo>
                  <a:cubicBezTo>
                    <a:pt x="567" y="3381"/>
                    <a:pt x="1501" y="1746"/>
                    <a:pt x="2969" y="779"/>
                  </a:cubicBezTo>
                  <a:cubicBezTo>
                    <a:pt x="3344" y="562"/>
                    <a:pt x="3707" y="450"/>
                    <a:pt x="4024" y="450"/>
                  </a:cubicBezTo>
                  <a:close/>
                  <a:moveTo>
                    <a:pt x="4033" y="1"/>
                  </a:moveTo>
                  <a:cubicBezTo>
                    <a:pt x="3635" y="1"/>
                    <a:pt x="3196" y="129"/>
                    <a:pt x="2735" y="379"/>
                  </a:cubicBezTo>
                  <a:cubicBezTo>
                    <a:pt x="1134" y="1446"/>
                    <a:pt x="100" y="3214"/>
                    <a:pt x="0" y="5149"/>
                  </a:cubicBezTo>
                  <a:cubicBezTo>
                    <a:pt x="0" y="6049"/>
                    <a:pt x="300" y="6750"/>
                    <a:pt x="867" y="7050"/>
                  </a:cubicBezTo>
                  <a:cubicBezTo>
                    <a:pt x="1134" y="7217"/>
                    <a:pt x="1401" y="7284"/>
                    <a:pt x="1701" y="7284"/>
                  </a:cubicBezTo>
                  <a:cubicBezTo>
                    <a:pt x="2135" y="7250"/>
                    <a:pt x="2569" y="7117"/>
                    <a:pt x="2969" y="6883"/>
                  </a:cubicBezTo>
                  <a:cubicBezTo>
                    <a:pt x="4603" y="5816"/>
                    <a:pt x="5604" y="4048"/>
                    <a:pt x="5738" y="2113"/>
                  </a:cubicBezTo>
                  <a:cubicBezTo>
                    <a:pt x="5738" y="1213"/>
                    <a:pt x="5404" y="545"/>
                    <a:pt x="4837" y="212"/>
                  </a:cubicBezTo>
                  <a:cubicBezTo>
                    <a:pt x="4596" y="70"/>
                    <a:pt x="4326" y="1"/>
                    <a:pt x="403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53"/>
            <p:cNvSpPr/>
            <p:nvPr/>
          </p:nvSpPr>
          <p:spPr>
            <a:xfrm>
              <a:off x="5054625" y="2248325"/>
              <a:ext cx="78400" cy="100050"/>
            </a:xfrm>
            <a:custGeom>
              <a:rect b="b" l="l" r="r" t="t"/>
              <a:pathLst>
                <a:path extrusionOk="0" h="4002" w="3136">
                  <a:moveTo>
                    <a:pt x="2272" y="1"/>
                  </a:moveTo>
                  <a:cubicBezTo>
                    <a:pt x="2060" y="1"/>
                    <a:pt x="1821" y="70"/>
                    <a:pt x="1568" y="216"/>
                  </a:cubicBezTo>
                  <a:cubicBezTo>
                    <a:pt x="634" y="817"/>
                    <a:pt x="67" y="1818"/>
                    <a:pt x="0" y="2918"/>
                  </a:cubicBezTo>
                  <a:cubicBezTo>
                    <a:pt x="0" y="3602"/>
                    <a:pt x="349" y="4002"/>
                    <a:pt x="860" y="4002"/>
                  </a:cubicBezTo>
                  <a:cubicBezTo>
                    <a:pt x="1073" y="4002"/>
                    <a:pt x="1313" y="3933"/>
                    <a:pt x="1568" y="3786"/>
                  </a:cubicBezTo>
                  <a:cubicBezTo>
                    <a:pt x="2468" y="3185"/>
                    <a:pt x="3069" y="2184"/>
                    <a:pt x="3136" y="1117"/>
                  </a:cubicBezTo>
                  <a:cubicBezTo>
                    <a:pt x="3136" y="409"/>
                    <a:pt x="2784" y="1"/>
                    <a:pt x="227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53"/>
            <p:cNvSpPr/>
            <p:nvPr/>
          </p:nvSpPr>
          <p:spPr>
            <a:xfrm>
              <a:off x="4983725" y="1892250"/>
              <a:ext cx="109575" cy="133825"/>
            </a:xfrm>
            <a:custGeom>
              <a:rect b="b" l="l" r="r" t="t"/>
              <a:pathLst>
                <a:path extrusionOk="0" h="5353" w="4383">
                  <a:moveTo>
                    <a:pt x="2909" y="347"/>
                  </a:moveTo>
                  <a:cubicBezTo>
                    <a:pt x="3501" y="347"/>
                    <a:pt x="4047" y="887"/>
                    <a:pt x="3903" y="1583"/>
                  </a:cubicBezTo>
                  <a:cubicBezTo>
                    <a:pt x="3837" y="2884"/>
                    <a:pt x="3136" y="4085"/>
                    <a:pt x="2069" y="4786"/>
                  </a:cubicBezTo>
                  <a:cubicBezTo>
                    <a:pt x="1863" y="4973"/>
                    <a:pt x="1623" y="5055"/>
                    <a:pt x="1389" y="5055"/>
                  </a:cubicBezTo>
                  <a:cubicBezTo>
                    <a:pt x="790" y="5055"/>
                    <a:pt x="233" y="4514"/>
                    <a:pt x="401" y="3818"/>
                  </a:cubicBezTo>
                  <a:cubicBezTo>
                    <a:pt x="468" y="2518"/>
                    <a:pt x="1135" y="1317"/>
                    <a:pt x="2236" y="616"/>
                  </a:cubicBezTo>
                  <a:cubicBezTo>
                    <a:pt x="2441" y="429"/>
                    <a:pt x="2679" y="347"/>
                    <a:pt x="2909" y="347"/>
                  </a:cubicBezTo>
                  <a:close/>
                  <a:moveTo>
                    <a:pt x="2917" y="1"/>
                  </a:moveTo>
                  <a:cubicBezTo>
                    <a:pt x="2629" y="1"/>
                    <a:pt x="2333" y="97"/>
                    <a:pt x="2069" y="316"/>
                  </a:cubicBezTo>
                  <a:cubicBezTo>
                    <a:pt x="868" y="1116"/>
                    <a:pt x="134" y="2384"/>
                    <a:pt x="34" y="3818"/>
                  </a:cubicBezTo>
                  <a:cubicBezTo>
                    <a:pt x="1" y="4352"/>
                    <a:pt x="234" y="4919"/>
                    <a:pt x="701" y="5219"/>
                  </a:cubicBezTo>
                  <a:cubicBezTo>
                    <a:pt x="868" y="5320"/>
                    <a:pt x="1068" y="5353"/>
                    <a:pt x="1302" y="5353"/>
                  </a:cubicBezTo>
                  <a:cubicBezTo>
                    <a:pt x="1635" y="5353"/>
                    <a:pt x="1935" y="5253"/>
                    <a:pt x="2236" y="5053"/>
                  </a:cubicBezTo>
                  <a:cubicBezTo>
                    <a:pt x="3436" y="4285"/>
                    <a:pt x="4170" y="2985"/>
                    <a:pt x="4237" y="1583"/>
                  </a:cubicBezTo>
                  <a:cubicBezTo>
                    <a:pt x="4383" y="686"/>
                    <a:pt x="3682" y="1"/>
                    <a:pt x="291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53"/>
            <p:cNvSpPr/>
            <p:nvPr/>
          </p:nvSpPr>
          <p:spPr>
            <a:xfrm>
              <a:off x="5008750" y="1922900"/>
              <a:ext cx="57575" cy="73750"/>
            </a:xfrm>
            <a:custGeom>
              <a:rect b="b" l="l" r="r" t="t"/>
              <a:pathLst>
                <a:path extrusionOk="0" h="2950" w="2303">
                  <a:moveTo>
                    <a:pt x="1662" y="1"/>
                  </a:moveTo>
                  <a:cubicBezTo>
                    <a:pt x="1510" y="1"/>
                    <a:pt x="1342" y="51"/>
                    <a:pt x="1168" y="157"/>
                  </a:cubicBezTo>
                  <a:cubicBezTo>
                    <a:pt x="467" y="591"/>
                    <a:pt x="67" y="1325"/>
                    <a:pt x="0" y="2125"/>
                  </a:cubicBezTo>
                  <a:cubicBezTo>
                    <a:pt x="0" y="2647"/>
                    <a:pt x="270" y="2949"/>
                    <a:pt x="653" y="2949"/>
                  </a:cubicBezTo>
                  <a:cubicBezTo>
                    <a:pt x="809" y="2949"/>
                    <a:pt x="984" y="2899"/>
                    <a:pt x="1168" y="2793"/>
                  </a:cubicBezTo>
                  <a:cubicBezTo>
                    <a:pt x="1835" y="2359"/>
                    <a:pt x="2269" y="1625"/>
                    <a:pt x="2302" y="825"/>
                  </a:cubicBezTo>
                  <a:cubicBezTo>
                    <a:pt x="2302" y="303"/>
                    <a:pt x="2033" y="1"/>
                    <a:pt x="166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53"/>
            <p:cNvSpPr/>
            <p:nvPr/>
          </p:nvSpPr>
          <p:spPr>
            <a:xfrm>
              <a:off x="5183875" y="20010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33" y="1"/>
                  </a:moveTo>
                  <a:cubicBezTo>
                    <a:pt x="843" y="1"/>
                    <a:pt x="741" y="32"/>
                    <a:pt x="634" y="100"/>
                  </a:cubicBezTo>
                  <a:cubicBezTo>
                    <a:pt x="267" y="334"/>
                    <a:pt x="0" y="767"/>
                    <a:pt x="0" y="1234"/>
                  </a:cubicBezTo>
                  <a:cubicBezTo>
                    <a:pt x="0" y="1519"/>
                    <a:pt x="153" y="1686"/>
                    <a:pt x="361" y="1686"/>
                  </a:cubicBezTo>
                  <a:cubicBezTo>
                    <a:pt x="445" y="1686"/>
                    <a:pt x="538" y="1659"/>
                    <a:pt x="634" y="1601"/>
                  </a:cubicBezTo>
                  <a:cubicBezTo>
                    <a:pt x="1034" y="1334"/>
                    <a:pt x="1268" y="934"/>
                    <a:pt x="1301" y="467"/>
                  </a:cubicBezTo>
                  <a:cubicBezTo>
                    <a:pt x="1301" y="184"/>
                    <a:pt x="1151" y="1"/>
                    <a:pt x="93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53"/>
            <p:cNvSpPr/>
            <p:nvPr/>
          </p:nvSpPr>
          <p:spPr>
            <a:xfrm>
              <a:off x="4935350" y="2325000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0"/>
                  </a:moveTo>
                  <a:cubicBezTo>
                    <a:pt x="840" y="0"/>
                    <a:pt x="740" y="27"/>
                    <a:pt x="635" y="85"/>
                  </a:cubicBezTo>
                  <a:cubicBezTo>
                    <a:pt x="268" y="352"/>
                    <a:pt x="1" y="752"/>
                    <a:pt x="1" y="1219"/>
                  </a:cubicBezTo>
                  <a:cubicBezTo>
                    <a:pt x="1" y="1502"/>
                    <a:pt x="151" y="1685"/>
                    <a:pt x="358" y="1685"/>
                  </a:cubicBezTo>
                  <a:cubicBezTo>
                    <a:pt x="443" y="1685"/>
                    <a:pt x="537" y="1654"/>
                    <a:pt x="635" y="1586"/>
                  </a:cubicBezTo>
                  <a:cubicBezTo>
                    <a:pt x="1035" y="1352"/>
                    <a:pt x="1269" y="919"/>
                    <a:pt x="1302" y="452"/>
                  </a:cubicBezTo>
                  <a:cubicBezTo>
                    <a:pt x="1302" y="167"/>
                    <a:pt x="1150" y="0"/>
                    <a:pt x="92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53"/>
            <p:cNvSpPr/>
            <p:nvPr/>
          </p:nvSpPr>
          <p:spPr>
            <a:xfrm>
              <a:off x="4892825" y="26965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45" y="1"/>
                  </a:moveTo>
                  <a:cubicBezTo>
                    <a:pt x="860" y="1"/>
                    <a:pt x="765" y="32"/>
                    <a:pt x="668" y="100"/>
                  </a:cubicBezTo>
                  <a:cubicBezTo>
                    <a:pt x="268" y="334"/>
                    <a:pt x="34" y="767"/>
                    <a:pt x="1" y="1234"/>
                  </a:cubicBezTo>
                  <a:cubicBezTo>
                    <a:pt x="1" y="1519"/>
                    <a:pt x="153" y="1686"/>
                    <a:pt x="373" y="1686"/>
                  </a:cubicBezTo>
                  <a:cubicBezTo>
                    <a:pt x="462" y="1686"/>
                    <a:pt x="562" y="1659"/>
                    <a:pt x="668" y="1601"/>
                  </a:cubicBezTo>
                  <a:cubicBezTo>
                    <a:pt x="1035" y="1334"/>
                    <a:pt x="1268" y="934"/>
                    <a:pt x="1302" y="467"/>
                  </a:cubicBezTo>
                  <a:cubicBezTo>
                    <a:pt x="1302" y="184"/>
                    <a:pt x="1151" y="1"/>
                    <a:pt x="94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53"/>
            <p:cNvSpPr/>
            <p:nvPr/>
          </p:nvSpPr>
          <p:spPr>
            <a:xfrm>
              <a:off x="4751075" y="2679100"/>
              <a:ext cx="40050" cy="51575"/>
            </a:xfrm>
            <a:custGeom>
              <a:rect b="b" l="l" r="r" t="t"/>
              <a:pathLst>
                <a:path extrusionOk="0" h="2063" w="1602">
                  <a:moveTo>
                    <a:pt x="1144" y="1"/>
                  </a:moveTo>
                  <a:cubicBezTo>
                    <a:pt x="1039" y="1"/>
                    <a:pt x="923" y="32"/>
                    <a:pt x="801" y="98"/>
                  </a:cubicBezTo>
                  <a:cubicBezTo>
                    <a:pt x="334" y="431"/>
                    <a:pt x="33" y="932"/>
                    <a:pt x="0" y="1499"/>
                  </a:cubicBezTo>
                  <a:cubicBezTo>
                    <a:pt x="0" y="1858"/>
                    <a:pt x="190" y="2063"/>
                    <a:pt x="457" y="2063"/>
                  </a:cubicBezTo>
                  <a:cubicBezTo>
                    <a:pt x="562" y="2063"/>
                    <a:pt x="679" y="2031"/>
                    <a:pt x="801" y="1966"/>
                  </a:cubicBezTo>
                  <a:cubicBezTo>
                    <a:pt x="1268" y="1665"/>
                    <a:pt x="1568" y="1132"/>
                    <a:pt x="1601" y="565"/>
                  </a:cubicBezTo>
                  <a:cubicBezTo>
                    <a:pt x="1601" y="205"/>
                    <a:pt x="1412" y="1"/>
                    <a:pt x="114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53"/>
            <p:cNvSpPr/>
            <p:nvPr/>
          </p:nvSpPr>
          <p:spPr>
            <a:xfrm>
              <a:off x="4720200" y="2886550"/>
              <a:ext cx="25050" cy="32425"/>
            </a:xfrm>
            <a:custGeom>
              <a:rect b="b" l="l" r="r" t="t"/>
              <a:pathLst>
                <a:path extrusionOk="0" h="1297" w="1002">
                  <a:moveTo>
                    <a:pt x="721" y="0"/>
                  </a:moveTo>
                  <a:cubicBezTo>
                    <a:pt x="654" y="0"/>
                    <a:pt x="579" y="24"/>
                    <a:pt x="501" y="72"/>
                  </a:cubicBezTo>
                  <a:cubicBezTo>
                    <a:pt x="201" y="272"/>
                    <a:pt x="1" y="573"/>
                    <a:pt x="1" y="940"/>
                  </a:cubicBezTo>
                  <a:cubicBezTo>
                    <a:pt x="1" y="1178"/>
                    <a:pt x="120" y="1297"/>
                    <a:pt x="285" y="1297"/>
                  </a:cubicBezTo>
                  <a:cubicBezTo>
                    <a:pt x="351" y="1297"/>
                    <a:pt x="425" y="1278"/>
                    <a:pt x="501" y="1240"/>
                  </a:cubicBezTo>
                  <a:cubicBezTo>
                    <a:pt x="801" y="1040"/>
                    <a:pt x="968" y="706"/>
                    <a:pt x="1002" y="372"/>
                  </a:cubicBezTo>
                  <a:cubicBezTo>
                    <a:pt x="1002" y="136"/>
                    <a:pt x="885" y="0"/>
                    <a:pt x="72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53"/>
            <p:cNvSpPr/>
            <p:nvPr/>
          </p:nvSpPr>
          <p:spPr>
            <a:xfrm>
              <a:off x="4810275" y="2884750"/>
              <a:ext cx="51725" cy="67250"/>
            </a:xfrm>
            <a:custGeom>
              <a:rect b="b" l="l" r="r" t="t"/>
              <a:pathLst>
                <a:path extrusionOk="0" h="2690" w="2069">
                  <a:moveTo>
                    <a:pt x="1496" y="1"/>
                  </a:moveTo>
                  <a:cubicBezTo>
                    <a:pt x="1357" y="1"/>
                    <a:pt x="1200" y="47"/>
                    <a:pt x="1034" y="144"/>
                  </a:cubicBezTo>
                  <a:cubicBezTo>
                    <a:pt x="434" y="545"/>
                    <a:pt x="34" y="1212"/>
                    <a:pt x="0" y="1946"/>
                  </a:cubicBezTo>
                  <a:cubicBezTo>
                    <a:pt x="0" y="2418"/>
                    <a:pt x="235" y="2690"/>
                    <a:pt x="572" y="2690"/>
                  </a:cubicBezTo>
                  <a:cubicBezTo>
                    <a:pt x="712" y="2690"/>
                    <a:pt x="869" y="2643"/>
                    <a:pt x="1034" y="2546"/>
                  </a:cubicBezTo>
                  <a:cubicBezTo>
                    <a:pt x="1668" y="2146"/>
                    <a:pt x="2035" y="1479"/>
                    <a:pt x="2069" y="745"/>
                  </a:cubicBezTo>
                  <a:cubicBezTo>
                    <a:pt x="2069" y="272"/>
                    <a:pt x="1834" y="1"/>
                    <a:pt x="149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53"/>
            <p:cNvSpPr/>
            <p:nvPr/>
          </p:nvSpPr>
          <p:spPr>
            <a:xfrm>
              <a:off x="5251425" y="1607650"/>
              <a:ext cx="54225" cy="70775"/>
            </a:xfrm>
            <a:custGeom>
              <a:rect b="b" l="l" r="r" t="t"/>
              <a:pathLst>
                <a:path extrusionOk="0" h="2831" w="2169">
                  <a:moveTo>
                    <a:pt x="1585" y="1"/>
                  </a:moveTo>
                  <a:cubicBezTo>
                    <a:pt x="1440" y="1"/>
                    <a:pt x="1276" y="51"/>
                    <a:pt x="1101" y="158"/>
                  </a:cubicBezTo>
                  <a:cubicBezTo>
                    <a:pt x="434" y="559"/>
                    <a:pt x="34" y="1259"/>
                    <a:pt x="0" y="2060"/>
                  </a:cubicBezTo>
                  <a:cubicBezTo>
                    <a:pt x="0" y="2540"/>
                    <a:pt x="243" y="2830"/>
                    <a:pt x="615" y="2830"/>
                  </a:cubicBezTo>
                  <a:cubicBezTo>
                    <a:pt x="760" y="2830"/>
                    <a:pt x="924" y="2787"/>
                    <a:pt x="1101" y="2693"/>
                  </a:cubicBezTo>
                  <a:cubicBezTo>
                    <a:pt x="1735" y="2260"/>
                    <a:pt x="2135" y="1559"/>
                    <a:pt x="2169" y="792"/>
                  </a:cubicBezTo>
                  <a:cubicBezTo>
                    <a:pt x="2169" y="296"/>
                    <a:pt x="1935" y="1"/>
                    <a:pt x="158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53"/>
            <p:cNvSpPr/>
            <p:nvPr/>
          </p:nvSpPr>
          <p:spPr>
            <a:xfrm>
              <a:off x="5087975" y="1661175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1"/>
                  </a:moveTo>
                  <a:cubicBezTo>
                    <a:pt x="840" y="1"/>
                    <a:pt x="740" y="28"/>
                    <a:pt x="634" y="85"/>
                  </a:cubicBezTo>
                  <a:cubicBezTo>
                    <a:pt x="267" y="352"/>
                    <a:pt x="0" y="753"/>
                    <a:pt x="0" y="1220"/>
                  </a:cubicBezTo>
                  <a:cubicBezTo>
                    <a:pt x="0" y="1503"/>
                    <a:pt x="151" y="1686"/>
                    <a:pt x="357" y="1686"/>
                  </a:cubicBezTo>
                  <a:cubicBezTo>
                    <a:pt x="442" y="1686"/>
                    <a:pt x="537" y="1655"/>
                    <a:pt x="634" y="1587"/>
                  </a:cubicBezTo>
                  <a:cubicBezTo>
                    <a:pt x="1034" y="1353"/>
                    <a:pt x="1268" y="919"/>
                    <a:pt x="1301" y="452"/>
                  </a:cubicBezTo>
                  <a:cubicBezTo>
                    <a:pt x="1301" y="167"/>
                    <a:pt x="1149" y="1"/>
                    <a:pt x="92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53"/>
            <p:cNvSpPr/>
            <p:nvPr/>
          </p:nvSpPr>
          <p:spPr>
            <a:xfrm>
              <a:off x="4981225" y="2729925"/>
              <a:ext cx="112600" cy="145075"/>
            </a:xfrm>
            <a:custGeom>
              <a:rect b="b" l="l" r="r" t="t"/>
              <a:pathLst>
                <a:path extrusionOk="0" h="5803" w="4504">
                  <a:moveTo>
                    <a:pt x="3264" y="0"/>
                  </a:moveTo>
                  <a:cubicBezTo>
                    <a:pt x="2964" y="0"/>
                    <a:pt x="2626" y="97"/>
                    <a:pt x="2269" y="300"/>
                  </a:cubicBezTo>
                  <a:cubicBezTo>
                    <a:pt x="935" y="1167"/>
                    <a:pt x="101" y="2601"/>
                    <a:pt x="1" y="4202"/>
                  </a:cubicBezTo>
                  <a:cubicBezTo>
                    <a:pt x="1" y="5221"/>
                    <a:pt x="506" y="5803"/>
                    <a:pt x="1253" y="5803"/>
                  </a:cubicBezTo>
                  <a:cubicBezTo>
                    <a:pt x="1557" y="5803"/>
                    <a:pt x="1902" y="5706"/>
                    <a:pt x="2269" y="5503"/>
                  </a:cubicBezTo>
                  <a:cubicBezTo>
                    <a:pt x="3570" y="4636"/>
                    <a:pt x="4404" y="3168"/>
                    <a:pt x="4504" y="1600"/>
                  </a:cubicBezTo>
                  <a:cubicBezTo>
                    <a:pt x="4504" y="581"/>
                    <a:pt x="3999" y="0"/>
                    <a:pt x="326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53"/>
            <p:cNvSpPr/>
            <p:nvPr/>
          </p:nvSpPr>
          <p:spPr>
            <a:xfrm>
              <a:off x="5514950" y="2774950"/>
              <a:ext cx="111775" cy="145075"/>
            </a:xfrm>
            <a:custGeom>
              <a:rect b="b" l="l" r="r" t="t"/>
              <a:pathLst>
                <a:path extrusionOk="0" h="5803" w="4471">
                  <a:moveTo>
                    <a:pt x="3230" y="0"/>
                  </a:moveTo>
                  <a:cubicBezTo>
                    <a:pt x="2930" y="0"/>
                    <a:pt x="2593" y="97"/>
                    <a:pt x="2235" y="300"/>
                  </a:cubicBezTo>
                  <a:cubicBezTo>
                    <a:pt x="901" y="1167"/>
                    <a:pt x="67" y="2602"/>
                    <a:pt x="0" y="4203"/>
                  </a:cubicBezTo>
                  <a:cubicBezTo>
                    <a:pt x="0" y="5222"/>
                    <a:pt x="488" y="5803"/>
                    <a:pt x="1226" y="5803"/>
                  </a:cubicBezTo>
                  <a:cubicBezTo>
                    <a:pt x="1526" y="5803"/>
                    <a:pt x="1868" y="5706"/>
                    <a:pt x="2235" y="5504"/>
                  </a:cubicBezTo>
                  <a:cubicBezTo>
                    <a:pt x="3569" y="4636"/>
                    <a:pt x="4370" y="3169"/>
                    <a:pt x="4470" y="1601"/>
                  </a:cubicBezTo>
                  <a:cubicBezTo>
                    <a:pt x="4470" y="582"/>
                    <a:pt x="3965" y="0"/>
                    <a:pt x="32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53"/>
            <p:cNvSpPr/>
            <p:nvPr/>
          </p:nvSpPr>
          <p:spPr>
            <a:xfrm>
              <a:off x="5359825" y="2365925"/>
              <a:ext cx="77575" cy="100850"/>
            </a:xfrm>
            <a:custGeom>
              <a:rect b="b" l="l" r="r" t="t"/>
              <a:pathLst>
                <a:path extrusionOk="0" h="4034" w="3103">
                  <a:moveTo>
                    <a:pt x="2239" y="0"/>
                  </a:moveTo>
                  <a:cubicBezTo>
                    <a:pt x="2027" y="0"/>
                    <a:pt x="1788" y="70"/>
                    <a:pt x="1535" y="216"/>
                  </a:cubicBezTo>
                  <a:cubicBezTo>
                    <a:pt x="635" y="816"/>
                    <a:pt x="34" y="1817"/>
                    <a:pt x="1" y="2918"/>
                  </a:cubicBezTo>
                  <a:cubicBezTo>
                    <a:pt x="1" y="3626"/>
                    <a:pt x="352" y="4034"/>
                    <a:pt x="853" y="4034"/>
                  </a:cubicBezTo>
                  <a:cubicBezTo>
                    <a:pt x="1060" y="4034"/>
                    <a:pt x="1292" y="3964"/>
                    <a:pt x="1535" y="3818"/>
                  </a:cubicBezTo>
                  <a:cubicBezTo>
                    <a:pt x="2469" y="3218"/>
                    <a:pt x="3036" y="2217"/>
                    <a:pt x="3103" y="1116"/>
                  </a:cubicBezTo>
                  <a:cubicBezTo>
                    <a:pt x="3103" y="408"/>
                    <a:pt x="2752" y="0"/>
                    <a:pt x="223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53"/>
            <p:cNvSpPr/>
            <p:nvPr/>
          </p:nvSpPr>
          <p:spPr>
            <a:xfrm>
              <a:off x="5054625" y="2248325"/>
              <a:ext cx="78400" cy="100050"/>
            </a:xfrm>
            <a:custGeom>
              <a:rect b="b" l="l" r="r" t="t"/>
              <a:pathLst>
                <a:path extrusionOk="0" h="4002" w="3136">
                  <a:moveTo>
                    <a:pt x="2272" y="1"/>
                  </a:moveTo>
                  <a:cubicBezTo>
                    <a:pt x="2060" y="1"/>
                    <a:pt x="1821" y="70"/>
                    <a:pt x="1568" y="216"/>
                  </a:cubicBezTo>
                  <a:cubicBezTo>
                    <a:pt x="634" y="817"/>
                    <a:pt x="67" y="1818"/>
                    <a:pt x="0" y="2918"/>
                  </a:cubicBezTo>
                  <a:cubicBezTo>
                    <a:pt x="0" y="3602"/>
                    <a:pt x="349" y="4002"/>
                    <a:pt x="860" y="4002"/>
                  </a:cubicBezTo>
                  <a:cubicBezTo>
                    <a:pt x="1073" y="4002"/>
                    <a:pt x="1313" y="3933"/>
                    <a:pt x="1568" y="3786"/>
                  </a:cubicBezTo>
                  <a:cubicBezTo>
                    <a:pt x="2468" y="3185"/>
                    <a:pt x="3069" y="2184"/>
                    <a:pt x="3136" y="1117"/>
                  </a:cubicBezTo>
                  <a:cubicBezTo>
                    <a:pt x="3136" y="409"/>
                    <a:pt x="2784" y="1"/>
                    <a:pt x="22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53"/>
            <p:cNvSpPr/>
            <p:nvPr/>
          </p:nvSpPr>
          <p:spPr>
            <a:xfrm>
              <a:off x="5008750" y="1922900"/>
              <a:ext cx="57575" cy="73750"/>
            </a:xfrm>
            <a:custGeom>
              <a:rect b="b" l="l" r="r" t="t"/>
              <a:pathLst>
                <a:path extrusionOk="0" h="2950" w="2303">
                  <a:moveTo>
                    <a:pt x="1662" y="1"/>
                  </a:moveTo>
                  <a:cubicBezTo>
                    <a:pt x="1510" y="1"/>
                    <a:pt x="1342" y="51"/>
                    <a:pt x="1168" y="157"/>
                  </a:cubicBezTo>
                  <a:cubicBezTo>
                    <a:pt x="467" y="591"/>
                    <a:pt x="67" y="1325"/>
                    <a:pt x="0" y="2125"/>
                  </a:cubicBezTo>
                  <a:cubicBezTo>
                    <a:pt x="0" y="2647"/>
                    <a:pt x="270" y="2949"/>
                    <a:pt x="653" y="2949"/>
                  </a:cubicBezTo>
                  <a:cubicBezTo>
                    <a:pt x="809" y="2949"/>
                    <a:pt x="984" y="2899"/>
                    <a:pt x="1168" y="2793"/>
                  </a:cubicBezTo>
                  <a:cubicBezTo>
                    <a:pt x="1835" y="2359"/>
                    <a:pt x="2269" y="1625"/>
                    <a:pt x="2302" y="825"/>
                  </a:cubicBezTo>
                  <a:cubicBezTo>
                    <a:pt x="2302" y="303"/>
                    <a:pt x="2033" y="1"/>
                    <a:pt x="166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53"/>
            <p:cNvSpPr/>
            <p:nvPr/>
          </p:nvSpPr>
          <p:spPr>
            <a:xfrm>
              <a:off x="5183875" y="20010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33" y="1"/>
                  </a:moveTo>
                  <a:cubicBezTo>
                    <a:pt x="843" y="1"/>
                    <a:pt x="741" y="32"/>
                    <a:pt x="634" y="100"/>
                  </a:cubicBezTo>
                  <a:cubicBezTo>
                    <a:pt x="267" y="334"/>
                    <a:pt x="0" y="767"/>
                    <a:pt x="0" y="1234"/>
                  </a:cubicBezTo>
                  <a:cubicBezTo>
                    <a:pt x="0" y="1519"/>
                    <a:pt x="153" y="1686"/>
                    <a:pt x="361" y="1686"/>
                  </a:cubicBezTo>
                  <a:cubicBezTo>
                    <a:pt x="445" y="1686"/>
                    <a:pt x="538" y="1659"/>
                    <a:pt x="634" y="1601"/>
                  </a:cubicBezTo>
                  <a:cubicBezTo>
                    <a:pt x="1034" y="1334"/>
                    <a:pt x="1268" y="934"/>
                    <a:pt x="1301" y="467"/>
                  </a:cubicBezTo>
                  <a:cubicBezTo>
                    <a:pt x="1301" y="184"/>
                    <a:pt x="1151" y="1"/>
                    <a:pt x="93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53"/>
            <p:cNvSpPr/>
            <p:nvPr/>
          </p:nvSpPr>
          <p:spPr>
            <a:xfrm>
              <a:off x="4935350" y="2325000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0"/>
                  </a:moveTo>
                  <a:cubicBezTo>
                    <a:pt x="840" y="0"/>
                    <a:pt x="740" y="27"/>
                    <a:pt x="635" y="85"/>
                  </a:cubicBezTo>
                  <a:cubicBezTo>
                    <a:pt x="268" y="352"/>
                    <a:pt x="1" y="752"/>
                    <a:pt x="1" y="1219"/>
                  </a:cubicBezTo>
                  <a:cubicBezTo>
                    <a:pt x="1" y="1502"/>
                    <a:pt x="151" y="1685"/>
                    <a:pt x="358" y="1685"/>
                  </a:cubicBezTo>
                  <a:cubicBezTo>
                    <a:pt x="443" y="1685"/>
                    <a:pt x="537" y="1654"/>
                    <a:pt x="635" y="1586"/>
                  </a:cubicBezTo>
                  <a:cubicBezTo>
                    <a:pt x="1035" y="1352"/>
                    <a:pt x="1269" y="919"/>
                    <a:pt x="1302" y="452"/>
                  </a:cubicBezTo>
                  <a:cubicBezTo>
                    <a:pt x="1302" y="167"/>
                    <a:pt x="1150" y="0"/>
                    <a:pt x="9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53"/>
            <p:cNvSpPr/>
            <p:nvPr/>
          </p:nvSpPr>
          <p:spPr>
            <a:xfrm>
              <a:off x="4892825" y="26965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45" y="1"/>
                  </a:moveTo>
                  <a:cubicBezTo>
                    <a:pt x="860" y="1"/>
                    <a:pt x="765" y="32"/>
                    <a:pt x="668" y="100"/>
                  </a:cubicBezTo>
                  <a:cubicBezTo>
                    <a:pt x="268" y="334"/>
                    <a:pt x="34" y="767"/>
                    <a:pt x="1" y="1234"/>
                  </a:cubicBezTo>
                  <a:cubicBezTo>
                    <a:pt x="1" y="1519"/>
                    <a:pt x="153" y="1686"/>
                    <a:pt x="373" y="1686"/>
                  </a:cubicBezTo>
                  <a:cubicBezTo>
                    <a:pt x="462" y="1686"/>
                    <a:pt x="562" y="1659"/>
                    <a:pt x="668" y="1601"/>
                  </a:cubicBezTo>
                  <a:cubicBezTo>
                    <a:pt x="1035" y="1334"/>
                    <a:pt x="1268" y="934"/>
                    <a:pt x="1302" y="467"/>
                  </a:cubicBezTo>
                  <a:cubicBezTo>
                    <a:pt x="1302" y="184"/>
                    <a:pt x="1151" y="1"/>
                    <a:pt x="94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53"/>
            <p:cNvSpPr/>
            <p:nvPr/>
          </p:nvSpPr>
          <p:spPr>
            <a:xfrm>
              <a:off x="4751075" y="2679100"/>
              <a:ext cx="40050" cy="51575"/>
            </a:xfrm>
            <a:custGeom>
              <a:rect b="b" l="l" r="r" t="t"/>
              <a:pathLst>
                <a:path extrusionOk="0" h="2063" w="1602">
                  <a:moveTo>
                    <a:pt x="1144" y="1"/>
                  </a:moveTo>
                  <a:cubicBezTo>
                    <a:pt x="1039" y="1"/>
                    <a:pt x="923" y="32"/>
                    <a:pt x="801" y="98"/>
                  </a:cubicBezTo>
                  <a:cubicBezTo>
                    <a:pt x="334" y="431"/>
                    <a:pt x="33" y="932"/>
                    <a:pt x="0" y="1499"/>
                  </a:cubicBezTo>
                  <a:cubicBezTo>
                    <a:pt x="0" y="1858"/>
                    <a:pt x="190" y="2063"/>
                    <a:pt x="457" y="2063"/>
                  </a:cubicBezTo>
                  <a:cubicBezTo>
                    <a:pt x="562" y="2063"/>
                    <a:pt x="679" y="2031"/>
                    <a:pt x="801" y="1966"/>
                  </a:cubicBezTo>
                  <a:cubicBezTo>
                    <a:pt x="1268" y="1665"/>
                    <a:pt x="1568" y="1132"/>
                    <a:pt x="1601" y="565"/>
                  </a:cubicBezTo>
                  <a:cubicBezTo>
                    <a:pt x="1601" y="205"/>
                    <a:pt x="1412" y="1"/>
                    <a:pt x="11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53"/>
            <p:cNvSpPr/>
            <p:nvPr/>
          </p:nvSpPr>
          <p:spPr>
            <a:xfrm>
              <a:off x="4720200" y="2886550"/>
              <a:ext cx="25050" cy="32425"/>
            </a:xfrm>
            <a:custGeom>
              <a:rect b="b" l="l" r="r" t="t"/>
              <a:pathLst>
                <a:path extrusionOk="0" h="1297" w="1002">
                  <a:moveTo>
                    <a:pt x="721" y="0"/>
                  </a:moveTo>
                  <a:cubicBezTo>
                    <a:pt x="654" y="0"/>
                    <a:pt x="579" y="24"/>
                    <a:pt x="501" y="72"/>
                  </a:cubicBezTo>
                  <a:cubicBezTo>
                    <a:pt x="201" y="272"/>
                    <a:pt x="1" y="573"/>
                    <a:pt x="1" y="940"/>
                  </a:cubicBezTo>
                  <a:cubicBezTo>
                    <a:pt x="1" y="1178"/>
                    <a:pt x="120" y="1297"/>
                    <a:pt x="285" y="1297"/>
                  </a:cubicBezTo>
                  <a:cubicBezTo>
                    <a:pt x="351" y="1297"/>
                    <a:pt x="425" y="1278"/>
                    <a:pt x="501" y="1240"/>
                  </a:cubicBezTo>
                  <a:cubicBezTo>
                    <a:pt x="801" y="1040"/>
                    <a:pt x="968" y="706"/>
                    <a:pt x="1002" y="372"/>
                  </a:cubicBezTo>
                  <a:cubicBezTo>
                    <a:pt x="1002" y="136"/>
                    <a:pt x="885" y="0"/>
                    <a:pt x="7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53"/>
            <p:cNvSpPr/>
            <p:nvPr/>
          </p:nvSpPr>
          <p:spPr>
            <a:xfrm>
              <a:off x="4810275" y="2884750"/>
              <a:ext cx="51725" cy="67250"/>
            </a:xfrm>
            <a:custGeom>
              <a:rect b="b" l="l" r="r" t="t"/>
              <a:pathLst>
                <a:path extrusionOk="0" h="2690" w="2069">
                  <a:moveTo>
                    <a:pt x="1496" y="1"/>
                  </a:moveTo>
                  <a:cubicBezTo>
                    <a:pt x="1357" y="1"/>
                    <a:pt x="1200" y="47"/>
                    <a:pt x="1034" y="144"/>
                  </a:cubicBezTo>
                  <a:cubicBezTo>
                    <a:pt x="434" y="545"/>
                    <a:pt x="34" y="1212"/>
                    <a:pt x="0" y="1946"/>
                  </a:cubicBezTo>
                  <a:cubicBezTo>
                    <a:pt x="0" y="2418"/>
                    <a:pt x="235" y="2690"/>
                    <a:pt x="572" y="2690"/>
                  </a:cubicBezTo>
                  <a:cubicBezTo>
                    <a:pt x="712" y="2690"/>
                    <a:pt x="869" y="2643"/>
                    <a:pt x="1034" y="2546"/>
                  </a:cubicBezTo>
                  <a:cubicBezTo>
                    <a:pt x="1668" y="2146"/>
                    <a:pt x="2035" y="1479"/>
                    <a:pt x="2069" y="745"/>
                  </a:cubicBezTo>
                  <a:cubicBezTo>
                    <a:pt x="2069" y="272"/>
                    <a:pt x="1834" y="1"/>
                    <a:pt x="1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53"/>
            <p:cNvSpPr/>
            <p:nvPr/>
          </p:nvSpPr>
          <p:spPr>
            <a:xfrm>
              <a:off x="5251425" y="1607650"/>
              <a:ext cx="54225" cy="70775"/>
            </a:xfrm>
            <a:custGeom>
              <a:rect b="b" l="l" r="r" t="t"/>
              <a:pathLst>
                <a:path extrusionOk="0" h="2831" w="2169">
                  <a:moveTo>
                    <a:pt x="1585" y="1"/>
                  </a:moveTo>
                  <a:cubicBezTo>
                    <a:pt x="1440" y="1"/>
                    <a:pt x="1276" y="51"/>
                    <a:pt x="1101" y="158"/>
                  </a:cubicBezTo>
                  <a:cubicBezTo>
                    <a:pt x="434" y="559"/>
                    <a:pt x="34" y="1259"/>
                    <a:pt x="0" y="2060"/>
                  </a:cubicBezTo>
                  <a:cubicBezTo>
                    <a:pt x="0" y="2540"/>
                    <a:pt x="243" y="2830"/>
                    <a:pt x="615" y="2830"/>
                  </a:cubicBezTo>
                  <a:cubicBezTo>
                    <a:pt x="760" y="2830"/>
                    <a:pt x="924" y="2787"/>
                    <a:pt x="1101" y="2693"/>
                  </a:cubicBezTo>
                  <a:cubicBezTo>
                    <a:pt x="1735" y="2260"/>
                    <a:pt x="2135" y="1559"/>
                    <a:pt x="2169" y="792"/>
                  </a:cubicBezTo>
                  <a:cubicBezTo>
                    <a:pt x="2169" y="296"/>
                    <a:pt x="1935" y="1"/>
                    <a:pt x="158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53"/>
            <p:cNvSpPr/>
            <p:nvPr/>
          </p:nvSpPr>
          <p:spPr>
            <a:xfrm>
              <a:off x="5087975" y="1661175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1"/>
                  </a:moveTo>
                  <a:cubicBezTo>
                    <a:pt x="840" y="1"/>
                    <a:pt x="740" y="28"/>
                    <a:pt x="634" y="85"/>
                  </a:cubicBezTo>
                  <a:cubicBezTo>
                    <a:pt x="267" y="352"/>
                    <a:pt x="0" y="753"/>
                    <a:pt x="0" y="1220"/>
                  </a:cubicBezTo>
                  <a:cubicBezTo>
                    <a:pt x="0" y="1503"/>
                    <a:pt x="151" y="1686"/>
                    <a:pt x="357" y="1686"/>
                  </a:cubicBezTo>
                  <a:cubicBezTo>
                    <a:pt x="442" y="1686"/>
                    <a:pt x="537" y="1655"/>
                    <a:pt x="634" y="1587"/>
                  </a:cubicBezTo>
                  <a:cubicBezTo>
                    <a:pt x="1034" y="1353"/>
                    <a:pt x="1268" y="919"/>
                    <a:pt x="1301" y="452"/>
                  </a:cubicBezTo>
                  <a:cubicBezTo>
                    <a:pt x="1301" y="167"/>
                    <a:pt x="1149" y="1"/>
                    <a:pt x="92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53"/>
            <p:cNvSpPr/>
            <p:nvPr/>
          </p:nvSpPr>
          <p:spPr>
            <a:xfrm>
              <a:off x="4612625" y="1532650"/>
              <a:ext cx="68425" cy="107325"/>
            </a:xfrm>
            <a:custGeom>
              <a:rect b="b" l="l" r="r" t="t"/>
              <a:pathLst>
                <a:path extrusionOk="0" h="4293" w="2737">
                  <a:moveTo>
                    <a:pt x="2618" y="1"/>
                  </a:moveTo>
                  <a:cubicBezTo>
                    <a:pt x="2592" y="1"/>
                    <a:pt x="2569" y="17"/>
                    <a:pt x="2569" y="56"/>
                  </a:cubicBezTo>
                  <a:lnTo>
                    <a:pt x="34" y="4159"/>
                  </a:lnTo>
                  <a:cubicBezTo>
                    <a:pt x="1" y="4192"/>
                    <a:pt x="1" y="4259"/>
                    <a:pt x="34" y="4292"/>
                  </a:cubicBezTo>
                  <a:lnTo>
                    <a:pt x="101" y="4292"/>
                  </a:lnTo>
                  <a:cubicBezTo>
                    <a:pt x="134" y="4292"/>
                    <a:pt x="134" y="4259"/>
                    <a:pt x="168" y="4259"/>
                  </a:cubicBezTo>
                  <a:lnTo>
                    <a:pt x="2703" y="123"/>
                  </a:lnTo>
                  <a:cubicBezTo>
                    <a:pt x="2736" y="89"/>
                    <a:pt x="2703" y="56"/>
                    <a:pt x="2669" y="23"/>
                  </a:cubicBezTo>
                  <a:cubicBezTo>
                    <a:pt x="2656" y="9"/>
                    <a:pt x="2636" y="1"/>
                    <a:pt x="261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53"/>
            <p:cNvSpPr/>
            <p:nvPr/>
          </p:nvSpPr>
          <p:spPr>
            <a:xfrm>
              <a:off x="4676850" y="1548225"/>
              <a:ext cx="33375" cy="216000"/>
            </a:xfrm>
            <a:custGeom>
              <a:rect b="b" l="l" r="r" t="t"/>
              <a:pathLst>
                <a:path extrusionOk="0" h="8640" w="1335">
                  <a:moveTo>
                    <a:pt x="1268" y="0"/>
                  </a:moveTo>
                  <a:cubicBezTo>
                    <a:pt x="1234" y="0"/>
                    <a:pt x="1168" y="34"/>
                    <a:pt x="1168" y="100"/>
                  </a:cubicBezTo>
                  <a:lnTo>
                    <a:pt x="0" y="8540"/>
                  </a:lnTo>
                  <a:cubicBezTo>
                    <a:pt x="0" y="8606"/>
                    <a:pt x="0" y="8640"/>
                    <a:pt x="67" y="8640"/>
                  </a:cubicBezTo>
                  <a:cubicBezTo>
                    <a:pt x="100" y="8640"/>
                    <a:pt x="167" y="8640"/>
                    <a:pt x="167" y="8573"/>
                  </a:cubicBezTo>
                  <a:lnTo>
                    <a:pt x="1335" y="100"/>
                  </a:lnTo>
                  <a:cubicBezTo>
                    <a:pt x="1335" y="67"/>
                    <a:pt x="1335" y="0"/>
                    <a:pt x="12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53"/>
            <p:cNvSpPr/>
            <p:nvPr/>
          </p:nvSpPr>
          <p:spPr>
            <a:xfrm>
              <a:off x="4591775" y="1760525"/>
              <a:ext cx="88425" cy="176325"/>
            </a:xfrm>
            <a:custGeom>
              <a:rect b="b" l="l" r="r" t="t"/>
              <a:pathLst>
                <a:path extrusionOk="0" h="7053" w="3537">
                  <a:moveTo>
                    <a:pt x="3452" y="0"/>
                  </a:moveTo>
                  <a:cubicBezTo>
                    <a:pt x="3417" y="0"/>
                    <a:pt x="3393" y="24"/>
                    <a:pt x="3370" y="48"/>
                  </a:cubicBezTo>
                  <a:lnTo>
                    <a:pt x="34" y="6919"/>
                  </a:lnTo>
                  <a:cubicBezTo>
                    <a:pt x="1" y="6986"/>
                    <a:pt x="34" y="7019"/>
                    <a:pt x="68" y="7053"/>
                  </a:cubicBezTo>
                  <a:lnTo>
                    <a:pt x="101" y="7053"/>
                  </a:lnTo>
                  <a:cubicBezTo>
                    <a:pt x="134" y="7053"/>
                    <a:pt x="168" y="7019"/>
                    <a:pt x="201" y="7019"/>
                  </a:cubicBezTo>
                  <a:lnTo>
                    <a:pt x="3537" y="114"/>
                  </a:lnTo>
                  <a:cubicBezTo>
                    <a:pt x="3537" y="81"/>
                    <a:pt x="3537" y="14"/>
                    <a:pt x="3503" y="14"/>
                  </a:cubicBezTo>
                  <a:cubicBezTo>
                    <a:pt x="3484" y="5"/>
                    <a:pt x="3467" y="0"/>
                    <a:pt x="345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53"/>
            <p:cNvSpPr/>
            <p:nvPr/>
          </p:nvSpPr>
          <p:spPr>
            <a:xfrm>
              <a:off x="4499225" y="1760325"/>
              <a:ext cx="181825" cy="106475"/>
            </a:xfrm>
            <a:custGeom>
              <a:rect b="b" l="l" r="r" t="t"/>
              <a:pathLst>
                <a:path extrusionOk="0" h="4259" w="7273">
                  <a:moveTo>
                    <a:pt x="7193" y="0"/>
                  </a:moveTo>
                  <a:cubicBezTo>
                    <a:pt x="7172" y="0"/>
                    <a:pt x="7152" y="8"/>
                    <a:pt x="7139" y="22"/>
                  </a:cubicBezTo>
                  <a:lnTo>
                    <a:pt x="67" y="4092"/>
                  </a:lnTo>
                  <a:cubicBezTo>
                    <a:pt x="0" y="4125"/>
                    <a:pt x="0" y="4159"/>
                    <a:pt x="34" y="4225"/>
                  </a:cubicBezTo>
                  <a:cubicBezTo>
                    <a:pt x="34" y="4225"/>
                    <a:pt x="67" y="4259"/>
                    <a:pt x="100" y="4259"/>
                  </a:cubicBezTo>
                  <a:cubicBezTo>
                    <a:pt x="100" y="4259"/>
                    <a:pt x="134" y="4259"/>
                    <a:pt x="134" y="4225"/>
                  </a:cubicBezTo>
                  <a:lnTo>
                    <a:pt x="7239" y="156"/>
                  </a:lnTo>
                  <a:cubicBezTo>
                    <a:pt x="7272" y="122"/>
                    <a:pt x="7272" y="89"/>
                    <a:pt x="7272" y="56"/>
                  </a:cubicBezTo>
                  <a:cubicBezTo>
                    <a:pt x="7253" y="17"/>
                    <a:pt x="7222" y="0"/>
                    <a:pt x="719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53"/>
            <p:cNvSpPr/>
            <p:nvPr/>
          </p:nvSpPr>
          <p:spPr>
            <a:xfrm>
              <a:off x="4747725" y="890550"/>
              <a:ext cx="42550" cy="436700"/>
            </a:xfrm>
            <a:custGeom>
              <a:rect b="b" l="l" r="r" t="t"/>
              <a:pathLst>
                <a:path extrusionOk="0" h="17468" w="1702">
                  <a:moveTo>
                    <a:pt x="1505" y="1"/>
                  </a:moveTo>
                  <a:cubicBezTo>
                    <a:pt x="1412" y="1"/>
                    <a:pt x="1318" y="59"/>
                    <a:pt x="1302" y="188"/>
                  </a:cubicBezTo>
                  <a:lnTo>
                    <a:pt x="1" y="17234"/>
                  </a:lnTo>
                  <a:cubicBezTo>
                    <a:pt x="1" y="17367"/>
                    <a:pt x="67" y="17434"/>
                    <a:pt x="167" y="17468"/>
                  </a:cubicBezTo>
                  <a:cubicBezTo>
                    <a:pt x="267" y="17468"/>
                    <a:pt x="368" y="17367"/>
                    <a:pt x="368" y="17267"/>
                  </a:cubicBezTo>
                  <a:lnTo>
                    <a:pt x="1702" y="188"/>
                  </a:lnTo>
                  <a:cubicBezTo>
                    <a:pt x="1702" y="68"/>
                    <a:pt x="1604" y="1"/>
                    <a:pt x="150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53"/>
            <p:cNvSpPr/>
            <p:nvPr/>
          </p:nvSpPr>
          <p:spPr>
            <a:xfrm>
              <a:off x="4808600" y="663475"/>
              <a:ext cx="323850" cy="648775"/>
            </a:xfrm>
            <a:custGeom>
              <a:rect b="b" l="l" r="r" t="t"/>
              <a:pathLst>
                <a:path extrusionOk="0" h="25951" w="12954">
                  <a:moveTo>
                    <a:pt x="12716" y="1"/>
                  </a:moveTo>
                  <a:cubicBezTo>
                    <a:pt x="12653" y="1"/>
                    <a:pt x="12588" y="30"/>
                    <a:pt x="12543" y="98"/>
                  </a:cubicBezTo>
                  <a:lnTo>
                    <a:pt x="34" y="25683"/>
                  </a:lnTo>
                  <a:cubicBezTo>
                    <a:pt x="1" y="25783"/>
                    <a:pt x="34" y="25883"/>
                    <a:pt x="134" y="25950"/>
                  </a:cubicBezTo>
                  <a:lnTo>
                    <a:pt x="201" y="25950"/>
                  </a:lnTo>
                  <a:cubicBezTo>
                    <a:pt x="268" y="25950"/>
                    <a:pt x="334" y="25917"/>
                    <a:pt x="401" y="25850"/>
                  </a:cubicBezTo>
                  <a:lnTo>
                    <a:pt x="12910" y="265"/>
                  </a:lnTo>
                  <a:cubicBezTo>
                    <a:pt x="12954" y="111"/>
                    <a:pt x="12838" y="1"/>
                    <a:pt x="1271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53"/>
            <p:cNvSpPr/>
            <p:nvPr/>
          </p:nvSpPr>
          <p:spPr>
            <a:xfrm>
              <a:off x="4538950" y="1331975"/>
              <a:ext cx="147925" cy="81175"/>
            </a:xfrm>
            <a:custGeom>
              <a:rect b="b" l="l" r="r" t="t"/>
              <a:pathLst>
                <a:path extrusionOk="0" h="3247" w="5917">
                  <a:moveTo>
                    <a:pt x="283" y="0"/>
                  </a:moveTo>
                  <a:cubicBezTo>
                    <a:pt x="114" y="0"/>
                    <a:pt x="1" y="225"/>
                    <a:pt x="179" y="344"/>
                  </a:cubicBezTo>
                  <a:lnTo>
                    <a:pt x="5616" y="3213"/>
                  </a:lnTo>
                  <a:cubicBezTo>
                    <a:pt x="5616" y="3213"/>
                    <a:pt x="5650" y="3213"/>
                    <a:pt x="5683" y="3246"/>
                  </a:cubicBezTo>
                  <a:cubicBezTo>
                    <a:pt x="5750" y="3246"/>
                    <a:pt x="5816" y="3180"/>
                    <a:pt x="5850" y="3113"/>
                  </a:cubicBezTo>
                  <a:cubicBezTo>
                    <a:pt x="5917" y="3046"/>
                    <a:pt x="5883" y="2913"/>
                    <a:pt x="5783" y="2879"/>
                  </a:cubicBezTo>
                  <a:lnTo>
                    <a:pt x="346" y="11"/>
                  </a:lnTo>
                  <a:cubicBezTo>
                    <a:pt x="324" y="3"/>
                    <a:pt x="303" y="0"/>
                    <a:pt x="28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53"/>
            <p:cNvSpPr/>
            <p:nvPr/>
          </p:nvSpPr>
          <p:spPr>
            <a:xfrm>
              <a:off x="3657775" y="990325"/>
              <a:ext cx="582950" cy="123450"/>
            </a:xfrm>
            <a:custGeom>
              <a:rect b="b" l="l" r="r" t="t"/>
              <a:pathLst>
                <a:path extrusionOk="0" h="4938" w="23318">
                  <a:moveTo>
                    <a:pt x="23084" y="0"/>
                  </a:moveTo>
                  <a:lnTo>
                    <a:pt x="168" y="4570"/>
                  </a:lnTo>
                  <a:cubicBezTo>
                    <a:pt x="68" y="4570"/>
                    <a:pt x="1" y="4670"/>
                    <a:pt x="34" y="4804"/>
                  </a:cubicBezTo>
                  <a:cubicBezTo>
                    <a:pt x="34" y="4870"/>
                    <a:pt x="101" y="4937"/>
                    <a:pt x="201" y="4937"/>
                  </a:cubicBezTo>
                  <a:lnTo>
                    <a:pt x="234" y="4937"/>
                  </a:lnTo>
                  <a:lnTo>
                    <a:pt x="23151" y="400"/>
                  </a:lnTo>
                  <a:cubicBezTo>
                    <a:pt x="23251" y="367"/>
                    <a:pt x="23317" y="267"/>
                    <a:pt x="23284" y="167"/>
                  </a:cubicBezTo>
                  <a:cubicBezTo>
                    <a:pt x="23284" y="67"/>
                    <a:pt x="23184" y="0"/>
                    <a:pt x="2308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53"/>
            <p:cNvSpPr/>
            <p:nvPr/>
          </p:nvSpPr>
          <p:spPr>
            <a:xfrm>
              <a:off x="4287400" y="1332950"/>
              <a:ext cx="165750" cy="63525"/>
            </a:xfrm>
            <a:custGeom>
              <a:rect b="b" l="l" r="r" t="t"/>
              <a:pathLst>
                <a:path extrusionOk="0" h="2541" w="6630">
                  <a:moveTo>
                    <a:pt x="6498" y="1"/>
                  </a:moveTo>
                  <a:cubicBezTo>
                    <a:pt x="6490" y="1"/>
                    <a:pt x="6481" y="2"/>
                    <a:pt x="6472" y="5"/>
                  </a:cubicBezTo>
                  <a:lnTo>
                    <a:pt x="67" y="2373"/>
                  </a:lnTo>
                  <a:cubicBezTo>
                    <a:pt x="0" y="2407"/>
                    <a:pt x="0" y="2440"/>
                    <a:pt x="0" y="2507"/>
                  </a:cubicBezTo>
                  <a:cubicBezTo>
                    <a:pt x="34" y="2507"/>
                    <a:pt x="67" y="2540"/>
                    <a:pt x="101" y="2540"/>
                  </a:cubicBezTo>
                  <a:lnTo>
                    <a:pt x="6538" y="172"/>
                  </a:lnTo>
                  <a:cubicBezTo>
                    <a:pt x="6630" y="141"/>
                    <a:pt x="6583" y="1"/>
                    <a:pt x="649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53"/>
            <p:cNvSpPr/>
            <p:nvPr/>
          </p:nvSpPr>
          <p:spPr>
            <a:xfrm>
              <a:off x="4399975" y="1145725"/>
              <a:ext cx="89250" cy="129825"/>
            </a:xfrm>
            <a:custGeom>
              <a:rect b="b" l="l" r="r" t="t"/>
              <a:pathLst>
                <a:path extrusionOk="0" h="5193" w="3570">
                  <a:moveTo>
                    <a:pt x="119" y="0"/>
                  </a:moveTo>
                  <a:cubicBezTo>
                    <a:pt x="101" y="0"/>
                    <a:pt x="81" y="8"/>
                    <a:pt x="67" y="22"/>
                  </a:cubicBezTo>
                  <a:cubicBezTo>
                    <a:pt x="34" y="55"/>
                    <a:pt x="1" y="89"/>
                    <a:pt x="34" y="122"/>
                  </a:cubicBezTo>
                  <a:lnTo>
                    <a:pt x="3403" y="5126"/>
                  </a:lnTo>
                  <a:cubicBezTo>
                    <a:pt x="3436" y="5159"/>
                    <a:pt x="3470" y="5159"/>
                    <a:pt x="3470" y="5192"/>
                  </a:cubicBezTo>
                  <a:cubicBezTo>
                    <a:pt x="3503" y="5159"/>
                    <a:pt x="3537" y="5159"/>
                    <a:pt x="3537" y="5159"/>
                  </a:cubicBezTo>
                  <a:cubicBezTo>
                    <a:pt x="3570" y="5126"/>
                    <a:pt x="3570" y="5092"/>
                    <a:pt x="3570" y="5059"/>
                  </a:cubicBezTo>
                  <a:lnTo>
                    <a:pt x="167" y="55"/>
                  </a:lnTo>
                  <a:cubicBezTo>
                    <a:pt x="167" y="16"/>
                    <a:pt x="145" y="0"/>
                    <a:pt x="11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53"/>
            <p:cNvSpPr/>
            <p:nvPr/>
          </p:nvSpPr>
          <p:spPr>
            <a:xfrm>
              <a:off x="4415000" y="1392275"/>
              <a:ext cx="63400" cy="162975"/>
            </a:xfrm>
            <a:custGeom>
              <a:rect b="b" l="l" r="r" t="t"/>
              <a:pathLst>
                <a:path extrusionOk="0" h="6519" w="2536">
                  <a:moveTo>
                    <a:pt x="2469" y="0"/>
                  </a:moveTo>
                  <a:cubicBezTo>
                    <a:pt x="2402" y="0"/>
                    <a:pt x="2368" y="34"/>
                    <a:pt x="2368" y="67"/>
                  </a:cubicBezTo>
                  <a:lnTo>
                    <a:pt x="0" y="6405"/>
                  </a:lnTo>
                  <a:cubicBezTo>
                    <a:pt x="0" y="6438"/>
                    <a:pt x="33" y="6505"/>
                    <a:pt x="67" y="6505"/>
                  </a:cubicBezTo>
                  <a:lnTo>
                    <a:pt x="100" y="6505"/>
                  </a:lnTo>
                  <a:cubicBezTo>
                    <a:pt x="110" y="6515"/>
                    <a:pt x="120" y="6519"/>
                    <a:pt x="130" y="6519"/>
                  </a:cubicBezTo>
                  <a:cubicBezTo>
                    <a:pt x="153" y="6519"/>
                    <a:pt x="177" y="6495"/>
                    <a:pt x="200" y="6472"/>
                  </a:cubicBezTo>
                  <a:lnTo>
                    <a:pt x="2502" y="134"/>
                  </a:lnTo>
                  <a:cubicBezTo>
                    <a:pt x="2535" y="67"/>
                    <a:pt x="2502" y="34"/>
                    <a:pt x="246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53"/>
            <p:cNvSpPr/>
            <p:nvPr/>
          </p:nvSpPr>
          <p:spPr>
            <a:xfrm>
              <a:off x="4233200" y="992825"/>
              <a:ext cx="21700" cy="371950"/>
            </a:xfrm>
            <a:custGeom>
              <a:rect b="b" l="l" r="r" t="t"/>
              <a:pathLst>
                <a:path extrusionOk="0" h="14878" w="868">
                  <a:moveTo>
                    <a:pt x="100" y="0"/>
                  </a:moveTo>
                  <a:cubicBezTo>
                    <a:pt x="34" y="0"/>
                    <a:pt x="0" y="34"/>
                    <a:pt x="0" y="67"/>
                  </a:cubicBezTo>
                  <a:lnTo>
                    <a:pt x="701" y="14811"/>
                  </a:lnTo>
                  <a:cubicBezTo>
                    <a:pt x="701" y="14844"/>
                    <a:pt x="767" y="14878"/>
                    <a:pt x="801" y="14878"/>
                  </a:cubicBezTo>
                  <a:cubicBezTo>
                    <a:pt x="834" y="14878"/>
                    <a:pt x="868" y="14844"/>
                    <a:pt x="868" y="14778"/>
                  </a:cubicBezTo>
                  <a:lnTo>
                    <a:pt x="167" y="67"/>
                  </a:lnTo>
                  <a:cubicBezTo>
                    <a:pt x="167" y="34"/>
                    <a:pt x="134" y="0"/>
                    <a:pt x="10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53"/>
            <p:cNvSpPr/>
            <p:nvPr/>
          </p:nvSpPr>
          <p:spPr>
            <a:xfrm>
              <a:off x="4130175" y="1286650"/>
              <a:ext cx="98875" cy="105650"/>
            </a:xfrm>
            <a:custGeom>
              <a:rect b="b" l="l" r="r" t="t"/>
              <a:pathLst>
                <a:path extrusionOk="0" h="4226" w="3955">
                  <a:moveTo>
                    <a:pt x="117" y="0"/>
                  </a:moveTo>
                  <a:cubicBezTo>
                    <a:pt x="48" y="0"/>
                    <a:pt x="0" y="71"/>
                    <a:pt x="52" y="122"/>
                  </a:cubicBezTo>
                  <a:lnTo>
                    <a:pt x="3788" y="4192"/>
                  </a:lnTo>
                  <a:cubicBezTo>
                    <a:pt x="3821" y="4225"/>
                    <a:pt x="3854" y="4225"/>
                    <a:pt x="3854" y="4225"/>
                  </a:cubicBezTo>
                  <a:lnTo>
                    <a:pt x="3921" y="4225"/>
                  </a:lnTo>
                  <a:cubicBezTo>
                    <a:pt x="3954" y="4192"/>
                    <a:pt x="3954" y="4125"/>
                    <a:pt x="3921" y="4092"/>
                  </a:cubicBezTo>
                  <a:lnTo>
                    <a:pt x="185" y="22"/>
                  </a:lnTo>
                  <a:cubicBezTo>
                    <a:pt x="162" y="7"/>
                    <a:pt x="139" y="0"/>
                    <a:pt x="11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53"/>
            <p:cNvSpPr/>
            <p:nvPr/>
          </p:nvSpPr>
          <p:spPr>
            <a:xfrm>
              <a:off x="4846975" y="1351400"/>
              <a:ext cx="259375" cy="38400"/>
            </a:xfrm>
            <a:custGeom>
              <a:rect b="b" l="l" r="r" t="t"/>
              <a:pathLst>
                <a:path extrusionOk="0" h="1536" w="10375">
                  <a:moveTo>
                    <a:pt x="10174" y="1"/>
                  </a:moveTo>
                  <a:lnTo>
                    <a:pt x="200" y="1135"/>
                  </a:lnTo>
                  <a:cubicBezTo>
                    <a:pt x="100" y="1168"/>
                    <a:pt x="0" y="1268"/>
                    <a:pt x="33" y="1369"/>
                  </a:cubicBezTo>
                  <a:cubicBezTo>
                    <a:pt x="33" y="1469"/>
                    <a:pt x="100" y="1535"/>
                    <a:pt x="200" y="1535"/>
                  </a:cubicBezTo>
                  <a:lnTo>
                    <a:pt x="234" y="1535"/>
                  </a:lnTo>
                  <a:lnTo>
                    <a:pt x="10207" y="401"/>
                  </a:lnTo>
                  <a:cubicBezTo>
                    <a:pt x="10307" y="368"/>
                    <a:pt x="10374" y="301"/>
                    <a:pt x="10374" y="168"/>
                  </a:cubicBezTo>
                  <a:cubicBezTo>
                    <a:pt x="10374" y="68"/>
                    <a:pt x="10274" y="1"/>
                    <a:pt x="1017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53"/>
            <p:cNvSpPr/>
            <p:nvPr/>
          </p:nvSpPr>
          <p:spPr>
            <a:xfrm>
              <a:off x="5168850" y="946025"/>
              <a:ext cx="137550" cy="332025"/>
            </a:xfrm>
            <a:custGeom>
              <a:rect b="b" l="l" r="r" t="t"/>
              <a:pathLst>
                <a:path extrusionOk="0" h="13281" w="5502">
                  <a:moveTo>
                    <a:pt x="5260" y="1"/>
                  </a:moveTo>
                  <a:cubicBezTo>
                    <a:pt x="5193" y="1"/>
                    <a:pt x="5129" y="41"/>
                    <a:pt x="5105" y="138"/>
                  </a:cubicBezTo>
                  <a:lnTo>
                    <a:pt x="68" y="13014"/>
                  </a:lnTo>
                  <a:cubicBezTo>
                    <a:pt x="1" y="13147"/>
                    <a:pt x="101" y="13280"/>
                    <a:pt x="234" y="13280"/>
                  </a:cubicBezTo>
                  <a:cubicBezTo>
                    <a:pt x="301" y="13280"/>
                    <a:pt x="401" y="13214"/>
                    <a:pt x="401" y="13147"/>
                  </a:cubicBezTo>
                  <a:lnTo>
                    <a:pt x="5438" y="271"/>
                  </a:lnTo>
                  <a:cubicBezTo>
                    <a:pt x="5502" y="123"/>
                    <a:pt x="5376" y="1"/>
                    <a:pt x="526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53"/>
            <p:cNvSpPr/>
            <p:nvPr/>
          </p:nvSpPr>
          <p:spPr>
            <a:xfrm>
              <a:off x="5379850" y="876900"/>
              <a:ext cx="201000" cy="55075"/>
            </a:xfrm>
            <a:custGeom>
              <a:rect b="b" l="l" r="r" t="t"/>
              <a:pathLst>
                <a:path extrusionOk="0" h="2203" w="8040">
                  <a:moveTo>
                    <a:pt x="100" y="1"/>
                  </a:moveTo>
                  <a:cubicBezTo>
                    <a:pt x="67" y="1"/>
                    <a:pt x="0" y="34"/>
                    <a:pt x="0" y="67"/>
                  </a:cubicBezTo>
                  <a:cubicBezTo>
                    <a:pt x="0" y="134"/>
                    <a:pt x="0" y="167"/>
                    <a:pt x="67" y="167"/>
                  </a:cubicBezTo>
                  <a:lnTo>
                    <a:pt x="7906" y="2202"/>
                  </a:lnTo>
                  <a:lnTo>
                    <a:pt x="7939" y="2202"/>
                  </a:lnTo>
                  <a:cubicBezTo>
                    <a:pt x="7973" y="2202"/>
                    <a:pt x="8006" y="2169"/>
                    <a:pt x="8006" y="2135"/>
                  </a:cubicBezTo>
                  <a:cubicBezTo>
                    <a:pt x="8039" y="2069"/>
                    <a:pt x="8006" y="2035"/>
                    <a:pt x="7973" y="2035"/>
                  </a:cubicBezTo>
                  <a:lnTo>
                    <a:pt x="10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53"/>
            <p:cNvSpPr/>
            <p:nvPr/>
          </p:nvSpPr>
          <p:spPr>
            <a:xfrm>
              <a:off x="5381525" y="694575"/>
              <a:ext cx="146400" cy="139825"/>
            </a:xfrm>
            <a:custGeom>
              <a:rect b="b" l="l" r="r" t="t"/>
              <a:pathLst>
                <a:path extrusionOk="0" h="5593" w="5856">
                  <a:moveTo>
                    <a:pt x="5737" y="0"/>
                  </a:moveTo>
                  <a:cubicBezTo>
                    <a:pt x="5716" y="0"/>
                    <a:pt x="5693" y="7"/>
                    <a:pt x="5671" y="22"/>
                  </a:cubicBezTo>
                  <a:lnTo>
                    <a:pt x="33" y="5426"/>
                  </a:lnTo>
                  <a:cubicBezTo>
                    <a:pt x="0" y="5459"/>
                    <a:pt x="0" y="5526"/>
                    <a:pt x="33" y="5559"/>
                  </a:cubicBezTo>
                  <a:cubicBezTo>
                    <a:pt x="33" y="5592"/>
                    <a:pt x="67" y="5592"/>
                    <a:pt x="100" y="5592"/>
                  </a:cubicBezTo>
                  <a:cubicBezTo>
                    <a:pt x="100" y="5592"/>
                    <a:pt x="133" y="5559"/>
                    <a:pt x="133" y="5559"/>
                  </a:cubicBezTo>
                  <a:lnTo>
                    <a:pt x="5804" y="155"/>
                  </a:lnTo>
                  <a:cubicBezTo>
                    <a:pt x="5856" y="78"/>
                    <a:pt x="5807" y="0"/>
                    <a:pt x="573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53"/>
            <p:cNvSpPr/>
            <p:nvPr/>
          </p:nvSpPr>
          <p:spPr>
            <a:xfrm>
              <a:off x="4209000" y="960050"/>
              <a:ext cx="53400" cy="68900"/>
            </a:xfrm>
            <a:custGeom>
              <a:rect b="b" l="l" r="r" t="t"/>
              <a:pathLst>
                <a:path extrusionOk="0" h="2756" w="2136">
                  <a:moveTo>
                    <a:pt x="1548" y="1"/>
                  </a:moveTo>
                  <a:cubicBezTo>
                    <a:pt x="1405" y="1"/>
                    <a:pt x="1242" y="47"/>
                    <a:pt x="1068" y="144"/>
                  </a:cubicBezTo>
                  <a:cubicBezTo>
                    <a:pt x="435" y="544"/>
                    <a:pt x="34" y="1245"/>
                    <a:pt x="1" y="2012"/>
                  </a:cubicBezTo>
                  <a:cubicBezTo>
                    <a:pt x="1" y="2484"/>
                    <a:pt x="252" y="2756"/>
                    <a:pt x="599" y="2756"/>
                  </a:cubicBezTo>
                  <a:cubicBezTo>
                    <a:pt x="743" y="2756"/>
                    <a:pt x="903" y="2710"/>
                    <a:pt x="1068" y="2612"/>
                  </a:cubicBezTo>
                  <a:cubicBezTo>
                    <a:pt x="1702" y="2212"/>
                    <a:pt x="2102" y="1511"/>
                    <a:pt x="2136" y="778"/>
                  </a:cubicBezTo>
                  <a:cubicBezTo>
                    <a:pt x="2136" y="280"/>
                    <a:pt x="1900" y="1"/>
                    <a:pt x="154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53"/>
            <p:cNvSpPr/>
            <p:nvPr/>
          </p:nvSpPr>
          <p:spPr>
            <a:xfrm>
              <a:off x="4388300" y="1128950"/>
              <a:ext cx="29225" cy="37825"/>
            </a:xfrm>
            <a:custGeom>
              <a:rect b="b" l="l" r="r" t="t"/>
              <a:pathLst>
                <a:path extrusionOk="0" h="1513" w="1169">
                  <a:moveTo>
                    <a:pt x="852" y="1"/>
                  </a:moveTo>
                  <a:cubicBezTo>
                    <a:pt x="768" y="1"/>
                    <a:pt x="671" y="31"/>
                    <a:pt x="568" y="93"/>
                  </a:cubicBezTo>
                  <a:cubicBezTo>
                    <a:pt x="234" y="293"/>
                    <a:pt x="1" y="660"/>
                    <a:pt x="1" y="1093"/>
                  </a:cubicBezTo>
                  <a:cubicBezTo>
                    <a:pt x="1" y="1353"/>
                    <a:pt x="134" y="1512"/>
                    <a:pt x="319" y="1512"/>
                  </a:cubicBezTo>
                  <a:cubicBezTo>
                    <a:pt x="395" y="1512"/>
                    <a:pt x="480" y="1485"/>
                    <a:pt x="568" y="1427"/>
                  </a:cubicBezTo>
                  <a:cubicBezTo>
                    <a:pt x="935" y="1193"/>
                    <a:pt x="1135" y="826"/>
                    <a:pt x="1168" y="426"/>
                  </a:cubicBezTo>
                  <a:cubicBezTo>
                    <a:pt x="1168" y="150"/>
                    <a:pt x="1041" y="1"/>
                    <a:pt x="85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53"/>
            <p:cNvSpPr/>
            <p:nvPr/>
          </p:nvSpPr>
          <p:spPr>
            <a:xfrm>
              <a:off x="4116450" y="1268775"/>
              <a:ext cx="29200" cy="37725"/>
            </a:xfrm>
            <a:custGeom>
              <a:rect b="b" l="l" r="r" t="t"/>
              <a:pathLst>
                <a:path extrusionOk="0" h="1509" w="1168">
                  <a:moveTo>
                    <a:pt x="829" y="0"/>
                  </a:moveTo>
                  <a:cubicBezTo>
                    <a:pt x="750" y="0"/>
                    <a:pt x="661" y="23"/>
                    <a:pt x="567" y="70"/>
                  </a:cubicBezTo>
                  <a:cubicBezTo>
                    <a:pt x="234" y="304"/>
                    <a:pt x="34" y="671"/>
                    <a:pt x="0" y="1104"/>
                  </a:cubicBezTo>
                  <a:cubicBezTo>
                    <a:pt x="0" y="1366"/>
                    <a:pt x="136" y="1509"/>
                    <a:pt x="323" y="1509"/>
                  </a:cubicBezTo>
                  <a:cubicBezTo>
                    <a:pt x="398" y="1509"/>
                    <a:pt x="481" y="1486"/>
                    <a:pt x="567" y="1438"/>
                  </a:cubicBezTo>
                  <a:cubicBezTo>
                    <a:pt x="934" y="1204"/>
                    <a:pt x="1134" y="837"/>
                    <a:pt x="1168" y="437"/>
                  </a:cubicBezTo>
                  <a:cubicBezTo>
                    <a:pt x="1168" y="150"/>
                    <a:pt x="1030" y="0"/>
                    <a:pt x="82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53"/>
            <p:cNvSpPr/>
            <p:nvPr/>
          </p:nvSpPr>
          <p:spPr>
            <a:xfrm>
              <a:off x="4402475" y="1534400"/>
              <a:ext cx="29225" cy="37675"/>
            </a:xfrm>
            <a:custGeom>
              <a:rect b="b" l="l" r="r" t="t"/>
              <a:pathLst>
                <a:path extrusionOk="0" h="1507" w="1169">
                  <a:moveTo>
                    <a:pt x="850" y="1"/>
                  </a:moveTo>
                  <a:cubicBezTo>
                    <a:pt x="774" y="1"/>
                    <a:pt x="689" y="28"/>
                    <a:pt x="601" y="86"/>
                  </a:cubicBezTo>
                  <a:cubicBezTo>
                    <a:pt x="234" y="286"/>
                    <a:pt x="34" y="687"/>
                    <a:pt x="1" y="1087"/>
                  </a:cubicBezTo>
                  <a:cubicBezTo>
                    <a:pt x="1" y="1347"/>
                    <a:pt x="134" y="1506"/>
                    <a:pt x="331" y="1506"/>
                  </a:cubicBezTo>
                  <a:cubicBezTo>
                    <a:pt x="412" y="1506"/>
                    <a:pt x="504" y="1479"/>
                    <a:pt x="601" y="1420"/>
                  </a:cubicBezTo>
                  <a:cubicBezTo>
                    <a:pt x="935" y="1187"/>
                    <a:pt x="1168" y="820"/>
                    <a:pt x="1168" y="420"/>
                  </a:cubicBezTo>
                  <a:cubicBezTo>
                    <a:pt x="1168" y="160"/>
                    <a:pt x="1035" y="1"/>
                    <a:pt x="85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53"/>
            <p:cNvSpPr/>
            <p:nvPr/>
          </p:nvSpPr>
          <p:spPr>
            <a:xfrm>
              <a:off x="4600125" y="1618625"/>
              <a:ext cx="29200" cy="37675"/>
            </a:xfrm>
            <a:custGeom>
              <a:rect b="b" l="l" r="r" t="t"/>
              <a:pathLst>
                <a:path extrusionOk="0" h="1507" w="1168">
                  <a:moveTo>
                    <a:pt x="850" y="1"/>
                  </a:moveTo>
                  <a:cubicBezTo>
                    <a:pt x="773" y="1"/>
                    <a:pt x="689" y="28"/>
                    <a:pt x="601" y="86"/>
                  </a:cubicBezTo>
                  <a:cubicBezTo>
                    <a:pt x="234" y="320"/>
                    <a:pt x="34" y="687"/>
                    <a:pt x="0" y="1087"/>
                  </a:cubicBezTo>
                  <a:cubicBezTo>
                    <a:pt x="0" y="1347"/>
                    <a:pt x="134" y="1506"/>
                    <a:pt x="331" y="1506"/>
                  </a:cubicBezTo>
                  <a:cubicBezTo>
                    <a:pt x="412" y="1506"/>
                    <a:pt x="503" y="1479"/>
                    <a:pt x="601" y="1421"/>
                  </a:cubicBezTo>
                  <a:cubicBezTo>
                    <a:pt x="934" y="1187"/>
                    <a:pt x="1168" y="820"/>
                    <a:pt x="1168" y="420"/>
                  </a:cubicBezTo>
                  <a:cubicBezTo>
                    <a:pt x="1168" y="160"/>
                    <a:pt x="1034" y="1"/>
                    <a:pt x="85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53"/>
            <p:cNvSpPr/>
            <p:nvPr/>
          </p:nvSpPr>
          <p:spPr>
            <a:xfrm>
              <a:off x="4580100" y="1915500"/>
              <a:ext cx="29225" cy="37675"/>
            </a:xfrm>
            <a:custGeom>
              <a:rect b="b" l="l" r="r" t="t"/>
              <a:pathLst>
                <a:path extrusionOk="0" h="1507" w="1169">
                  <a:moveTo>
                    <a:pt x="838" y="1"/>
                  </a:moveTo>
                  <a:cubicBezTo>
                    <a:pt x="757" y="1"/>
                    <a:pt x="665" y="28"/>
                    <a:pt x="568" y="86"/>
                  </a:cubicBezTo>
                  <a:cubicBezTo>
                    <a:pt x="234" y="320"/>
                    <a:pt x="34" y="687"/>
                    <a:pt x="1" y="1087"/>
                  </a:cubicBezTo>
                  <a:cubicBezTo>
                    <a:pt x="1" y="1347"/>
                    <a:pt x="135" y="1506"/>
                    <a:pt x="319" y="1506"/>
                  </a:cubicBezTo>
                  <a:cubicBezTo>
                    <a:pt x="395" y="1506"/>
                    <a:pt x="480" y="1479"/>
                    <a:pt x="568" y="1421"/>
                  </a:cubicBezTo>
                  <a:cubicBezTo>
                    <a:pt x="935" y="1221"/>
                    <a:pt x="1135" y="820"/>
                    <a:pt x="1168" y="420"/>
                  </a:cubicBezTo>
                  <a:cubicBezTo>
                    <a:pt x="1168" y="160"/>
                    <a:pt x="1035" y="1"/>
                    <a:pt x="83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53"/>
            <p:cNvSpPr/>
            <p:nvPr/>
          </p:nvSpPr>
          <p:spPr>
            <a:xfrm>
              <a:off x="4656000" y="1733925"/>
              <a:ext cx="44225" cy="56950"/>
            </a:xfrm>
            <a:custGeom>
              <a:rect b="b" l="l" r="r" t="t"/>
              <a:pathLst>
                <a:path extrusionOk="0" h="2278" w="1769">
                  <a:moveTo>
                    <a:pt x="1288" y="0"/>
                  </a:moveTo>
                  <a:cubicBezTo>
                    <a:pt x="1173" y="0"/>
                    <a:pt x="1042" y="35"/>
                    <a:pt x="901" y="111"/>
                  </a:cubicBezTo>
                  <a:cubicBezTo>
                    <a:pt x="367" y="444"/>
                    <a:pt x="34" y="1012"/>
                    <a:pt x="0" y="1645"/>
                  </a:cubicBezTo>
                  <a:cubicBezTo>
                    <a:pt x="0" y="2043"/>
                    <a:pt x="198" y="2277"/>
                    <a:pt x="488" y="2277"/>
                  </a:cubicBezTo>
                  <a:cubicBezTo>
                    <a:pt x="612" y="2277"/>
                    <a:pt x="752" y="2235"/>
                    <a:pt x="901" y="2146"/>
                  </a:cubicBezTo>
                  <a:cubicBezTo>
                    <a:pt x="1435" y="1812"/>
                    <a:pt x="1735" y="1245"/>
                    <a:pt x="1768" y="611"/>
                  </a:cubicBezTo>
                  <a:cubicBezTo>
                    <a:pt x="1768" y="228"/>
                    <a:pt x="1579" y="0"/>
                    <a:pt x="128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53"/>
            <p:cNvSpPr/>
            <p:nvPr/>
          </p:nvSpPr>
          <p:spPr>
            <a:xfrm>
              <a:off x="4479200" y="1835975"/>
              <a:ext cx="44225" cy="56925"/>
            </a:xfrm>
            <a:custGeom>
              <a:rect b="b" l="l" r="r" t="t"/>
              <a:pathLst>
                <a:path extrusionOk="0" h="2277" w="1769">
                  <a:moveTo>
                    <a:pt x="1307" y="0"/>
                  </a:moveTo>
                  <a:cubicBezTo>
                    <a:pt x="1188" y="0"/>
                    <a:pt x="1050" y="42"/>
                    <a:pt x="901" y="132"/>
                  </a:cubicBezTo>
                  <a:cubicBezTo>
                    <a:pt x="368" y="465"/>
                    <a:pt x="34" y="1032"/>
                    <a:pt x="1" y="1633"/>
                  </a:cubicBezTo>
                  <a:cubicBezTo>
                    <a:pt x="1" y="2041"/>
                    <a:pt x="208" y="2277"/>
                    <a:pt x="511" y="2277"/>
                  </a:cubicBezTo>
                  <a:cubicBezTo>
                    <a:pt x="629" y="2277"/>
                    <a:pt x="761" y="2241"/>
                    <a:pt x="901" y="2167"/>
                  </a:cubicBezTo>
                  <a:cubicBezTo>
                    <a:pt x="1435" y="1833"/>
                    <a:pt x="1735" y="1266"/>
                    <a:pt x="1769" y="632"/>
                  </a:cubicBezTo>
                  <a:cubicBezTo>
                    <a:pt x="1769" y="234"/>
                    <a:pt x="1588" y="0"/>
                    <a:pt x="130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53"/>
            <p:cNvSpPr/>
            <p:nvPr/>
          </p:nvSpPr>
          <p:spPr>
            <a:xfrm>
              <a:off x="5503275" y="668475"/>
              <a:ext cx="44225" cy="56950"/>
            </a:xfrm>
            <a:custGeom>
              <a:rect b="b" l="l" r="r" t="t"/>
              <a:pathLst>
                <a:path extrusionOk="0" h="2278" w="1769">
                  <a:moveTo>
                    <a:pt x="1280" y="0"/>
                  </a:moveTo>
                  <a:cubicBezTo>
                    <a:pt x="1157" y="0"/>
                    <a:pt x="1017" y="42"/>
                    <a:pt x="867" y="132"/>
                  </a:cubicBezTo>
                  <a:cubicBezTo>
                    <a:pt x="334" y="465"/>
                    <a:pt x="34" y="1032"/>
                    <a:pt x="0" y="1666"/>
                  </a:cubicBezTo>
                  <a:cubicBezTo>
                    <a:pt x="0" y="2049"/>
                    <a:pt x="206" y="2277"/>
                    <a:pt x="495" y="2277"/>
                  </a:cubicBezTo>
                  <a:cubicBezTo>
                    <a:pt x="609" y="2277"/>
                    <a:pt x="736" y="2242"/>
                    <a:pt x="867" y="2167"/>
                  </a:cubicBezTo>
                  <a:cubicBezTo>
                    <a:pt x="1401" y="1833"/>
                    <a:pt x="1735" y="1266"/>
                    <a:pt x="1768" y="632"/>
                  </a:cubicBezTo>
                  <a:cubicBezTo>
                    <a:pt x="1768" y="234"/>
                    <a:pt x="1571" y="0"/>
                    <a:pt x="128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53"/>
            <p:cNvSpPr/>
            <p:nvPr/>
          </p:nvSpPr>
          <p:spPr>
            <a:xfrm>
              <a:off x="4654325" y="1297450"/>
              <a:ext cx="206850" cy="262475"/>
            </a:xfrm>
            <a:custGeom>
              <a:rect b="b" l="l" r="r" t="t"/>
              <a:pathLst>
                <a:path extrusionOk="0" h="10499" w="8274">
                  <a:moveTo>
                    <a:pt x="5827" y="673"/>
                  </a:moveTo>
                  <a:cubicBezTo>
                    <a:pt x="6135" y="673"/>
                    <a:pt x="6419" y="745"/>
                    <a:pt x="6672" y="891"/>
                  </a:cubicBezTo>
                  <a:cubicBezTo>
                    <a:pt x="7272" y="1225"/>
                    <a:pt x="7606" y="1992"/>
                    <a:pt x="7606" y="3060"/>
                  </a:cubicBezTo>
                  <a:cubicBezTo>
                    <a:pt x="7606" y="5361"/>
                    <a:pt x="5972" y="8197"/>
                    <a:pt x="3970" y="9331"/>
                  </a:cubicBezTo>
                  <a:cubicBezTo>
                    <a:pt x="3428" y="9652"/>
                    <a:pt x="2911" y="9816"/>
                    <a:pt x="2454" y="9816"/>
                  </a:cubicBezTo>
                  <a:cubicBezTo>
                    <a:pt x="2151" y="9816"/>
                    <a:pt x="1874" y="9744"/>
                    <a:pt x="1635" y="9598"/>
                  </a:cubicBezTo>
                  <a:cubicBezTo>
                    <a:pt x="1001" y="9264"/>
                    <a:pt x="668" y="8497"/>
                    <a:pt x="668" y="7429"/>
                  </a:cubicBezTo>
                  <a:cubicBezTo>
                    <a:pt x="668" y="5128"/>
                    <a:pt x="2302" y="2292"/>
                    <a:pt x="4304" y="1158"/>
                  </a:cubicBezTo>
                  <a:cubicBezTo>
                    <a:pt x="4845" y="837"/>
                    <a:pt x="5363" y="673"/>
                    <a:pt x="5827" y="673"/>
                  </a:cubicBezTo>
                  <a:close/>
                  <a:moveTo>
                    <a:pt x="5853" y="0"/>
                  </a:moveTo>
                  <a:cubicBezTo>
                    <a:pt x="5270" y="0"/>
                    <a:pt x="4631" y="188"/>
                    <a:pt x="3970" y="558"/>
                  </a:cubicBezTo>
                  <a:cubicBezTo>
                    <a:pt x="1802" y="1825"/>
                    <a:pt x="1" y="4894"/>
                    <a:pt x="1" y="7429"/>
                  </a:cubicBezTo>
                  <a:cubicBezTo>
                    <a:pt x="1" y="8730"/>
                    <a:pt x="468" y="9698"/>
                    <a:pt x="1302" y="10198"/>
                  </a:cubicBezTo>
                  <a:cubicBezTo>
                    <a:pt x="1635" y="10398"/>
                    <a:pt x="2035" y="10498"/>
                    <a:pt x="2436" y="10498"/>
                  </a:cubicBezTo>
                  <a:cubicBezTo>
                    <a:pt x="3103" y="10465"/>
                    <a:pt x="3737" y="10265"/>
                    <a:pt x="4304" y="9931"/>
                  </a:cubicBezTo>
                  <a:cubicBezTo>
                    <a:pt x="6505" y="8664"/>
                    <a:pt x="8273" y="5561"/>
                    <a:pt x="8273" y="3060"/>
                  </a:cubicBezTo>
                  <a:cubicBezTo>
                    <a:pt x="8273" y="1759"/>
                    <a:pt x="7806" y="791"/>
                    <a:pt x="7006" y="291"/>
                  </a:cubicBezTo>
                  <a:cubicBezTo>
                    <a:pt x="6658" y="96"/>
                    <a:pt x="6270" y="0"/>
                    <a:pt x="585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53"/>
            <p:cNvSpPr/>
            <p:nvPr/>
          </p:nvSpPr>
          <p:spPr>
            <a:xfrm>
              <a:off x="4701850" y="1356425"/>
              <a:ext cx="111775" cy="144650"/>
            </a:xfrm>
            <a:custGeom>
              <a:rect b="b" l="l" r="r" t="t"/>
              <a:pathLst>
                <a:path extrusionOk="0" h="5786" w="4471">
                  <a:moveTo>
                    <a:pt x="3245" y="1"/>
                  </a:moveTo>
                  <a:cubicBezTo>
                    <a:pt x="2945" y="1"/>
                    <a:pt x="2603" y="97"/>
                    <a:pt x="2236" y="300"/>
                  </a:cubicBezTo>
                  <a:cubicBezTo>
                    <a:pt x="902" y="1168"/>
                    <a:pt x="68" y="2602"/>
                    <a:pt x="1" y="4203"/>
                  </a:cubicBezTo>
                  <a:cubicBezTo>
                    <a:pt x="1" y="5195"/>
                    <a:pt x="503" y="5785"/>
                    <a:pt x="1233" y="5785"/>
                  </a:cubicBezTo>
                  <a:cubicBezTo>
                    <a:pt x="1535" y="5785"/>
                    <a:pt x="1875" y="5685"/>
                    <a:pt x="2236" y="5471"/>
                  </a:cubicBezTo>
                  <a:cubicBezTo>
                    <a:pt x="3570" y="4603"/>
                    <a:pt x="4404" y="3169"/>
                    <a:pt x="4471" y="1601"/>
                  </a:cubicBezTo>
                  <a:cubicBezTo>
                    <a:pt x="4471" y="582"/>
                    <a:pt x="3983" y="1"/>
                    <a:pt x="324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53"/>
            <p:cNvSpPr/>
            <p:nvPr/>
          </p:nvSpPr>
          <p:spPr>
            <a:xfrm>
              <a:off x="5094650" y="458825"/>
              <a:ext cx="170150" cy="217125"/>
            </a:xfrm>
            <a:custGeom>
              <a:rect b="b" l="l" r="r" t="t"/>
              <a:pathLst>
                <a:path extrusionOk="0" h="8685" w="6806">
                  <a:moveTo>
                    <a:pt x="4873" y="397"/>
                  </a:moveTo>
                  <a:cubicBezTo>
                    <a:pt x="5143" y="397"/>
                    <a:pt x="5390" y="458"/>
                    <a:pt x="5604" y="579"/>
                  </a:cubicBezTo>
                  <a:cubicBezTo>
                    <a:pt x="6138" y="912"/>
                    <a:pt x="6438" y="1579"/>
                    <a:pt x="6438" y="2513"/>
                  </a:cubicBezTo>
                  <a:cubicBezTo>
                    <a:pt x="6305" y="4682"/>
                    <a:pt x="5171" y="6683"/>
                    <a:pt x="3336" y="7884"/>
                  </a:cubicBezTo>
                  <a:cubicBezTo>
                    <a:pt x="2857" y="8163"/>
                    <a:pt x="2390" y="8299"/>
                    <a:pt x="1978" y="8299"/>
                  </a:cubicBezTo>
                  <a:cubicBezTo>
                    <a:pt x="1701" y="8299"/>
                    <a:pt x="1449" y="8238"/>
                    <a:pt x="1234" y="8117"/>
                  </a:cubicBezTo>
                  <a:cubicBezTo>
                    <a:pt x="701" y="7817"/>
                    <a:pt x="400" y="7117"/>
                    <a:pt x="400" y="6216"/>
                  </a:cubicBezTo>
                  <a:cubicBezTo>
                    <a:pt x="534" y="4015"/>
                    <a:pt x="1668" y="2013"/>
                    <a:pt x="3536" y="812"/>
                  </a:cubicBezTo>
                  <a:cubicBezTo>
                    <a:pt x="4015" y="533"/>
                    <a:pt x="4470" y="397"/>
                    <a:pt x="4873" y="397"/>
                  </a:cubicBezTo>
                  <a:close/>
                  <a:moveTo>
                    <a:pt x="4856" y="1"/>
                  </a:moveTo>
                  <a:cubicBezTo>
                    <a:pt x="4379" y="1"/>
                    <a:pt x="3852" y="164"/>
                    <a:pt x="3303" y="479"/>
                  </a:cubicBezTo>
                  <a:cubicBezTo>
                    <a:pt x="1501" y="1513"/>
                    <a:pt x="0" y="4115"/>
                    <a:pt x="0" y="6216"/>
                  </a:cubicBezTo>
                  <a:cubicBezTo>
                    <a:pt x="0" y="7250"/>
                    <a:pt x="367" y="8051"/>
                    <a:pt x="1034" y="8451"/>
                  </a:cubicBezTo>
                  <a:cubicBezTo>
                    <a:pt x="1334" y="8618"/>
                    <a:pt x="1635" y="8685"/>
                    <a:pt x="1968" y="8685"/>
                  </a:cubicBezTo>
                  <a:cubicBezTo>
                    <a:pt x="2535" y="8651"/>
                    <a:pt x="3036" y="8518"/>
                    <a:pt x="3503" y="8218"/>
                  </a:cubicBezTo>
                  <a:cubicBezTo>
                    <a:pt x="5337" y="7183"/>
                    <a:pt x="6805" y="4582"/>
                    <a:pt x="6805" y="2480"/>
                  </a:cubicBezTo>
                  <a:cubicBezTo>
                    <a:pt x="6805" y="1446"/>
                    <a:pt x="6438" y="645"/>
                    <a:pt x="5771" y="245"/>
                  </a:cubicBezTo>
                  <a:cubicBezTo>
                    <a:pt x="5497" y="81"/>
                    <a:pt x="5188" y="1"/>
                    <a:pt x="485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53"/>
            <p:cNvSpPr/>
            <p:nvPr/>
          </p:nvSpPr>
          <p:spPr>
            <a:xfrm>
              <a:off x="5133000" y="506125"/>
              <a:ext cx="94250" cy="122825"/>
            </a:xfrm>
            <a:custGeom>
              <a:rect b="b" l="l" r="r" t="t"/>
              <a:pathLst>
                <a:path extrusionOk="0" h="4913" w="3770">
                  <a:moveTo>
                    <a:pt x="2718" y="0"/>
                  </a:moveTo>
                  <a:cubicBezTo>
                    <a:pt x="2464" y="0"/>
                    <a:pt x="2176" y="82"/>
                    <a:pt x="1869" y="255"/>
                  </a:cubicBezTo>
                  <a:cubicBezTo>
                    <a:pt x="768" y="988"/>
                    <a:pt x="67" y="2223"/>
                    <a:pt x="1" y="3557"/>
                  </a:cubicBezTo>
                  <a:cubicBezTo>
                    <a:pt x="1" y="4412"/>
                    <a:pt x="424" y="4912"/>
                    <a:pt x="1041" y="4912"/>
                  </a:cubicBezTo>
                  <a:cubicBezTo>
                    <a:pt x="1290" y="4912"/>
                    <a:pt x="1571" y="4830"/>
                    <a:pt x="1869" y="4658"/>
                  </a:cubicBezTo>
                  <a:cubicBezTo>
                    <a:pt x="3003" y="3924"/>
                    <a:pt x="3703" y="2690"/>
                    <a:pt x="3770" y="1355"/>
                  </a:cubicBezTo>
                  <a:cubicBezTo>
                    <a:pt x="3770" y="500"/>
                    <a:pt x="3347" y="0"/>
                    <a:pt x="271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53"/>
            <p:cNvSpPr/>
            <p:nvPr/>
          </p:nvSpPr>
          <p:spPr>
            <a:xfrm>
              <a:off x="4732725" y="752950"/>
              <a:ext cx="124125" cy="150675"/>
            </a:xfrm>
            <a:custGeom>
              <a:rect b="b" l="l" r="r" t="t"/>
              <a:pathLst>
                <a:path extrusionOk="0" h="6027" w="4965">
                  <a:moveTo>
                    <a:pt x="3403" y="422"/>
                  </a:moveTo>
                  <a:cubicBezTo>
                    <a:pt x="3569" y="422"/>
                    <a:pt x="3736" y="455"/>
                    <a:pt x="3870" y="522"/>
                  </a:cubicBezTo>
                  <a:cubicBezTo>
                    <a:pt x="4270" y="822"/>
                    <a:pt x="4470" y="1289"/>
                    <a:pt x="4403" y="1790"/>
                  </a:cubicBezTo>
                  <a:cubicBezTo>
                    <a:pt x="4337" y="3224"/>
                    <a:pt x="3569" y="4558"/>
                    <a:pt x="2335" y="5359"/>
                  </a:cubicBezTo>
                  <a:cubicBezTo>
                    <a:pt x="2100" y="5575"/>
                    <a:pt x="1828" y="5670"/>
                    <a:pt x="1564" y="5670"/>
                  </a:cubicBezTo>
                  <a:cubicBezTo>
                    <a:pt x="892" y="5670"/>
                    <a:pt x="276" y="5058"/>
                    <a:pt x="467" y="4291"/>
                  </a:cubicBezTo>
                  <a:cubicBezTo>
                    <a:pt x="534" y="2824"/>
                    <a:pt x="1301" y="1489"/>
                    <a:pt x="2535" y="689"/>
                  </a:cubicBezTo>
                  <a:cubicBezTo>
                    <a:pt x="2802" y="522"/>
                    <a:pt x="3102" y="422"/>
                    <a:pt x="3403" y="422"/>
                  </a:cubicBezTo>
                  <a:close/>
                  <a:moveTo>
                    <a:pt x="3287" y="0"/>
                  </a:moveTo>
                  <a:cubicBezTo>
                    <a:pt x="2961" y="0"/>
                    <a:pt x="2627" y="109"/>
                    <a:pt x="2335" y="355"/>
                  </a:cubicBezTo>
                  <a:cubicBezTo>
                    <a:pt x="1001" y="1223"/>
                    <a:pt x="167" y="2690"/>
                    <a:pt x="67" y="4291"/>
                  </a:cubicBezTo>
                  <a:cubicBezTo>
                    <a:pt x="0" y="4892"/>
                    <a:pt x="300" y="5492"/>
                    <a:pt x="801" y="5859"/>
                  </a:cubicBezTo>
                  <a:cubicBezTo>
                    <a:pt x="1001" y="5959"/>
                    <a:pt x="1234" y="6026"/>
                    <a:pt x="1468" y="6026"/>
                  </a:cubicBezTo>
                  <a:cubicBezTo>
                    <a:pt x="1835" y="5993"/>
                    <a:pt x="2202" y="5893"/>
                    <a:pt x="2535" y="5692"/>
                  </a:cubicBezTo>
                  <a:cubicBezTo>
                    <a:pt x="3836" y="4792"/>
                    <a:pt x="4704" y="3357"/>
                    <a:pt x="4770" y="1790"/>
                  </a:cubicBezTo>
                  <a:cubicBezTo>
                    <a:pt x="4964" y="772"/>
                    <a:pt x="4154" y="0"/>
                    <a:pt x="328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53"/>
            <p:cNvSpPr/>
            <p:nvPr/>
          </p:nvSpPr>
          <p:spPr>
            <a:xfrm>
              <a:off x="4761900" y="787225"/>
              <a:ext cx="63400" cy="82775"/>
            </a:xfrm>
            <a:custGeom>
              <a:rect b="b" l="l" r="r" t="t"/>
              <a:pathLst>
                <a:path extrusionOk="0" h="3311" w="2536">
                  <a:moveTo>
                    <a:pt x="1834" y="1"/>
                  </a:moveTo>
                  <a:cubicBezTo>
                    <a:pt x="1664" y="1"/>
                    <a:pt x="1472" y="59"/>
                    <a:pt x="1268" y="185"/>
                  </a:cubicBezTo>
                  <a:cubicBezTo>
                    <a:pt x="501" y="686"/>
                    <a:pt x="34" y="1486"/>
                    <a:pt x="1" y="2387"/>
                  </a:cubicBezTo>
                  <a:cubicBezTo>
                    <a:pt x="1" y="2972"/>
                    <a:pt x="280" y="3311"/>
                    <a:pt x="689" y="3311"/>
                  </a:cubicBezTo>
                  <a:cubicBezTo>
                    <a:pt x="863" y="3311"/>
                    <a:pt x="1059" y="3250"/>
                    <a:pt x="1268" y="3121"/>
                  </a:cubicBezTo>
                  <a:cubicBezTo>
                    <a:pt x="2035" y="2654"/>
                    <a:pt x="2502" y="1820"/>
                    <a:pt x="2536" y="919"/>
                  </a:cubicBezTo>
                  <a:cubicBezTo>
                    <a:pt x="2536" y="351"/>
                    <a:pt x="2250" y="1"/>
                    <a:pt x="183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53"/>
            <p:cNvSpPr/>
            <p:nvPr/>
          </p:nvSpPr>
          <p:spPr>
            <a:xfrm>
              <a:off x="5092975" y="1267450"/>
              <a:ext cx="124350" cy="149875"/>
            </a:xfrm>
            <a:custGeom>
              <a:rect b="b" l="l" r="r" t="t"/>
              <a:pathLst>
                <a:path extrusionOk="0" h="5995" w="4974">
                  <a:moveTo>
                    <a:pt x="3292" y="380"/>
                  </a:moveTo>
                  <a:cubicBezTo>
                    <a:pt x="3961" y="380"/>
                    <a:pt x="4595" y="991"/>
                    <a:pt x="4404" y="1758"/>
                  </a:cubicBezTo>
                  <a:cubicBezTo>
                    <a:pt x="4337" y="3225"/>
                    <a:pt x="3536" y="4560"/>
                    <a:pt x="2335" y="5360"/>
                  </a:cubicBezTo>
                  <a:cubicBezTo>
                    <a:pt x="2101" y="5576"/>
                    <a:pt x="1830" y="5670"/>
                    <a:pt x="1567" y="5670"/>
                  </a:cubicBezTo>
                  <a:cubicBezTo>
                    <a:pt x="892" y="5670"/>
                    <a:pt x="266" y="5051"/>
                    <a:pt x="434" y="4260"/>
                  </a:cubicBezTo>
                  <a:cubicBezTo>
                    <a:pt x="534" y="2792"/>
                    <a:pt x="1301" y="1491"/>
                    <a:pt x="2536" y="690"/>
                  </a:cubicBezTo>
                  <a:cubicBezTo>
                    <a:pt x="2761" y="474"/>
                    <a:pt x="3030" y="380"/>
                    <a:pt x="3292" y="380"/>
                  </a:cubicBezTo>
                  <a:close/>
                  <a:moveTo>
                    <a:pt x="3291" y="1"/>
                  </a:moveTo>
                  <a:cubicBezTo>
                    <a:pt x="2963" y="1"/>
                    <a:pt x="2628" y="110"/>
                    <a:pt x="2335" y="357"/>
                  </a:cubicBezTo>
                  <a:cubicBezTo>
                    <a:pt x="1001" y="1224"/>
                    <a:pt x="167" y="2658"/>
                    <a:pt x="67" y="4260"/>
                  </a:cubicBezTo>
                  <a:cubicBezTo>
                    <a:pt x="0" y="4893"/>
                    <a:pt x="301" y="5494"/>
                    <a:pt x="801" y="5827"/>
                  </a:cubicBezTo>
                  <a:cubicBezTo>
                    <a:pt x="1001" y="5961"/>
                    <a:pt x="1235" y="5994"/>
                    <a:pt x="1468" y="5994"/>
                  </a:cubicBezTo>
                  <a:cubicBezTo>
                    <a:pt x="1835" y="5994"/>
                    <a:pt x="2202" y="5894"/>
                    <a:pt x="2536" y="5694"/>
                  </a:cubicBezTo>
                  <a:cubicBezTo>
                    <a:pt x="3870" y="4827"/>
                    <a:pt x="4704" y="3359"/>
                    <a:pt x="4804" y="1758"/>
                  </a:cubicBezTo>
                  <a:cubicBezTo>
                    <a:pt x="4973" y="765"/>
                    <a:pt x="4159" y="1"/>
                    <a:pt x="329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53"/>
            <p:cNvSpPr/>
            <p:nvPr/>
          </p:nvSpPr>
          <p:spPr>
            <a:xfrm>
              <a:off x="5122150" y="1301625"/>
              <a:ext cx="63425" cy="82400"/>
            </a:xfrm>
            <a:custGeom>
              <a:rect b="b" l="l" r="r" t="t"/>
              <a:pathLst>
                <a:path extrusionOk="0" h="3296" w="2537">
                  <a:moveTo>
                    <a:pt x="1848" y="0"/>
                  </a:moveTo>
                  <a:cubicBezTo>
                    <a:pt x="1674" y="0"/>
                    <a:pt x="1477" y="61"/>
                    <a:pt x="1269" y="191"/>
                  </a:cubicBezTo>
                  <a:cubicBezTo>
                    <a:pt x="501" y="658"/>
                    <a:pt x="34" y="1492"/>
                    <a:pt x="1" y="2392"/>
                  </a:cubicBezTo>
                  <a:cubicBezTo>
                    <a:pt x="1" y="2962"/>
                    <a:pt x="289" y="3296"/>
                    <a:pt x="707" y="3296"/>
                  </a:cubicBezTo>
                  <a:cubicBezTo>
                    <a:pt x="876" y="3296"/>
                    <a:pt x="1067" y="3241"/>
                    <a:pt x="1269" y="3126"/>
                  </a:cubicBezTo>
                  <a:cubicBezTo>
                    <a:pt x="2036" y="2626"/>
                    <a:pt x="2503" y="1825"/>
                    <a:pt x="2536" y="924"/>
                  </a:cubicBezTo>
                  <a:cubicBezTo>
                    <a:pt x="2536" y="339"/>
                    <a:pt x="2257" y="0"/>
                    <a:pt x="184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53"/>
            <p:cNvSpPr/>
            <p:nvPr/>
          </p:nvSpPr>
          <p:spPr>
            <a:xfrm>
              <a:off x="5272275" y="806675"/>
              <a:ext cx="122925" cy="150300"/>
            </a:xfrm>
            <a:custGeom>
              <a:rect b="b" l="l" r="r" t="t"/>
              <a:pathLst>
                <a:path extrusionOk="0" h="6012" w="4917">
                  <a:moveTo>
                    <a:pt x="3271" y="365"/>
                  </a:moveTo>
                  <a:cubicBezTo>
                    <a:pt x="3946" y="365"/>
                    <a:pt x="4571" y="984"/>
                    <a:pt x="4403" y="1776"/>
                  </a:cubicBezTo>
                  <a:cubicBezTo>
                    <a:pt x="4303" y="3210"/>
                    <a:pt x="3536" y="4544"/>
                    <a:pt x="2302" y="5345"/>
                  </a:cubicBezTo>
                  <a:cubicBezTo>
                    <a:pt x="2067" y="5561"/>
                    <a:pt x="1794" y="5655"/>
                    <a:pt x="1531" y="5655"/>
                  </a:cubicBezTo>
                  <a:cubicBezTo>
                    <a:pt x="859" y="5655"/>
                    <a:pt x="242" y="5044"/>
                    <a:pt x="434" y="4277"/>
                  </a:cubicBezTo>
                  <a:cubicBezTo>
                    <a:pt x="501" y="2810"/>
                    <a:pt x="1268" y="1475"/>
                    <a:pt x="2502" y="675"/>
                  </a:cubicBezTo>
                  <a:cubicBezTo>
                    <a:pt x="2736" y="459"/>
                    <a:pt x="3007" y="365"/>
                    <a:pt x="3271" y="365"/>
                  </a:cubicBezTo>
                  <a:close/>
                  <a:moveTo>
                    <a:pt x="3258" y="0"/>
                  </a:moveTo>
                  <a:cubicBezTo>
                    <a:pt x="2935" y="0"/>
                    <a:pt x="2601" y="105"/>
                    <a:pt x="2302" y="341"/>
                  </a:cubicBezTo>
                  <a:cubicBezTo>
                    <a:pt x="968" y="1208"/>
                    <a:pt x="134" y="2676"/>
                    <a:pt x="67" y="4277"/>
                  </a:cubicBezTo>
                  <a:cubicBezTo>
                    <a:pt x="0" y="4878"/>
                    <a:pt x="267" y="5478"/>
                    <a:pt x="801" y="5845"/>
                  </a:cubicBezTo>
                  <a:cubicBezTo>
                    <a:pt x="968" y="5945"/>
                    <a:pt x="1201" y="6012"/>
                    <a:pt x="1435" y="6012"/>
                  </a:cubicBezTo>
                  <a:cubicBezTo>
                    <a:pt x="1802" y="5979"/>
                    <a:pt x="2168" y="5878"/>
                    <a:pt x="2502" y="5678"/>
                  </a:cubicBezTo>
                  <a:cubicBezTo>
                    <a:pt x="3836" y="4811"/>
                    <a:pt x="4670" y="3343"/>
                    <a:pt x="4770" y="1776"/>
                  </a:cubicBezTo>
                  <a:cubicBezTo>
                    <a:pt x="4916" y="755"/>
                    <a:pt x="4124" y="0"/>
                    <a:pt x="325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53"/>
            <p:cNvSpPr/>
            <p:nvPr/>
          </p:nvSpPr>
          <p:spPr>
            <a:xfrm>
              <a:off x="5300625" y="840600"/>
              <a:ext cx="64225" cy="82775"/>
            </a:xfrm>
            <a:custGeom>
              <a:rect b="b" l="l" r="r" t="t"/>
              <a:pathLst>
                <a:path extrusionOk="0" h="3311" w="2569">
                  <a:moveTo>
                    <a:pt x="1840" y="1"/>
                  </a:moveTo>
                  <a:cubicBezTo>
                    <a:pt x="1666" y="1"/>
                    <a:pt x="1471" y="59"/>
                    <a:pt x="1268" y="185"/>
                  </a:cubicBezTo>
                  <a:cubicBezTo>
                    <a:pt x="534" y="685"/>
                    <a:pt x="34" y="1486"/>
                    <a:pt x="0" y="2387"/>
                  </a:cubicBezTo>
                  <a:cubicBezTo>
                    <a:pt x="0" y="2972"/>
                    <a:pt x="280" y="3311"/>
                    <a:pt x="689" y="3311"/>
                  </a:cubicBezTo>
                  <a:cubicBezTo>
                    <a:pt x="862" y="3311"/>
                    <a:pt x="1059" y="3250"/>
                    <a:pt x="1268" y="3120"/>
                  </a:cubicBezTo>
                  <a:cubicBezTo>
                    <a:pt x="2035" y="2653"/>
                    <a:pt x="2502" y="1820"/>
                    <a:pt x="2569" y="919"/>
                  </a:cubicBezTo>
                  <a:cubicBezTo>
                    <a:pt x="2569" y="351"/>
                    <a:pt x="2266" y="1"/>
                    <a:pt x="18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53"/>
            <p:cNvSpPr/>
            <p:nvPr/>
          </p:nvSpPr>
          <p:spPr>
            <a:xfrm>
              <a:off x="4440850" y="1249125"/>
              <a:ext cx="124350" cy="150675"/>
            </a:xfrm>
            <a:custGeom>
              <a:rect b="b" l="l" r="r" t="t"/>
              <a:pathLst>
                <a:path extrusionOk="0" h="6027" w="4974">
                  <a:moveTo>
                    <a:pt x="3289" y="380"/>
                  </a:moveTo>
                  <a:cubicBezTo>
                    <a:pt x="3959" y="380"/>
                    <a:pt x="4595" y="999"/>
                    <a:pt x="4403" y="1790"/>
                  </a:cubicBezTo>
                  <a:cubicBezTo>
                    <a:pt x="4337" y="3225"/>
                    <a:pt x="3536" y="4559"/>
                    <a:pt x="2335" y="5359"/>
                  </a:cubicBezTo>
                  <a:cubicBezTo>
                    <a:pt x="2100" y="5576"/>
                    <a:pt x="1828" y="5670"/>
                    <a:pt x="1563" y="5670"/>
                  </a:cubicBezTo>
                  <a:cubicBezTo>
                    <a:pt x="890" y="5670"/>
                    <a:pt x="266" y="5058"/>
                    <a:pt x="434" y="4292"/>
                  </a:cubicBezTo>
                  <a:cubicBezTo>
                    <a:pt x="534" y="2824"/>
                    <a:pt x="1301" y="1490"/>
                    <a:pt x="2535" y="689"/>
                  </a:cubicBezTo>
                  <a:cubicBezTo>
                    <a:pt x="2760" y="474"/>
                    <a:pt x="3027" y="380"/>
                    <a:pt x="3289" y="380"/>
                  </a:cubicBezTo>
                  <a:close/>
                  <a:moveTo>
                    <a:pt x="3288" y="1"/>
                  </a:moveTo>
                  <a:cubicBezTo>
                    <a:pt x="2961" y="1"/>
                    <a:pt x="2627" y="110"/>
                    <a:pt x="2335" y="356"/>
                  </a:cubicBezTo>
                  <a:cubicBezTo>
                    <a:pt x="1001" y="1223"/>
                    <a:pt x="167" y="2691"/>
                    <a:pt x="67" y="4292"/>
                  </a:cubicBezTo>
                  <a:cubicBezTo>
                    <a:pt x="0" y="4892"/>
                    <a:pt x="300" y="5493"/>
                    <a:pt x="801" y="5860"/>
                  </a:cubicBezTo>
                  <a:cubicBezTo>
                    <a:pt x="1001" y="5960"/>
                    <a:pt x="1234" y="6027"/>
                    <a:pt x="1468" y="6027"/>
                  </a:cubicBezTo>
                  <a:cubicBezTo>
                    <a:pt x="1835" y="5993"/>
                    <a:pt x="2202" y="5893"/>
                    <a:pt x="2535" y="5693"/>
                  </a:cubicBezTo>
                  <a:cubicBezTo>
                    <a:pt x="3870" y="4826"/>
                    <a:pt x="4704" y="3358"/>
                    <a:pt x="4804" y="1790"/>
                  </a:cubicBezTo>
                  <a:cubicBezTo>
                    <a:pt x="4973" y="772"/>
                    <a:pt x="4157" y="1"/>
                    <a:pt x="328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53"/>
            <p:cNvSpPr/>
            <p:nvPr/>
          </p:nvSpPr>
          <p:spPr>
            <a:xfrm>
              <a:off x="4470025" y="1283425"/>
              <a:ext cx="63400" cy="82775"/>
            </a:xfrm>
            <a:custGeom>
              <a:rect b="b" l="l" r="r" t="t"/>
              <a:pathLst>
                <a:path extrusionOk="0" h="3311" w="2536">
                  <a:moveTo>
                    <a:pt x="1834" y="0"/>
                  </a:moveTo>
                  <a:cubicBezTo>
                    <a:pt x="1663" y="0"/>
                    <a:pt x="1471" y="59"/>
                    <a:pt x="1268" y="185"/>
                  </a:cubicBezTo>
                  <a:cubicBezTo>
                    <a:pt x="501" y="685"/>
                    <a:pt x="34" y="1486"/>
                    <a:pt x="1" y="2386"/>
                  </a:cubicBezTo>
                  <a:cubicBezTo>
                    <a:pt x="1" y="2972"/>
                    <a:pt x="280" y="3311"/>
                    <a:pt x="689" y="3311"/>
                  </a:cubicBezTo>
                  <a:cubicBezTo>
                    <a:pt x="863" y="3311"/>
                    <a:pt x="1059" y="3249"/>
                    <a:pt x="1268" y="3120"/>
                  </a:cubicBezTo>
                  <a:cubicBezTo>
                    <a:pt x="2002" y="2653"/>
                    <a:pt x="2502" y="1819"/>
                    <a:pt x="2536" y="919"/>
                  </a:cubicBezTo>
                  <a:cubicBezTo>
                    <a:pt x="2536" y="350"/>
                    <a:pt x="2250" y="0"/>
                    <a:pt x="183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53"/>
            <p:cNvSpPr/>
            <p:nvPr/>
          </p:nvSpPr>
          <p:spPr>
            <a:xfrm>
              <a:off x="4211500" y="1353900"/>
              <a:ext cx="85650" cy="104275"/>
            </a:xfrm>
            <a:custGeom>
              <a:rect b="b" l="l" r="r" t="t"/>
              <a:pathLst>
                <a:path extrusionOk="0" h="4171" w="3426">
                  <a:moveTo>
                    <a:pt x="2336" y="268"/>
                  </a:moveTo>
                  <a:cubicBezTo>
                    <a:pt x="2436" y="268"/>
                    <a:pt x="2569" y="335"/>
                    <a:pt x="2670" y="401"/>
                  </a:cubicBezTo>
                  <a:cubicBezTo>
                    <a:pt x="2936" y="568"/>
                    <a:pt x="3070" y="902"/>
                    <a:pt x="3036" y="1235"/>
                  </a:cubicBezTo>
                  <a:cubicBezTo>
                    <a:pt x="2970" y="2236"/>
                    <a:pt x="2436" y="3170"/>
                    <a:pt x="1602" y="3737"/>
                  </a:cubicBezTo>
                  <a:cubicBezTo>
                    <a:pt x="1443" y="3887"/>
                    <a:pt x="1257" y="3953"/>
                    <a:pt x="1077" y="3953"/>
                  </a:cubicBezTo>
                  <a:cubicBezTo>
                    <a:pt x="613" y="3953"/>
                    <a:pt x="181" y="3522"/>
                    <a:pt x="301" y="2970"/>
                  </a:cubicBezTo>
                  <a:cubicBezTo>
                    <a:pt x="335" y="1969"/>
                    <a:pt x="868" y="1035"/>
                    <a:pt x="1736" y="468"/>
                  </a:cubicBezTo>
                  <a:cubicBezTo>
                    <a:pt x="1902" y="368"/>
                    <a:pt x="2136" y="301"/>
                    <a:pt x="2336" y="301"/>
                  </a:cubicBezTo>
                  <a:lnTo>
                    <a:pt x="2336" y="268"/>
                  </a:lnTo>
                  <a:close/>
                  <a:moveTo>
                    <a:pt x="2250" y="0"/>
                  </a:moveTo>
                  <a:cubicBezTo>
                    <a:pt x="2027" y="0"/>
                    <a:pt x="1800" y="72"/>
                    <a:pt x="1602" y="234"/>
                  </a:cubicBezTo>
                  <a:cubicBezTo>
                    <a:pt x="668" y="835"/>
                    <a:pt x="101" y="1869"/>
                    <a:pt x="34" y="2970"/>
                  </a:cubicBezTo>
                  <a:cubicBezTo>
                    <a:pt x="1" y="3370"/>
                    <a:pt x="201" y="3804"/>
                    <a:pt x="535" y="4037"/>
                  </a:cubicBezTo>
                  <a:cubicBezTo>
                    <a:pt x="668" y="4104"/>
                    <a:pt x="835" y="4171"/>
                    <a:pt x="1002" y="4171"/>
                  </a:cubicBezTo>
                  <a:cubicBezTo>
                    <a:pt x="1269" y="4137"/>
                    <a:pt x="1502" y="4071"/>
                    <a:pt x="1736" y="3937"/>
                  </a:cubicBezTo>
                  <a:cubicBezTo>
                    <a:pt x="2670" y="3337"/>
                    <a:pt x="3237" y="2336"/>
                    <a:pt x="3303" y="1235"/>
                  </a:cubicBezTo>
                  <a:cubicBezTo>
                    <a:pt x="3425" y="529"/>
                    <a:pt x="2853" y="0"/>
                    <a:pt x="225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53"/>
            <p:cNvSpPr/>
            <p:nvPr/>
          </p:nvSpPr>
          <p:spPr>
            <a:xfrm>
              <a:off x="4230700" y="1377300"/>
              <a:ext cx="44225" cy="56975"/>
            </a:xfrm>
            <a:custGeom>
              <a:rect b="b" l="l" r="r" t="t"/>
              <a:pathLst>
                <a:path extrusionOk="0" h="2279" w="1769">
                  <a:moveTo>
                    <a:pt x="1306" y="1"/>
                  </a:moveTo>
                  <a:cubicBezTo>
                    <a:pt x="1187" y="1"/>
                    <a:pt x="1050" y="43"/>
                    <a:pt x="901" y="132"/>
                  </a:cubicBezTo>
                  <a:cubicBezTo>
                    <a:pt x="367" y="466"/>
                    <a:pt x="34" y="1033"/>
                    <a:pt x="0" y="1667"/>
                  </a:cubicBezTo>
                  <a:cubicBezTo>
                    <a:pt x="0" y="2050"/>
                    <a:pt x="206" y="2278"/>
                    <a:pt x="507" y="2278"/>
                  </a:cubicBezTo>
                  <a:cubicBezTo>
                    <a:pt x="626" y="2278"/>
                    <a:pt x="759" y="2243"/>
                    <a:pt x="901" y="2167"/>
                  </a:cubicBezTo>
                  <a:cubicBezTo>
                    <a:pt x="1435" y="1834"/>
                    <a:pt x="1735" y="1267"/>
                    <a:pt x="1768" y="633"/>
                  </a:cubicBezTo>
                  <a:cubicBezTo>
                    <a:pt x="1768" y="235"/>
                    <a:pt x="1587" y="1"/>
                    <a:pt x="130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53"/>
            <p:cNvSpPr/>
            <p:nvPr/>
          </p:nvSpPr>
          <p:spPr>
            <a:xfrm>
              <a:off x="5566650" y="885225"/>
              <a:ext cx="85025" cy="104275"/>
            </a:xfrm>
            <a:custGeom>
              <a:rect b="b" l="l" r="r" t="t"/>
              <a:pathLst>
                <a:path extrusionOk="0" h="4171" w="3401">
                  <a:moveTo>
                    <a:pt x="2261" y="253"/>
                  </a:moveTo>
                  <a:cubicBezTo>
                    <a:pt x="2724" y="253"/>
                    <a:pt x="3156" y="684"/>
                    <a:pt x="3036" y="1235"/>
                  </a:cubicBezTo>
                  <a:cubicBezTo>
                    <a:pt x="2969" y="2203"/>
                    <a:pt x="2435" y="3137"/>
                    <a:pt x="1601" y="3670"/>
                  </a:cubicBezTo>
                  <a:cubicBezTo>
                    <a:pt x="1429" y="3800"/>
                    <a:pt x="1215" y="3873"/>
                    <a:pt x="1004" y="3873"/>
                  </a:cubicBezTo>
                  <a:cubicBezTo>
                    <a:pt x="889" y="3873"/>
                    <a:pt x="774" y="3851"/>
                    <a:pt x="667" y="3804"/>
                  </a:cubicBezTo>
                  <a:cubicBezTo>
                    <a:pt x="401" y="3604"/>
                    <a:pt x="267" y="3270"/>
                    <a:pt x="301" y="2970"/>
                  </a:cubicBezTo>
                  <a:cubicBezTo>
                    <a:pt x="367" y="1936"/>
                    <a:pt x="901" y="1035"/>
                    <a:pt x="1735" y="468"/>
                  </a:cubicBezTo>
                  <a:cubicBezTo>
                    <a:pt x="1894" y="318"/>
                    <a:pt x="2080" y="253"/>
                    <a:pt x="2261" y="253"/>
                  </a:cubicBezTo>
                  <a:close/>
                  <a:moveTo>
                    <a:pt x="2244" y="1"/>
                  </a:moveTo>
                  <a:cubicBezTo>
                    <a:pt x="2024" y="1"/>
                    <a:pt x="1799" y="73"/>
                    <a:pt x="1601" y="235"/>
                  </a:cubicBezTo>
                  <a:cubicBezTo>
                    <a:pt x="667" y="835"/>
                    <a:pt x="100" y="1869"/>
                    <a:pt x="34" y="2970"/>
                  </a:cubicBezTo>
                  <a:cubicBezTo>
                    <a:pt x="0" y="3370"/>
                    <a:pt x="167" y="3804"/>
                    <a:pt x="534" y="4037"/>
                  </a:cubicBezTo>
                  <a:cubicBezTo>
                    <a:pt x="667" y="4104"/>
                    <a:pt x="834" y="4171"/>
                    <a:pt x="1001" y="4171"/>
                  </a:cubicBezTo>
                  <a:cubicBezTo>
                    <a:pt x="1268" y="4137"/>
                    <a:pt x="1501" y="4071"/>
                    <a:pt x="1735" y="3937"/>
                  </a:cubicBezTo>
                  <a:cubicBezTo>
                    <a:pt x="2669" y="3337"/>
                    <a:pt x="3236" y="2303"/>
                    <a:pt x="3303" y="1235"/>
                  </a:cubicBezTo>
                  <a:cubicBezTo>
                    <a:pt x="3400" y="529"/>
                    <a:pt x="2840" y="1"/>
                    <a:pt x="224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53"/>
            <p:cNvSpPr/>
            <p:nvPr/>
          </p:nvSpPr>
          <p:spPr>
            <a:xfrm>
              <a:off x="5585825" y="909150"/>
              <a:ext cx="44225" cy="56950"/>
            </a:xfrm>
            <a:custGeom>
              <a:rect b="b" l="l" r="r" t="t"/>
              <a:pathLst>
                <a:path extrusionOk="0" h="2278" w="1769">
                  <a:moveTo>
                    <a:pt x="1274" y="1"/>
                  </a:moveTo>
                  <a:cubicBezTo>
                    <a:pt x="1160" y="1"/>
                    <a:pt x="1033" y="36"/>
                    <a:pt x="901" y="112"/>
                  </a:cubicBezTo>
                  <a:cubicBezTo>
                    <a:pt x="367" y="445"/>
                    <a:pt x="34" y="1012"/>
                    <a:pt x="1" y="1646"/>
                  </a:cubicBezTo>
                  <a:cubicBezTo>
                    <a:pt x="1" y="2044"/>
                    <a:pt x="198" y="2278"/>
                    <a:pt x="489" y="2278"/>
                  </a:cubicBezTo>
                  <a:cubicBezTo>
                    <a:pt x="612" y="2278"/>
                    <a:pt x="752" y="2236"/>
                    <a:pt x="901" y="2146"/>
                  </a:cubicBezTo>
                  <a:cubicBezTo>
                    <a:pt x="1402" y="1813"/>
                    <a:pt x="1735" y="1246"/>
                    <a:pt x="1768" y="612"/>
                  </a:cubicBezTo>
                  <a:cubicBezTo>
                    <a:pt x="1768" y="229"/>
                    <a:pt x="1563" y="1"/>
                    <a:pt x="127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53"/>
            <p:cNvSpPr/>
            <p:nvPr/>
          </p:nvSpPr>
          <p:spPr>
            <a:xfrm>
              <a:off x="5424875" y="1154925"/>
              <a:ext cx="271225" cy="339100"/>
            </a:xfrm>
            <a:custGeom>
              <a:rect b="b" l="l" r="r" t="t"/>
              <a:pathLst>
                <a:path extrusionOk="0" h="13564" w="10849">
                  <a:moveTo>
                    <a:pt x="10108" y="321"/>
                  </a:moveTo>
                  <a:cubicBezTo>
                    <a:pt x="10175" y="321"/>
                    <a:pt x="10208" y="355"/>
                    <a:pt x="10275" y="388"/>
                  </a:cubicBezTo>
                  <a:cubicBezTo>
                    <a:pt x="10408" y="488"/>
                    <a:pt x="10475" y="655"/>
                    <a:pt x="10475" y="822"/>
                  </a:cubicBezTo>
                  <a:lnTo>
                    <a:pt x="10475" y="6726"/>
                  </a:lnTo>
                  <a:cubicBezTo>
                    <a:pt x="10441" y="7326"/>
                    <a:pt x="10108" y="7860"/>
                    <a:pt x="9641" y="8193"/>
                  </a:cubicBezTo>
                  <a:lnTo>
                    <a:pt x="1068" y="13164"/>
                  </a:lnTo>
                  <a:cubicBezTo>
                    <a:pt x="980" y="13234"/>
                    <a:pt x="883" y="13265"/>
                    <a:pt x="789" y="13265"/>
                  </a:cubicBezTo>
                  <a:cubicBezTo>
                    <a:pt x="527" y="13265"/>
                    <a:pt x="294" y="13025"/>
                    <a:pt x="368" y="12730"/>
                  </a:cubicBezTo>
                  <a:lnTo>
                    <a:pt x="368" y="6859"/>
                  </a:lnTo>
                  <a:cubicBezTo>
                    <a:pt x="401" y="6259"/>
                    <a:pt x="701" y="5725"/>
                    <a:pt x="1201" y="5391"/>
                  </a:cubicBezTo>
                  <a:lnTo>
                    <a:pt x="9774" y="421"/>
                  </a:lnTo>
                  <a:cubicBezTo>
                    <a:pt x="9874" y="388"/>
                    <a:pt x="10008" y="321"/>
                    <a:pt x="10108" y="321"/>
                  </a:cubicBezTo>
                  <a:close/>
                  <a:moveTo>
                    <a:pt x="10058" y="0"/>
                  </a:moveTo>
                  <a:cubicBezTo>
                    <a:pt x="9907" y="0"/>
                    <a:pt x="9750" y="47"/>
                    <a:pt x="9607" y="154"/>
                  </a:cubicBezTo>
                  <a:lnTo>
                    <a:pt x="1035" y="5091"/>
                  </a:lnTo>
                  <a:cubicBezTo>
                    <a:pt x="434" y="5492"/>
                    <a:pt x="67" y="6125"/>
                    <a:pt x="34" y="6859"/>
                  </a:cubicBezTo>
                  <a:lnTo>
                    <a:pt x="34" y="12730"/>
                  </a:lnTo>
                  <a:cubicBezTo>
                    <a:pt x="1" y="13030"/>
                    <a:pt x="134" y="13297"/>
                    <a:pt x="401" y="13464"/>
                  </a:cubicBezTo>
                  <a:cubicBezTo>
                    <a:pt x="501" y="13531"/>
                    <a:pt x="601" y="13564"/>
                    <a:pt x="701" y="13564"/>
                  </a:cubicBezTo>
                  <a:cubicBezTo>
                    <a:pt x="901" y="13564"/>
                    <a:pt x="1068" y="13497"/>
                    <a:pt x="1201" y="13397"/>
                  </a:cubicBezTo>
                  <a:lnTo>
                    <a:pt x="9774" y="8460"/>
                  </a:lnTo>
                  <a:cubicBezTo>
                    <a:pt x="10375" y="8060"/>
                    <a:pt x="10742" y="7426"/>
                    <a:pt x="10775" y="6726"/>
                  </a:cubicBezTo>
                  <a:lnTo>
                    <a:pt x="10775" y="822"/>
                  </a:lnTo>
                  <a:cubicBezTo>
                    <a:pt x="10848" y="357"/>
                    <a:pt x="10474" y="0"/>
                    <a:pt x="1005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53"/>
            <p:cNvSpPr/>
            <p:nvPr/>
          </p:nvSpPr>
          <p:spPr>
            <a:xfrm>
              <a:off x="5468250" y="1230775"/>
              <a:ext cx="184500" cy="108150"/>
            </a:xfrm>
            <a:custGeom>
              <a:rect b="b" l="l" r="r" t="t"/>
              <a:pathLst>
                <a:path extrusionOk="0" h="4326" w="7380">
                  <a:moveTo>
                    <a:pt x="7148" y="0"/>
                  </a:moveTo>
                  <a:cubicBezTo>
                    <a:pt x="7123" y="0"/>
                    <a:pt x="7098" y="7"/>
                    <a:pt x="7072" y="22"/>
                  </a:cubicBezTo>
                  <a:lnTo>
                    <a:pt x="134" y="4025"/>
                  </a:lnTo>
                  <a:cubicBezTo>
                    <a:pt x="0" y="4125"/>
                    <a:pt x="34" y="4326"/>
                    <a:pt x="200" y="4326"/>
                  </a:cubicBezTo>
                  <a:lnTo>
                    <a:pt x="267" y="4326"/>
                  </a:lnTo>
                  <a:lnTo>
                    <a:pt x="7239" y="289"/>
                  </a:lnTo>
                  <a:cubicBezTo>
                    <a:pt x="7380" y="205"/>
                    <a:pt x="7282" y="0"/>
                    <a:pt x="714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53"/>
            <p:cNvSpPr/>
            <p:nvPr/>
          </p:nvSpPr>
          <p:spPr>
            <a:xfrm>
              <a:off x="5468250" y="1271625"/>
              <a:ext cx="184500" cy="108175"/>
            </a:xfrm>
            <a:custGeom>
              <a:rect b="b" l="l" r="r" t="t"/>
              <a:pathLst>
                <a:path extrusionOk="0" h="4327" w="7380">
                  <a:moveTo>
                    <a:pt x="7148" y="1"/>
                  </a:moveTo>
                  <a:cubicBezTo>
                    <a:pt x="7123" y="1"/>
                    <a:pt x="7098" y="8"/>
                    <a:pt x="7072" y="23"/>
                  </a:cubicBezTo>
                  <a:lnTo>
                    <a:pt x="134" y="4026"/>
                  </a:lnTo>
                  <a:cubicBezTo>
                    <a:pt x="0" y="4126"/>
                    <a:pt x="34" y="4326"/>
                    <a:pt x="200" y="4326"/>
                  </a:cubicBezTo>
                  <a:lnTo>
                    <a:pt x="267" y="4326"/>
                  </a:lnTo>
                  <a:lnTo>
                    <a:pt x="7239" y="290"/>
                  </a:lnTo>
                  <a:cubicBezTo>
                    <a:pt x="7380" y="205"/>
                    <a:pt x="7282" y="1"/>
                    <a:pt x="714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53"/>
            <p:cNvSpPr/>
            <p:nvPr/>
          </p:nvSpPr>
          <p:spPr>
            <a:xfrm>
              <a:off x="5469075" y="1312725"/>
              <a:ext cx="182650" cy="107925"/>
            </a:xfrm>
            <a:custGeom>
              <a:rect b="b" l="l" r="r" t="t"/>
              <a:pathLst>
                <a:path extrusionOk="0" h="4317" w="7306">
                  <a:moveTo>
                    <a:pt x="7098" y="0"/>
                  </a:moveTo>
                  <a:cubicBezTo>
                    <a:pt x="7077" y="0"/>
                    <a:pt x="7057" y="5"/>
                    <a:pt x="7039" y="13"/>
                  </a:cubicBezTo>
                  <a:lnTo>
                    <a:pt x="101" y="4016"/>
                  </a:lnTo>
                  <a:cubicBezTo>
                    <a:pt x="1" y="4083"/>
                    <a:pt x="1" y="4183"/>
                    <a:pt x="34" y="4250"/>
                  </a:cubicBezTo>
                  <a:cubicBezTo>
                    <a:pt x="67" y="4283"/>
                    <a:pt x="101" y="4317"/>
                    <a:pt x="167" y="4317"/>
                  </a:cubicBezTo>
                  <a:lnTo>
                    <a:pt x="234" y="4317"/>
                  </a:lnTo>
                  <a:lnTo>
                    <a:pt x="7206" y="280"/>
                  </a:lnTo>
                  <a:cubicBezTo>
                    <a:pt x="7272" y="247"/>
                    <a:pt x="7306" y="147"/>
                    <a:pt x="7272" y="80"/>
                  </a:cubicBezTo>
                  <a:cubicBezTo>
                    <a:pt x="7224" y="31"/>
                    <a:pt x="7157" y="0"/>
                    <a:pt x="709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53"/>
            <p:cNvSpPr/>
            <p:nvPr/>
          </p:nvSpPr>
          <p:spPr>
            <a:xfrm>
              <a:off x="5741775" y="2234875"/>
              <a:ext cx="271225" cy="338275"/>
            </a:xfrm>
            <a:custGeom>
              <a:rect b="b" l="l" r="r" t="t"/>
              <a:pathLst>
                <a:path extrusionOk="0" h="13531" w="10849">
                  <a:moveTo>
                    <a:pt x="10053" y="299"/>
                  </a:moveTo>
                  <a:cubicBezTo>
                    <a:pt x="10293" y="299"/>
                    <a:pt x="10513" y="534"/>
                    <a:pt x="10441" y="821"/>
                  </a:cubicBezTo>
                  <a:lnTo>
                    <a:pt x="10441" y="6725"/>
                  </a:lnTo>
                  <a:cubicBezTo>
                    <a:pt x="10408" y="7292"/>
                    <a:pt x="10108" y="7859"/>
                    <a:pt x="9607" y="8193"/>
                  </a:cubicBezTo>
                  <a:lnTo>
                    <a:pt x="1034" y="13130"/>
                  </a:lnTo>
                  <a:cubicBezTo>
                    <a:pt x="955" y="13200"/>
                    <a:pt x="862" y="13231"/>
                    <a:pt x="770" y="13231"/>
                  </a:cubicBezTo>
                  <a:cubicBezTo>
                    <a:pt x="514" y="13231"/>
                    <a:pt x="269" y="12991"/>
                    <a:pt x="367" y="12696"/>
                  </a:cubicBezTo>
                  <a:lnTo>
                    <a:pt x="367" y="6825"/>
                  </a:lnTo>
                  <a:cubicBezTo>
                    <a:pt x="401" y="6225"/>
                    <a:pt x="701" y="5691"/>
                    <a:pt x="1201" y="5358"/>
                  </a:cubicBezTo>
                  <a:lnTo>
                    <a:pt x="9774" y="421"/>
                  </a:lnTo>
                  <a:cubicBezTo>
                    <a:pt x="9859" y="336"/>
                    <a:pt x="9958" y="299"/>
                    <a:pt x="10053" y="299"/>
                  </a:cubicBezTo>
                  <a:close/>
                  <a:moveTo>
                    <a:pt x="10041" y="0"/>
                  </a:moveTo>
                  <a:cubicBezTo>
                    <a:pt x="9892" y="0"/>
                    <a:pt x="9740" y="48"/>
                    <a:pt x="9607" y="154"/>
                  </a:cubicBezTo>
                  <a:lnTo>
                    <a:pt x="1034" y="5124"/>
                  </a:lnTo>
                  <a:cubicBezTo>
                    <a:pt x="434" y="5491"/>
                    <a:pt x="67" y="6158"/>
                    <a:pt x="34" y="6859"/>
                  </a:cubicBezTo>
                  <a:lnTo>
                    <a:pt x="34" y="12696"/>
                  </a:lnTo>
                  <a:cubicBezTo>
                    <a:pt x="0" y="12996"/>
                    <a:pt x="134" y="13297"/>
                    <a:pt x="367" y="13463"/>
                  </a:cubicBezTo>
                  <a:cubicBezTo>
                    <a:pt x="467" y="13497"/>
                    <a:pt x="567" y="13530"/>
                    <a:pt x="701" y="13530"/>
                  </a:cubicBezTo>
                  <a:cubicBezTo>
                    <a:pt x="868" y="13530"/>
                    <a:pt x="1034" y="13497"/>
                    <a:pt x="1201" y="13430"/>
                  </a:cubicBezTo>
                  <a:lnTo>
                    <a:pt x="9774" y="8460"/>
                  </a:lnTo>
                  <a:cubicBezTo>
                    <a:pt x="10374" y="8093"/>
                    <a:pt x="10741" y="7426"/>
                    <a:pt x="10775" y="6725"/>
                  </a:cubicBezTo>
                  <a:lnTo>
                    <a:pt x="10775" y="854"/>
                  </a:lnTo>
                  <a:cubicBezTo>
                    <a:pt x="10848" y="364"/>
                    <a:pt x="10454" y="0"/>
                    <a:pt x="1004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53"/>
            <p:cNvSpPr/>
            <p:nvPr/>
          </p:nvSpPr>
          <p:spPr>
            <a:xfrm>
              <a:off x="5785125" y="2310400"/>
              <a:ext cx="182675" cy="108475"/>
            </a:xfrm>
            <a:custGeom>
              <a:rect b="b" l="l" r="r" t="t"/>
              <a:pathLst>
                <a:path extrusionOk="0" h="4339" w="7307">
                  <a:moveTo>
                    <a:pt x="7152" y="0"/>
                  </a:moveTo>
                  <a:cubicBezTo>
                    <a:pt x="7124" y="0"/>
                    <a:pt x="7096" y="11"/>
                    <a:pt x="7073" y="35"/>
                  </a:cubicBezTo>
                  <a:lnTo>
                    <a:pt x="101" y="4038"/>
                  </a:lnTo>
                  <a:cubicBezTo>
                    <a:pt x="34" y="4071"/>
                    <a:pt x="1" y="4171"/>
                    <a:pt x="34" y="4271"/>
                  </a:cubicBezTo>
                  <a:cubicBezTo>
                    <a:pt x="68" y="4305"/>
                    <a:pt x="134" y="4338"/>
                    <a:pt x="201" y="4338"/>
                  </a:cubicBezTo>
                  <a:cubicBezTo>
                    <a:pt x="201" y="4338"/>
                    <a:pt x="234" y="4338"/>
                    <a:pt x="268" y="4305"/>
                  </a:cubicBezTo>
                  <a:lnTo>
                    <a:pt x="7206" y="302"/>
                  </a:lnTo>
                  <a:cubicBezTo>
                    <a:pt x="7306" y="269"/>
                    <a:pt x="7306" y="168"/>
                    <a:pt x="7273" y="102"/>
                  </a:cubicBezTo>
                  <a:cubicBezTo>
                    <a:pt x="7251" y="37"/>
                    <a:pt x="7202" y="0"/>
                    <a:pt x="715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53"/>
            <p:cNvSpPr/>
            <p:nvPr/>
          </p:nvSpPr>
          <p:spPr>
            <a:xfrm>
              <a:off x="5784300" y="2351625"/>
              <a:ext cx="183500" cy="108100"/>
            </a:xfrm>
            <a:custGeom>
              <a:rect b="b" l="l" r="r" t="t"/>
              <a:pathLst>
                <a:path extrusionOk="0" h="4324" w="7340">
                  <a:moveTo>
                    <a:pt x="7187" y="1"/>
                  </a:moveTo>
                  <a:cubicBezTo>
                    <a:pt x="7159" y="1"/>
                    <a:pt x="7130" y="8"/>
                    <a:pt x="7106" y="21"/>
                  </a:cubicBezTo>
                  <a:lnTo>
                    <a:pt x="134" y="4023"/>
                  </a:lnTo>
                  <a:cubicBezTo>
                    <a:pt x="1" y="4123"/>
                    <a:pt x="67" y="4324"/>
                    <a:pt x="234" y="4324"/>
                  </a:cubicBezTo>
                  <a:cubicBezTo>
                    <a:pt x="234" y="4324"/>
                    <a:pt x="267" y="4324"/>
                    <a:pt x="301" y="4290"/>
                  </a:cubicBezTo>
                  <a:lnTo>
                    <a:pt x="7239" y="287"/>
                  </a:lnTo>
                  <a:cubicBezTo>
                    <a:pt x="7339" y="254"/>
                    <a:pt x="7339" y="154"/>
                    <a:pt x="7306" y="87"/>
                  </a:cubicBezTo>
                  <a:cubicBezTo>
                    <a:pt x="7285" y="24"/>
                    <a:pt x="7237" y="1"/>
                    <a:pt x="718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53"/>
            <p:cNvSpPr/>
            <p:nvPr/>
          </p:nvSpPr>
          <p:spPr>
            <a:xfrm>
              <a:off x="5785125" y="2391825"/>
              <a:ext cx="182675" cy="108775"/>
            </a:xfrm>
            <a:custGeom>
              <a:rect b="b" l="l" r="r" t="t"/>
              <a:pathLst>
                <a:path extrusionOk="0" h="4351" w="7307">
                  <a:moveTo>
                    <a:pt x="7132" y="1"/>
                  </a:moveTo>
                  <a:cubicBezTo>
                    <a:pt x="7111" y="1"/>
                    <a:pt x="7091" y="5"/>
                    <a:pt x="7073" y="14"/>
                  </a:cubicBezTo>
                  <a:lnTo>
                    <a:pt x="101" y="4050"/>
                  </a:lnTo>
                  <a:cubicBezTo>
                    <a:pt x="34" y="4083"/>
                    <a:pt x="1" y="4183"/>
                    <a:pt x="34" y="4250"/>
                  </a:cubicBezTo>
                  <a:cubicBezTo>
                    <a:pt x="68" y="4317"/>
                    <a:pt x="134" y="4317"/>
                    <a:pt x="201" y="4350"/>
                  </a:cubicBezTo>
                  <a:lnTo>
                    <a:pt x="268" y="4350"/>
                  </a:lnTo>
                  <a:lnTo>
                    <a:pt x="7206" y="314"/>
                  </a:lnTo>
                  <a:cubicBezTo>
                    <a:pt x="7306" y="247"/>
                    <a:pt x="7306" y="147"/>
                    <a:pt x="7273" y="80"/>
                  </a:cubicBezTo>
                  <a:cubicBezTo>
                    <a:pt x="7248" y="32"/>
                    <a:pt x="7188" y="1"/>
                    <a:pt x="713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53"/>
            <p:cNvSpPr/>
            <p:nvPr/>
          </p:nvSpPr>
          <p:spPr>
            <a:xfrm>
              <a:off x="5294775" y="3726250"/>
              <a:ext cx="271200" cy="338800"/>
            </a:xfrm>
            <a:custGeom>
              <a:rect b="b" l="l" r="r" t="t"/>
              <a:pathLst>
                <a:path extrusionOk="0" h="13552" w="10848">
                  <a:moveTo>
                    <a:pt x="10090" y="307"/>
                  </a:moveTo>
                  <a:cubicBezTo>
                    <a:pt x="10153" y="307"/>
                    <a:pt x="10216" y="318"/>
                    <a:pt x="10275" y="342"/>
                  </a:cubicBezTo>
                  <a:cubicBezTo>
                    <a:pt x="10408" y="475"/>
                    <a:pt x="10475" y="642"/>
                    <a:pt x="10475" y="809"/>
                  </a:cubicBezTo>
                  <a:lnTo>
                    <a:pt x="10475" y="6713"/>
                  </a:lnTo>
                  <a:cubicBezTo>
                    <a:pt x="10442" y="7280"/>
                    <a:pt x="10108" y="7847"/>
                    <a:pt x="9641" y="8181"/>
                  </a:cubicBezTo>
                  <a:lnTo>
                    <a:pt x="1068" y="13118"/>
                  </a:lnTo>
                  <a:cubicBezTo>
                    <a:pt x="985" y="13192"/>
                    <a:pt x="888" y="13225"/>
                    <a:pt x="793" y="13225"/>
                  </a:cubicBezTo>
                  <a:cubicBezTo>
                    <a:pt x="549" y="13225"/>
                    <a:pt x="320" y="13006"/>
                    <a:pt x="368" y="12717"/>
                  </a:cubicBezTo>
                  <a:lnTo>
                    <a:pt x="368" y="6846"/>
                  </a:lnTo>
                  <a:cubicBezTo>
                    <a:pt x="401" y="6246"/>
                    <a:pt x="735" y="5712"/>
                    <a:pt x="1202" y="5379"/>
                  </a:cubicBezTo>
                  <a:lnTo>
                    <a:pt x="9775" y="409"/>
                  </a:lnTo>
                  <a:cubicBezTo>
                    <a:pt x="9861" y="344"/>
                    <a:pt x="9975" y="307"/>
                    <a:pt x="10090" y="307"/>
                  </a:cubicBezTo>
                  <a:close/>
                  <a:moveTo>
                    <a:pt x="10078" y="1"/>
                  </a:moveTo>
                  <a:cubicBezTo>
                    <a:pt x="9920" y="1"/>
                    <a:pt x="9756" y="54"/>
                    <a:pt x="9608" y="175"/>
                  </a:cubicBezTo>
                  <a:lnTo>
                    <a:pt x="1035" y="5079"/>
                  </a:lnTo>
                  <a:cubicBezTo>
                    <a:pt x="435" y="5479"/>
                    <a:pt x="68" y="6113"/>
                    <a:pt x="34" y="6846"/>
                  </a:cubicBezTo>
                  <a:lnTo>
                    <a:pt x="34" y="12717"/>
                  </a:lnTo>
                  <a:cubicBezTo>
                    <a:pt x="1" y="13018"/>
                    <a:pt x="134" y="13284"/>
                    <a:pt x="401" y="13451"/>
                  </a:cubicBezTo>
                  <a:cubicBezTo>
                    <a:pt x="501" y="13518"/>
                    <a:pt x="601" y="13551"/>
                    <a:pt x="701" y="13551"/>
                  </a:cubicBezTo>
                  <a:cubicBezTo>
                    <a:pt x="902" y="13551"/>
                    <a:pt x="1068" y="13485"/>
                    <a:pt x="1202" y="13418"/>
                  </a:cubicBezTo>
                  <a:lnTo>
                    <a:pt x="9775" y="8448"/>
                  </a:lnTo>
                  <a:cubicBezTo>
                    <a:pt x="10375" y="8081"/>
                    <a:pt x="10742" y="7414"/>
                    <a:pt x="10775" y="6713"/>
                  </a:cubicBezTo>
                  <a:lnTo>
                    <a:pt x="10775" y="842"/>
                  </a:lnTo>
                  <a:cubicBezTo>
                    <a:pt x="10848" y="361"/>
                    <a:pt x="10485" y="1"/>
                    <a:pt x="1007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53"/>
            <p:cNvSpPr/>
            <p:nvPr/>
          </p:nvSpPr>
          <p:spPr>
            <a:xfrm>
              <a:off x="5338975" y="3802025"/>
              <a:ext cx="183825" cy="107900"/>
            </a:xfrm>
            <a:custGeom>
              <a:rect b="b" l="l" r="r" t="t"/>
              <a:pathLst>
                <a:path extrusionOk="0" h="4316" w="7353">
                  <a:moveTo>
                    <a:pt x="7100" y="1"/>
                  </a:moveTo>
                  <a:cubicBezTo>
                    <a:pt x="7080" y="1"/>
                    <a:pt x="7060" y="5"/>
                    <a:pt x="7039" y="13"/>
                  </a:cubicBezTo>
                  <a:lnTo>
                    <a:pt x="101" y="4016"/>
                  </a:lnTo>
                  <a:cubicBezTo>
                    <a:pt x="1" y="4082"/>
                    <a:pt x="1" y="4182"/>
                    <a:pt x="34" y="4249"/>
                  </a:cubicBezTo>
                  <a:cubicBezTo>
                    <a:pt x="68" y="4282"/>
                    <a:pt x="101" y="4316"/>
                    <a:pt x="168" y="4316"/>
                  </a:cubicBezTo>
                  <a:lnTo>
                    <a:pt x="268" y="4316"/>
                  </a:lnTo>
                  <a:lnTo>
                    <a:pt x="7206" y="280"/>
                  </a:lnTo>
                  <a:cubicBezTo>
                    <a:pt x="7352" y="192"/>
                    <a:pt x="7242" y="1"/>
                    <a:pt x="710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53"/>
            <p:cNvSpPr/>
            <p:nvPr/>
          </p:nvSpPr>
          <p:spPr>
            <a:xfrm>
              <a:off x="5338975" y="3842700"/>
              <a:ext cx="182675" cy="108100"/>
            </a:xfrm>
            <a:custGeom>
              <a:rect b="b" l="l" r="r" t="t"/>
              <a:pathLst>
                <a:path extrusionOk="0" h="4324" w="7307">
                  <a:moveTo>
                    <a:pt x="7123" y="0"/>
                  </a:moveTo>
                  <a:cubicBezTo>
                    <a:pt x="7093" y="0"/>
                    <a:pt x="7064" y="8"/>
                    <a:pt x="7039" y="20"/>
                  </a:cubicBezTo>
                  <a:lnTo>
                    <a:pt x="101" y="4023"/>
                  </a:lnTo>
                  <a:cubicBezTo>
                    <a:pt x="1" y="4090"/>
                    <a:pt x="1" y="4157"/>
                    <a:pt x="34" y="4257"/>
                  </a:cubicBezTo>
                  <a:cubicBezTo>
                    <a:pt x="68" y="4290"/>
                    <a:pt x="101" y="4323"/>
                    <a:pt x="168" y="4323"/>
                  </a:cubicBezTo>
                  <a:lnTo>
                    <a:pt x="268" y="4323"/>
                  </a:lnTo>
                  <a:lnTo>
                    <a:pt x="7206" y="287"/>
                  </a:lnTo>
                  <a:cubicBezTo>
                    <a:pt x="7273" y="254"/>
                    <a:pt x="7306" y="154"/>
                    <a:pt x="7273" y="87"/>
                  </a:cubicBezTo>
                  <a:cubicBezTo>
                    <a:pt x="7230" y="24"/>
                    <a:pt x="7175" y="0"/>
                    <a:pt x="712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53"/>
            <p:cNvSpPr/>
            <p:nvPr/>
          </p:nvSpPr>
          <p:spPr>
            <a:xfrm>
              <a:off x="5338975" y="3883550"/>
              <a:ext cx="182675" cy="108100"/>
            </a:xfrm>
            <a:custGeom>
              <a:rect b="b" l="l" r="r" t="t"/>
              <a:pathLst>
                <a:path extrusionOk="0" h="4324" w="7307">
                  <a:moveTo>
                    <a:pt x="7123" y="1"/>
                  </a:moveTo>
                  <a:cubicBezTo>
                    <a:pt x="7093" y="1"/>
                    <a:pt x="7064" y="9"/>
                    <a:pt x="7039" y="21"/>
                  </a:cubicBezTo>
                  <a:lnTo>
                    <a:pt x="101" y="4024"/>
                  </a:lnTo>
                  <a:cubicBezTo>
                    <a:pt x="1" y="4090"/>
                    <a:pt x="1" y="4157"/>
                    <a:pt x="34" y="4257"/>
                  </a:cubicBezTo>
                  <a:cubicBezTo>
                    <a:pt x="68" y="4290"/>
                    <a:pt x="101" y="4324"/>
                    <a:pt x="168" y="4324"/>
                  </a:cubicBezTo>
                  <a:cubicBezTo>
                    <a:pt x="201" y="4324"/>
                    <a:pt x="234" y="4324"/>
                    <a:pt x="268" y="4290"/>
                  </a:cubicBezTo>
                  <a:lnTo>
                    <a:pt x="7206" y="288"/>
                  </a:lnTo>
                  <a:cubicBezTo>
                    <a:pt x="7273" y="254"/>
                    <a:pt x="7306" y="154"/>
                    <a:pt x="7273" y="87"/>
                  </a:cubicBezTo>
                  <a:cubicBezTo>
                    <a:pt x="7230" y="24"/>
                    <a:pt x="7175" y="1"/>
                    <a:pt x="712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53"/>
            <p:cNvSpPr/>
            <p:nvPr/>
          </p:nvSpPr>
          <p:spPr>
            <a:xfrm>
              <a:off x="3495175" y="4514325"/>
              <a:ext cx="271175" cy="338775"/>
            </a:xfrm>
            <a:custGeom>
              <a:rect b="b" l="l" r="r" t="t"/>
              <a:pathLst>
                <a:path extrusionOk="0" h="13551" w="10847">
                  <a:moveTo>
                    <a:pt x="10144" y="328"/>
                  </a:moveTo>
                  <a:cubicBezTo>
                    <a:pt x="10180" y="328"/>
                    <a:pt x="10227" y="351"/>
                    <a:pt x="10274" y="375"/>
                  </a:cubicBezTo>
                  <a:cubicBezTo>
                    <a:pt x="10408" y="475"/>
                    <a:pt x="10474" y="642"/>
                    <a:pt x="10474" y="842"/>
                  </a:cubicBezTo>
                  <a:lnTo>
                    <a:pt x="10474" y="6713"/>
                  </a:lnTo>
                  <a:cubicBezTo>
                    <a:pt x="10408" y="7313"/>
                    <a:pt x="10107" y="7847"/>
                    <a:pt x="9640" y="8180"/>
                  </a:cubicBezTo>
                  <a:lnTo>
                    <a:pt x="1068" y="13151"/>
                  </a:lnTo>
                  <a:cubicBezTo>
                    <a:pt x="976" y="13206"/>
                    <a:pt x="884" y="13230"/>
                    <a:pt x="792" y="13230"/>
                  </a:cubicBezTo>
                  <a:cubicBezTo>
                    <a:pt x="717" y="13230"/>
                    <a:pt x="642" y="13214"/>
                    <a:pt x="567" y="13184"/>
                  </a:cubicBezTo>
                  <a:cubicBezTo>
                    <a:pt x="434" y="13084"/>
                    <a:pt x="334" y="12917"/>
                    <a:pt x="367" y="12750"/>
                  </a:cubicBezTo>
                  <a:lnTo>
                    <a:pt x="367" y="6846"/>
                  </a:lnTo>
                  <a:cubicBezTo>
                    <a:pt x="400" y="6246"/>
                    <a:pt x="701" y="5712"/>
                    <a:pt x="1201" y="5378"/>
                  </a:cubicBezTo>
                  <a:lnTo>
                    <a:pt x="9774" y="441"/>
                  </a:lnTo>
                  <a:cubicBezTo>
                    <a:pt x="9874" y="375"/>
                    <a:pt x="9974" y="341"/>
                    <a:pt x="10107" y="341"/>
                  </a:cubicBezTo>
                  <a:cubicBezTo>
                    <a:pt x="10117" y="332"/>
                    <a:pt x="10130" y="328"/>
                    <a:pt x="10144" y="328"/>
                  </a:cubicBezTo>
                  <a:close/>
                  <a:moveTo>
                    <a:pt x="10062" y="0"/>
                  </a:moveTo>
                  <a:cubicBezTo>
                    <a:pt x="9906" y="0"/>
                    <a:pt x="9746" y="54"/>
                    <a:pt x="9607" y="175"/>
                  </a:cubicBezTo>
                  <a:lnTo>
                    <a:pt x="1034" y="5111"/>
                  </a:lnTo>
                  <a:cubicBezTo>
                    <a:pt x="434" y="5478"/>
                    <a:pt x="67" y="6146"/>
                    <a:pt x="34" y="6846"/>
                  </a:cubicBezTo>
                  <a:lnTo>
                    <a:pt x="34" y="12750"/>
                  </a:lnTo>
                  <a:cubicBezTo>
                    <a:pt x="0" y="13017"/>
                    <a:pt x="134" y="13317"/>
                    <a:pt x="367" y="13484"/>
                  </a:cubicBezTo>
                  <a:cubicBezTo>
                    <a:pt x="467" y="13517"/>
                    <a:pt x="567" y="13551"/>
                    <a:pt x="701" y="13551"/>
                  </a:cubicBezTo>
                  <a:cubicBezTo>
                    <a:pt x="867" y="13551"/>
                    <a:pt x="1034" y="13517"/>
                    <a:pt x="1201" y="13417"/>
                  </a:cubicBezTo>
                  <a:lnTo>
                    <a:pt x="9774" y="8447"/>
                  </a:lnTo>
                  <a:cubicBezTo>
                    <a:pt x="10374" y="8080"/>
                    <a:pt x="10741" y="7413"/>
                    <a:pt x="10775" y="6713"/>
                  </a:cubicBezTo>
                  <a:lnTo>
                    <a:pt x="10775" y="842"/>
                  </a:lnTo>
                  <a:cubicBezTo>
                    <a:pt x="10847" y="360"/>
                    <a:pt x="10467" y="0"/>
                    <a:pt x="1006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53"/>
            <p:cNvSpPr/>
            <p:nvPr/>
          </p:nvSpPr>
          <p:spPr>
            <a:xfrm>
              <a:off x="3538525" y="4590900"/>
              <a:ext cx="183750" cy="107925"/>
            </a:xfrm>
            <a:custGeom>
              <a:rect b="b" l="l" r="r" t="t"/>
              <a:pathLst>
                <a:path extrusionOk="0" h="4317" w="7350">
                  <a:moveTo>
                    <a:pt x="7138" y="0"/>
                  </a:moveTo>
                  <a:cubicBezTo>
                    <a:pt x="7117" y="0"/>
                    <a:pt x="7095" y="5"/>
                    <a:pt x="7072" y="14"/>
                  </a:cubicBezTo>
                  <a:lnTo>
                    <a:pt x="101" y="4017"/>
                  </a:lnTo>
                  <a:cubicBezTo>
                    <a:pt x="34" y="4050"/>
                    <a:pt x="1" y="4150"/>
                    <a:pt x="34" y="4217"/>
                  </a:cubicBezTo>
                  <a:cubicBezTo>
                    <a:pt x="67" y="4283"/>
                    <a:pt x="134" y="4317"/>
                    <a:pt x="201" y="4317"/>
                  </a:cubicBezTo>
                  <a:cubicBezTo>
                    <a:pt x="201" y="4317"/>
                    <a:pt x="234" y="4317"/>
                    <a:pt x="268" y="4283"/>
                  </a:cubicBezTo>
                  <a:lnTo>
                    <a:pt x="7206" y="281"/>
                  </a:lnTo>
                  <a:cubicBezTo>
                    <a:pt x="7350" y="165"/>
                    <a:pt x="7270" y="0"/>
                    <a:pt x="713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53"/>
            <p:cNvSpPr/>
            <p:nvPr/>
          </p:nvSpPr>
          <p:spPr>
            <a:xfrm>
              <a:off x="3538525" y="4631750"/>
              <a:ext cx="183750" cy="107950"/>
            </a:xfrm>
            <a:custGeom>
              <a:rect b="b" l="l" r="r" t="t"/>
              <a:pathLst>
                <a:path extrusionOk="0" h="4318" w="7350">
                  <a:moveTo>
                    <a:pt x="7138" y="1"/>
                  </a:moveTo>
                  <a:cubicBezTo>
                    <a:pt x="7117" y="1"/>
                    <a:pt x="7095" y="5"/>
                    <a:pt x="7072" y="14"/>
                  </a:cubicBezTo>
                  <a:lnTo>
                    <a:pt x="101" y="4017"/>
                  </a:lnTo>
                  <a:cubicBezTo>
                    <a:pt x="34" y="4050"/>
                    <a:pt x="1" y="4150"/>
                    <a:pt x="34" y="4217"/>
                  </a:cubicBezTo>
                  <a:cubicBezTo>
                    <a:pt x="67" y="4284"/>
                    <a:pt x="134" y="4317"/>
                    <a:pt x="201" y="4317"/>
                  </a:cubicBezTo>
                  <a:cubicBezTo>
                    <a:pt x="201" y="4317"/>
                    <a:pt x="234" y="4317"/>
                    <a:pt x="268" y="4284"/>
                  </a:cubicBezTo>
                  <a:lnTo>
                    <a:pt x="7206" y="281"/>
                  </a:lnTo>
                  <a:cubicBezTo>
                    <a:pt x="7350" y="166"/>
                    <a:pt x="7270" y="1"/>
                    <a:pt x="713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53"/>
            <p:cNvSpPr/>
            <p:nvPr/>
          </p:nvSpPr>
          <p:spPr>
            <a:xfrm>
              <a:off x="3538525" y="4672050"/>
              <a:ext cx="182650" cy="108500"/>
            </a:xfrm>
            <a:custGeom>
              <a:rect b="b" l="l" r="r" t="t"/>
              <a:pathLst>
                <a:path extrusionOk="0" h="4340" w="7306">
                  <a:moveTo>
                    <a:pt x="7158" y="0"/>
                  </a:moveTo>
                  <a:cubicBezTo>
                    <a:pt x="7128" y="0"/>
                    <a:pt x="7098" y="11"/>
                    <a:pt x="7072" y="37"/>
                  </a:cubicBezTo>
                  <a:lnTo>
                    <a:pt x="101" y="4040"/>
                  </a:lnTo>
                  <a:cubicBezTo>
                    <a:pt x="34" y="4073"/>
                    <a:pt x="1" y="4173"/>
                    <a:pt x="34" y="4240"/>
                  </a:cubicBezTo>
                  <a:cubicBezTo>
                    <a:pt x="67" y="4306"/>
                    <a:pt x="134" y="4340"/>
                    <a:pt x="201" y="4340"/>
                  </a:cubicBezTo>
                  <a:cubicBezTo>
                    <a:pt x="201" y="4340"/>
                    <a:pt x="234" y="4340"/>
                    <a:pt x="268" y="4306"/>
                  </a:cubicBezTo>
                  <a:lnTo>
                    <a:pt x="7206" y="304"/>
                  </a:lnTo>
                  <a:cubicBezTo>
                    <a:pt x="7306" y="237"/>
                    <a:pt x="7306" y="170"/>
                    <a:pt x="7273" y="70"/>
                  </a:cubicBezTo>
                  <a:cubicBezTo>
                    <a:pt x="7252" y="29"/>
                    <a:pt x="7206" y="0"/>
                    <a:pt x="715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53"/>
            <p:cNvSpPr/>
            <p:nvPr/>
          </p:nvSpPr>
          <p:spPr>
            <a:xfrm>
              <a:off x="4530075" y="1997525"/>
              <a:ext cx="271175" cy="338775"/>
            </a:xfrm>
            <a:custGeom>
              <a:rect b="b" l="l" r="r" t="t"/>
              <a:pathLst>
                <a:path extrusionOk="0" h="13551" w="10847">
                  <a:moveTo>
                    <a:pt x="10022" y="334"/>
                  </a:moveTo>
                  <a:cubicBezTo>
                    <a:pt x="10274" y="334"/>
                    <a:pt x="10513" y="553"/>
                    <a:pt x="10441" y="842"/>
                  </a:cubicBezTo>
                  <a:lnTo>
                    <a:pt x="10441" y="6713"/>
                  </a:lnTo>
                  <a:cubicBezTo>
                    <a:pt x="10408" y="7313"/>
                    <a:pt x="10108" y="7847"/>
                    <a:pt x="9607" y="8180"/>
                  </a:cubicBezTo>
                  <a:lnTo>
                    <a:pt x="1034" y="13150"/>
                  </a:lnTo>
                  <a:cubicBezTo>
                    <a:pt x="954" y="13222"/>
                    <a:pt x="863" y="13252"/>
                    <a:pt x="773" y="13252"/>
                  </a:cubicBezTo>
                  <a:cubicBezTo>
                    <a:pt x="526" y="13252"/>
                    <a:pt x="294" y="13019"/>
                    <a:pt x="367" y="12750"/>
                  </a:cubicBezTo>
                  <a:lnTo>
                    <a:pt x="367" y="6846"/>
                  </a:lnTo>
                  <a:cubicBezTo>
                    <a:pt x="401" y="6279"/>
                    <a:pt x="701" y="5712"/>
                    <a:pt x="1201" y="5378"/>
                  </a:cubicBezTo>
                  <a:lnTo>
                    <a:pt x="9741" y="441"/>
                  </a:lnTo>
                  <a:cubicBezTo>
                    <a:pt x="9825" y="367"/>
                    <a:pt x="9924" y="334"/>
                    <a:pt x="10022" y="334"/>
                  </a:cubicBezTo>
                  <a:close/>
                  <a:moveTo>
                    <a:pt x="10063" y="0"/>
                  </a:moveTo>
                  <a:cubicBezTo>
                    <a:pt x="9906" y="0"/>
                    <a:pt x="9747" y="54"/>
                    <a:pt x="9607" y="175"/>
                  </a:cubicBezTo>
                  <a:lnTo>
                    <a:pt x="1034" y="5111"/>
                  </a:lnTo>
                  <a:cubicBezTo>
                    <a:pt x="434" y="5512"/>
                    <a:pt x="67" y="6145"/>
                    <a:pt x="34" y="6846"/>
                  </a:cubicBezTo>
                  <a:lnTo>
                    <a:pt x="34" y="12750"/>
                  </a:lnTo>
                  <a:cubicBezTo>
                    <a:pt x="0" y="13017"/>
                    <a:pt x="134" y="13317"/>
                    <a:pt x="367" y="13484"/>
                  </a:cubicBezTo>
                  <a:cubicBezTo>
                    <a:pt x="467" y="13551"/>
                    <a:pt x="567" y="13551"/>
                    <a:pt x="701" y="13551"/>
                  </a:cubicBezTo>
                  <a:cubicBezTo>
                    <a:pt x="868" y="13551"/>
                    <a:pt x="1034" y="13517"/>
                    <a:pt x="1201" y="13451"/>
                  </a:cubicBezTo>
                  <a:lnTo>
                    <a:pt x="9774" y="8480"/>
                  </a:lnTo>
                  <a:cubicBezTo>
                    <a:pt x="10341" y="8080"/>
                    <a:pt x="10741" y="7446"/>
                    <a:pt x="10775" y="6713"/>
                  </a:cubicBezTo>
                  <a:lnTo>
                    <a:pt x="10775" y="842"/>
                  </a:lnTo>
                  <a:cubicBezTo>
                    <a:pt x="10847" y="360"/>
                    <a:pt x="10467" y="0"/>
                    <a:pt x="1006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53"/>
            <p:cNvSpPr/>
            <p:nvPr/>
          </p:nvSpPr>
          <p:spPr>
            <a:xfrm>
              <a:off x="4573425" y="2073875"/>
              <a:ext cx="184400" cy="108150"/>
            </a:xfrm>
            <a:custGeom>
              <a:rect b="b" l="l" r="r" t="t"/>
              <a:pathLst>
                <a:path extrusionOk="0" h="4326" w="7376">
                  <a:moveTo>
                    <a:pt x="7128" y="1"/>
                  </a:moveTo>
                  <a:cubicBezTo>
                    <a:pt x="7100" y="1"/>
                    <a:pt x="7070" y="7"/>
                    <a:pt x="7039" y="23"/>
                  </a:cubicBezTo>
                  <a:lnTo>
                    <a:pt x="101" y="4025"/>
                  </a:lnTo>
                  <a:cubicBezTo>
                    <a:pt x="34" y="4059"/>
                    <a:pt x="1" y="4159"/>
                    <a:pt x="34" y="4259"/>
                  </a:cubicBezTo>
                  <a:cubicBezTo>
                    <a:pt x="68" y="4292"/>
                    <a:pt x="134" y="4326"/>
                    <a:pt x="201" y="4326"/>
                  </a:cubicBezTo>
                  <a:cubicBezTo>
                    <a:pt x="201" y="4326"/>
                    <a:pt x="234" y="4326"/>
                    <a:pt x="268" y="4292"/>
                  </a:cubicBezTo>
                  <a:lnTo>
                    <a:pt x="7206" y="289"/>
                  </a:lnTo>
                  <a:cubicBezTo>
                    <a:pt x="7376" y="205"/>
                    <a:pt x="7282" y="1"/>
                    <a:pt x="712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53"/>
            <p:cNvSpPr/>
            <p:nvPr/>
          </p:nvSpPr>
          <p:spPr>
            <a:xfrm>
              <a:off x="4573425" y="2114150"/>
              <a:ext cx="184875" cy="108750"/>
            </a:xfrm>
            <a:custGeom>
              <a:rect b="b" l="l" r="r" t="t"/>
              <a:pathLst>
                <a:path extrusionOk="0" h="4350" w="7395">
                  <a:moveTo>
                    <a:pt x="7153" y="0"/>
                  </a:moveTo>
                  <a:cubicBezTo>
                    <a:pt x="7117" y="0"/>
                    <a:pt x="7078" y="14"/>
                    <a:pt x="7039" y="46"/>
                  </a:cubicBezTo>
                  <a:lnTo>
                    <a:pt x="101" y="4049"/>
                  </a:lnTo>
                  <a:cubicBezTo>
                    <a:pt x="34" y="4082"/>
                    <a:pt x="1" y="4182"/>
                    <a:pt x="34" y="4282"/>
                  </a:cubicBezTo>
                  <a:cubicBezTo>
                    <a:pt x="68" y="4316"/>
                    <a:pt x="134" y="4349"/>
                    <a:pt x="201" y="4349"/>
                  </a:cubicBezTo>
                  <a:cubicBezTo>
                    <a:pt x="201" y="4349"/>
                    <a:pt x="234" y="4349"/>
                    <a:pt x="268" y="4316"/>
                  </a:cubicBezTo>
                  <a:lnTo>
                    <a:pt x="7206" y="313"/>
                  </a:lnTo>
                  <a:cubicBezTo>
                    <a:pt x="7394" y="232"/>
                    <a:pt x="7301" y="0"/>
                    <a:pt x="715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53"/>
            <p:cNvSpPr/>
            <p:nvPr/>
          </p:nvSpPr>
          <p:spPr>
            <a:xfrm>
              <a:off x="4573425" y="2155850"/>
              <a:ext cx="183825" cy="107900"/>
            </a:xfrm>
            <a:custGeom>
              <a:rect b="b" l="l" r="r" t="t"/>
              <a:pathLst>
                <a:path extrusionOk="0" h="4316" w="7353">
                  <a:moveTo>
                    <a:pt x="7109" y="1"/>
                  </a:moveTo>
                  <a:cubicBezTo>
                    <a:pt x="7087" y="1"/>
                    <a:pt x="7064" y="4"/>
                    <a:pt x="7039" y="13"/>
                  </a:cubicBezTo>
                  <a:lnTo>
                    <a:pt x="101" y="4015"/>
                  </a:lnTo>
                  <a:cubicBezTo>
                    <a:pt x="34" y="4049"/>
                    <a:pt x="1" y="4149"/>
                    <a:pt x="34" y="4249"/>
                  </a:cubicBezTo>
                  <a:cubicBezTo>
                    <a:pt x="68" y="4282"/>
                    <a:pt x="134" y="4316"/>
                    <a:pt x="201" y="4316"/>
                  </a:cubicBezTo>
                  <a:lnTo>
                    <a:pt x="268" y="4316"/>
                  </a:lnTo>
                  <a:lnTo>
                    <a:pt x="7206" y="279"/>
                  </a:lnTo>
                  <a:cubicBezTo>
                    <a:pt x="7353" y="192"/>
                    <a:pt x="7268" y="1"/>
                    <a:pt x="710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53"/>
            <p:cNvSpPr/>
            <p:nvPr/>
          </p:nvSpPr>
          <p:spPr>
            <a:xfrm>
              <a:off x="3527700" y="1049250"/>
              <a:ext cx="140950" cy="179600"/>
            </a:xfrm>
            <a:custGeom>
              <a:rect b="b" l="l" r="r" t="t"/>
              <a:pathLst>
                <a:path extrusionOk="0" h="7184" w="5638">
                  <a:moveTo>
                    <a:pt x="3970" y="445"/>
                  </a:moveTo>
                  <a:cubicBezTo>
                    <a:pt x="4170" y="445"/>
                    <a:pt x="4370" y="479"/>
                    <a:pt x="4537" y="579"/>
                  </a:cubicBezTo>
                  <a:cubicBezTo>
                    <a:pt x="4970" y="845"/>
                    <a:pt x="5204" y="1346"/>
                    <a:pt x="5204" y="2080"/>
                  </a:cubicBezTo>
                  <a:cubicBezTo>
                    <a:pt x="5104" y="3848"/>
                    <a:pt x="4170" y="5449"/>
                    <a:pt x="2702" y="6416"/>
                  </a:cubicBezTo>
                  <a:cubicBezTo>
                    <a:pt x="2327" y="6633"/>
                    <a:pt x="1975" y="6745"/>
                    <a:pt x="1661" y="6745"/>
                  </a:cubicBezTo>
                  <a:cubicBezTo>
                    <a:pt x="1444" y="6745"/>
                    <a:pt x="1245" y="6692"/>
                    <a:pt x="1068" y="6583"/>
                  </a:cubicBezTo>
                  <a:cubicBezTo>
                    <a:pt x="667" y="6349"/>
                    <a:pt x="434" y="5816"/>
                    <a:pt x="434" y="5082"/>
                  </a:cubicBezTo>
                  <a:cubicBezTo>
                    <a:pt x="500" y="3347"/>
                    <a:pt x="1434" y="1713"/>
                    <a:pt x="2936" y="779"/>
                  </a:cubicBezTo>
                  <a:cubicBezTo>
                    <a:pt x="3236" y="579"/>
                    <a:pt x="3603" y="445"/>
                    <a:pt x="3970" y="445"/>
                  </a:cubicBezTo>
                  <a:close/>
                  <a:moveTo>
                    <a:pt x="3969" y="1"/>
                  </a:moveTo>
                  <a:cubicBezTo>
                    <a:pt x="3575" y="1"/>
                    <a:pt x="3144" y="129"/>
                    <a:pt x="2702" y="378"/>
                  </a:cubicBezTo>
                  <a:cubicBezTo>
                    <a:pt x="1101" y="1446"/>
                    <a:pt x="100" y="3181"/>
                    <a:pt x="0" y="5082"/>
                  </a:cubicBezTo>
                  <a:cubicBezTo>
                    <a:pt x="0" y="5983"/>
                    <a:pt x="300" y="6650"/>
                    <a:pt x="867" y="6950"/>
                  </a:cubicBezTo>
                  <a:cubicBezTo>
                    <a:pt x="1101" y="7083"/>
                    <a:pt x="1368" y="7183"/>
                    <a:pt x="1635" y="7183"/>
                  </a:cubicBezTo>
                  <a:cubicBezTo>
                    <a:pt x="2102" y="7150"/>
                    <a:pt x="2535" y="7017"/>
                    <a:pt x="2936" y="6783"/>
                  </a:cubicBezTo>
                  <a:cubicBezTo>
                    <a:pt x="4537" y="5749"/>
                    <a:pt x="5537" y="3981"/>
                    <a:pt x="5637" y="2080"/>
                  </a:cubicBezTo>
                  <a:cubicBezTo>
                    <a:pt x="5637" y="1212"/>
                    <a:pt x="5337" y="545"/>
                    <a:pt x="4770" y="212"/>
                  </a:cubicBezTo>
                  <a:cubicBezTo>
                    <a:pt x="4530" y="70"/>
                    <a:pt x="4259" y="1"/>
                    <a:pt x="396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53"/>
            <p:cNvSpPr/>
            <p:nvPr/>
          </p:nvSpPr>
          <p:spPr>
            <a:xfrm>
              <a:off x="3559375" y="1089175"/>
              <a:ext cx="77575" cy="99500"/>
            </a:xfrm>
            <a:custGeom>
              <a:rect b="b" l="l" r="r" t="t"/>
              <a:pathLst>
                <a:path extrusionOk="0" h="3980" w="3103">
                  <a:moveTo>
                    <a:pt x="2251" y="0"/>
                  </a:moveTo>
                  <a:cubicBezTo>
                    <a:pt x="2044" y="0"/>
                    <a:pt x="1812" y="70"/>
                    <a:pt x="1568" y="216"/>
                  </a:cubicBezTo>
                  <a:cubicBezTo>
                    <a:pt x="634" y="816"/>
                    <a:pt x="67" y="1817"/>
                    <a:pt x="1" y="2884"/>
                  </a:cubicBezTo>
                  <a:cubicBezTo>
                    <a:pt x="1" y="3578"/>
                    <a:pt x="378" y="3980"/>
                    <a:pt x="899" y="3980"/>
                  </a:cubicBezTo>
                  <a:cubicBezTo>
                    <a:pt x="1104" y="3980"/>
                    <a:pt x="1332" y="3917"/>
                    <a:pt x="1568" y="3785"/>
                  </a:cubicBezTo>
                  <a:cubicBezTo>
                    <a:pt x="2469" y="3185"/>
                    <a:pt x="3036" y="2184"/>
                    <a:pt x="3103" y="1117"/>
                  </a:cubicBezTo>
                  <a:cubicBezTo>
                    <a:pt x="3103" y="408"/>
                    <a:pt x="2752" y="0"/>
                    <a:pt x="225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53"/>
            <p:cNvSpPr/>
            <p:nvPr/>
          </p:nvSpPr>
          <p:spPr>
            <a:xfrm>
              <a:off x="3415950" y="582075"/>
              <a:ext cx="357775" cy="431625"/>
            </a:xfrm>
            <a:custGeom>
              <a:rect b="b" l="l" r="r" t="t"/>
              <a:pathLst>
                <a:path extrusionOk="0" h="17265" w="14311">
                  <a:moveTo>
                    <a:pt x="13619" y="322"/>
                  </a:moveTo>
                  <a:cubicBezTo>
                    <a:pt x="13841" y="322"/>
                    <a:pt x="14047" y="530"/>
                    <a:pt x="13977" y="786"/>
                  </a:cubicBezTo>
                  <a:lnTo>
                    <a:pt x="13977" y="8391"/>
                  </a:lnTo>
                  <a:cubicBezTo>
                    <a:pt x="13910" y="8958"/>
                    <a:pt x="13610" y="9492"/>
                    <a:pt x="13143" y="9792"/>
                  </a:cubicBezTo>
                  <a:lnTo>
                    <a:pt x="8873" y="12261"/>
                  </a:lnTo>
                  <a:lnTo>
                    <a:pt x="7639" y="16530"/>
                  </a:lnTo>
                  <a:cubicBezTo>
                    <a:pt x="7639" y="16564"/>
                    <a:pt x="7606" y="16597"/>
                    <a:pt x="7572" y="16597"/>
                  </a:cubicBezTo>
                  <a:cubicBezTo>
                    <a:pt x="7539" y="16597"/>
                    <a:pt x="7506" y="16564"/>
                    <a:pt x="7506" y="16530"/>
                  </a:cubicBezTo>
                  <a:lnTo>
                    <a:pt x="6305" y="13762"/>
                  </a:lnTo>
                  <a:lnTo>
                    <a:pt x="1001" y="16797"/>
                  </a:lnTo>
                  <a:cubicBezTo>
                    <a:pt x="915" y="16862"/>
                    <a:pt x="815" y="16899"/>
                    <a:pt x="710" y="16899"/>
                  </a:cubicBezTo>
                  <a:cubicBezTo>
                    <a:pt x="652" y="16899"/>
                    <a:pt x="593" y="16888"/>
                    <a:pt x="534" y="16864"/>
                  </a:cubicBezTo>
                  <a:cubicBezTo>
                    <a:pt x="401" y="16764"/>
                    <a:pt x="334" y="16597"/>
                    <a:pt x="367" y="16464"/>
                  </a:cubicBezTo>
                  <a:lnTo>
                    <a:pt x="367" y="8858"/>
                  </a:lnTo>
                  <a:cubicBezTo>
                    <a:pt x="401" y="8291"/>
                    <a:pt x="701" y="7757"/>
                    <a:pt x="1168" y="7457"/>
                  </a:cubicBezTo>
                  <a:lnTo>
                    <a:pt x="13310" y="419"/>
                  </a:lnTo>
                  <a:lnTo>
                    <a:pt x="13343" y="452"/>
                  </a:lnTo>
                  <a:cubicBezTo>
                    <a:pt x="13424" y="361"/>
                    <a:pt x="13523" y="322"/>
                    <a:pt x="13619" y="322"/>
                  </a:cubicBezTo>
                  <a:close/>
                  <a:moveTo>
                    <a:pt x="13582" y="0"/>
                  </a:moveTo>
                  <a:cubicBezTo>
                    <a:pt x="13426" y="0"/>
                    <a:pt x="13274" y="44"/>
                    <a:pt x="13143" y="119"/>
                  </a:cubicBezTo>
                  <a:lnTo>
                    <a:pt x="1001" y="7157"/>
                  </a:lnTo>
                  <a:cubicBezTo>
                    <a:pt x="401" y="7524"/>
                    <a:pt x="34" y="8158"/>
                    <a:pt x="0" y="8858"/>
                  </a:cubicBezTo>
                  <a:lnTo>
                    <a:pt x="0" y="16464"/>
                  </a:lnTo>
                  <a:cubicBezTo>
                    <a:pt x="0" y="16730"/>
                    <a:pt x="134" y="16997"/>
                    <a:pt x="367" y="17164"/>
                  </a:cubicBezTo>
                  <a:cubicBezTo>
                    <a:pt x="467" y="17231"/>
                    <a:pt x="567" y="17264"/>
                    <a:pt x="667" y="17264"/>
                  </a:cubicBezTo>
                  <a:cubicBezTo>
                    <a:pt x="868" y="17231"/>
                    <a:pt x="1034" y="17197"/>
                    <a:pt x="1168" y="17097"/>
                  </a:cubicBezTo>
                  <a:lnTo>
                    <a:pt x="6138" y="14262"/>
                  </a:lnTo>
                  <a:lnTo>
                    <a:pt x="7172" y="16697"/>
                  </a:lnTo>
                  <a:cubicBezTo>
                    <a:pt x="7251" y="16856"/>
                    <a:pt x="7406" y="16931"/>
                    <a:pt x="7560" y="16931"/>
                  </a:cubicBezTo>
                  <a:cubicBezTo>
                    <a:pt x="7731" y="16931"/>
                    <a:pt x="7903" y="16839"/>
                    <a:pt x="7973" y="16664"/>
                  </a:cubicBezTo>
                  <a:lnTo>
                    <a:pt x="9173" y="12527"/>
                  </a:lnTo>
                  <a:lnTo>
                    <a:pt x="13310" y="10092"/>
                  </a:lnTo>
                  <a:cubicBezTo>
                    <a:pt x="13910" y="9725"/>
                    <a:pt x="14277" y="9092"/>
                    <a:pt x="14310" y="8391"/>
                  </a:cubicBezTo>
                  <a:lnTo>
                    <a:pt x="14310" y="786"/>
                  </a:lnTo>
                  <a:cubicBezTo>
                    <a:pt x="14310" y="519"/>
                    <a:pt x="14177" y="219"/>
                    <a:pt x="13944" y="85"/>
                  </a:cubicBezTo>
                  <a:cubicBezTo>
                    <a:pt x="13827" y="27"/>
                    <a:pt x="13703" y="0"/>
                    <a:pt x="1358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53"/>
            <p:cNvSpPr/>
            <p:nvPr/>
          </p:nvSpPr>
          <p:spPr>
            <a:xfrm>
              <a:off x="3485150" y="692600"/>
              <a:ext cx="220150" cy="129300"/>
            </a:xfrm>
            <a:custGeom>
              <a:rect b="b" l="l" r="r" t="t"/>
              <a:pathLst>
                <a:path extrusionOk="0" h="5172" w="8806">
                  <a:moveTo>
                    <a:pt x="8574" y="1"/>
                  </a:moveTo>
                  <a:cubicBezTo>
                    <a:pt x="8543" y="1"/>
                    <a:pt x="8509" y="11"/>
                    <a:pt x="8474" y="34"/>
                  </a:cubicBezTo>
                  <a:lnTo>
                    <a:pt x="134" y="4837"/>
                  </a:lnTo>
                  <a:cubicBezTo>
                    <a:pt x="34" y="4904"/>
                    <a:pt x="1" y="5004"/>
                    <a:pt x="68" y="5071"/>
                  </a:cubicBezTo>
                  <a:cubicBezTo>
                    <a:pt x="101" y="5138"/>
                    <a:pt x="134" y="5171"/>
                    <a:pt x="201" y="5171"/>
                  </a:cubicBezTo>
                  <a:cubicBezTo>
                    <a:pt x="234" y="5171"/>
                    <a:pt x="268" y="5171"/>
                    <a:pt x="301" y="5138"/>
                  </a:cubicBezTo>
                  <a:lnTo>
                    <a:pt x="8640" y="334"/>
                  </a:lnTo>
                  <a:cubicBezTo>
                    <a:pt x="8806" y="224"/>
                    <a:pt x="8721" y="1"/>
                    <a:pt x="857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53"/>
            <p:cNvSpPr/>
            <p:nvPr/>
          </p:nvSpPr>
          <p:spPr>
            <a:xfrm>
              <a:off x="3485150" y="733150"/>
              <a:ext cx="219350" cy="129600"/>
            </a:xfrm>
            <a:custGeom>
              <a:rect b="b" l="l" r="r" t="t"/>
              <a:pathLst>
                <a:path extrusionOk="0" h="5184" w="8774">
                  <a:moveTo>
                    <a:pt x="8553" y="0"/>
                  </a:moveTo>
                  <a:cubicBezTo>
                    <a:pt x="8527" y="0"/>
                    <a:pt x="8500" y="4"/>
                    <a:pt x="8474" y="13"/>
                  </a:cubicBezTo>
                  <a:lnTo>
                    <a:pt x="134" y="4850"/>
                  </a:lnTo>
                  <a:cubicBezTo>
                    <a:pt x="34" y="4883"/>
                    <a:pt x="1" y="4983"/>
                    <a:pt x="68" y="5083"/>
                  </a:cubicBezTo>
                  <a:cubicBezTo>
                    <a:pt x="101" y="5150"/>
                    <a:pt x="134" y="5184"/>
                    <a:pt x="201" y="5184"/>
                  </a:cubicBezTo>
                  <a:cubicBezTo>
                    <a:pt x="234" y="5184"/>
                    <a:pt x="268" y="5150"/>
                    <a:pt x="301" y="5150"/>
                  </a:cubicBezTo>
                  <a:lnTo>
                    <a:pt x="8640" y="313"/>
                  </a:lnTo>
                  <a:cubicBezTo>
                    <a:pt x="8740" y="280"/>
                    <a:pt x="8774" y="147"/>
                    <a:pt x="8707" y="80"/>
                  </a:cubicBezTo>
                  <a:cubicBezTo>
                    <a:pt x="8683" y="31"/>
                    <a:pt x="8623" y="0"/>
                    <a:pt x="855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53"/>
            <p:cNvSpPr/>
            <p:nvPr/>
          </p:nvSpPr>
          <p:spPr>
            <a:xfrm>
              <a:off x="3485150" y="773500"/>
              <a:ext cx="220150" cy="129275"/>
            </a:xfrm>
            <a:custGeom>
              <a:rect b="b" l="l" r="r" t="t"/>
              <a:pathLst>
                <a:path extrusionOk="0" h="5171" w="8806">
                  <a:moveTo>
                    <a:pt x="8574" y="0"/>
                  </a:moveTo>
                  <a:cubicBezTo>
                    <a:pt x="8543" y="0"/>
                    <a:pt x="8509" y="10"/>
                    <a:pt x="8474" y="34"/>
                  </a:cubicBezTo>
                  <a:lnTo>
                    <a:pt x="134" y="4837"/>
                  </a:lnTo>
                  <a:cubicBezTo>
                    <a:pt x="34" y="4904"/>
                    <a:pt x="1" y="5004"/>
                    <a:pt x="68" y="5071"/>
                  </a:cubicBezTo>
                  <a:cubicBezTo>
                    <a:pt x="101" y="5137"/>
                    <a:pt x="134" y="5171"/>
                    <a:pt x="201" y="5171"/>
                  </a:cubicBezTo>
                  <a:cubicBezTo>
                    <a:pt x="234" y="5171"/>
                    <a:pt x="268" y="5171"/>
                    <a:pt x="301" y="5137"/>
                  </a:cubicBezTo>
                  <a:lnTo>
                    <a:pt x="8640" y="334"/>
                  </a:lnTo>
                  <a:cubicBezTo>
                    <a:pt x="8806" y="224"/>
                    <a:pt x="8721" y="0"/>
                    <a:pt x="857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53"/>
            <p:cNvSpPr/>
            <p:nvPr/>
          </p:nvSpPr>
          <p:spPr>
            <a:xfrm>
              <a:off x="2327675" y="942775"/>
              <a:ext cx="73400" cy="162650"/>
            </a:xfrm>
            <a:custGeom>
              <a:rect b="b" l="l" r="r" t="t"/>
              <a:pathLst>
                <a:path extrusionOk="0" h="6506" w="2936">
                  <a:moveTo>
                    <a:pt x="2702" y="1"/>
                  </a:moveTo>
                  <a:lnTo>
                    <a:pt x="0" y="1535"/>
                  </a:lnTo>
                  <a:lnTo>
                    <a:pt x="0" y="3136"/>
                  </a:lnTo>
                  <a:lnTo>
                    <a:pt x="1168" y="5438"/>
                  </a:lnTo>
                  <a:cubicBezTo>
                    <a:pt x="1168" y="5471"/>
                    <a:pt x="1201" y="5505"/>
                    <a:pt x="1234" y="5505"/>
                  </a:cubicBezTo>
                  <a:lnTo>
                    <a:pt x="2936" y="6506"/>
                  </a:lnTo>
                  <a:lnTo>
                    <a:pt x="1835" y="4104"/>
                  </a:lnTo>
                  <a:lnTo>
                    <a:pt x="2702" y="1569"/>
                  </a:lnTo>
                  <a:lnTo>
                    <a:pt x="270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53"/>
            <p:cNvSpPr/>
            <p:nvPr/>
          </p:nvSpPr>
          <p:spPr>
            <a:xfrm>
              <a:off x="2327675" y="942775"/>
              <a:ext cx="73400" cy="162650"/>
            </a:xfrm>
            <a:custGeom>
              <a:rect b="b" l="l" r="r" t="t"/>
              <a:pathLst>
                <a:path extrusionOk="0" h="6506" w="2936">
                  <a:moveTo>
                    <a:pt x="2702" y="1"/>
                  </a:moveTo>
                  <a:lnTo>
                    <a:pt x="0" y="1535"/>
                  </a:lnTo>
                  <a:lnTo>
                    <a:pt x="0" y="3136"/>
                  </a:lnTo>
                  <a:lnTo>
                    <a:pt x="1168" y="5438"/>
                  </a:lnTo>
                  <a:cubicBezTo>
                    <a:pt x="1168" y="5471"/>
                    <a:pt x="1201" y="5505"/>
                    <a:pt x="1234" y="5505"/>
                  </a:cubicBezTo>
                  <a:lnTo>
                    <a:pt x="2936" y="6506"/>
                  </a:lnTo>
                  <a:lnTo>
                    <a:pt x="1835" y="4104"/>
                  </a:lnTo>
                  <a:lnTo>
                    <a:pt x="2702" y="1569"/>
                  </a:lnTo>
                  <a:lnTo>
                    <a:pt x="270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53"/>
            <p:cNvSpPr/>
            <p:nvPr/>
          </p:nvSpPr>
          <p:spPr>
            <a:xfrm>
              <a:off x="2210075" y="581475"/>
              <a:ext cx="352775" cy="524075"/>
            </a:xfrm>
            <a:custGeom>
              <a:rect b="b" l="l" r="r" t="t"/>
              <a:pathLst>
                <a:path extrusionOk="0" h="20963" w="14111">
                  <a:moveTo>
                    <a:pt x="11813" y="1"/>
                  </a:moveTo>
                  <a:cubicBezTo>
                    <a:pt x="11534" y="1"/>
                    <a:pt x="11259" y="59"/>
                    <a:pt x="11009" y="176"/>
                  </a:cubicBezTo>
                  <a:lnTo>
                    <a:pt x="835" y="6080"/>
                  </a:lnTo>
                  <a:cubicBezTo>
                    <a:pt x="368" y="6380"/>
                    <a:pt x="34" y="6914"/>
                    <a:pt x="1" y="7481"/>
                  </a:cubicBezTo>
                  <a:lnTo>
                    <a:pt x="1" y="18656"/>
                  </a:lnTo>
                  <a:cubicBezTo>
                    <a:pt x="34" y="19223"/>
                    <a:pt x="368" y="19757"/>
                    <a:pt x="835" y="20057"/>
                  </a:cubicBezTo>
                  <a:lnTo>
                    <a:pt x="1502" y="20457"/>
                  </a:lnTo>
                  <a:cubicBezTo>
                    <a:pt x="1752" y="20591"/>
                    <a:pt x="2036" y="20657"/>
                    <a:pt x="2319" y="20657"/>
                  </a:cubicBezTo>
                  <a:cubicBezTo>
                    <a:pt x="2603" y="20657"/>
                    <a:pt x="2886" y="20591"/>
                    <a:pt x="3136" y="20457"/>
                  </a:cubicBezTo>
                  <a:lnTo>
                    <a:pt x="6405" y="18556"/>
                  </a:lnTo>
                  <a:lnTo>
                    <a:pt x="7573" y="20891"/>
                  </a:lnTo>
                  <a:cubicBezTo>
                    <a:pt x="7604" y="20937"/>
                    <a:pt x="7664" y="20962"/>
                    <a:pt x="7725" y="20962"/>
                  </a:cubicBezTo>
                  <a:cubicBezTo>
                    <a:pt x="7797" y="20962"/>
                    <a:pt x="7871" y="20929"/>
                    <a:pt x="7906" y="20857"/>
                  </a:cubicBezTo>
                  <a:lnTo>
                    <a:pt x="9141" y="16988"/>
                  </a:lnTo>
                  <a:lnTo>
                    <a:pt x="13310" y="14553"/>
                  </a:lnTo>
                  <a:cubicBezTo>
                    <a:pt x="13777" y="14253"/>
                    <a:pt x="14078" y="13719"/>
                    <a:pt x="14111" y="13152"/>
                  </a:cubicBezTo>
                  <a:lnTo>
                    <a:pt x="14111" y="1977"/>
                  </a:lnTo>
                  <a:cubicBezTo>
                    <a:pt x="14078" y="1410"/>
                    <a:pt x="13777" y="876"/>
                    <a:pt x="13310" y="576"/>
                  </a:cubicBezTo>
                  <a:lnTo>
                    <a:pt x="12643" y="176"/>
                  </a:lnTo>
                  <a:cubicBezTo>
                    <a:pt x="12376" y="59"/>
                    <a:pt x="12093" y="1"/>
                    <a:pt x="1181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53"/>
            <p:cNvSpPr/>
            <p:nvPr/>
          </p:nvSpPr>
          <p:spPr>
            <a:xfrm>
              <a:off x="2210925" y="747650"/>
              <a:ext cx="74225" cy="349875"/>
            </a:xfrm>
            <a:custGeom>
              <a:rect b="b" l="l" r="r" t="t"/>
              <a:pathLst>
                <a:path extrusionOk="0" h="13995" w="2969">
                  <a:moveTo>
                    <a:pt x="2969" y="13877"/>
                  </a:moveTo>
                  <a:cubicBezTo>
                    <a:pt x="2964" y="13878"/>
                    <a:pt x="2960" y="13880"/>
                    <a:pt x="2955" y="13882"/>
                  </a:cubicBezTo>
                  <a:lnTo>
                    <a:pt x="2955" y="13882"/>
                  </a:lnTo>
                  <a:cubicBezTo>
                    <a:pt x="2960" y="13880"/>
                    <a:pt x="2964" y="13879"/>
                    <a:pt x="2969" y="13877"/>
                  </a:cubicBezTo>
                  <a:close/>
                  <a:moveTo>
                    <a:pt x="267" y="0"/>
                  </a:moveTo>
                  <a:cubicBezTo>
                    <a:pt x="100" y="267"/>
                    <a:pt x="34" y="534"/>
                    <a:pt x="34" y="801"/>
                  </a:cubicBezTo>
                  <a:lnTo>
                    <a:pt x="0" y="12009"/>
                  </a:lnTo>
                  <a:cubicBezTo>
                    <a:pt x="34" y="12576"/>
                    <a:pt x="334" y="13110"/>
                    <a:pt x="834" y="13410"/>
                  </a:cubicBezTo>
                  <a:lnTo>
                    <a:pt x="1501" y="13810"/>
                  </a:lnTo>
                  <a:cubicBezTo>
                    <a:pt x="1754" y="13937"/>
                    <a:pt x="2027" y="13995"/>
                    <a:pt x="2298" y="13995"/>
                  </a:cubicBezTo>
                  <a:cubicBezTo>
                    <a:pt x="2522" y="13995"/>
                    <a:pt x="2745" y="13955"/>
                    <a:pt x="2955" y="13882"/>
                  </a:cubicBezTo>
                  <a:lnTo>
                    <a:pt x="2955" y="13882"/>
                  </a:lnTo>
                  <a:cubicBezTo>
                    <a:pt x="2885" y="13906"/>
                    <a:pt x="2818" y="13917"/>
                    <a:pt x="2755" y="13917"/>
                  </a:cubicBezTo>
                  <a:cubicBezTo>
                    <a:pt x="2492" y="13917"/>
                    <a:pt x="2302" y="13715"/>
                    <a:pt x="2302" y="13343"/>
                  </a:cubicBezTo>
                  <a:lnTo>
                    <a:pt x="2302" y="2135"/>
                  </a:lnTo>
                  <a:cubicBezTo>
                    <a:pt x="2302" y="1835"/>
                    <a:pt x="2402" y="1568"/>
                    <a:pt x="2535" y="1335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53"/>
            <p:cNvSpPr/>
            <p:nvPr/>
          </p:nvSpPr>
          <p:spPr>
            <a:xfrm>
              <a:off x="2216750" y="581700"/>
              <a:ext cx="345275" cy="200150"/>
            </a:xfrm>
            <a:custGeom>
              <a:rect b="b" l="l" r="r" t="t"/>
              <a:pathLst>
                <a:path extrusionOk="0" h="8006" w="13811">
                  <a:moveTo>
                    <a:pt x="11546" y="0"/>
                  </a:moveTo>
                  <a:cubicBezTo>
                    <a:pt x="11267" y="0"/>
                    <a:pt x="10992" y="67"/>
                    <a:pt x="10742" y="200"/>
                  </a:cubicBezTo>
                  <a:lnTo>
                    <a:pt x="568" y="6071"/>
                  </a:lnTo>
                  <a:cubicBezTo>
                    <a:pt x="334" y="6238"/>
                    <a:pt x="134" y="6438"/>
                    <a:pt x="1" y="6705"/>
                  </a:cubicBezTo>
                  <a:lnTo>
                    <a:pt x="2302" y="8006"/>
                  </a:lnTo>
                  <a:cubicBezTo>
                    <a:pt x="2436" y="7739"/>
                    <a:pt x="2636" y="7539"/>
                    <a:pt x="2869" y="7372"/>
                  </a:cubicBezTo>
                  <a:lnTo>
                    <a:pt x="13043" y="1501"/>
                  </a:lnTo>
                  <a:cubicBezTo>
                    <a:pt x="13171" y="1432"/>
                    <a:pt x="13290" y="1399"/>
                    <a:pt x="13395" y="1399"/>
                  </a:cubicBezTo>
                  <a:cubicBezTo>
                    <a:pt x="13594" y="1399"/>
                    <a:pt x="13745" y="1517"/>
                    <a:pt x="13811" y="1735"/>
                  </a:cubicBezTo>
                  <a:cubicBezTo>
                    <a:pt x="13710" y="1268"/>
                    <a:pt x="13444" y="834"/>
                    <a:pt x="13043" y="601"/>
                  </a:cubicBezTo>
                  <a:lnTo>
                    <a:pt x="12376" y="200"/>
                  </a:lnTo>
                  <a:cubicBezTo>
                    <a:pt x="12109" y="67"/>
                    <a:pt x="11826" y="0"/>
                    <a:pt x="115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53"/>
            <p:cNvSpPr/>
            <p:nvPr/>
          </p:nvSpPr>
          <p:spPr>
            <a:xfrm>
              <a:off x="2312650" y="723450"/>
              <a:ext cx="206000" cy="273575"/>
            </a:xfrm>
            <a:custGeom>
              <a:rect b="b" l="l" r="r" t="t"/>
              <a:pathLst>
                <a:path extrusionOk="0" h="10943" w="8240">
                  <a:moveTo>
                    <a:pt x="4914" y="3061"/>
                  </a:moveTo>
                  <a:cubicBezTo>
                    <a:pt x="4955" y="3061"/>
                    <a:pt x="4996" y="3064"/>
                    <a:pt x="5038" y="3070"/>
                  </a:cubicBezTo>
                  <a:lnTo>
                    <a:pt x="5138" y="3070"/>
                  </a:lnTo>
                  <a:cubicBezTo>
                    <a:pt x="5438" y="3103"/>
                    <a:pt x="5705" y="3303"/>
                    <a:pt x="5838" y="3603"/>
                  </a:cubicBezTo>
                  <a:cubicBezTo>
                    <a:pt x="6239" y="4437"/>
                    <a:pt x="5772" y="5972"/>
                    <a:pt x="4871" y="6939"/>
                  </a:cubicBezTo>
                  <a:cubicBezTo>
                    <a:pt x="4537" y="7339"/>
                    <a:pt x="4104" y="7606"/>
                    <a:pt x="3637" y="7773"/>
                  </a:cubicBezTo>
                  <a:lnTo>
                    <a:pt x="3303" y="7773"/>
                  </a:lnTo>
                  <a:cubicBezTo>
                    <a:pt x="2936" y="7740"/>
                    <a:pt x="2603" y="7540"/>
                    <a:pt x="2469" y="7173"/>
                  </a:cubicBezTo>
                  <a:cubicBezTo>
                    <a:pt x="2402" y="7039"/>
                    <a:pt x="2336" y="6872"/>
                    <a:pt x="2336" y="6706"/>
                  </a:cubicBezTo>
                  <a:cubicBezTo>
                    <a:pt x="2336" y="6606"/>
                    <a:pt x="2336" y="6539"/>
                    <a:pt x="2336" y="6439"/>
                  </a:cubicBezTo>
                  <a:cubicBezTo>
                    <a:pt x="2402" y="5471"/>
                    <a:pt x="2803" y="4571"/>
                    <a:pt x="3470" y="3870"/>
                  </a:cubicBezTo>
                  <a:cubicBezTo>
                    <a:pt x="3670" y="3637"/>
                    <a:pt x="3904" y="3470"/>
                    <a:pt x="4137" y="3303"/>
                  </a:cubicBezTo>
                  <a:cubicBezTo>
                    <a:pt x="4237" y="3270"/>
                    <a:pt x="4304" y="3237"/>
                    <a:pt x="4371" y="3203"/>
                  </a:cubicBezTo>
                  <a:cubicBezTo>
                    <a:pt x="4535" y="3121"/>
                    <a:pt x="4722" y="3061"/>
                    <a:pt x="4914" y="3061"/>
                  </a:cubicBezTo>
                  <a:close/>
                  <a:moveTo>
                    <a:pt x="6172" y="1"/>
                  </a:moveTo>
                  <a:lnTo>
                    <a:pt x="5271" y="101"/>
                  </a:lnTo>
                  <a:cubicBezTo>
                    <a:pt x="5171" y="101"/>
                    <a:pt x="5104" y="168"/>
                    <a:pt x="5071" y="234"/>
                  </a:cubicBezTo>
                  <a:lnTo>
                    <a:pt x="4571" y="1535"/>
                  </a:lnTo>
                  <a:cubicBezTo>
                    <a:pt x="4537" y="1635"/>
                    <a:pt x="4471" y="1702"/>
                    <a:pt x="4371" y="1735"/>
                  </a:cubicBezTo>
                  <a:cubicBezTo>
                    <a:pt x="4170" y="1836"/>
                    <a:pt x="4004" y="1936"/>
                    <a:pt x="3803" y="2069"/>
                  </a:cubicBezTo>
                  <a:cubicBezTo>
                    <a:pt x="3770" y="2102"/>
                    <a:pt x="3737" y="2119"/>
                    <a:pt x="3708" y="2119"/>
                  </a:cubicBezTo>
                  <a:cubicBezTo>
                    <a:pt x="3678" y="2119"/>
                    <a:pt x="3653" y="2102"/>
                    <a:pt x="3637" y="2069"/>
                  </a:cubicBezTo>
                  <a:lnTo>
                    <a:pt x="3170" y="1369"/>
                  </a:lnTo>
                  <a:cubicBezTo>
                    <a:pt x="3156" y="1340"/>
                    <a:pt x="3130" y="1330"/>
                    <a:pt x="3102" y="1330"/>
                  </a:cubicBezTo>
                  <a:cubicBezTo>
                    <a:pt x="3064" y="1330"/>
                    <a:pt x="3022" y="1349"/>
                    <a:pt x="3003" y="1369"/>
                  </a:cubicBezTo>
                  <a:lnTo>
                    <a:pt x="2002" y="2436"/>
                  </a:lnTo>
                  <a:cubicBezTo>
                    <a:pt x="1935" y="2503"/>
                    <a:pt x="1902" y="2569"/>
                    <a:pt x="1902" y="2636"/>
                  </a:cubicBezTo>
                  <a:lnTo>
                    <a:pt x="2202" y="3603"/>
                  </a:lnTo>
                  <a:cubicBezTo>
                    <a:pt x="2202" y="3670"/>
                    <a:pt x="2202" y="3737"/>
                    <a:pt x="2136" y="3804"/>
                  </a:cubicBezTo>
                  <a:cubicBezTo>
                    <a:pt x="1969" y="4070"/>
                    <a:pt x="1835" y="4337"/>
                    <a:pt x="1702" y="4604"/>
                  </a:cubicBezTo>
                  <a:cubicBezTo>
                    <a:pt x="1635" y="4704"/>
                    <a:pt x="1569" y="4738"/>
                    <a:pt x="1468" y="4771"/>
                  </a:cubicBezTo>
                  <a:lnTo>
                    <a:pt x="635" y="4971"/>
                  </a:lnTo>
                  <a:cubicBezTo>
                    <a:pt x="534" y="5004"/>
                    <a:pt x="468" y="5071"/>
                    <a:pt x="434" y="5138"/>
                  </a:cubicBezTo>
                  <a:lnTo>
                    <a:pt x="34" y="6572"/>
                  </a:lnTo>
                  <a:cubicBezTo>
                    <a:pt x="1" y="6639"/>
                    <a:pt x="67" y="6706"/>
                    <a:pt x="134" y="6706"/>
                  </a:cubicBezTo>
                  <a:lnTo>
                    <a:pt x="901" y="6772"/>
                  </a:lnTo>
                  <a:cubicBezTo>
                    <a:pt x="914" y="6766"/>
                    <a:pt x="926" y="6764"/>
                    <a:pt x="938" y="6764"/>
                  </a:cubicBezTo>
                  <a:cubicBezTo>
                    <a:pt x="990" y="6764"/>
                    <a:pt x="1035" y="6818"/>
                    <a:pt x="1035" y="6872"/>
                  </a:cubicBezTo>
                  <a:cubicBezTo>
                    <a:pt x="1001" y="7139"/>
                    <a:pt x="1001" y="7373"/>
                    <a:pt x="1035" y="7640"/>
                  </a:cubicBezTo>
                  <a:cubicBezTo>
                    <a:pt x="1035" y="7706"/>
                    <a:pt x="1001" y="7806"/>
                    <a:pt x="968" y="7873"/>
                  </a:cubicBezTo>
                  <a:lnTo>
                    <a:pt x="67" y="8907"/>
                  </a:lnTo>
                  <a:cubicBezTo>
                    <a:pt x="34" y="8974"/>
                    <a:pt x="1" y="9041"/>
                    <a:pt x="34" y="9141"/>
                  </a:cubicBezTo>
                  <a:lnTo>
                    <a:pt x="434" y="10041"/>
                  </a:lnTo>
                  <a:cubicBezTo>
                    <a:pt x="468" y="10041"/>
                    <a:pt x="468" y="10075"/>
                    <a:pt x="468" y="10075"/>
                  </a:cubicBezTo>
                  <a:lnTo>
                    <a:pt x="501" y="10075"/>
                  </a:lnTo>
                  <a:cubicBezTo>
                    <a:pt x="534" y="10075"/>
                    <a:pt x="568" y="10041"/>
                    <a:pt x="601" y="10041"/>
                  </a:cubicBezTo>
                  <a:lnTo>
                    <a:pt x="1535" y="9207"/>
                  </a:lnTo>
                  <a:cubicBezTo>
                    <a:pt x="1584" y="9159"/>
                    <a:pt x="1633" y="9128"/>
                    <a:pt x="1682" y="9128"/>
                  </a:cubicBezTo>
                  <a:cubicBezTo>
                    <a:pt x="1700" y="9128"/>
                    <a:pt x="1717" y="9132"/>
                    <a:pt x="1735" y="9141"/>
                  </a:cubicBezTo>
                  <a:cubicBezTo>
                    <a:pt x="1869" y="9241"/>
                    <a:pt x="2002" y="9341"/>
                    <a:pt x="2169" y="9374"/>
                  </a:cubicBezTo>
                  <a:cubicBezTo>
                    <a:pt x="2236" y="9408"/>
                    <a:pt x="2269" y="9474"/>
                    <a:pt x="2236" y="9541"/>
                  </a:cubicBezTo>
                  <a:lnTo>
                    <a:pt x="1969" y="10842"/>
                  </a:lnTo>
                  <a:cubicBezTo>
                    <a:pt x="1935" y="10875"/>
                    <a:pt x="1969" y="10909"/>
                    <a:pt x="2002" y="10942"/>
                  </a:cubicBezTo>
                  <a:lnTo>
                    <a:pt x="2102" y="10942"/>
                  </a:lnTo>
                  <a:lnTo>
                    <a:pt x="3003" y="10842"/>
                  </a:lnTo>
                  <a:cubicBezTo>
                    <a:pt x="3070" y="10842"/>
                    <a:pt x="3136" y="10775"/>
                    <a:pt x="3203" y="10709"/>
                  </a:cubicBezTo>
                  <a:lnTo>
                    <a:pt x="3670" y="9408"/>
                  </a:lnTo>
                  <a:cubicBezTo>
                    <a:pt x="3737" y="9308"/>
                    <a:pt x="3803" y="9241"/>
                    <a:pt x="3870" y="9207"/>
                  </a:cubicBezTo>
                  <a:cubicBezTo>
                    <a:pt x="3970" y="9141"/>
                    <a:pt x="4070" y="9107"/>
                    <a:pt x="4170" y="9041"/>
                  </a:cubicBezTo>
                  <a:cubicBezTo>
                    <a:pt x="4270" y="9007"/>
                    <a:pt x="4337" y="8941"/>
                    <a:pt x="4437" y="8874"/>
                  </a:cubicBezTo>
                  <a:cubicBezTo>
                    <a:pt x="4487" y="8841"/>
                    <a:pt x="4529" y="8824"/>
                    <a:pt x="4562" y="8824"/>
                  </a:cubicBezTo>
                  <a:cubicBezTo>
                    <a:pt x="4596" y="8824"/>
                    <a:pt x="4621" y="8841"/>
                    <a:pt x="4637" y="8874"/>
                  </a:cubicBezTo>
                  <a:lnTo>
                    <a:pt x="5104" y="9574"/>
                  </a:lnTo>
                  <a:cubicBezTo>
                    <a:pt x="5114" y="9584"/>
                    <a:pt x="5127" y="9588"/>
                    <a:pt x="5141" y="9588"/>
                  </a:cubicBezTo>
                  <a:cubicBezTo>
                    <a:pt x="5174" y="9588"/>
                    <a:pt x="5214" y="9565"/>
                    <a:pt x="5238" y="9541"/>
                  </a:cubicBezTo>
                  <a:lnTo>
                    <a:pt x="6239" y="8507"/>
                  </a:lnTo>
                  <a:cubicBezTo>
                    <a:pt x="6305" y="8440"/>
                    <a:pt x="6339" y="8340"/>
                    <a:pt x="6305" y="8273"/>
                  </a:cubicBezTo>
                  <a:lnTo>
                    <a:pt x="6038" y="7339"/>
                  </a:lnTo>
                  <a:cubicBezTo>
                    <a:pt x="6038" y="7273"/>
                    <a:pt x="6038" y="7173"/>
                    <a:pt x="6105" y="7106"/>
                  </a:cubicBezTo>
                  <a:cubicBezTo>
                    <a:pt x="6272" y="6839"/>
                    <a:pt x="6405" y="6572"/>
                    <a:pt x="6539" y="6305"/>
                  </a:cubicBezTo>
                  <a:cubicBezTo>
                    <a:pt x="6605" y="6239"/>
                    <a:pt x="6672" y="6172"/>
                    <a:pt x="6772" y="6172"/>
                  </a:cubicBezTo>
                  <a:lnTo>
                    <a:pt x="7606" y="5938"/>
                  </a:lnTo>
                  <a:cubicBezTo>
                    <a:pt x="7673" y="5938"/>
                    <a:pt x="7773" y="5872"/>
                    <a:pt x="7806" y="5805"/>
                  </a:cubicBezTo>
                  <a:lnTo>
                    <a:pt x="8207" y="4337"/>
                  </a:lnTo>
                  <a:cubicBezTo>
                    <a:pt x="8240" y="4304"/>
                    <a:pt x="8207" y="4271"/>
                    <a:pt x="8173" y="4237"/>
                  </a:cubicBezTo>
                  <a:lnTo>
                    <a:pt x="8140" y="4237"/>
                  </a:lnTo>
                  <a:lnTo>
                    <a:pt x="7339" y="4204"/>
                  </a:lnTo>
                  <a:cubicBezTo>
                    <a:pt x="7273" y="4204"/>
                    <a:pt x="7206" y="4137"/>
                    <a:pt x="7239" y="4070"/>
                  </a:cubicBezTo>
                  <a:lnTo>
                    <a:pt x="7239" y="3704"/>
                  </a:lnTo>
                  <a:lnTo>
                    <a:pt x="7239" y="3303"/>
                  </a:lnTo>
                  <a:cubicBezTo>
                    <a:pt x="7239" y="3237"/>
                    <a:pt x="7239" y="3136"/>
                    <a:pt x="7306" y="3070"/>
                  </a:cubicBezTo>
                  <a:lnTo>
                    <a:pt x="8173" y="2036"/>
                  </a:lnTo>
                  <a:cubicBezTo>
                    <a:pt x="8240" y="1969"/>
                    <a:pt x="8240" y="1902"/>
                    <a:pt x="8240" y="1802"/>
                  </a:cubicBezTo>
                  <a:lnTo>
                    <a:pt x="7806" y="902"/>
                  </a:lnTo>
                  <a:cubicBezTo>
                    <a:pt x="7806" y="902"/>
                    <a:pt x="7806" y="868"/>
                    <a:pt x="7773" y="868"/>
                  </a:cubicBezTo>
                  <a:cubicBezTo>
                    <a:pt x="7740" y="868"/>
                    <a:pt x="7706" y="868"/>
                    <a:pt x="7640" y="902"/>
                  </a:cubicBezTo>
                  <a:lnTo>
                    <a:pt x="6739" y="1735"/>
                  </a:lnTo>
                  <a:cubicBezTo>
                    <a:pt x="6698" y="1777"/>
                    <a:pt x="6656" y="1805"/>
                    <a:pt x="6615" y="1805"/>
                  </a:cubicBezTo>
                  <a:cubicBezTo>
                    <a:pt x="6590" y="1805"/>
                    <a:pt x="6564" y="1794"/>
                    <a:pt x="6539" y="1769"/>
                  </a:cubicBezTo>
                  <a:cubicBezTo>
                    <a:pt x="6405" y="1669"/>
                    <a:pt x="6272" y="1602"/>
                    <a:pt x="6105" y="1569"/>
                  </a:cubicBezTo>
                  <a:cubicBezTo>
                    <a:pt x="6038" y="1535"/>
                    <a:pt x="6005" y="1469"/>
                    <a:pt x="6005" y="1402"/>
                  </a:cubicBezTo>
                  <a:lnTo>
                    <a:pt x="6305" y="101"/>
                  </a:lnTo>
                  <a:cubicBezTo>
                    <a:pt x="6305" y="68"/>
                    <a:pt x="6305" y="34"/>
                    <a:pt x="62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3" name="Shape 2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4" name="Google Shape;2534;p54"/>
          <p:cNvSpPr txBox="1"/>
          <p:nvPr>
            <p:ph idx="1" type="body"/>
          </p:nvPr>
        </p:nvSpPr>
        <p:spPr>
          <a:xfrm>
            <a:off x="273350" y="824575"/>
            <a:ext cx="3762900" cy="40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Inventario centralizado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Menor número de errores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Mayor control de activos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Mejor trazabilidad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Gestión más eficiente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Acceso rápido a la información 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5" name="Google Shape;2535;p54" title="completed-stamp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6250" y="447675"/>
            <a:ext cx="4802949" cy="3698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9" name="Shape 2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0" name="Google Shape;2540;p55"/>
          <p:cNvSpPr txBox="1"/>
          <p:nvPr>
            <p:ph idx="2" type="title"/>
          </p:nvPr>
        </p:nvSpPr>
        <p:spPr>
          <a:xfrm flipH="1">
            <a:off x="616300" y="3795175"/>
            <a:ext cx="1635300" cy="988500"/>
          </a:xfrm>
          <a:prstGeom prst="rect">
            <a:avLst/>
          </a:prstGeom>
        </p:spPr>
        <p:txBody>
          <a:bodyPr anchorCtr="0" anchor="b" bIns="91425" lIns="91425" spcFirstLastPara="1" rIns="11255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08</a:t>
            </a:r>
            <a:endParaRPr/>
          </a:p>
        </p:txBody>
      </p:sp>
      <p:sp>
        <p:nvSpPr>
          <p:cNvPr id="2541" name="Google Shape;2541;p55"/>
          <p:cNvSpPr txBox="1"/>
          <p:nvPr>
            <p:ph type="title"/>
          </p:nvPr>
        </p:nvSpPr>
        <p:spPr>
          <a:xfrm flipH="1">
            <a:off x="238125" y="1008775"/>
            <a:ext cx="8287500" cy="26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4500">
                <a:solidFill>
                  <a:schemeClr val="dk1"/>
                </a:solidFill>
              </a:rPr>
              <a:t>DIFICULTADES </a:t>
            </a:r>
            <a:endParaRPr sz="4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500">
                <a:solidFill>
                  <a:schemeClr val="dk1"/>
                </a:solidFill>
              </a:rPr>
              <a:t>ENCONTRADAS</a:t>
            </a:r>
            <a:endParaRPr sz="4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chemeClr val="dk1"/>
              </a:solidFill>
            </a:endParaRPr>
          </a:p>
        </p:txBody>
      </p:sp>
      <p:grpSp>
        <p:nvGrpSpPr>
          <p:cNvPr id="2542" name="Google Shape;2542;p55"/>
          <p:cNvGrpSpPr/>
          <p:nvPr/>
        </p:nvGrpSpPr>
        <p:grpSpPr>
          <a:xfrm>
            <a:off x="5313079" y="871955"/>
            <a:ext cx="3093441" cy="2952953"/>
            <a:chOff x="1410350" y="458825"/>
            <a:chExt cx="4602650" cy="4394275"/>
          </a:xfrm>
        </p:grpSpPr>
        <p:sp>
          <p:nvSpPr>
            <p:cNvPr id="2543" name="Google Shape;2543;p55"/>
            <p:cNvSpPr/>
            <p:nvPr/>
          </p:nvSpPr>
          <p:spPr>
            <a:xfrm>
              <a:off x="1758925" y="3935750"/>
              <a:ext cx="1210050" cy="698875"/>
            </a:xfrm>
            <a:custGeom>
              <a:rect b="b" l="l" r="r" t="t"/>
              <a:pathLst>
                <a:path extrusionOk="0" h="27955" w="48402">
                  <a:moveTo>
                    <a:pt x="24185" y="1"/>
                  </a:moveTo>
                  <a:cubicBezTo>
                    <a:pt x="10842" y="1"/>
                    <a:pt x="1" y="6272"/>
                    <a:pt x="1" y="13978"/>
                  </a:cubicBezTo>
                  <a:cubicBezTo>
                    <a:pt x="1" y="21716"/>
                    <a:pt x="10842" y="27954"/>
                    <a:pt x="24185" y="27954"/>
                  </a:cubicBezTo>
                  <a:cubicBezTo>
                    <a:pt x="37561" y="27954"/>
                    <a:pt x="48402" y="21716"/>
                    <a:pt x="48402" y="13978"/>
                  </a:cubicBezTo>
                  <a:cubicBezTo>
                    <a:pt x="48402" y="6272"/>
                    <a:pt x="37561" y="1"/>
                    <a:pt x="24185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55"/>
            <p:cNvSpPr/>
            <p:nvPr/>
          </p:nvSpPr>
          <p:spPr>
            <a:xfrm>
              <a:off x="1522225" y="3195650"/>
              <a:ext cx="531950" cy="799350"/>
            </a:xfrm>
            <a:custGeom>
              <a:rect b="b" l="l" r="r" t="t"/>
              <a:pathLst>
                <a:path extrusionOk="0" h="31974" w="21278">
                  <a:moveTo>
                    <a:pt x="6424" y="0"/>
                  </a:moveTo>
                  <a:cubicBezTo>
                    <a:pt x="2958" y="0"/>
                    <a:pt x="1" y="2810"/>
                    <a:pt x="2797" y="6522"/>
                  </a:cubicBezTo>
                  <a:cubicBezTo>
                    <a:pt x="6366" y="11258"/>
                    <a:pt x="16374" y="17830"/>
                    <a:pt x="15973" y="29872"/>
                  </a:cubicBezTo>
                  <a:lnTo>
                    <a:pt x="20677" y="31973"/>
                  </a:lnTo>
                  <a:cubicBezTo>
                    <a:pt x="20677" y="31973"/>
                    <a:pt x="21277" y="23267"/>
                    <a:pt x="20043" y="16462"/>
                  </a:cubicBezTo>
                  <a:cubicBezTo>
                    <a:pt x="18775" y="9691"/>
                    <a:pt x="13605" y="2852"/>
                    <a:pt x="9302" y="684"/>
                  </a:cubicBezTo>
                  <a:cubicBezTo>
                    <a:pt x="8377" y="215"/>
                    <a:pt x="7381" y="0"/>
                    <a:pt x="642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55"/>
            <p:cNvSpPr/>
            <p:nvPr/>
          </p:nvSpPr>
          <p:spPr>
            <a:xfrm>
              <a:off x="1522225" y="3195650"/>
              <a:ext cx="531950" cy="799350"/>
            </a:xfrm>
            <a:custGeom>
              <a:rect b="b" l="l" r="r" t="t"/>
              <a:pathLst>
                <a:path extrusionOk="0" h="31974" w="21278">
                  <a:moveTo>
                    <a:pt x="6424" y="0"/>
                  </a:moveTo>
                  <a:cubicBezTo>
                    <a:pt x="2958" y="0"/>
                    <a:pt x="1" y="2810"/>
                    <a:pt x="2797" y="6522"/>
                  </a:cubicBezTo>
                  <a:cubicBezTo>
                    <a:pt x="6366" y="11258"/>
                    <a:pt x="16374" y="17830"/>
                    <a:pt x="15973" y="29872"/>
                  </a:cubicBezTo>
                  <a:lnTo>
                    <a:pt x="20677" y="31973"/>
                  </a:lnTo>
                  <a:cubicBezTo>
                    <a:pt x="20677" y="31973"/>
                    <a:pt x="21277" y="23267"/>
                    <a:pt x="20043" y="16462"/>
                  </a:cubicBezTo>
                  <a:cubicBezTo>
                    <a:pt x="18775" y="9691"/>
                    <a:pt x="13605" y="2852"/>
                    <a:pt x="9302" y="684"/>
                  </a:cubicBezTo>
                  <a:cubicBezTo>
                    <a:pt x="8377" y="215"/>
                    <a:pt x="7381" y="0"/>
                    <a:pt x="642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55"/>
            <p:cNvSpPr/>
            <p:nvPr/>
          </p:nvSpPr>
          <p:spPr>
            <a:xfrm>
              <a:off x="1704725" y="3274425"/>
              <a:ext cx="308575" cy="560450"/>
            </a:xfrm>
            <a:custGeom>
              <a:rect b="b" l="l" r="r" t="t"/>
              <a:pathLst>
                <a:path extrusionOk="0" h="22418" w="12343">
                  <a:moveTo>
                    <a:pt x="253" y="0"/>
                  </a:moveTo>
                  <a:cubicBezTo>
                    <a:pt x="181" y="0"/>
                    <a:pt x="110" y="37"/>
                    <a:pt x="67" y="102"/>
                  </a:cubicBezTo>
                  <a:cubicBezTo>
                    <a:pt x="0" y="202"/>
                    <a:pt x="34" y="335"/>
                    <a:pt x="134" y="402"/>
                  </a:cubicBezTo>
                  <a:cubicBezTo>
                    <a:pt x="7172" y="5506"/>
                    <a:pt x="11509" y="13545"/>
                    <a:pt x="11876" y="22218"/>
                  </a:cubicBezTo>
                  <a:cubicBezTo>
                    <a:pt x="11876" y="22351"/>
                    <a:pt x="11976" y="22418"/>
                    <a:pt x="12109" y="22418"/>
                  </a:cubicBezTo>
                  <a:cubicBezTo>
                    <a:pt x="12242" y="22418"/>
                    <a:pt x="12343" y="22318"/>
                    <a:pt x="12309" y="22184"/>
                  </a:cubicBezTo>
                  <a:cubicBezTo>
                    <a:pt x="11942" y="13378"/>
                    <a:pt x="7539" y="5205"/>
                    <a:pt x="367" y="35"/>
                  </a:cubicBezTo>
                  <a:cubicBezTo>
                    <a:pt x="332" y="11"/>
                    <a:pt x="292" y="0"/>
                    <a:pt x="2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55"/>
            <p:cNvSpPr/>
            <p:nvPr/>
          </p:nvSpPr>
          <p:spPr>
            <a:xfrm>
              <a:off x="1410350" y="3567025"/>
              <a:ext cx="682175" cy="701325"/>
            </a:xfrm>
            <a:custGeom>
              <a:rect b="b" l="l" r="r" t="t"/>
              <a:pathLst>
                <a:path extrusionOk="0" h="28053" w="27287">
                  <a:moveTo>
                    <a:pt x="4462" y="1"/>
                  </a:moveTo>
                  <a:cubicBezTo>
                    <a:pt x="3571" y="1"/>
                    <a:pt x="2727" y="247"/>
                    <a:pt x="2035" y="873"/>
                  </a:cubicBezTo>
                  <a:cubicBezTo>
                    <a:pt x="0" y="2641"/>
                    <a:pt x="2736" y="6244"/>
                    <a:pt x="4870" y="7878"/>
                  </a:cubicBezTo>
                  <a:cubicBezTo>
                    <a:pt x="5971" y="8712"/>
                    <a:pt x="6271" y="9379"/>
                    <a:pt x="5471" y="10480"/>
                  </a:cubicBezTo>
                  <a:cubicBezTo>
                    <a:pt x="5004" y="11114"/>
                    <a:pt x="4770" y="11514"/>
                    <a:pt x="4303" y="12148"/>
                  </a:cubicBezTo>
                  <a:cubicBezTo>
                    <a:pt x="3870" y="12748"/>
                    <a:pt x="3670" y="13516"/>
                    <a:pt x="3736" y="14250"/>
                  </a:cubicBezTo>
                  <a:cubicBezTo>
                    <a:pt x="3903" y="15384"/>
                    <a:pt x="4837" y="16184"/>
                    <a:pt x="5871" y="16651"/>
                  </a:cubicBezTo>
                  <a:cubicBezTo>
                    <a:pt x="6905" y="17085"/>
                    <a:pt x="8006" y="17285"/>
                    <a:pt x="9007" y="17785"/>
                  </a:cubicBezTo>
                  <a:cubicBezTo>
                    <a:pt x="9841" y="18186"/>
                    <a:pt x="10474" y="18886"/>
                    <a:pt x="10741" y="19787"/>
                  </a:cubicBezTo>
                  <a:cubicBezTo>
                    <a:pt x="10975" y="20721"/>
                    <a:pt x="10808" y="21688"/>
                    <a:pt x="10741" y="22656"/>
                  </a:cubicBezTo>
                  <a:cubicBezTo>
                    <a:pt x="10608" y="24890"/>
                    <a:pt x="11709" y="26258"/>
                    <a:pt x="13243" y="27192"/>
                  </a:cubicBezTo>
                  <a:cubicBezTo>
                    <a:pt x="14207" y="27802"/>
                    <a:pt x="15264" y="28052"/>
                    <a:pt x="16345" y="28052"/>
                  </a:cubicBezTo>
                  <a:cubicBezTo>
                    <a:pt x="17097" y="28052"/>
                    <a:pt x="17861" y="27931"/>
                    <a:pt x="18614" y="27726"/>
                  </a:cubicBezTo>
                  <a:cubicBezTo>
                    <a:pt x="20815" y="27059"/>
                    <a:pt x="22817" y="25891"/>
                    <a:pt x="24451" y="24290"/>
                  </a:cubicBezTo>
                  <a:cubicBezTo>
                    <a:pt x="26152" y="22656"/>
                    <a:pt x="27286" y="20254"/>
                    <a:pt x="26819" y="17919"/>
                  </a:cubicBezTo>
                  <a:cubicBezTo>
                    <a:pt x="26453" y="16151"/>
                    <a:pt x="25185" y="14650"/>
                    <a:pt x="23717" y="13582"/>
                  </a:cubicBezTo>
                  <a:cubicBezTo>
                    <a:pt x="22850" y="12949"/>
                    <a:pt x="21849" y="12382"/>
                    <a:pt x="21349" y="11414"/>
                  </a:cubicBezTo>
                  <a:cubicBezTo>
                    <a:pt x="20715" y="10213"/>
                    <a:pt x="21082" y="8746"/>
                    <a:pt x="20882" y="7411"/>
                  </a:cubicBezTo>
                  <a:cubicBezTo>
                    <a:pt x="20648" y="5977"/>
                    <a:pt x="19748" y="4743"/>
                    <a:pt x="18480" y="4076"/>
                  </a:cubicBezTo>
                  <a:cubicBezTo>
                    <a:pt x="17012" y="3308"/>
                    <a:pt x="15311" y="3375"/>
                    <a:pt x="13710" y="3275"/>
                  </a:cubicBezTo>
                  <a:cubicBezTo>
                    <a:pt x="12242" y="3242"/>
                    <a:pt x="10808" y="2741"/>
                    <a:pt x="9607" y="1941"/>
                  </a:cubicBezTo>
                  <a:cubicBezTo>
                    <a:pt x="8287" y="1023"/>
                    <a:pt x="6277" y="1"/>
                    <a:pt x="446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55"/>
            <p:cNvSpPr/>
            <p:nvPr/>
          </p:nvSpPr>
          <p:spPr>
            <a:xfrm>
              <a:off x="1524875" y="3615475"/>
              <a:ext cx="405875" cy="535475"/>
            </a:xfrm>
            <a:custGeom>
              <a:rect b="b" l="l" r="r" t="t"/>
              <a:pathLst>
                <a:path extrusionOk="0" h="21419" w="16235">
                  <a:moveTo>
                    <a:pt x="394" y="1"/>
                  </a:moveTo>
                  <a:cubicBezTo>
                    <a:pt x="156" y="1"/>
                    <a:pt x="0" y="361"/>
                    <a:pt x="256" y="503"/>
                  </a:cubicBezTo>
                  <a:cubicBezTo>
                    <a:pt x="356" y="536"/>
                    <a:pt x="8095" y="4940"/>
                    <a:pt x="12698" y="12845"/>
                  </a:cubicBezTo>
                  <a:cubicBezTo>
                    <a:pt x="10497" y="11719"/>
                    <a:pt x="8070" y="11157"/>
                    <a:pt x="5615" y="11157"/>
                  </a:cubicBezTo>
                  <a:cubicBezTo>
                    <a:pt x="4797" y="11157"/>
                    <a:pt x="3975" y="11219"/>
                    <a:pt x="3158" y="11344"/>
                  </a:cubicBezTo>
                  <a:cubicBezTo>
                    <a:pt x="2821" y="11375"/>
                    <a:pt x="2906" y="11856"/>
                    <a:pt x="3181" y="11856"/>
                  </a:cubicBezTo>
                  <a:cubicBezTo>
                    <a:pt x="3206" y="11856"/>
                    <a:pt x="3231" y="11853"/>
                    <a:pt x="3258" y="11845"/>
                  </a:cubicBezTo>
                  <a:cubicBezTo>
                    <a:pt x="4029" y="11724"/>
                    <a:pt x="4803" y="11664"/>
                    <a:pt x="5574" y="11664"/>
                  </a:cubicBezTo>
                  <a:cubicBezTo>
                    <a:pt x="8208" y="11664"/>
                    <a:pt x="10810" y="12356"/>
                    <a:pt x="13132" y="13646"/>
                  </a:cubicBezTo>
                  <a:cubicBezTo>
                    <a:pt x="14433" y="16014"/>
                    <a:pt x="15300" y="18583"/>
                    <a:pt x="15734" y="21218"/>
                  </a:cubicBezTo>
                  <a:cubicBezTo>
                    <a:pt x="15734" y="21318"/>
                    <a:pt x="15834" y="21418"/>
                    <a:pt x="15934" y="21418"/>
                  </a:cubicBezTo>
                  <a:lnTo>
                    <a:pt x="16034" y="21418"/>
                  </a:lnTo>
                  <a:cubicBezTo>
                    <a:pt x="16167" y="21418"/>
                    <a:pt x="16234" y="21285"/>
                    <a:pt x="16234" y="21151"/>
                  </a:cubicBezTo>
                  <a:cubicBezTo>
                    <a:pt x="15767" y="18449"/>
                    <a:pt x="14900" y="15847"/>
                    <a:pt x="13599" y="13446"/>
                  </a:cubicBezTo>
                  <a:cubicBezTo>
                    <a:pt x="13566" y="13379"/>
                    <a:pt x="13566" y="13346"/>
                    <a:pt x="13532" y="13312"/>
                  </a:cubicBezTo>
                  <a:cubicBezTo>
                    <a:pt x="13032" y="12412"/>
                    <a:pt x="12465" y="11511"/>
                    <a:pt x="11898" y="10644"/>
                  </a:cubicBezTo>
                  <a:cubicBezTo>
                    <a:pt x="11931" y="10243"/>
                    <a:pt x="12131" y="7308"/>
                    <a:pt x="13032" y="5040"/>
                  </a:cubicBezTo>
                  <a:cubicBezTo>
                    <a:pt x="13095" y="4851"/>
                    <a:pt x="12946" y="4715"/>
                    <a:pt x="12794" y="4715"/>
                  </a:cubicBezTo>
                  <a:cubicBezTo>
                    <a:pt x="12705" y="4715"/>
                    <a:pt x="12614" y="4762"/>
                    <a:pt x="12565" y="4873"/>
                  </a:cubicBezTo>
                  <a:cubicBezTo>
                    <a:pt x="11964" y="6541"/>
                    <a:pt x="11598" y="8242"/>
                    <a:pt x="11431" y="10010"/>
                  </a:cubicBezTo>
                  <a:cubicBezTo>
                    <a:pt x="8462" y="6007"/>
                    <a:pt x="4759" y="2638"/>
                    <a:pt x="523" y="36"/>
                  </a:cubicBezTo>
                  <a:cubicBezTo>
                    <a:pt x="479" y="11"/>
                    <a:pt x="435" y="1"/>
                    <a:pt x="3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55"/>
            <p:cNvSpPr/>
            <p:nvPr/>
          </p:nvSpPr>
          <p:spPr>
            <a:xfrm>
              <a:off x="1974075" y="2335450"/>
              <a:ext cx="836375" cy="2011275"/>
            </a:xfrm>
            <a:custGeom>
              <a:rect b="b" l="l" r="r" t="t"/>
              <a:pathLst>
                <a:path extrusionOk="0" h="80451" w="33455">
                  <a:moveTo>
                    <a:pt x="7473" y="0"/>
                  </a:moveTo>
                  <a:cubicBezTo>
                    <a:pt x="4671" y="5905"/>
                    <a:pt x="4170" y="9440"/>
                    <a:pt x="4037" y="14444"/>
                  </a:cubicBezTo>
                  <a:cubicBezTo>
                    <a:pt x="3837" y="24818"/>
                    <a:pt x="2869" y="37060"/>
                    <a:pt x="2869" y="37060"/>
                  </a:cubicBezTo>
                  <a:cubicBezTo>
                    <a:pt x="2736" y="38228"/>
                    <a:pt x="1702" y="40596"/>
                    <a:pt x="935" y="45766"/>
                  </a:cubicBezTo>
                  <a:cubicBezTo>
                    <a:pt x="34" y="51804"/>
                    <a:pt x="601" y="67716"/>
                    <a:pt x="601" y="67716"/>
                  </a:cubicBezTo>
                  <a:lnTo>
                    <a:pt x="568" y="68449"/>
                  </a:lnTo>
                  <a:cubicBezTo>
                    <a:pt x="534" y="69283"/>
                    <a:pt x="1" y="76122"/>
                    <a:pt x="334" y="78356"/>
                  </a:cubicBezTo>
                  <a:cubicBezTo>
                    <a:pt x="556" y="79687"/>
                    <a:pt x="1415" y="80451"/>
                    <a:pt x="2281" y="80451"/>
                  </a:cubicBezTo>
                  <a:cubicBezTo>
                    <a:pt x="3109" y="80451"/>
                    <a:pt x="3944" y="79754"/>
                    <a:pt x="4237" y="78190"/>
                  </a:cubicBezTo>
                  <a:cubicBezTo>
                    <a:pt x="4537" y="76655"/>
                    <a:pt x="4904" y="69350"/>
                    <a:pt x="4938" y="68650"/>
                  </a:cubicBezTo>
                  <a:lnTo>
                    <a:pt x="5004" y="68116"/>
                  </a:lnTo>
                  <a:cubicBezTo>
                    <a:pt x="5204" y="66615"/>
                    <a:pt x="5538" y="65581"/>
                    <a:pt x="6172" y="63312"/>
                  </a:cubicBezTo>
                  <a:cubicBezTo>
                    <a:pt x="7906" y="57208"/>
                    <a:pt x="10675" y="43765"/>
                    <a:pt x="11509" y="39162"/>
                  </a:cubicBezTo>
                  <a:cubicBezTo>
                    <a:pt x="12176" y="35392"/>
                    <a:pt x="14211" y="27987"/>
                    <a:pt x="15312" y="24051"/>
                  </a:cubicBezTo>
                  <a:lnTo>
                    <a:pt x="17914" y="39962"/>
                  </a:lnTo>
                  <a:cubicBezTo>
                    <a:pt x="17914" y="39962"/>
                    <a:pt x="17713" y="43131"/>
                    <a:pt x="17713" y="45433"/>
                  </a:cubicBezTo>
                  <a:cubicBezTo>
                    <a:pt x="17713" y="50236"/>
                    <a:pt x="21149" y="63879"/>
                    <a:pt x="21283" y="65547"/>
                  </a:cubicBezTo>
                  <a:cubicBezTo>
                    <a:pt x="21082" y="66348"/>
                    <a:pt x="20615" y="66882"/>
                    <a:pt x="20615" y="68283"/>
                  </a:cubicBezTo>
                  <a:cubicBezTo>
                    <a:pt x="20615" y="69083"/>
                    <a:pt x="21316" y="70117"/>
                    <a:pt x="23084" y="72586"/>
                  </a:cubicBezTo>
                  <a:cubicBezTo>
                    <a:pt x="23618" y="73286"/>
                    <a:pt x="23951" y="75788"/>
                    <a:pt x="24452" y="76488"/>
                  </a:cubicBezTo>
                  <a:cubicBezTo>
                    <a:pt x="25219" y="77589"/>
                    <a:pt x="27921" y="78290"/>
                    <a:pt x="29689" y="78523"/>
                  </a:cubicBezTo>
                  <a:cubicBezTo>
                    <a:pt x="29903" y="78553"/>
                    <a:pt x="30127" y="78568"/>
                    <a:pt x="30352" y="78568"/>
                  </a:cubicBezTo>
                  <a:cubicBezTo>
                    <a:pt x="31876" y="78568"/>
                    <a:pt x="33454" y="77898"/>
                    <a:pt x="32524" y="76822"/>
                  </a:cubicBezTo>
                  <a:cubicBezTo>
                    <a:pt x="32190" y="76355"/>
                    <a:pt x="29722" y="74153"/>
                    <a:pt x="29355" y="73720"/>
                  </a:cubicBezTo>
                  <a:cubicBezTo>
                    <a:pt x="28221" y="72352"/>
                    <a:pt x="27320" y="70818"/>
                    <a:pt x="26686" y="69183"/>
                  </a:cubicBezTo>
                  <a:cubicBezTo>
                    <a:pt x="26186" y="67882"/>
                    <a:pt x="26019" y="67315"/>
                    <a:pt x="26019" y="66548"/>
                  </a:cubicBezTo>
                  <a:lnTo>
                    <a:pt x="26053" y="65814"/>
                  </a:lnTo>
                  <a:cubicBezTo>
                    <a:pt x="26053" y="65814"/>
                    <a:pt x="26553" y="53872"/>
                    <a:pt x="26453" y="40196"/>
                  </a:cubicBezTo>
                  <a:cubicBezTo>
                    <a:pt x="26353" y="24585"/>
                    <a:pt x="24952" y="6739"/>
                    <a:pt x="24618" y="4103"/>
                  </a:cubicBezTo>
                  <a:lnTo>
                    <a:pt x="7473" y="0"/>
                  </a:ln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55"/>
            <p:cNvSpPr/>
            <p:nvPr/>
          </p:nvSpPr>
          <p:spPr>
            <a:xfrm>
              <a:off x="1978250" y="2292075"/>
              <a:ext cx="671350" cy="1469500"/>
            </a:xfrm>
            <a:custGeom>
              <a:rect b="b" l="l" r="r" t="t"/>
              <a:pathLst>
                <a:path extrusionOk="0" h="58780" w="26854">
                  <a:moveTo>
                    <a:pt x="6372" y="1"/>
                  </a:moveTo>
                  <a:lnTo>
                    <a:pt x="6272" y="1102"/>
                  </a:lnTo>
                  <a:cubicBezTo>
                    <a:pt x="5404" y="3136"/>
                    <a:pt x="3370" y="5805"/>
                    <a:pt x="2369" y="11042"/>
                  </a:cubicBezTo>
                  <a:cubicBezTo>
                    <a:pt x="1869" y="13644"/>
                    <a:pt x="2069" y="16179"/>
                    <a:pt x="2035" y="19748"/>
                  </a:cubicBezTo>
                  <a:cubicBezTo>
                    <a:pt x="2002" y="24952"/>
                    <a:pt x="2669" y="35560"/>
                    <a:pt x="2469" y="37961"/>
                  </a:cubicBezTo>
                  <a:cubicBezTo>
                    <a:pt x="2269" y="40363"/>
                    <a:pt x="1035" y="43198"/>
                    <a:pt x="534" y="46834"/>
                  </a:cubicBezTo>
                  <a:cubicBezTo>
                    <a:pt x="1" y="50504"/>
                    <a:pt x="67" y="57175"/>
                    <a:pt x="67" y="57175"/>
                  </a:cubicBezTo>
                  <a:cubicBezTo>
                    <a:pt x="67" y="57175"/>
                    <a:pt x="1068" y="58376"/>
                    <a:pt x="3570" y="58743"/>
                  </a:cubicBezTo>
                  <a:cubicBezTo>
                    <a:pt x="3808" y="58768"/>
                    <a:pt x="4047" y="58780"/>
                    <a:pt x="4285" y="58780"/>
                  </a:cubicBezTo>
                  <a:cubicBezTo>
                    <a:pt x="5643" y="58780"/>
                    <a:pt x="6976" y="58380"/>
                    <a:pt x="8140" y="57642"/>
                  </a:cubicBezTo>
                  <a:cubicBezTo>
                    <a:pt x="8140" y="57642"/>
                    <a:pt x="11442" y="44633"/>
                    <a:pt x="11809" y="42831"/>
                  </a:cubicBezTo>
                  <a:cubicBezTo>
                    <a:pt x="12209" y="40997"/>
                    <a:pt x="15111" y="26553"/>
                    <a:pt x="15111" y="26553"/>
                  </a:cubicBezTo>
                  <a:lnTo>
                    <a:pt x="17280" y="41831"/>
                  </a:lnTo>
                  <a:cubicBezTo>
                    <a:pt x="17079" y="43832"/>
                    <a:pt x="17046" y="45800"/>
                    <a:pt x="17179" y="47768"/>
                  </a:cubicBezTo>
                  <a:cubicBezTo>
                    <a:pt x="17380" y="51438"/>
                    <a:pt x="18914" y="56641"/>
                    <a:pt x="18914" y="56641"/>
                  </a:cubicBezTo>
                  <a:cubicBezTo>
                    <a:pt x="18914" y="56641"/>
                    <a:pt x="19719" y="57417"/>
                    <a:pt x="22006" y="57417"/>
                  </a:cubicBezTo>
                  <a:cubicBezTo>
                    <a:pt x="22138" y="57417"/>
                    <a:pt x="22275" y="57414"/>
                    <a:pt x="22417" y="57409"/>
                  </a:cubicBezTo>
                  <a:cubicBezTo>
                    <a:pt x="25018" y="57342"/>
                    <a:pt x="26186" y="56508"/>
                    <a:pt x="26186" y="56508"/>
                  </a:cubicBezTo>
                  <a:cubicBezTo>
                    <a:pt x="26186" y="56508"/>
                    <a:pt x="26620" y="42998"/>
                    <a:pt x="26753" y="30323"/>
                  </a:cubicBezTo>
                  <a:cubicBezTo>
                    <a:pt x="26853" y="20983"/>
                    <a:pt x="26019" y="7840"/>
                    <a:pt x="23984" y="1635"/>
                  </a:cubicBezTo>
                  <a:lnTo>
                    <a:pt x="24018" y="334"/>
                  </a:lnTo>
                  <a:lnTo>
                    <a:pt x="24018" y="334"/>
                  </a:lnTo>
                  <a:cubicBezTo>
                    <a:pt x="21847" y="1734"/>
                    <a:pt x="18833" y="2290"/>
                    <a:pt x="15867" y="2290"/>
                  </a:cubicBezTo>
                  <a:cubicBezTo>
                    <a:pt x="11906" y="2290"/>
                    <a:pt x="8031" y="1298"/>
                    <a:pt x="637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55"/>
            <p:cNvSpPr/>
            <p:nvPr/>
          </p:nvSpPr>
          <p:spPr>
            <a:xfrm>
              <a:off x="1939900" y="4028325"/>
              <a:ext cx="185150" cy="429850"/>
            </a:xfrm>
            <a:custGeom>
              <a:rect b="b" l="l" r="r" t="t"/>
              <a:pathLst>
                <a:path extrusionOk="0" h="17194" w="7406">
                  <a:moveTo>
                    <a:pt x="1968" y="1"/>
                  </a:moveTo>
                  <a:cubicBezTo>
                    <a:pt x="1168" y="1"/>
                    <a:pt x="1668" y="3136"/>
                    <a:pt x="1434" y="5138"/>
                  </a:cubicBezTo>
                  <a:cubicBezTo>
                    <a:pt x="1201" y="7272"/>
                    <a:pt x="467" y="8840"/>
                    <a:pt x="234" y="10608"/>
                  </a:cubicBezTo>
                  <a:cubicBezTo>
                    <a:pt x="0" y="12643"/>
                    <a:pt x="167" y="13477"/>
                    <a:pt x="867" y="15145"/>
                  </a:cubicBezTo>
                  <a:cubicBezTo>
                    <a:pt x="1238" y="16048"/>
                    <a:pt x="2720" y="17194"/>
                    <a:pt x="3948" y="17194"/>
                  </a:cubicBezTo>
                  <a:cubicBezTo>
                    <a:pt x="4487" y="17194"/>
                    <a:pt x="4978" y="16972"/>
                    <a:pt x="5304" y="16412"/>
                  </a:cubicBezTo>
                  <a:cubicBezTo>
                    <a:pt x="6405" y="14544"/>
                    <a:pt x="6672" y="12443"/>
                    <a:pt x="6571" y="10441"/>
                  </a:cubicBezTo>
                  <a:cubicBezTo>
                    <a:pt x="6471" y="8373"/>
                    <a:pt x="6338" y="6839"/>
                    <a:pt x="6338" y="5271"/>
                  </a:cubicBezTo>
                  <a:cubicBezTo>
                    <a:pt x="6338" y="3870"/>
                    <a:pt x="7405" y="601"/>
                    <a:pt x="6371" y="401"/>
                  </a:cubicBezTo>
                  <a:lnTo>
                    <a:pt x="6371" y="401"/>
                  </a:lnTo>
                  <a:lnTo>
                    <a:pt x="6305" y="935"/>
                  </a:lnTo>
                  <a:cubicBezTo>
                    <a:pt x="6110" y="1341"/>
                    <a:pt x="5008" y="1663"/>
                    <a:pt x="3955" y="1663"/>
                  </a:cubicBezTo>
                  <a:cubicBezTo>
                    <a:pt x="3020" y="1663"/>
                    <a:pt x="2123" y="1409"/>
                    <a:pt x="1935" y="734"/>
                  </a:cubicBezTo>
                  <a:lnTo>
                    <a:pt x="1968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55"/>
            <p:cNvSpPr/>
            <p:nvPr/>
          </p:nvSpPr>
          <p:spPr>
            <a:xfrm>
              <a:off x="2477775" y="4085025"/>
              <a:ext cx="73400" cy="134300"/>
            </a:xfrm>
            <a:custGeom>
              <a:rect b="b" l="l" r="r" t="t"/>
              <a:pathLst>
                <a:path extrusionOk="0" h="5372" w="2936">
                  <a:moveTo>
                    <a:pt x="267" y="1"/>
                  </a:moveTo>
                  <a:cubicBezTo>
                    <a:pt x="0" y="1035"/>
                    <a:pt x="234" y="3770"/>
                    <a:pt x="234" y="3770"/>
                  </a:cubicBezTo>
                  <a:cubicBezTo>
                    <a:pt x="234" y="3770"/>
                    <a:pt x="668" y="4738"/>
                    <a:pt x="2202" y="5371"/>
                  </a:cubicBezTo>
                  <a:lnTo>
                    <a:pt x="2936" y="1535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55"/>
            <p:cNvSpPr/>
            <p:nvPr/>
          </p:nvSpPr>
          <p:spPr>
            <a:xfrm>
              <a:off x="2532825" y="4116725"/>
              <a:ext cx="107600" cy="103425"/>
            </a:xfrm>
            <a:custGeom>
              <a:rect b="b" l="l" r="r" t="t"/>
              <a:pathLst>
                <a:path extrusionOk="0" h="4137" w="4304">
                  <a:moveTo>
                    <a:pt x="4303" y="0"/>
                  </a:moveTo>
                  <a:lnTo>
                    <a:pt x="434" y="1902"/>
                  </a:lnTo>
                  <a:lnTo>
                    <a:pt x="0" y="4137"/>
                  </a:lnTo>
                  <a:lnTo>
                    <a:pt x="3436" y="3036"/>
                  </a:lnTo>
                  <a:lnTo>
                    <a:pt x="43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55"/>
            <p:cNvSpPr/>
            <p:nvPr/>
          </p:nvSpPr>
          <p:spPr>
            <a:xfrm>
              <a:off x="2479450" y="3973950"/>
              <a:ext cx="350900" cy="353150"/>
            </a:xfrm>
            <a:custGeom>
              <a:rect b="b" l="l" r="r" t="t"/>
              <a:pathLst>
                <a:path extrusionOk="0" h="14126" w="14036">
                  <a:moveTo>
                    <a:pt x="1028" y="1"/>
                  </a:moveTo>
                  <a:cubicBezTo>
                    <a:pt x="744" y="1"/>
                    <a:pt x="489" y="1013"/>
                    <a:pt x="234" y="1842"/>
                  </a:cubicBezTo>
                  <a:cubicBezTo>
                    <a:pt x="0" y="2676"/>
                    <a:pt x="0" y="3610"/>
                    <a:pt x="200" y="4444"/>
                  </a:cubicBezTo>
                  <a:cubicBezTo>
                    <a:pt x="467" y="5411"/>
                    <a:pt x="1801" y="6379"/>
                    <a:pt x="2369" y="7246"/>
                  </a:cubicBezTo>
                  <a:cubicBezTo>
                    <a:pt x="2936" y="8080"/>
                    <a:pt x="3136" y="10148"/>
                    <a:pt x="3803" y="11315"/>
                  </a:cubicBezTo>
                  <a:cubicBezTo>
                    <a:pt x="4503" y="12450"/>
                    <a:pt x="7039" y="13550"/>
                    <a:pt x="8706" y="13951"/>
                  </a:cubicBezTo>
                  <a:cubicBezTo>
                    <a:pt x="9265" y="14071"/>
                    <a:pt x="9788" y="14125"/>
                    <a:pt x="10268" y="14125"/>
                  </a:cubicBezTo>
                  <a:cubicBezTo>
                    <a:pt x="12713" y="14125"/>
                    <a:pt x="14035" y="12725"/>
                    <a:pt x="13143" y="11582"/>
                  </a:cubicBezTo>
                  <a:cubicBezTo>
                    <a:pt x="12342" y="10548"/>
                    <a:pt x="9874" y="9214"/>
                    <a:pt x="8640" y="6879"/>
                  </a:cubicBezTo>
                  <a:cubicBezTo>
                    <a:pt x="7272" y="4277"/>
                    <a:pt x="6305" y="508"/>
                    <a:pt x="5838" y="274"/>
                  </a:cubicBezTo>
                  <a:lnTo>
                    <a:pt x="5804" y="1008"/>
                  </a:lnTo>
                  <a:cubicBezTo>
                    <a:pt x="5462" y="1635"/>
                    <a:pt x="4852" y="1824"/>
                    <a:pt x="4162" y="1824"/>
                  </a:cubicBezTo>
                  <a:cubicBezTo>
                    <a:pt x="4044" y="1824"/>
                    <a:pt x="3924" y="1818"/>
                    <a:pt x="3803" y="1809"/>
                  </a:cubicBezTo>
                  <a:cubicBezTo>
                    <a:pt x="2102" y="1709"/>
                    <a:pt x="1301" y="1141"/>
                    <a:pt x="1068" y="674"/>
                  </a:cubicBezTo>
                  <a:lnTo>
                    <a:pt x="1068" y="7"/>
                  </a:lnTo>
                  <a:cubicBezTo>
                    <a:pt x="1054" y="3"/>
                    <a:pt x="1041" y="1"/>
                    <a:pt x="102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55"/>
            <p:cNvSpPr/>
            <p:nvPr/>
          </p:nvSpPr>
          <p:spPr>
            <a:xfrm>
              <a:off x="1985750" y="2318775"/>
              <a:ext cx="212675" cy="1192550"/>
            </a:xfrm>
            <a:custGeom>
              <a:rect b="b" l="l" r="r" t="t"/>
              <a:pathLst>
                <a:path extrusionOk="0" h="47702" w="8507">
                  <a:moveTo>
                    <a:pt x="8107" y="0"/>
                  </a:moveTo>
                  <a:cubicBezTo>
                    <a:pt x="5605" y="5337"/>
                    <a:pt x="3670" y="10107"/>
                    <a:pt x="3503" y="18614"/>
                  </a:cubicBezTo>
                  <a:cubicBezTo>
                    <a:pt x="3470" y="20448"/>
                    <a:pt x="3437" y="22250"/>
                    <a:pt x="3437" y="23984"/>
                  </a:cubicBezTo>
                  <a:cubicBezTo>
                    <a:pt x="3370" y="30088"/>
                    <a:pt x="3303" y="35359"/>
                    <a:pt x="2436" y="37927"/>
                  </a:cubicBezTo>
                  <a:cubicBezTo>
                    <a:pt x="2269" y="38461"/>
                    <a:pt x="2069" y="39028"/>
                    <a:pt x="1835" y="39595"/>
                  </a:cubicBezTo>
                  <a:cubicBezTo>
                    <a:pt x="1569" y="40329"/>
                    <a:pt x="1302" y="41096"/>
                    <a:pt x="1001" y="41964"/>
                  </a:cubicBezTo>
                  <a:cubicBezTo>
                    <a:pt x="668" y="43198"/>
                    <a:pt x="401" y="44465"/>
                    <a:pt x="201" y="45766"/>
                  </a:cubicBezTo>
                  <a:cubicBezTo>
                    <a:pt x="134" y="46367"/>
                    <a:pt x="67" y="47001"/>
                    <a:pt x="1" y="47701"/>
                  </a:cubicBezTo>
                  <a:cubicBezTo>
                    <a:pt x="501" y="44999"/>
                    <a:pt x="1235" y="42331"/>
                    <a:pt x="2236" y="39729"/>
                  </a:cubicBezTo>
                  <a:cubicBezTo>
                    <a:pt x="2469" y="39128"/>
                    <a:pt x="2669" y="38595"/>
                    <a:pt x="2869" y="38027"/>
                  </a:cubicBezTo>
                  <a:cubicBezTo>
                    <a:pt x="3737" y="35426"/>
                    <a:pt x="3803" y="30122"/>
                    <a:pt x="3870" y="23984"/>
                  </a:cubicBezTo>
                  <a:cubicBezTo>
                    <a:pt x="3870" y="22216"/>
                    <a:pt x="3904" y="20415"/>
                    <a:pt x="3937" y="18614"/>
                  </a:cubicBezTo>
                  <a:cubicBezTo>
                    <a:pt x="4104" y="10174"/>
                    <a:pt x="6005" y="5437"/>
                    <a:pt x="8507" y="134"/>
                  </a:cubicBezTo>
                  <a:lnTo>
                    <a:pt x="8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55"/>
            <p:cNvSpPr/>
            <p:nvPr/>
          </p:nvSpPr>
          <p:spPr>
            <a:xfrm>
              <a:off x="2356025" y="2645675"/>
              <a:ext cx="175150" cy="576275"/>
            </a:xfrm>
            <a:custGeom>
              <a:rect b="b" l="l" r="r" t="t"/>
              <a:pathLst>
                <a:path extrusionOk="0" h="23051" w="7006">
                  <a:moveTo>
                    <a:pt x="7005" y="0"/>
                  </a:moveTo>
                  <a:lnTo>
                    <a:pt x="7005" y="0"/>
                  </a:lnTo>
                  <a:cubicBezTo>
                    <a:pt x="5404" y="2035"/>
                    <a:pt x="2035" y="2869"/>
                    <a:pt x="2035" y="2869"/>
                  </a:cubicBezTo>
                  <a:lnTo>
                    <a:pt x="0" y="12409"/>
                  </a:lnTo>
                  <a:lnTo>
                    <a:pt x="1501" y="23050"/>
                  </a:lnTo>
                  <a:lnTo>
                    <a:pt x="1168" y="12910"/>
                  </a:lnTo>
                  <a:lnTo>
                    <a:pt x="3236" y="3903"/>
                  </a:lnTo>
                  <a:cubicBezTo>
                    <a:pt x="6738" y="2502"/>
                    <a:pt x="7005" y="0"/>
                    <a:pt x="70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55"/>
            <p:cNvSpPr/>
            <p:nvPr/>
          </p:nvSpPr>
          <p:spPr>
            <a:xfrm>
              <a:off x="1969075" y="3628050"/>
              <a:ext cx="240200" cy="156850"/>
            </a:xfrm>
            <a:custGeom>
              <a:rect b="b" l="l" r="r" t="t"/>
              <a:pathLst>
                <a:path extrusionOk="0" h="6274" w="9608">
                  <a:moveTo>
                    <a:pt x="434" y="0"/>
                  </a:moveTo>
                  <a:cubicBezTo>
                    <a:pt x="34" y="234"/>
                    <a:pt x="67" y="834"/>
                    <a:pt x="34" y="2102"/>
                  </a:cubicBezTo>
                  <a:cubicBezTo>
                    <a:pt x="1" y="2936"/>
                    <a:pt x="67" y="3769"/>
                    <a:pt x="201" y="4603"/>
                  </a:cubicBezTo>
                  <a:cubicBezTo>
                    <a:pt x="301" y="4904"/>
                    <a:pt x="1068" y="5904"/>
                    <a:pt x="4037" y="6205"/>
                  </a:cubicBezTo>
                  <a:cubicBezTo>
                    <a:pt x="4459" y="6252"/>
                    <a:pt x="4845" y="6273"/>
                    <a:pt x="5198" y="6273"/>
                  </a:cubicBezTo>
                  <a:cubicBezTo>
                    <a:pt x="7328" y="6273"/>
                    <a:pt x="8240" y="5504"/>
                    <a:pt x="8440" y="5104"/>
                  </a:cubicBezTo>
                  <a:cubicBezTo>
                    <a:pt x="8840" y="4003"/>
                    <a:pt x="9174" y="2902"/>
                    <a:pt x="9441" y="1768"/>
                  </a:cubicBezTo>
                  <a:cubicBezTo>
                    <a:pt x="9607" y="1101"/>
                    <a:pt x="9307" y="1001"/>
                    <a:pt x="9307" y="1001"/>
                  </a:cubicBezTo>
                  <a:lnTo>
                    <a:pt x="9107" y="1768"/>
                  </a:lnTo>
                  <a:cubicBezTo>
                    <a:pt x="9107" y="1768"/>
                    <a:pt x="8055" y="2621"/>
                    <a:pt x="5454" y="2621"/>
                  </a:cubicBezTo>
                  <a:cubicBezTo>
                    <a:pt x="5237" y="2621"/>
                    <a:pt x="5009" y="2615"/>
                    <a:pt x="4771" y="2602"/>
                  </a:cubicBezTo>
                  <a:cubicBezTo>
                    <a:pt x="1668" y="2435"/>
                    <a:pt x="468" y="901"/>
                    <a:pt x="468" y="901"/>
                  </a:cubicBezTo>
                  <a:lnTo>
                    <a:pt x="434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55"/>
            <p:cNvSpPr/>
            <p:nvPr/>
          </p:nvSpPr>
          <p:spPr>
            <a:xfrm>
              <a:off x="1969075" y="3628050"/>
              <a:ext cx="240200" cy="156850"/>
            </a:xfrm>
            <a:custGeom>
              <a:rect b="b" l="l" r="r" t="t"/>
              <a:pathLst>
                <a:path extrusionOk="0" h="6274" w="9608">
                  <a:moveTo>
                    <a:pt x="434" y="0"/>
                  </a:moveTo>
                  <a:cubicBezTo>
                    <a:pt x="34" y="234"/>
                    <a:pt x="67" y="834"/>
                    <a:pt x="34" y="2102"/>
                  </a:cubicBezTo>
                  <a:cubicBezTo>
                    <a:pt x="1" y="2936"/>
                    <a:pt x="67" y="3769"/>
                    <a:pt x="201" y="4603"/>
                  </a:cubicBezTo>
                  <a:cubicBezTo>
                    <a:pt x="301" y="4904"/>
                    <a:pt x="1068" y="5904"/>
                    <a:pt x="4037" y="6205"/>
                  </a:cubicBezTo>
                  <a:cubicBezTo>
                    <a:pt x="4459" y="6252"/>
                    <a:pt x="4845" y="6273"/>
                    <a:pt x="5198" y="6273"/>
                  </a:cubicBezTo>
                  <a:cubicBezTo>
                    <a:pt x="7328" y="6273"/>
                    <a:pt x="8240" y="5504"/>
                    <a:pt x="8440" y="5104"/>
                  </a:cubicBezTo>
                  <a:cubicBezTo>
                    <a:pt x="8840" y="4003"/>
                    <a:pt x="9174" y="2902"/>
                    <a:pt x="9441" y="1768"/>
                  </a:cubicBezTo>
                  <a:cubicBezTo>
                    <a:pt x="9607" y="1101"/>
                    <a:pt x="9307" y="1001"/>
                    <a:pt x="9307" y="1001"/>
                  </a:cubicBezTo>
                  <a:lnTo>
                    <a:pt x="9107" y="1768"/>
                  </a:lnTo>
                  <a:cubicBezTo>
                    <a:pt x="9107" y="1768"/>
                    <a:pt x="8055" y="2621"/>
                    <a:pt x="5454" y="2621"/>
                  </a:cubicBezTo>
                  <a:cubicBezTo>
                    <a:pt x="5237" y="2621"/>
                    <a:pt x="5009" y="2615"/>
                    <a:pt x="4771" y="2602"/>
                  </a:cubicBezTo>
                  <a:cubicBezTo>
                    <a:pt x="1668" y="2435"/>
                    <a:pt x="468" y="901"/>
                    <a:pt x="468" y="901"/>
                  </a:cubicBezTo>
                  <a:lnTo>
                    <a:pt x="4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55"/>
            <p:cNvSpPr/>
            <p:nvPr/>
          </p:nvSpPr>
          <p:spPr>
            <a:xfrm>
              <a:off x="2430250" y="3649725"/>
              <a:ext cx="213500" cy="131525"/>
            </a:xfrm>
            <a:custGeom>
              <a:rect b="b" l="l" r="r" t="t"/>
              <a:pathLst>
                <a:path extrusionOk="0" h="5261" w="8540">
                  <a:moveTo>
                    <a:pt x="8173" y="0"/>
                  </a:moveTo>
                  <a:lnTo>
                    <a:pt x="8139" y="734"/>
                  </a:lnTo>
                  <a:cubicBezTo>
                    <a:pt x="8139" y="734"/>
                    <a:pt x="7606" y="1702"/>
                    <a:pt x="4703" y="1802"/>
                  </a:cubicBezTo>
                  <a:cubicBezTo>
                    <a:pt x="4574" y="1806"/>
                    <a:pt x="4447" y="1808"/>
                    <a:pt x="4323" y="1808"/>
                  </a:cubicBezTo>
                  <a:cubicBezTo>
                    <a:pt x="1682" y="1808"/>
                    <a:pt x="434" y="834"/>
                    <a:pt x="434" y="834"/>
                  </a:cubicBezTo>
                  <a:lnTo>
                    <a:pt x="267" y="234"/>
                  </a:lnTo>
                  <a:cubicBezTo>
                    <a:pt x="0" y="334"/>
                    <a:pt x="0" y="668"/>
                    <a:pt x="134" y="1368"/>
                  </a:cubicBezTo>
                  <a:cubicBezTo>
                    <a:pt x="234" y="2035"/>
                    <a:pt x="634" y="3570"/>
                    <a:pt x="734" y="4070"/>
                  </a:cubicBezTo>
                  <a:cubicBezTo>
                    <a:pt x="821" y="4476"/>
                    <a:pt x="2170" y="5261"/>
                    <a:pt x="4231" y="5261"/>
                  </a:cubicBezTo>
                  <a:cubicBezTo>
                    <a:pt x="4540" y="5261"/>
                    <a:pt x="4865" y="5243"/>
                    <a:pt x="5204" y="5204"/>
                  </a:cubicBezTo>
                  <a:cubicBezTo>
                    <a:pt x="7772" y="4904"/>
                    <a:pt x="8273" y="4237"/>
                    <a:pt x="8373" y="3570"/>
                  </a:cubicBezTo>
                  <a:cubicBezTo>
                    <a:pt x="8439" y="2869"/>
                    <a:pt x="8540" y="1101"/>
                    <a:pt x="8540" y="634"/>
                  </a:cubicBezTo>
                  <a:cubicBezTo>
                    <a:pt x="8540" y="167"/>
                    <a:pt x="8506" y="100"/>
                    <a:pt x="817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55"/>
            <p:cNvSpPr/>
            <p:nvPr/>
          </p:nvSpPr>
          <p:spPr>
            <a:xfrm>
              <a:off x="2430250" y="3649725"/>
              <a:ext cx="213500" cy="131525"/>
            </a:xfrm>
            <a:custGeom>
              <a:rect b="b" l="l" r="r" t="t"/>
              <a:pathLst>
                <a:path extrusionOk="0" h="5261" w="8540">
                  <a:moveTo>
                    <a:pt x="8173" y="0"/>
                  </a:moveTo>
                  <a:lnTo>
                    <a:pt x="8139" y="734"/>
                  </a:lnTo>
                  <a:cubicBezTo>
                    <a:pt x="8139" y="734"/>
                    <a:pt x="7606" y="1702"/>
                    <a:pt x="4703" y="1802"/>
                  </a:cubicBezTo>
                  <a:cubicBezTo>
                    <a:pt x="4574" y="1806"/>
                    <a:pt x="4447" y="1808"/>
                    <a:pt x="4323" y="1808"/>
                  </a:cubicBezTo>
                  <a:cubicBezTo>
                    <a:pt x="1682" y="1808"/>
                    <a:pt x="434" y="834"/>
                    <a:pt x="434" y="834"/>
                  </a:cubicBezTo>
                  <a:lnTo>
                    <a:pt x="267" y="234"/>
                  </a:lnTo>
                  <a:cubicBezTo>
                    <a:pt x="0" y="334"/>
                    <a:pt x="0" y="668"/>
                    <a:pt x="134" y="1368"/>
                  </a:cubicBezTo>
                  <a:cubicBezTo>
                    <a:pt x="234" y="2035"/>
                    <a:pt x="634" y="3570"/>
                    <a:pt x="734" y="4070"/>
                  </a:cubicBezTo>
                  <a:cubicBezTo>
                    <a:pt x="821" y="4476"/>
                    <a:pt x="2170" y="5261"/>
                    <a:pt x="4231" y="5261"/>
                  </a:cubicBezTo>
                  <a:cubicBezTo>
                    <a:pt x="4540" y="5261"/>
                    <a:pt x="4865" y="5243"/>
                    <a:pt x="5204" y="5204"/>
                  </a:cubicBezTo>
                  <a:cubicBezTo>
                    <a:pt x="7772" y="4904"/>
                    <a:pt x="8273" y="4237"/>
                    <a:pt x="8373" y="3570"/>
                  </a:cubicBezTo>
                  <a:cubicBezTo>
                    <a:pt x="8439" y="2869"/>
                    <a:pt x="8540" y="1101"/>
                    <a:pt x="8540" y="634"/>
                  </a:cubicBezTo>
                  <a:cubicBezTo>
                    <a:pt x="8540" y="167"/>
                    <a:pt x="8506" y="100"/>
                    <a:pt x="81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55"/>
            <p:cNvSpPr/>
            <p:nvPr/>
          </p:nvSpPr>
          <p:spPr>
            <a:xfrm>
              <a:off x="2003275" y="1376525"/>
              <a:ext cx="679675" cy="480475"/>
            </a:xfrm>
            <a:custGeom>
              <a:rect b="b" l="l" r="r" t="t"/>
              <a:pathLst>
                <a:path extrusionOk="0" h="19219" w="27187">
                  <a:moveTo>
                    <a:pt x="8267" y="0"/>
                  </a:moveTo>
                  <a:cubicBezTo>
                    <a:pt x="7705" y="0"/>
                    <a:pt x="7164" y="104"/>
                    <a:pt x="6672" y="364"/>
                  </a:cubicBezTo>
                  <a:cubicBezTo>
                    <a:pt x="5704" y="897"/>
                    <a:pt x="5004" y="1765"/>
                    <a:pt x="4637" y="2799"/>
                  </a:cubicBezTo>
                  <a:cubicBezTo>
                    <a:pt x="4070" y="4366"/>
                    <a:pt x="4203" y="6068"/>
                    <a:pt x="4237" y="7735"/>
                  </a:cubicBezTo>
                  <a:cubicBezTo>
                    <a:pt x="4270" y="8303"/>
                    <a:pt x="4170" y="8870"/>
                    <a:pt x="3970" y="9403"/>
                  </a:cubicBezTo>
                  <a:cubicBezTo>
                    <a:pt x="3764" y="9873"/>
                    <a:pt x="3300" y="10188"/>
                    <a:pt x="2804" y="10188"/>
                  </a:cubicBezTo>
                  <a:cubicBezTo>
                    <a:pt x="2737" y="10188"/>
                    <a:pt x="2670" y="10182"/>
                    <a:pt x="2602" y="10171"/>
                  </a:cubicBezTo>
                  <a:cubicBezTo>
                    <a:pt x="2035" y="10037"/>
                    <a:pt x="1768" y="9203"/>
                    <a:pt x="2202" y="8870"/>
                  </a:cubicBezTo>
                  <a:cubicBezTo>
                    <a:pt x="2155" y="8865"/>
                    <a:pt x="2110" y="8863"/>
                    <a:pt x="2065" y="8863"/>
                  </a:cubicBezTo>
                  <a:cubicBezTo>
                    <a:pt x="835" y="8863"/>
                    <a:pt x="409" y="10592"/>
                    <a:pt x="1568" y="11171"/>
                  </a:cubicBezTo>
                  <a:cubicBezTo>
                    <a:pt x="534" y="11338"/>
                    <a:pt x="0" y="12706"/>
                    <a:pt x="501" y="13606"/>
                  </a:cubicBezTo>
                  <a:cubicBezTo>
                    <a:pt x="913" y="14248"/>
                    <a:pt x="1593" y="14591"/>
                    <a:pt x="2303" y="14591"/>
                  </a:cubicBezTo>
                  <a:cubicBezTo>
                    <a:pt x="2627" y="14591"/>
                    <a:pt x="2956" y="14520"/>
                    <a:pt x="3269" y="14374"/>
                  </a:cubicBezTo>
                  <a:lnTo>
                    <a:pt x="3269" y="14374"/>
                  </a:lnTo>
                  <a:cubicBezTo>
                    <a:pt x="2869" y="15241"/>
                    <a:pt x="2635" y="16408"/>
                    <a:pt x="3770" y="17442"/>
                  </a:cubicBezTo>
                  <a:cubicBezTo>
                    <a:pt x="4365" y="17978"/>
                    <a:pt x="5160" y="18242"/>
                    <a:pt x="5869" y="18242"/>
                  </a:cubicBezTo>
                  <a:cubicBezTo>
                    <a:pt x="6352" y="18242"/>
                    <a:pt x="6794" y="18119"/>
                    <a:pt x="7105" y="17876"/>
                  </a:cubicBezTo>
                  <a:cubicBezTo>
                    <a:pt x="7601" y="18816"/>
                    <a:pt x="8179" y="18918"/>
                    <a:pt x="9062" y="18918"/>
                  </a:cubicBezTo>
                  <a:cubicBezTo>
                    <a:pt x="9308" y="18918"/>
                    <a:pt x="9577" y="18910"/>
                    <a:pt x="9874" y="18910"/>
                  </a:cubicBezTo>
                  <a:cubicBezTo>
                    <a:pt x="11242" y="18910"/>
                    <a:pt x="12509" y="18210"/>
                    <a:pt x="13243" y="17009"/>
                  </a:cubicBezTo>
                  <a:cubicBezTo>
                    <a:pt x="13243" y="18426"/>
                    <a:pt x="14819" y="19219"/>
                    <a:pt x="16090" y="19219"/>
                  </a:cubicBezTo>
                  <a:cubicBezTo>
                    <a:pt x="16165" y="19219"/>
                    <a:pt x="16239" y="19216"/>
                    <a:pt x="16312" y="19210"/>
                  </a:cubicBezTo>
                  <a:cubicBezTo>
                    <a:pt x="17146" y="19144"/>
                    <a:pt x="17946" y="18743"/>
                    <a:pt x="18547" y="18110"/>
                  </a:cubicBezTo>
                  <a:cubicBezTo>
                    <a:pt x="19177" y="18674"/>
                    <a:pt x="19907" y="18922"/>
                    <a:pt x="20619" y="18922"/>
                  </a:cubicBezTo>
                  <a:cubicBezTo>
                    <a:pt x="22433" y="18922"/>
                    <a:pt x="24124" y="17306"/>
                    <a:pt x="23717" y="15174"/>
                  </a:cubicBezTo>
                  <a:cubicBezTo>
                    <a:pt x="26186" y="15007"/>
                    <a:pt x="27186" y="11905"/>
                    <a:pt x="25285" y="10337"/>
                  </a:cubicBezTo>
                  <a:cubicBezTo>
                    <a:pt x="26219" y="9937"/>
                    <a:pt x="26819" y="9003"/>
                    <a:pt x="26352" y="7969"/>
                  </a:cubicBezTo>
                  <a:lnTo>
                    <a:pt x="26352" y="7969"/>
                  </a:lnTo>
                  <a:cubicBezTo>
                    <a:pt x="26167" y="8525"/>
                    <a:pt x="25792" y="8745"/>
                    <a:pt x="25295" y="8745"/>
                  </a:cubicBezTo>
                  <a:cubicBezTo>
                    <a:pt x="25166" y="8745"/>
                    <a:pt x="25029" y="8730"/>
                    <a:pt x="24885" y="8703"/>
                  </a:cubicBezTo>
                  <a:cubicBezTo>
                    <a:pt x="23484" y="8469"/>
                    <a:pt x="23183" y="7135"/>
                    <a:pt x="23083" y="6334"/>
                  </a:cubicBezTo>
                  <a:cubicBezTo>
                    <a:pt x="22983" y="5601"/>
                    <a:pt x="22283" y="5834"/>
                    <a:pt x="21749" y="5300"/>
                  </a:cubicBezTo>
                  <a:cubicBezTo>
                    <a:pt x="21182" y="4733"/>
                    <a:pt x="20515" y="4300"/>
                    <a:pt x="19781" y="3966"/>
                  </a:cubicBezTo>
                  <a:cubicBezTo>
                    <a:pt x="19414" y="3799"/>
                    <a:pt x="19014" y="3666"/>
                    <a:pt x="18647" y="3566"/>
                  </a:cubicBezTo>
                  <a:cubicBezTo>
                    <a:pt x="18247" y="3499"/>
                    <a:pt x="17880" y="3399"/>
                    <a:pt x="17546" y="3266"/>
                  </a:cubicBezTo>
                  <a:cubicBezTo>
                    <a:pt x="16779" y="2932"/>
                    <a:pt x="16045" y="2532"/>
                    <a:pt x="15278" y="2198"/>
                  </a:cubicBezTo>
                  <a:cubicBezTo>
                    <a:pt x="14511" y="1865"/>
                    <a:pt x="13610" y="1498"/>
                    <a:pt x="12776" y="1231"/>
                  </a:cubicBezTo>
                  <a:cubicBezTo>
                    <a:pt x="11483" y="767"/>
                    <a:pt x="9797" y="0"/>
                    <a:pt x="82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55"/>
            <p:cNvSpPr/>
            <p:nvPr/>
          </p:nvSpPr>
          <p:spPr>
            <a:xfrm>
              <a:off x="2502800" y="1427100"/>
              <a:ext cx="970700" cy="564800"/>
            </a:xfrm>
            <a:custGeom>
              <a:rect b="b" l="l" r="r" t="t"/>
              <a:pathLst>
                <a:path extrusionOk="0" h="22592" w="38828">
                  <a:moveTo>
                    <a:pt x="38053" y="0"/>
                  </a:moveTo>
                  <a:cubicBezTo>
                    <a:pt x="37359" y="0"/>
                    <a:pt x="36247" y="1251"/>
                    <a:pt x="35225" y="2410"/>
                  </a:cubicBezTo>
                  <a:cubicBezTo>
                    <a:pt x="34081" y="3620"/>
                    <a:pt x="32775" y="5247"/>
                    <a:pt x="32348" y="5247"/>
                  </a:cubicBezTo>
                  <a:cubicBezTo>
                    <a:pt x="32339" y="5247"/>
                    <a:pt x="32331" y="5247"/>
                    <a:pt x="32323" y="5245"/>
                  </a:cubicBezTo>
                  <a:cubicBezTo>
                    <a:pt x="31823" y="5179"/>
                    <a:pt x="32223" y="3511"/>
                    <a:pt x="31656" y="2610"/>
                  </a:cubicBezTo>
                  <a:cubicBezTo>
                    <a:pt x="31409" y="2193"/>
                    <a:pt x="31119" y="1998"/>
                    <a:pt x="30875" y="1998"/>
                  </a:cubicBezTo>
                  <a:cubicBezTo>
                    <a:pt x="30593" y="1998"/>
                    <a:pt x="30373" y="2260"/>
                    <a:pt x="30355" y="2744"/>
                  </a:cubicBezTo>
                  <a:cubicBezTo>
                    <a:pt x="30355" y="3511"/>
                    <a:pt x="29855" y="4645"/>
                    <a:pt x="29855" y="5946"/>
                  </a:cubicBezTo>
                  <a:cubicBezTo>
                    <a:pt x="29855" y="6580"/>
                    <a:pt x="30055" y="7947"/>
                    <a:pt x="29388" y="8581"/>
                  </a:cubicBezTo>
                  <a:cubicBezTo>
                    <a:pt x="28854" y="9115"/>
                    <a:pt x="18447" y="15419"/>
                    <a:pt x="18447" y="15419"/>
                  </a:cubicBezTo>
                  <a:cubicBezTo>
                    <a:pt x="18447" y="15419"/>
                    <a:pt x="12565" y="15578"/>
                    <a:pt x="9166" y="15578"/>
                  </a:cubicBezTo>
                  <a:cubicBezTo>
                    <a:pt x="8438" y="15578"/>
                    <a:pt x="7823" y="15571"/>
                    <a:pt x="7405" y="15553"/>
                  </a:cubicBezTo>
                  <a:cubicBezTo>
                    <a:pt x="5115" y="15469"/>
                    <a:pt x="4018" y="15222"/>
                    <a:pt x="1881" y="15222"/>
                  </a:cubicBezTo>
                  <a:cubicBezTo>
                    <a:pt x="1465" y="15222"/>
                    <a:pt x="1011" y="15231"/>
                    <a:pt x="501" y="15253"/>
                  </a:cubicBezTo>
                  <a:cubicBezTo>
                    <a:pt x="0" y="15920"/>
                    <a:pt x="1234" y="22191"/>
                    <a:pt x="4870" y="22591"/>
                  </a:cubicBezTo>
                  <a:cubicBezTo>
                    <a:pt x="4870" y="22591"/>
                    <a:pt x="13476" y="22424"/>
                    <a:pt x="16745" y="22291"/>
                  </a:cubicBezTo>
                  <a:cubicBezTo>
                    <a:pt x="19948" y="22158"/>
                    <a:pt x="20782" y="22158"/>
                    <a:pt x="21983" y="21324"/>
                  </a:cubicBezTo>
                  <a:cubicBezTo>
                    <a:pt x="24184" y="19823"/>
                    <a:pt x="26286" y="18188"/>
                    <a:pt x="28287" y="16453"/>
                  </a:cubicBezTo>
                  <a:cubicBezTo>
                    <a:pt x="31089" y="14118"/>
                    <a:pt x="32357" y="13118"/>
                    <a:pt x="32724" y="12918"/>
                  </a:cubicBezTo>
                  <a:cubicBezTo>
                    <a:pt x="33758" y="12250"/>
                    <a:pt x="34725" y="12117"/>
                    <a:pt x="35559" y="11583"/>
                  </a:cubicBezTo>
                  <a:cubicBezTo>
                    <a:pt x="36493" y="11050"/>
                    <a:pt x="37360" y="10349"/>
                    <a:pt x="38027" y="9482"/>
                  </a:cubicBezTo>
                  <a:cubicBezTo>
                    <a:pt x="38261" y="9215"/>
                    <a:pt x="38361" y="8848"/>
                    <a:pt x="38328" y="8514"/>
                  </a:cubicBezTo>
                  <a:cubicBezTo>
                    <a:pt x="38294" y="8348"/>
                    <a:pt x="38194" y="8181"/>
                    <a:pt x="38161" y="8014"/>
                  </a:cubicBezTo>
                  <a:cubicBezTo>
                    <a:pt x="38127" y="7714"/>
                    <a:pt x="38094" y="7414"/>
                    <a:pt x="38027" y="7147"/>
                  </a:cubicBezTo>
                  <a:cubicBezTo>
                    <a:pt x="37894" y="6780"/>
                    <a:pt x="37360" y="6613"/>
                    <a:pt x="37227" y="6246"/>
                  </a:cubicBezTo>
                  <a:cubicBezTo>
                    <a:pt x="37160" y="6079"/>
                    <a:pt x="37227" y="5579"/>
                    <a:pt x="37127" y="5446"/>
                  </a:cubicBezTo>
                  <a:cubicBezTo>
                    <a:pt x="36893" y="5179"/>
                    <a:pt x="36693" y="5145"/>
                    <a:pt x="36493" y="4979"/>
                  </a:cubicBezTo>
                  <a:cubicBezTo>
                    <a:pt x="36359" y="4879"/>
                    <a:pt x="36059" y="4712"/>
                    <a:pt x="36159" y="4512"/>
                  </a:cubicBezTo>
                  <a:cubicBezTo>
                    <a:pt x="36226" y="4311"/>
                    <a:pt x="36660" y="3878"/>
                    <a:pt x="37394" y="2744"/>
                  </a:cubicBezTo>
                  <a:cubicBezTo>
                    <a:pt x="38127" y="1610"/>
                    <a:pt x="38828" y="642"/>
                    <a:pt x="38428" y="175"/>
                  </a:cubicBezTo>
                  <a:cubicBezTo>
                    <a:pt x="38324" y="54"/>
                    <a:pt x="38198" y="0"/>
                    <a:pt x="38053" y="0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55"/>
            <p:cNvSpPr/>
            <p:nvPr/>
          </p:nvSpPr>
          <p:spPr>
            <a:xfrm>
              <a:off x="3326725" y="1561550"/>
              <a:ext cx="83400" cy="127625"/>
            </a:xfrm>
            <a:custGeom>
              <a:rect b="b" l="l" r="r" t="t"/>
              <a:pathLst>
                <a:path extrusionOk="0" h="5105" w="3336">
                  <a:moveTo>
                    <a:pt x="1835" y="1"/>
                  </a:moveTo>
                  <a:lnTo>
                    <a:pt x="1835" y="1"/>
                  </a:lnTo>
                  <a:cubicBezTo>
                    <a:pt x="1834" y="1"/>
                    <a:pt x="0" y="1469"/>
                    <a:pt x="67" y="2236"/>
                  </a:cubicBezTo>
                  <a:cubicBezTo>
                    <a:pt x="133" y="2703"/>
                    <a:pt x="467" y="3070"/>
                    <a:pt x="901" y="3237"/>
                  </a:cubicBezTo>
                  <a:cubicBezTo>
                    <a:pt x="867" y="3937"/>
                    <a:pt x="600" y="4604"/>
                    <a:pt x="133" y="5105"/>
                  </a:cubicBezTo>
                  <a:cubicBezTo>
                    <a:pt x="1245" y="4425"/>
                    <a:pt x="1328" y="3575"/>
                    <a:pt x="1334" y="3452"/>
                  </a:cubicBezTo>
                  <a:lnTo>
                    <a:pt x="1334" y="3452"/>
                  </a:lnTo>
                  <a:cubicBezTo>
                    <a:pt x="1313" y="4272"/>
                    <a:pt x="2268" y="4404"/>
                    <a:pt x="2268" y="4404"/>
                  </a:cubicBezTo>
                  <a:cubicBezTo>
                    <a:pt x="2290" y="4858"/>
                    <a:pt x="2592" y="4990"/>
                    <a:pt x="2893" y="4990"/>
                  </a:cubicBezTo>
                  <a:cubicBezTo>
                    <a:pt x="3056" y="4990"/>
                    <a:pt x="3219" y="4951"/>
                    <a:pt x="3336" y="4904"/>
                  </a:cubicBezTo>
                  <a:cubicBezTo>
                    <a:pt x="2869" y="4871"/>
                    <a:pt x="2502" y="4437"/>
                    <a:pt x="2535" y="3970"/>
                  </a:cubicBezTo>
                  <a:lnTo>
                    <a:pt x="2535" y="3970"/>
                  </a:lnTo>
                  <a:cubicBezTo>
                    <a:pt x="2483" y="3982"/>
                    <a:pt x="2431" y="3988"/>
                    <a:pt x="2379" y="3988"/>
                  </a:cubicBezTo>
                  <a:cubicBezTo>
                    <a:pt x="2134" y="3988"/>
                    <a:pt x="1906" y="3863"/>
                    <a:pt x="1768" y="3670"/>
                  </a:cubicBezTo>
                  <a:cubicBezTo>
                    <a:pt x="1601" y="3403"/>
                    <a:pt x="1568" y="3070"/>
                    <a:pt x="1701" y="2803"/>
                  </a:cubicBezTo>
                  <a:lnTo>
                    <a:pt x="1701" y="2803"/>
                  </a:lnTo>
                  <a:cubicBezTo>
                    <a:pt x="1568" y="2879"/>
                    <a:pt x="1424" y="2915"/>
                    <a:pt x="1282" y="2915"/>
                  </a:cubicBezTo>
                  <a:cubicBezTo>
                    <a:pt x="927" y="2915"/>
                    <a:pt x="586" y="2693"/>
                    <a:pt x="467" y="2336"/>
                  </a:cubicBezTo>
                  <a:cubicBezTo>
                    <a:pt x="267" y="1735"/>
                    <a:pt x="1201" y="902"/>
                    <a:pt x="1835" y="1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55"/>
            <p:cNvSpPr/>
            <p:nvPr/>
          </p:nvSpPr>
          <p:spPr>
            <a:xfrm>
              <a:off x="2101675" y="1807575"/>
              <a:ext cx="589600" cy="564400"/>
            </a:xfrm>
            <a:custGeom>
              <a:rect b="b" l="l" r="r" t="t"/>
              <a:pathLst>
                <a:path extrusionOk="0" h="22576" w="23584">
                  <a:moveTo>
                    <a:pt x="7272" y="0"/>
                  </a:moveTo>
                  <a:lnTo>
                    <a:pt x="2269" y="501"/>
                  </a:lnTo>
                  <a:cubicBezTo>
                    <a:pt x="3103" y="5838"/>
                    <a:pt x="467" y="11142"/>
                    <a:pt x="467" y="11142"/>
                  </a:cubicBezTo>
                  <a:cubicBezTo>
                    <a:pt x="334" y="14544"/>
                    <a:pt x="0" y="18480"/>
                    <a:pt x="1468" y="19247"/>
                  </a:cubicBezTo>
                  <a:cubicBezTo>
                    <a:pt x="1468" y="19714"/>
                    <a:pt x="1535" y="20148"/>
                    <a:pt x="1635" y="20582"/>
                  </a:cubicBezTo>
                  <a:cubicBezTo>
                    <a:pt x="3811" y="21709"/>
                    <a:pt x="7537" y="22575"/>
                    <a:pt x="11265" y="22575"/>
                  </a:cubicBezTo>
                  <a:cubicBezTo>
                    <a:pt x="13937" y="22575"/>
                    <a:pt x="16610" y="22130"/>
                    <a:pt x="18714" y="21015"/>
                  </a:cubicBezTo>
                  <a:lnTo>
                    <a:pt x="19081" y="19548"/>
                  </a:lnTo>
                  <a:cubicBezTo>
                    <a:pt x="20315" y="18714"/>
                    <a:pt x="20048" y="15178"/>
                    <a:pt x="20282" y="12643"/>
                  </a:cubicBezTo>
                  <a:cubicBezTo>
                    <a:pt x="23584" y="8139"/>
                    <a:pt x="19081" y="2369"/>
                    <a:pt x="16512" y="34"/>
                  </a:cubicBezTo>
                  <a:lnTo>
                    <a:pt x="13343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55"/>
            <p:cNvSpPr/>
            <p:nvPr/>
          </p:nvSpPr>
          <p:spPr>
            <a:xfrm>
              <a:off x="2135875" y="2288750"/>
              <a:ext cx="442825" cy="96450"/>
            </a:xfrm>
            <a:custGeom>
              <a:rect b="b" l="l" r="r" t="t"/>
              <a:pathLst>
                <a:path extrusionOk="0" h="3858" w="17713">
                  <a:moveTo>
                    <a:pt x="100" y="0"/>
                  </a:moveTo>
                  <a:lnTo>
                    <a:pt x="0" y="1235"/>
                  </a:lnTo>
                  <a:cubicBezTo>
                    <a:pt x="0" y="1235"/>
                    <a:pt x="1301" y="3570"/>
                    <a:pt x="8573" y="3836"/>
                  </a:cubicBezTo>
                  <a:cubicBezTo>
                    <a:pt x="8966" y="3851"/>
                    <a:pt x="9343" y="3858"/>
                    <a:pt x="9705" y="3858"/>
                  </a:cubicBezTo>
                  <a:cubicBezTo>
                    <a:pt x="16038" y="3858"/>
                    <a:pt x="17679" y="1768"/>
                    <a:pt x="17679" y="1768"/>
                  </a:cubicBezTo>
                  <a:lnTo>
                    <a:pt x="17713" y="301"/>
                  </a:lnTo>
                  <a:lnTo>
                    <a:pt x="17713" y="301"/>
                  </a:lnTo>
                  <a:cubicBezTo>
                    <a:pt x="15528" y="1709"/>
                    <a:pt x="12489" y="2269"/>
                    <a:pt x="9508" y="2269"/>
                  </a:cubicBezTo>
                  <a:cubicBezTo>
                    <a:pt x="5570" y="2269"/>
                    <a:pt x="1733" y="1291"/>
                    <a:pt x="100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55"/>
            <p:cNvSpPr/>
            <p:nvPr/>
          </p:nvSpPr>
          <p:spPr>
            <a:xfrm>
              <a:off x="2100000" y="1215475"/>
              <a:ext cx="543750" cy="548750"/>
            </a:xfrm>
            <a:custGeom>
              <a:rect b="b" l="l" r="r" t="t"/>
              <a:pathLst>
                <a:path extrusionOk="0" h="21950" w="21750">
                  <a:moveTo>
                    <a:pt x="8440" y="1"/>
                  </a:moveTo>
                  <a:lnTo>
                    <a:pt x="8440" y="1"/>
                  </a:lnTo>
                  <a:cubicBezTo>
                    <a:pt x="8640" y="668"/>
                    <a:pt x="8140" y="1368"/>
                    <a:pt x="7539" y="1735"/>
                  </a:cubicBezTo>
                  <a:cubicBezTo>
                    <a:pt x="6939" y="2102"/>
                    <a:pt x="6238" y="2269"/>
                    <a:pt x="5638" y="2636"/>
                  </a:cubicBezTo>
                  <a:cubicBezTo>
                    <a:pt x="5138" y="2936"/>
                    <a:pt x="4771" y="3370"/>
                    <a:pt x="4504" y="3870"/>
                  </a:cubicBezTo>
                  <a:cubicBezTo>
                    <a:pt x="4170" y="4471"/>
                    <a:pt x="3803" y="5771"/>
                    <a:pt x="4270" y="6439"/>
                  </a:cubicBezTo>
                  <a:cubicBezTo>
                    <a:pt x="1" y="8807"/>
                    <a:pt x="1535" y="14211"/>
                    <a:pt x="2903" y="16312"/>
                  </a:cubicBezTo>
                  <a:cubicBezTo>
                    <a:pt x="4337" y="18581"/>
                    <a:pt x="7306" y="21082"/>
                    <a:pt x="7306" y="21950"/>
                  </a:cubicBezTo>
                  <a:lnTo>
                    <a:pt x="18147" y="10808"/>
                  </a:lnTo>
                  <a:cubicBezTo>
                    <a:pt x="18147" y="10808"/>
                    <a:pt x="19081" y="12243"/>
                    <a:pt x="20115" y="12309"/>
                  </a:cubicBezTo>
                  <a:cubicBezTo>
                    <a:pt x="20156" y="12312"/>
                    <a:pt x="20196" y="12313"/>
                    <a:pt x="20234" y="12313"/>
                  </a:cubicBezTo>
                  <a:cubicBezTo>
                    <a:pt x="21190" y="12313"/>
                    <a:pt x="21283" y="11542"/>
                    <a:pt x="21283" y="11542"/>
                  </a:cubicBezTo>
                  <a:lnTo>
                    <a:pt x="21283" y="11542"/>
                  </a:lnTo>
                  <a:cubicBezTo>
                    <a:pt x="21189" y="11667"/>
                    <a:pt x="21062" y="11721"/>
                    <a:pt x="20936" y="11721"/>
                  </a:cubicBezTo>
                  <a:cubicBezTo>
                    <a:pt x="20658" y="11721"/>
                    <a:pt x="20380" y="11463"/>
                    <a:pt x="20449" y="11142"/>
                  </a:cubicBezTo>
                  <a:cubicBezTo>
                    <a:pt x="20615" y="10608"/>
                    <a:pt x="21549" y="10408"/>
                    <a:pt x="21683" y="9407"/>
                  </a:cubicBezTo>
                  <a:cubicBezTo>
                    <a:pt x="21750" y="8974"/>
                    <a:pt x="21616" y="8507"/>
                    <a:pt x="21349" y="8140"/>
                  </a:cubicBezTo>
                  <a:cubicBezTo>
                    <a:pt x="21016" y="7673"/>
                    <a:pt x="20849" y="7606"/>
                    <a:pt x="21049" y="7006"/>
                  </a:cubicBezTo>
                  <a:cubicBezTo>
                    <a:pt x="21483" y="5538"/>
                    <a:pt x="21016" y="3470"/>
                    <a:pt x="19448" y="2803"/>
                  </a:cubicBezTo>
                  <a:cubicBezTo>
                    <a:pt x="19137" y="2684"/>
                    <a:pt x="18812" y="2625"/>
                    <a:pt x="18489" y="2625"/>
                  </a:cubicBezTo>
                  <a:cubicBezTo>
                    <a:pt x="18085" y="2625"/>
                    <a:pt x="17684" y="2717"/>
                    <a:pt x="17313" y="2903"/>
                  </a:cubicBezTo>
                  <a:cubicBezTo>
                    <a:pt x="17246" y="2836"/>
                    <a:pt x="17180" y="2769"/>
                    <a:pt x="17113" y="2703"/>
                  </a:cubicBezTo>
                  <a:cubicBezTo>
                    <a:pt x="16919" y="2561"/>
                    <a:pt x="16701" y="2494"/>
                    <a:pt x="16487" y="2494"/>
                  </a:cubicBezTo>
                  <a:cubicBezTo>
                    <a:pt x="16147" y="2494"/>
                    <a:pt x="15816" y="2663"/>
                    <a:pt x="15612" y="2969"/>
                  </a:cubicBezTo>
                  <a:cubicBezTo>
                    <a:pt x="15779" y="2302"/>
                    <a:pt x="15545" y="1635"/>
                    <a:pt x="15011" y="1235"/>
                  </a:cubicBezTo>
                  <a:cubicBezTo>
                    <a:pt x="14681" y="987"/>
                    <a:pt x="14287" y="867"/>
                    <a:pt x="13884" y="867"/>
                  </a:cubicBezTo>
                  <a:cubicBezTo>
                    <a:pt x="13636" y="867"/>
                    <a:pt x="13385" y="912"/>
                    <a:pt x="13143" y="1001"/>
                  </a:cubicBezTo>
                  <a:cubicBezTo>
                    <a:pt x="12543" y="1235"/>
                    <a:pt x="12043" y="1702"/>
                    <a:pt x="11742" y="2302"/>
                  </a:cubicBezTo>
                  <a:cubicBezTo>
                    <a:pt x="11876" y="1869"/>
                    <a:pt x="11676" y="1402"/>
                    <a:pt x="11309" y="1202"/>
                  </a:cubicBezTo>
                  <a:cubicBezTo>
                    <a:pt x="11109" y="1118"/>
                    <a:pt x="10892" y="1076"/>
                    <a:pt x="10675" y="1076"/>
                  </a:cubicBezTo>
                  <a:cubicBezTo>
                    <a:pt x="10458" y="1076"/>
                    <a:pt x="10241" y="1118"/>
                    <a:pt x="10041" y="1202"/>
                  </a:cubicBezTo>
                  <a:cubicBezTo>
                    <a:pt x="9641" y="1402"/>
                    <a:pt x="9307" y="1635"/>
                    <a:pt x="9007" y="1935"/>
                  </a:cubicBezTo>
                  <a:cubicBezTo>
                    <a:pt x="9407" y="1268"/>
                    <a:pt x="9141" y="368"/>
                    <a:pt x="84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55"/>
            <p:cNvSpPr/>
            <p:nvPr/>
          </p:nvSpPr>
          <p:spPr>
            <a:xfrm>
              <a:off x="2184225" y="1371425"/>
              <a:ext cx="407825" cy="543275"/>
            </a:xfrm>
            <a:custGeom>
              <a:rect b="b" l="l" r="r" t="t"/>
              <a:pathLst>
                <a:path extrusionOk="0" h="21731" w="16313">
                  <a:moveTo>
                    <a:pt x="13711" y="0"/>
                  </a:moveTo>
                  <a:cubicBezTo>
                    <a:pt x="13410" y="1902"/>
                    <a:pt x="12977" y="3870"/>
                    <a:pt x="9975" y="5671"/>
                  </a:cubicBezTo>
                  <a:cubicBezTo>
                    <a:pt x="8401" y="6604"/>
                    <a:pt x="6623" y="7104"/>
                    <a:pt x="4819" y="7104"/>
                  </a:cubicBezTo>
                  <a:cubicBezTo>
                    <a:pt x="4559" y="7104"/>
                    <a:pt x="4298" y="7093"/>
                    <a:pt x="4037" y="7072"/>
                  </a:cubicBezTo>
                  <a:cubicBezTo>
                    <a:pt x="3520" y="6505"/>
                    <a:pt x="2970" y="6238"/>
                    <a:pt x="2436" y="6238"/>
                  </a:cubicBezTo>
                  <a:cubicBezTo>
                    <a:pt x="1902" y="6238"/>
                    <a:pt x="1385" y="6505"/>
                    <a:pt x="935" y="7005"/>
                  </a:cubicBezTo>
                  <a:cubicBezTo>
                    <a:pt x="1" y="7973"/>
                    <a:pt x="368" y="9874"/>
                    <a:pt x="1602" y="10842"/>
                  </a:cubicBezTo>
                  <a:cubicBezTo>
                    <a:pt x="1971" y="11137"/>
                    <a:pt x="2412" y="11279"/>
                    <a:pt x="2857" y="11279"/>
                  </a:cubicBezTo>
                  <a:cubicBezTo>
                    <a:pt x="3215" y="11279"/>
                    <a:pt x="3576" y="11187"/>
                    <a:pt x="3904" y="11008"/>
                  </a:cubicBezTo>
                  <a:lnTo>
                    <a:pt x="3937" y="17413"/>
                  </a:lnTo>
                  <a:lnTo>
                    <a:pt x="1969" y="17613"/>
                  </a:lnTo>
                  <a:cubicBezTo>
                    <a:pt x="1969" y="17613"/>
                    <a:pt x="4694" y="21731"/>
                    <a:pt x="9866" y="21731"/>
                  </a:cubicBezTo>
                  <a:cubicBezTo>
                    <a:pt x="10182" y="21731"/>
                    <a:pt x="10507" y="21715"/>
                    <a:pt x="10842" y="21683"/>
                  </a:cubicBezTo>
                  <a:cubicBezTo>
                    <a:pt x="14811" y="21316"/>
                    <a:pt x="11676" y="17446"/>
                    <a:pt x="11676" y="17446"/>
                  </a:cubicBezTo>
                  <a:lnTo>
                    <a:pt x="10175" y="17446"/>
                  </a:lnTo>
                  <a:lnTo>
                    <a:pt x="10175" y="14844"/>
                  </a:lnTo>
                  <a:cubicBezTo>
                    <a:pt x="11064" y="14989"/>
                    <a:pt x="11978" y="15121"/>
                    <a:pt x="12720" y="15121"/>
                  </a:cubicBezTo>
                  <a:cubicBezTo>
                    <a:pt x="13175" y="15121"/>
                    <a:pt x="13565" y="15071"/>
                    <a:pt x="13844" y="14944"/>
                  </a:cubicBezTo>
                  <a:cubicBezTo>
                    <a:pt x="14611" y="14578"/>
                    <a:pt x="16146" y="13377"/>
                    <a:pt x="16212" y="8473"/>
                  </a:cubicBezTo>
                  <a:cubicBezTo>
                    <a:pt x="16312" y="2702"/>
                    <a:pt x="15045" y="601"/>
                    <a:pt x="13711" y="0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55"/>
            <p:cNvSpPr/>
            <p:nvPr/>
          </p:nvSpPr>
          <p:spPr>
            <a:xfrm>
              <a:off x="2286800" y="1506525"/>
              <a:ext cx="40050" cy="81775"/>
            </a:xfrm>
            <a:custGeom>
              <a:rect b="b" l="l" r="r" t="t"/>
              <a:pathLst>
                <a:path extrusionOk="0" h="3271" w="1602">
                  <a:moveTo>
                    <a:pt x="1" y="0"/>
                  </a:moveTo>
                  <a:lnTo>
                    <a:pt x="1" y="3269"/>
                  </a:lnTo>
                  <a:cubicBezTo>
                    <a:pt x="20" y="3270"/>
                    <a:pt x="39" y="3270"/>
                    <a:pt x="58" y="3270"/>
                  </a:cubicBezTo>
                  <a:cubicBezTo>
                    <a:pt x="900" y="3270"/>
                    <a:pt x="1601" y="2550"/>
                    <a:pt x="1568" y="1702"/>
                  </a:cubicBezTo>
                  <a:cubicBezTo>
                    <a:pt x="1602" y="801"/>
                    <a:pt x="901" y="34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55"/>
            <p:cNvSpPr/>
            <p:nvPr/>
          </p:nvSpPr>
          <p:spPr>
            <a:xfrm>
              <a:off x="2533650" y="1521525"/>
              <a:ext cx="37550" cy="32125"/>
            </a:xfrm>
            <a:custGeom>
              <a:rect b="b" l="l" r="r" t="t"/>
              <a:pathLst>
                <a:path extrusionOk="0" h="1285" w="1502">
                  <a:moveTo>
                    <a:pt x="668" y="1"/>
                  </a:moveTo>
                  <a:cubicBezTo>
                    <a:pt x="301" y="1"/>
                    <a:pt x="0" y="268"/>
                    <a:pt x="0" y="635"/>
                  </a:cubicBezTo>
                  <a:cubicBezTo>
                    <a:pt x="0" y="1022"/>
                    <a:pt x="312" y="1285"/>
                    <a:pt x="647" y="1285"/>
                  </a:cubicBezTo>
                  <a:cubicBezTo>
                    <a:pt x="803" y="1285"/>
                    <a:pt x="964" y="1228"/>
                    <a:pt x="1101" y="1102"/>
                  </a:cubicBezTo>
                  <a:cubicBezTo>
                    <a:pt x="1501" y="735"/>
                    <a:pt x="1235" y="34"/>
                    <a:pt x="6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55"/>
            <p:cNvSpPr/>
            <p:nvPr/>
          </p:nvSpPr>
          <p:spPr>
            <a:xfrm>
              <a:off x="2416900" y="1533200"/>
              <a:ext cx="40875" cy="35425"/>
            </a:xfrm>
            <a:custGeom>
              <a:rect b="b" l="l" r="r" t="t"/>
              <a:pathLst>
                <a:path extrusionOk="0" h="1417" w="1635">
                  <a:moveTo>
                    <a:pt x="734" y="1"/>
                  </a:moveTo>
                  <a:cubicBezTo>
                    <a:pt x="334" y="1"/>
                    <a:pt x="0" y="301"/>
                    <a:pt x="0" y="701"/>
                  </a:cubicBezTo>
                  <a:cubicBezTo>
                    <a:pt x="0" y="1138"/>
                    <a:pt x="349" y="1416"/>
                    <a:pt x="707" y="1416"/>
                  </a:cubicBezTo>
                  <a:cubicBezTo>
                    <a:pt x="869" y="1416"/>
                    <a:pt x="1033" y="1359"/>
                    <a:pt x="1168" y="1235"/>
                  </a:cubicBezTo>
                  <a:cubicBezTo>
                    <a:pt x="1635" y="801"/>
                    <a:pt x="1335" y="34"/>
                    <a:pt x="7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55"/>
            <p:cNvSpPr/>
            <p:nvPr/>
          </p:nvSpPr>
          <p:spPr>
            <a:xfrm>
              <a:off x="2430250" y="1642450"/>
              <a:ext cx="63400" cy="42175"/>
            </a:xfrm>
            <a:custGeom>
              <a:rect b="b" l="l" r="r" t="t"/>
              <a:pathLst>
                <a:path extrusionOk="0" h="1687" w="2536">
                  <a:moveTo>
                    <a:pt x="200" y="1"/>
                  </a:moveTo>
                  <a:cubicBezTo>
                    <a:pt x="0" y="668"/>
                    <a:pt x="367" y="1402"/>
                    <a:pt x="1034" y="1635"/>
                  </a:cubicBezTo>
                  <a:cubicBezTo>
                    <a:pt x="1151" y="1670"/>
                    <a:pt x="1269" y="1687"/>
                    <a:pt x="1385" y="1687"/>
                  </a:cubicBezTo>
                  <a:cubicBezTo>
                    <a:pt x="1929" y="1687"/>
                    <a:pt x="2425" y="1318"/>
                    <a:pt x="2535" y="768"/>
                  </a:cubicBezTo>
                  <a:lnTo>
                    <a:pt x="200" y="1"/>
                  </a:ln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55"/>
            <p:cNvSpPr/>
            <p:nvPr/>
          </p:nvSpPr>
          <p:spPr>
            <a:xfrm>
              <a:off x="2434400" y="1655800"/>
              <a:ext cx="33400" cy="29200"/>
            </a:xfrm>
            <a:custGeom>
              <a:rect b="b" l="l" r="r" t="t"/>
              <a:pathLst>
                <a:path extrusionOk="0" h="1168" w="1336">
                  <a:moveTo>
                    <a:pt x="1" y="0"/>
                  </a:moveTo>
                  <a:cubicBezTo>
                    <a:pt x="68" y="501"/>
                    <a:pt x="401" y="934"/>
                    <a:pt x="868" y="1101"/>
                  </a:cubicBezTo>
                  <a:cubicBezTo>
                    <a:pt x="1035" y="1134"/>
                    <a:pt x="1202" y="1168"/>
                    <a:pt x="1335" y="1168"/>
                  </a:cubicBezTo>
                  <a:cubicBezTo>
                    <a:pt x="1335" y="501"/>
                    <a:pt x="835" y="0"/>
                    <a:pt x="201" y="0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55"/>
            <p:cNvSpPr/>
            <p:nvPr/>
          </p:nvSpPr>
          <p:spPr>
            <a:xfrm>
              <a:off x="2533650" y="1470550"/>
              <a:ext cx="45050" cy="33500"/>
            </a:xfrm>
            <a:custGeom>
              <a:rect b="b" l="l" r="r" t="t"/>
              <a:pathLst>
                <a:path extrusionOk="0" h="1340" w="1802">
                  <a:moveTo>
                    <a:pt x="784" y="0"/>
                  </a:moveTo>
                  <a:cubicBezTo>
                    <a:pt x="457" y="0"/>
                    <a:pt x="140" y="180"/>
                    <a:pt x="0" y="505"/>
                  </a:cubicBezTo>
                  <a:lnTo>
                    <a:pt x="1602" y="1339"/>
                  </a:lnTo>
                  <a:cubicBezTo>
                    <a:pt x="1802" y="906"/>
                    <a:pt x="1635" y="372"/>
                    <a:pt x="1201" y="105"/>
                  </a:cubicBezTo>
                  <a:cubicBezTo>
                    <a:pt x="1070" y="34"/>
                    <a:pt x="926" y="0"/>
                    <a:pt x="7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55"/>
            <p:cNvSpPr/>
            <p:nvPr/>
          </p:nvSpPr>
          <p:spPr>
            <a:xfrm>
              <a:off x="2489450" y="1533200"/>
              <a:ext cx="65075" cy="100100"/>
            </a:xfrm>
            <a:custGeom>
              <a:rect b="b" l="l" r="r" t="t"/>
              <a:pathLst>
                <a:path extrusionOk="0" h="4004" w="2603">
                  <a:moveTo>
                    <a:pt x="0" y="1"/>
                  </a:moveTo>
                  <a:lnTo>
                    <a:pt x="501" y="4004"/>
                  </a:lnTo>
                  <a:lnTo>
                    <a:pt x="2602" y="31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55"/>
            <p:cNvSpPr/>
            <p:nvPr/>
          </p:nvSpPr>
          <p:spPr>
            <a:xfrm>
              <a:off x="2311000" y="1683325"/>
              <a:ext cx="128450" cy="83400"/>
            </a:xfrm>
            <a:custGeom>
              <a:rect b="b" l="l" r="r" t="t"/>
              <a:pathLst>
                <a:path extrusionOk="0" h="3336" w="5138">
                  <a:moveTo>
                    <a:pt x="0" y="0"/>
                  </a:moveTo>
                  <a:cubicBezTo>
                    <a:pt x="200" y="634"/>
                    <a:pt x="567" y="1201"/>
                    <a:pt x="1101" y="1635"/>
                  </a:cubicBezTo>
                  <a:cubicBezTo>
                    <a:pt x="2035" y="2468"/>
                    <a:pt x="5137" y="3336"/>
                    <a:pt x="5137" y="3336"/>
                  </a:cubicBezTo>
                  <a:lnTo>
                    <a:pt x="5137" y="2368"/>
                  </a:lnTo>
                  <a:cubicBezTo>
                    <a:pt x="3603" y="2202"/>
                    <a:pt x="500" y="1268"/>
                    <a:pt x="0" y="0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55"/>
            <p:cNvSpPr/>
            <p:nvPr/>
          </p:nvSpPr>
          <p:spPr>
            <a:xfrm>
              <a:off x="2292650" y="2383275"/>
              <a:ext cx="161800" cy="57275"/>
            </a:xfrm>
            <a:custGeom>
              <a:rect b="b" l="l" r="r" t="t"/>
              <a:pathLst>
                <a:path extrusionOk="0" h="2291" w="6472">
                  <a:moveTo>
                    <a:pt x="6078" y="1"/>
                  </a:moveTo>
                  <a:cubicBezTo>
                    <a:pt x="5854" y="1"/>
                    <a:pt x="5426" y="294"/>
                    <a:pt x="4670" y="456"/>
                  </a:cubicBezTo>
                  <a:cubicBezTo>
                    <a:pt x="3469" y="723"/>
                    <a:pt x="3002" y="689"/>
                    <a:pt x="1768" y="1023"/>
                  </a:cubicBezTo>
                  <a:cubicBezTo>
                    <a:pt x="1201" y="1190"/>
                    <a:pt x="601" y="1323"/>
                    <a:pt x="0" y="1323"/>
                  </a:cubicBezTo>
                  <a:lnTo>
                    <a:pt x="4570" y="2290"/>
                  </a:lnTo>
                  <a:cubicBezTo>
                    <a:pt x="5037" y="2090"/>
                    <a:pt x="5471" y="1823"/>
                    <a:pt x="5871" y="1490"/>
                  </a:cubicBezTo>
                  <a:cubicBezTo>
                    <a:pt x="6338" y="1156"/>
                    <a:pt x="6471" y="522"/>
                    <a:pt x="6205" y="55"/>
                  </a:cubicBezTo>
                  <a:cubicBezTo>
                    <a:pt x="6173" y="17"/>
                    <a:pt x="6131" y="1"/>
                    <a:pt x="6078" y="1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55"/>
            <p:cNvSpPr/>
            <p:nvPr/>
          </p:nvSpPr>
          <p:spPr>
            <a:xfrm>
              <a:off x="2351850" y="2123625"/>
              <a:ext cx="488700" cy="570425"/>
            </a:xfrm>
            <a:custGeom>
              <a:rect b="b" l="l" r="r" t="t"/>
              <a:pathLst>
                <a:path extrusionOk="0" h="22817" w="19548">
                  <a:moveTo>
                    <a:pt x="19281" y="1"/>
                  </a:moveTo>
                  <a:lnTo>
                    <a:pt x="4337" y="3403"/>
                  </a:lnTo>
                  <a:lnTo>
                    <a:pt x="1" y="22450"/>
                  </a:lnTo>
                  <a:lnTo>
                    <a:pt x="301" y="22817"/>
                  </a:lnTo>
                  <a:lnTo>
                    <a:pt x="14544" y="19281"/>
                  </a:lnTo>
                  <a:lnTo>
                    <a:pt x="19548" y="368"/>
                  </a:lnTo>
                  <a:lnTo>
                    <a:pt x="1928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55"/>
            <p:cNvSpPr/>
            <p:nvPr/>
          </p:nvSpPr>
          <p:spPr>
            <a:xfrm>
              <a:off x="2359350" y="2132800"/>
              <a:ext cx="481200" cy="561250"/>
            </a:xfrm>
            <a:custGeom>
              <a:rect b="b" l="l" r="r" t="t"/>
              <a:pathLst>
                <a:path extrusionOk="0" h="22450" w="19248">
                  <a:moveTo>
                    <a:pt x="19248" y="1"/>
                  </a:moveTo>
                  <a:lnTo>
                    <a:pt x="4304" y="3436"/>
                  </a:lnTo>
                  <a:lnTo>
                    <a:pt x="1" y="22450"/>
                  </a:lnTo>
                  <a:lnTo>
                    <a:pt x="14244" y="18914"/>
                  </a:lnTo>
                  <a:lnTo>
                    <a:pt x="1924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55"/>
            <p:cNvSpPr/>
            <p:nvPr/>
          </p:nvSpPr>
          <p:spPr>
            <a:xfrm>
              <a:off x="2351850" y="2208700"/>
              <a:ext cx="115100" cy="485350"/>
            </a:xfrm>
            <a:custGeom>
              <a:rect b="b" l="l" r="r" t="t"/>
              <a:pathLst>
                <a:path extrusionOk="0" h="19414" w="4604">
                  <a:moveTo>
                    <a:pt x="4337" y="0"/>
                  </a:moveTo>
                  <a:lnTo>
                    <a:pt x="1" y="19047"/>
                  </a:lnTo>
                  <a:lnTo>
                    <a:pt x="301" y="19414"/>
                  </a:lnTo>
                  <a:lnTo>
                    <a:pt x="4604" y="400"/>
                  </a:lnTo>
                  <a:lnTo>
                    <a:pt x="43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55"/>
            <p:cNvSpPr/>
            <p:nvPr/>
          </p:nvSpPr>
          <p:spPr>
            <a:xfrm>
              <a:off x="2359350" y="2132800"/>
              <a:ext cx="481200" cy="561250"/>
            </a:xfrm>
            <a:custGeom>
              <a:rect b="b" l="l" r="r" t="t"/>
              <a:pathLst>
                <a:path extrusionOk="0" h="22450" w="19248">
                  <a:moveTo>
                    <a:pt x="19248" y="1"/>
                  </a:moveTo>
                  <a:lnTo>
                    <a:pt x="4304" y="3436"/>
                  </a:lnTo>
                  <a:lnTo>
                    <a:pt x="1" y="22450"/>
                  </a:lnTo>
                  <a:lnTo>
                    <a:pt x="14244" y="18914"/>
                  </a:lnTo>
                  <a:lnTo>
                    <a:pt x="1924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55"/>
            <p:cNvSpPr/>
            <p:nvPr/>
          </p:nvSpPr>
          <p:spPr>
            <a:xfrm>
              <a:off x="2548650" y="2189425"/>
              <a:ext cx="179550" cy="59325"/>
            </a:xfrm>
            <a:custGeom>
              <a:rect b="b" l="l" r="r" t="t"/>
              <a:pathLst>
                <a:path extrusionOk="0" h="2373" w="7182">
                  <a:moveTo>
                    <a:pt x="6806" y="1"/>
                  </a:moveTo>
                  <a:cubicBezTo>
                    <a:pt x="6461" y="1"/>
                    <a:pt x="5884" y="124"/>
                    <a:pt x="5205" y="337"/>
                  </a:cubicBezTo>
                  <a:lnTo>
                    <a:pt x="2536" y="838"/>
                  </a:lnTo>
                  <a:cubicBezTo>
                    <a:pt x="1368" y="1271"/>
                    <a:pt x="268" y="1505"/>
                    <a:pt x="168" y="1805"/>
                  </a:cubicBezTo>
                  <a:lnTo>
                    <a:pt x="1" y="2372"/>
                  </a:lnTo>
                  <a:lnTo>
                    <a:pt x="6972" y="771"/>
                  </a:lnTo>
                  <a:cubicBezTo>
                    <a:pt x="6972" y="771"/>
                    <a:pt x="7039" y="504"/>
                    <a:pt x="7139" y="204"/>
                  </a:cubicBezTo>
                  <a:cubicBezTo>
                    <a:pt x="7181" y="65"/>
                    <a:pt x="7054" y="1"/>
                    <a:pt x="68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55"/>
            <p:cNvSpPr/>
            <p:nvPr/>
          </p:nvSpPr>
          <p:spPr>
            <a:xfrm>
              <a:off x="2557825" y="2133625"/>
              <a:ext cx="194550" cy="64250"/>
            </a:xfrm>
            <a:custGeom>
              <a:rect b="b" l="l" r="r" t="t"/>
              <a:pathLst>
                <a:path extrusionOk="0" h="2570" w="7782">
                  <a:moveTo>
                    <a:pt x="5317" y="0"/>
                  </a:moveTo>
                  <a:cubicBezTo>
                    <a:pt x="5109" y="0"/>
                    <a:pt x="4853" y="20"/>
                    <a:pt x="4537" y="68"/>
                  </a:cubicBezTo>
                  <a:cubicBezTo>
                    <a:pt x="2336" y="401"/>
                    <a:pt x="2169" y="1469"/>
                    <a:pt x="2169" y="1469"/>
                  </a:cubicBezTo>
                  <a:cubicBezTo>
                    <a:pt x="1802" y="1569"/>
                    <a:pt x="1435" y="1669"/>
                    <a:pt x="1068" y="1736"/>
                  </a:cubicBezTo>
                  <a:cubicBezTo>
                    <a:pt x="334" y="1902"/>
                    <a:pt x="234" y="2002"/>
                    <a:pt x="168" y="2203"/>
                  </a:cubicBezTo>
                  <a:lnTo>
                    <a:pt x="1" y="2569"/>
                  </a:lnTo>
                  <a:lnTo>
                    <a:pt x="7640" y="835"/>
                  </a:lnTo>
                  <a:cubicBezTo>
                    <a:pt x="7640" y="835"/>
                    <a:pt x="7673" y="668"/>
                    <a:pt x="7740" y="501"/>
                  </a:cubicBezTo>
                  <a:cubicBezTo>
                    <a:pt x="7782" y="374"/>
                    <a:pt x="7663" y="328"/>
                    <a:pt x="7452" y="328"/>
                  </a:cubicBezTo>
                  <a:cubicBezTo>
                    <a:pt x="7330" y="328"/>
                    <a:pt x="7177" y="343"/>
                    <a:pt x="7006" y="368"/>
                  </a:cubicBezTo>
                  <a:lnTo>
                    <a:pt x="6138" y="568"/>
                  </a:lnTo>
                  <a:cubicBezTo>
                    <a:pt x="6138" y="568"/>
                    <a:pt x="6422" y="0"/>
                    <a:pt x="5317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55"/>
            <p:cNvSpPr/>
            <p:nvPr/>
          </p:nvSpPr>
          <p:spPr>
            <a:xfrm>
              <a:off x="2553650" y="2156975"/>
              <a:ext cx="181000" cy="92600"/>
            </a:xfrm>
            <a:custGeom>
              <a:rect b="b" l="l" r="r" t="t"/>
              <a:pathLst>
                <a:path extrusionOk="0" h="3704" w="7240">
                  <a:moveTo>
                    <a:pt x="7239" y="1"/>
                  </a:moveTo>
                  <a:lnTo>
                    <a:pt x="1135" y="1402"/>
                  </a:lnTo>
                  <a:lnTo>
                    <a:pt x="902" y="2069"/>
                  </a:lnTo>
                  <a:cubicBezTo>
                    <a:pt x="1180" y="1971"/>
                    <a:pt x="1436" y="1926"/>
                    <a:pt x="1632" y="1926"/>
                  </a:cubicBezTo>
                  <a:cubicBezTo>
                    <a:pt x="1904" y="1926"/>
                    <a:pt x="2061" y="2014"/>
                    <a:pt x="2002" y="2169"/>
                  </a:cubicBezTo>
                  <a:cubicBezTo>
                    <a:pt x="2002" y="2203"/>
                    <a:pt x="1969" y="2269"/>
                    <a:pt x="1936" y="2336"/>
                  </a:cubicBezTo>
                  <a:cubicBezTo>
                    <a:pt x="1035" y="2636"/>
                    <a:pt x="268" y="2870"/>
                    <a:pt x="168" y="3137"/>
                  </a:cubicBezTo>
                  <a:lnTo>
                    <a:pt x="1" y="3704"/>
                  </a:lnTo>
                  <a:lnTo>
                    <a:pt x="6939" y="2069"/>
                  </a:lnTo>
                  <a:lnTo>
                    <a:pt x="7139" y="1502"/>
                  </a:lnTo>
                  <a:cubicBezTo>
                    <a:pt x="7173" y="1385"/>
                    <a:pt x="7048" y="1327"/>
                    <a:pt x="6810" y="1327"/>
                  </a:cubicBezTo>
                  <a:cubicBezTo>
                    <a:pt x="6572" y="1327"/>
                    <a:pt x="6222" y="1385"/>
                    <a:pt x="5805" y="1502"/>
                  </a:cubicBezTo>
                  <a:lnTo>
                    <a:pt x="5838" y="1369"/>
                  </a:lnTo>
                  <a:cubicBezTo>
                    <a:pt x="6005" y="902"/>
                    <a:pt x="6239" y="902"/>
                    <a:pt x="6939" y="668"/>
                  </a:cubicBezTo>
                  <a:lnTo>
                    <a:pt x="723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55"/>
            <p:cNvSpPr/>
            <p:nvPr/>
          </p:nvSpPr>
          <p:spPr>
            <a:xfrm>
              <a:off x="1863175" y="1819000"/>
              <a:ext cx="693850" cy="753475"/>
            </a:xfrm>
            <a:custGeom>
              <a:rect b="b" l="l" r="r" t="t"/>
              <a:pathLst>
                <a:path extrusionOk="0" h="30139" w="27754">
                  <a:moveTo>
                    <a:pt x="11669" y="0"/>
                  </a:moveTo>
                  <a:cubicBezTo>
                    <a:pt x="8168" y="0"/>
                    <a:pt x="6880" y="1958"/>
                    <a:pt x="5437" y="5548"/>
                  </a:cubicBezTo>
                  <a:cubicBezTo>
                    <a:pt x="4403" y="8116"/>
                    <a:pt x="1435" y="17256"/>
                    <a:pt x="634" y="20392"/>
                  </a:cubicBezTo>
                  <a:cubicBezTo>
                    <a:pt x="167" y="22193"/>
                    <a:pt x="0" y="23794"/>
                    <a:pt x="1968" y="24895"/>
                  </a:cubicBezTo>
                  <a:cubicBezTo>
                    <a:pt x="3736" y="25895"/>
                    <a:pt x="9207" y="27663"/>
                    <a:pt x="13076" y="28764"/>
                  </a:cubicBezTo>
                  <a:cubicBezTo>
                    <a:pt x="15011" y="29331"/>
                    <a:pt x="16979" y="29732"/>
                    <a:pt x="18980" y="29965"/>
                  </a:cubicBezTo>
                  <a:cubicBezTo>
                    <a:pt x="20180" y="30078"/>
                    <a:pt x="21157" y="30139"/>
                    <a:pt x="21968" y="30139"/>
                  </a:cubicBezTo>
                  <a:cubicBezTo>
                    <a:pt x="24270" y="30139"/>
                    <a:pt x="25231" y="29648"/>
                    <a:pt x="26119" y="28464"/>
                  </a:cubicBezTo>
                  <a:cubicBezTo>
                    <a:pt x="26619" y="27763"/>
                    <a:pt x="26753" y="26729"/>
                    <a:pt x="27186" y="26162"/>
                  </a:cubicBezTo>
                  <a:cubicBezTo>
                    <a:pt x="27620" y="25595"/>
                    <a:pt x="27753" y="25362"/>
                    <a:pt x="27620" y="25062"/>
                  </a:cubicBezTo>
                  <a:cubicBezTo>
                    <a:pt x="27467" y="24772"/>
                    <a:pt x="27224" y="24684"/>
                    <a:pt x="26864" y="24684"/>
                  </a:cubicBezTo>
                  <a:cubicBezTo>
                    <a:pt x="26438" y="24684"/>
                    <a:pt x="25848" y="24807"/>
                    <a:pt x="25051" y="24861"/>
                  </a:cubicBezTo>
                  <a:cubicBezTo>
                    <a:pt x="24501" y="24911"/>
                    <a:pt x="23951" y="24936"/>
                    <a:pt x="23404" y="24936"/>
                  </a:cubicBezTo>
                  <a:cubicBezTo>
                    <a:pt x="22858" y="24936"/>
                    <a:pt x="22316" y="24911"/>
                    <a:pt x="21782" y="24861"/>
                  </a:cubicBezTo>
                  <a:lnTo>
                    <a:pt x="17179" y="23894"/>
                  </a:lnTo>
                  <a:cubicBezTo>
                    <a:pt x="16312" y="23894"/>
                    <a:pt x="14277" y="23327"/>
                    <a:pt x="12042" y="22426"/>
                  </a:cubicBezTo>
                  <a:cubicBezTo>
                    <a:pt x="10608" y="21893"/>
                    <a:pt x="9173" y="21225"/>
                    <a:pt x="7806" y="20492"/>
                  </a:cubicBezTo>
                  <a:cubicBezTo>
                    <a:pt x="8807" y="17156"/>
                    <a:pt x="10007" y="13854"/>
                    <a:pt x="11375" y="10651"/>
                  </a:cubicBezTo>
                  <a:cubicBezTo>
                    <a:pt x="13276" y="7949"/>
                    <a:pt x="14244" y="2479"/>
                    <a:pt x="12109" y="10"/>
                  </a:cubicBezTo>
                  <a:cubicBezTo>
                    <a:pt x="11959" y="4"/>
                    <a:pt x="11812" y="0"/>
                    <a:pt x="11669" y="0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55"/>
            <p:cNvSpPr/>
            <p:nvPr/>
          </p:nvSpPr>
          <p:spPr>
            <a:xfrm>
              <a:off x="1962400" y="2306325"/>
              <a:ext cx="100100" cy="24975"/>
            </a:xfrm>
            <a:custGeom>
              <a:rect b="b" l="l" r="r" t="t"/>
              <a:pathLst>
                <a:path extrusionOk="0" h="999" w="4004">
                  <a:moveTo>
                    <a:pt x="1982" y="1"/>
                  </a:moveTo>
                  <a:cubicBezTo>
                    <a:pt x="560" y="1"/>
                    <a:pt x="1" y="665"/>
                    <a:pt x="1" y="665"/>
                  </a:cubicBezTo>
                  <a:cubicBezTo>
                    <a:pt x="390" y="519"/>
                    <a:pt x="817" y="464"/>
                    <a:pt x="1240" y="464"/>
                  </a:cubicBezTo>
                  <a:cubicBezTo>
                    <a:pt x="2557" y="464"/>
                    <a:pt x="3837" y="999"/>
                    <a:pt x="3837" y="999"/>
                  </a:cubicBezTo>
                  <a:lnTo>
                    <a:pt x="4004" y="365"/>
                  </a:lnTo>
                  <a:cubicBezTo>
                    <a:pt x="3193" y="98"/>
                    <a:pt x="2525" y="1"/>
                    <a:pt x="1982" y="1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55"/>
            <p:cNvSpPr/>
            <p:nvPr/>
          </p:nvSpPr>
          <p:spPr>
            <a:xfrm>
              <a:off x="5432375" y="1740850"/>
              <a:ext cx="127625" cy="306925"/>
            </a:xfrm>
            <a:custGeom>
              <a:rect b="b" l="l" r="r" t="t"/>
              <a:pathLst>
                <a:path extrusionOk="0" h="12277" w="5105">
                  <a:moveTo>
                    <a:pt x="5104" y="1"/>
                  </a:moveTo>
                  <a:cubicBezTo>
                    <a:pt x="4070" y="668"/>
                    <a:pt x="3303" y="1535"/>
                    <a:pt x="2469" y="2903"/>
                  </a:cubicBezTo>
                  <a:cubicBezTo>
                    <a:pt x="368" y="6272"/>
                    <a:pt x="1" y="10542"/>
                    <a:pt x="1335" y="12276"/>
                  </a:cubicBezTo>
                  <a:lnTo>
                    <a:pt x="5104" y="6238"/>
                  </a:lnTo>
                  <a:lnTo>
                    <a:pt x="510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55"/>
            <p:cNvSpPr/>
            <p:nvPr/>
          </p:nvSpPr>
          <p:spPr>
            <a:xfrm>
              <a:off x="5476575" y="1878450"/>
              <a:ext cx="211850" cy="200900"/>
            </a:xfrm>
            <a:custGeom>
              <a:rect b="b" l="l" r="r" t="t"/>
              <a:pathLst>
                <a:path extrusionOk="0" h="8036" w="8474">
                  <a:moveTo>
                    <a:pt x="8473" y="1"/>
                  </a:moveTo>
                  <a:lnTo>
                    <a:pt x="3803" y="1135"/>
                  </a:lnTo>
                  <a:lnTo>
                    <a:pt x="1" y="7306"/>
                  </a:lnTo>
                  <a:cubicBezTo>
                    <a:pt x="475" y="7780"/>
                    <a:pt x="1101" y="8035"/>
                    <a:pt x="1747" y="8035"/>
                  </a:cubicBezTo>
                  <a:cubicBezTo>
                    <a:pt x="2010" y="8035"/>
                    <a:pt x="2276" y="7993"/>
                    <a:pt x="2536" y="7906"/>
                  </a:cubicBezTo>
                  <a:cubicBezTo>
                    <a:pt x="5104" y="7273"/>
                    <a:pt x="7706" y="3770"/>
                    <a:pt x="847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55"/>
            <p:cNvSpPr/>
            <p:nvPr/>
          </p:nvSpPr>
          <p:spPr>
            <a:xfrm>
              <a:off x="5579150" y="1724175"/>
              <a:ext cx="121775" cy="165150"/>
            </a:xfrm>
            <a:custGeom>
              <a:rect b="b" l="l" r="r" t="t"/>
              <a:pathLst>
                <a:path extrusionOk="0" h="6606" w="4871">
                  <a:moveTo>
                    <a:pt x="2502" y="1"/>
                  </a:moveTo>
                  <a:lnTo>
                    <a:pt x="1" y="6605"/>
                  </a:lnTo>
                  <a:lnTo>
                    <a:pt x="1" y="6605"/>
                  </a:lnTo>
                  <a:lnTo>
                    <a:pt x="4471" y="5504"/>
                  </a:lnTo>
                  <a:cubicBezTo>
                    <a:pt x="4871" y="2702"/>
                    <a:pt x="4104" y="601"/>
                    <a:pt x="250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55"/>
            <p:cNvSpPr/>
            <p:nvPr/>
          </p:nvSpPr>
          <p:spPr>
            <a:xfrm>
              <a:off x="5573325" y="1721600"/>
              <a:ext cx="56725" cy="150200"/>
            </a:xfrm>
            <a:custGeom>
              <a:rect b="b" l="l" r="r" t="t"/>
              <a:pathLst>
                <a:path extrusionOk="0" h="6008" w="2269">
                  <a:moveTo>
                    <a:pt x="1604" y="1"/>
                  </a:moveTo>
                  <a:cubicBezTo>
                    <a:pt x="1033" y="1"/>
                    <a:pt x="482" y="157"/>
                    <a:pt x="0" y="470"/>
                  </a:cubicBezTo>
                  <a:lnTo>
                    <a:pt x="0" y="6008"/>
                  </a:lnTo>
                  <a:lnTo>
                    <a:pt x="2268" y="70"/>
                  </a:lnTo>
                  <a:cubicBezTo>
                    <a:pt x="2046" y="24"/>
                    <a:pt x="1824" y="1"/>
                    <a:pt x="160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55"/>
            <p:cNvSpPr/>
            <p:nvPr/>
          </p:nvSpPr>
          <p:spPr>
            <a:xfrm>
              <a:off x="4668500" y="4397750"/>
              <a:ext cx="32550" cy="71550"/>
            </a:xfrm>
            <a:custGeom>
              <a:rect b="b" l="l" r="r" t="t"/>
              <a:pathLst>
                <a:path extrusionOk="0" h="2862" w="1302">
                  <a:moveTo>
                    <a:pt x="1235" y="1"/>
                  </a:moveTo>
                  <a:lnTo>
                    <a:pt x="67" y="701"/>
                  </a:lnTo>
                  <a:cubicBezTo>
                    <a:pt x="34" y="735"/>
                    <a:pt x="1" y="768"/>
                    <a:pt x="1" y="835"/>
                  </a:cubicBezTo>
                  <a:lnTo>
                    <a:pt x="1" y="1135"/>
                  </a:lnTo>
                  <a:lnTo>
                    <a:pt x="1" y="1202"/>
                  </a:lnTo>
                  <a:lnTo>
                    <a:pt x="67" y="1202"/>
                  </a:lnTo>
                  <a:lnTo>
                    <a:pt x="801" y="768"/>
                  </a:lnTo>
                  <a:lnTo>
                    <a:pt x="268" y="2736"/>
                  </a:lnTo>
                  <a:cubicBezTo>
                    <a:pt x="268" y="2769"/>
                    <a:pt x="268" y="2769"/>
                    <a:pt x="268" y="2803"/>
                  </a:cubicBezTo>
                  <a:cubicBezTo>
                    <a:pt x="234" y="2803"/>
                    <a:pt x="268" y="2836"/>
                    <a:pt x="268" y="2836"/>
                  </a:cubicBezTo>
                  <a:cubicBezTo>
                    <a:pt x="284" y="2853"/>
                    <a:pt x="293" y="2861"/>
                    <a:pt x="301" y="2861"/>
                  </a:cubicBezTo>
                  <a:cubicBezTo>
                    <a:pt x="309" y="2861"/>
                    <a:pt x="318" y="2853"/>
                    <a:pt x="334" y="2836"/>
                  </a:cubicBezTo>
                  <a:lnTo>
                    <a:pt x="668" y="2636"/>
                  </a:lnTo>
                  <a:cubicBezTo>
                    <a:pt x="701" y="2636"/>
                    <a:pt x="701" y="2603"/>
                    <a:pt x="701" y="2603"/>
                  </a:cubicBezTo>
                  <a:cubicBezTo>
                    <a:pt x="735" y="2569"/>
                    <a:pt x="735" y="2536"/>
                    <a:pt x="735" y="2536"/>
                  </a:cubicBezTo>
                  <a:lnTo>
                    <a:pt x="1268" y="568"/>
                  </a:lnTo>
                  <a:cubicBezTo>
                    <a:pt x="1302" y="501"/>
                    <a:pt x="1302" y="434"/>
                    <a:pt x="1302" y="368"/>
                  </a:cubicBezTo>
                  <a:lnTo>
                    <a:pt x="1302" y="67"/>
                  </a:lnTo>
                  <a:cubicBezTo>
                    <a:pt x="1302" y="34"/>
                    <a:pt x="1302" y="34"/>
                    <a:pt x="130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55"/>
            <p:cNvSpPr/>
            <p:nvPr/>
          </p:nvSpPr>
          <p:spPr>
            <a:xfrm>
              <a:off x="4706025" y="4380250"/>
              <a:ext cx="35900" cy="64225"/>
            </a:xfrm>
            <a:custGeom>
              <a:rect b="b" l="l" r="r" t="t"/>
              <a:pathLst>
                <a:path extrusionOk="0" h="2569" w="1436">
                  <a:moveTo>
                    <a:pt x="897" y="587"/>
                  </a:moveTo>
                  <a:cubicBezTo>
                    <a:pt x="918" y="587"/>
                    <a:pt x="935" y="610"/>
                    <a:pt x="935" y="634"/>
                  </a:cubicBezTo>
                  <a:cubicBezTo>
                    <a:pt x="968" y="634"/>
                    <a:pt x="968" y="667"/>
                    <a:pt x="968" y="701"/>
                  </a:cubicBezTo>
                  <a:cubicBezTo>
                    <a:pt x="1001" y="767"/>
                    <a:pt x="1001" y="801"/>
                    <a:pt x="968" y="868"/>
                  </a:cubicBezTo>
                  <a:lnTo>
                    <a:pt x="968" y="1401"/>
                  </a:lnTo>
                  <a:cubicBezTo>
                    <a:pt x="1001" y="1468"/>
                    <a:pt x="1001" y="1501"/>
                    <a:pt x="1001" y="1568"/>
                  </a:cubicBezTo>
                  <a:cubicBezTo>
                    <a:pt x="968" y="1601"/>
                    <a:pt x="968" y="1668"/>
                    <a:pt x="935" y="1701"/>
                  </a:cubicBezTo>
                  <a:cubicBezTo>
                    <a:pt x="901" y="1802"/>
                    <a:pt x="835" y="1902"/>
                    <a:pt x="735" y="1935"/>
                  </a:cubicBezTo>
                  <a:cubicBezTo>
                    <a:pt x="701" y="1968"/>
                    <a:pt x="668" y="1968"/>
                    <a:pt x="601" y="1968"/>
                  </a:cubicBezTo>
                  <a:cubicBezTo>
                    <a:pt x="568" y="1968"/>
                    <a:pt x="568" y="1968"/>
                    <a:pt x="534" y="1935"/>
                  </a:cubicBezTo>
                  <a:cubicBezTo>
                    <a:pt x="501" y="1935"/>
                    <a:pt x="501" y="1902"/>
                    <a:pt x="501" y="1868"/>
                  </a:cubicBezTo>
                  <a:cubicBezTo>
                    <a:pt x="468" y="1802"/>
                    <a:pt x="468" y="1768"/>
                    <a:pt x="501" y="1701"/>
                  </a:cubicBezTo>
                  <a:lnTo>
                    <a:pt x="501" y="1168"/>
                  </a:lnTo>
                  <a:cubicBezTo>
                    <a:pt x="501" y="1101"/>
                    <a:pt x="501" y="1034"/>
                    <a:pt x="501" y="1001"/>
                  </a:cubicBezTo>
                  <a:cubicBezTo>
                    <a:pt x="501" y="934"/>
                    <a:pt x="501" y="901"/>
                    <a:pt x="534" y="868"/>
                  </a:cubicBezTo>
                  <a:cubicBezTo>
                    <a:pt x="568" y="801"/>
                    <a:pt x="568" y="767"/>
                    <a:pt x="601" y="734"/>
                  </a:cubicBezTo>
                  <a:cubicBezTo>
                    <a:pt x="635" y="701"/>
                    <a:pt x="701" y="667"/>
                    <a:pt x="735" y="634"/>
                  </a:cubicBezTo>
                  <a:cubicBezTo>
                    <a:pt x="768" y="601"/>
                    <a:pt x="801" y="601"/>
                    <a:pt x="868" y="601"/>
                  </a:cubicBezTo>
                  <a:cubicBezTo>
                    <a:pt x="878" y="591"/>
                    <a:pt x="888" y="587"/>
                    <a:pt x="897" y="587"/>
                  </a:cubicBezTo>
                  <a:close/>
                  <a:moveTo>
                    <a:pt x="1035" y="0"/>
                  </a:moveTo>
                  <a:cubicBezTo>
                    <a:pt x="935" y="0"/>
                    <a:pt x="801" y="34"/>
                    <a:pt x="735" y="100"/>
                  </a:cubicBezTo>
                  <a:cubicBezTo>
                    <a:pt x="601" y="167"/>
                    <a:pt x="501" y="267"/>
                    <a:pt x="401" y="367"/>
                  </a:cubicBezTo>
                  <a:cubicBezTo>
                    <a:pt x="301" y="467"/>
                    <a:pt x="234" y="567"/>
                    <a:pt x="168" y="667"/>
                  </a:cubicBezTo>
                  <a:cubicBezTo>
                    <a:pt x="134" y="801"/>
                    <a:pt x="67" y="901"/>
                    <a:pt x="67" y="1034"/>
                  </a:cubicBezTo>
                  <a:cubicBezTo>
                    <a:pt x="34" y="1168"/>
                    <a:pt x="1" y="1268"/>
                    <a:pt x="1" y="1401"/>
                  </a:cubicBezTo>
                  <a:lnTo>
                    <a:pt x="1" y="1701"/>
                  </a:lnTo>
                  <a:lnTo>
                    <a:pt x="1" y="2002"/>
                  </a:lnTo>
                  <a:cubicBezTo>
                    <a:pt x="1" y="2102"/>
                    <a:pt x="34" y="2202"/>
                    <a:pt x="67" y="2302"/>
                  </a:cubicBezTo>
                  <a:cubicBezTo>
                    <a:pt x="67" y="2369"/>
                    <a:pt x="101" y="2469"/>
                    <a:pt x="168" y="2502"/>
                  </a:cubicBezTo>
                  <a:cubicBezTo>
                    <a:pt x="234" y="2569"/>
                    <a:pt x="334" y="2569"/>
                    <a:pt x="401" y="2569"/>
                  </a:cubicBezTo>
                  <a:cubicBezTo>
                    <a:pt x="501" y="2569"/>
                    <a:pt x="635" y="2535"/>
                    <a:pt x="735" y="2469"/>
                  </a:cubicBezTo>
                  <a:cubicBezTo>
                    <a:pt x="835" y="2402"/>
                    <a:pt x="935" y="2302"/>
                    <a:pt x="1035" y="2202"/>
                  </a:cubicBezTo>
                  <a:cubicBezTo>
                    <a:pt x="1135" y="2102"/>
                    <a:pt x="1202" y="2002"/>
                    <a:pt x="1268" y="1902"/>
                  </a:cubicBezTo>
                  <a:cubicBezTo>
                    <a:pt x="1302" y="1768"/>
                    <a:pt x="1368" y="1668"/>
                    <a:pt x="1402" y="1535"/>
                  </a:cubicBezTo>
                  <a:cubicBezTo>
                    <a:pt x="1402" y="1401"/>
                    <a:pt x="1435" y="1268"/>
                    <a:pt x="1435" y="1168"/>
                  </a:cubicBezTo>
                  <a:lnTo>
                    <a:pt x="1435" y="868"/>
                  </a:lnTo>
                  <a:lnTo>
                    <a:pt x="1435" y="567"/>
                  </a:lnTo>
                  <a:cubicBezTo>
                    <a:pt x="1435" y="467"/>
                    <a:pt x="1402" y="367"/>
                    <a:pt x="1402" y="267"/>
                  </a:cubicBezTo>
                  <a:cubicBezTo>
                    <a:pt x="1368" y="200"/>
                    <a:pt x="1335" y="100"/>
                    <a:pt x="1268" y="67"/>
                  </a:cubicBezTo>
                  <a:cubicBezTo>
                    <a:pt x="1202" y="0"/>
                    <a:pt x="1102" y="0"/>
                    <a:pt x="103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55"/>
            <p:cNvSpPr/>
            <p:nvPr/>
          </p:nvSpPr>
          <p:spPr>
            <a:xfrm>
              <a:off x="4746900" y="4346050"/>
              <a:ext cx="48375" cy="78425"/>
            </a:xfrm>
            <a:custGeom>
              <a:rect b="b" l="l" r="r" t="t"/>
              <a:pathLst>
                <a:path extrusionOk="0" h="3137" w="1935">
                  <a:moveTo>
                    <a:pt x="467" y="1035"/>
                  </a:moveTo>
                  <a:cubicBezTo>
                    <a:pt x="501" y="1068"/>
                    <a:pt x="501" y="1101"/>
                    <a:pt x="501" y="1168"/>
                  </a:cubicBezTo>
                  <a:cubicBezTo>
                    <a:pt x="501" y="1235"/>
                    <a:pt x="501" y="1302"/>
                    <a:pt x="501" y="1368"/>
                  </a:cubicBezTo>
                  <a:cubicBezTo>
                    <a:pt x="501" y="1402"/>
                    <a:pt x="501" y="1468"/>
                    <a:pt x="467" y="1502"/>
                  </a:cubicBezTo>
                  <a:cubicBezTo>
                    <a:pt x="467" y="1535"/>
                    <a:pt x="434" y="1568"/>
                    <a:pt x="401" y="1602"/>
                  </a:cubicBezTo>
                  <a:lnTo>
                    <a:pt x="334" y="1602"/>
                  </a:lnTo>
                  <a:cubicBezTo>
                    <a:pt x="300" y="1568"/>
                    <a:pt x="300" y="1502"/>
                    <a:pt x="300" y="1468"/>
                  </a:cubicBezTo>
                  <a:cubicBezTo>
                    <a:pt x="300" y="1402"/>
                    <a:pt x="300" y="1335"/>
                    <a:pt x="300" y="1268"/>
                  </a:cubicBezTo>
                  <a:cubicBezTo>
                    <a:pt x="300" y="1201"/>
                    <a:pt x="300" y="1168"/>
                    <a:pt x="334" y="1135"/>
                  </a:cubicBezTo>
                  <a:cubicBezTo>
                    <a:pt x="334" y="1101"/>
                    <a:pt x="367" y="1068"/>
                    <a:pt x="401" y="1035"/>
                  </a:cubicBezTo>
                  <a:close/>
                  <a:moveTo>
                    <a:pt x="567" y="668"/>
                  </a:moveTo>
                  <a:cubicBezTo>
                    <a:pt x="501" y="668"/>
                    <a:pt x="467" y="701"/>
                    <a:pt x="401" y="734"/>
                  </a:cubicBezTo>
                  <a:cubicBezTo>
                    <a:pt x="334" y="768"/>
                    <a:pt x="267" y="801"/>
                    <a:pt x="234" y="868"/>
                  </a:cubicBezTo>
                  <a:cubicBezTo>
                    <a:pt x="200" y="901"/>
                    <a:pt x="134" y="968"/>
                    <a:pt x="134" y="1035"/>
                  </a:cubicBezTo>
                  <a:cubicBezTo>
                    <a:pt x="100" y="1101"/>
                    <a:pt x="67" y="1135"/>
                    <a:pt x="34" y="1201"/>
                  </a:cubicBezTo>
                  <a:cubicBezTo>
                    <a:pt x="34" y="1268"/>
                    <a:pt x="34" y="1335"/>
                    <a:pt x="0" y="1402"/>
                  </a:cubicBezTo>
                  <a:lnTo>
                    <a:pt x="0" y="1535"/>
                  </a:lnTo>
                  <a:lnTo>
                    <a:pt x="0" y="1668"/>
                  </a:lnTo>
                  <a:cubicBezTo>
                    <a:pt x="34" y="1735"/>
                    <a:pt x="34" y="1769"/>
                    <a:pt x="34" y="1835"/>
                  </a:cubicBezTo>
                  <a:cubicBezTo>
                    <a:pt x="67" y="1869"/>
                    <a:pt x="67" y="1902"/>
                    <a:pt x="134" y="1935"/>
                  </a:cubicBezTo>
                  <a:cubicBezTo>
                    <a:pt x="134" y="1969"/>
                    <a:pt x="200" y="1969"/>
                    <a:pt x="234" y="1969"/>
                  </a:cubicBezTo>
                  <a:cubicBezTo>
                    <a:pt x="300" y="1969"/>
                    <a:pt x="334" y="1935"/>
                    <a:pt x="401" y="1902"/>
                  </a:cubicBezTo>
                  <a:cubicBezTo>
                    <a:pt x="467" y="1869"/>
                    <a:pt x="534" y="1835"/>
                    <a:pt x="567" y="1769"/>
                  </a:cubicBezTo>
                  <a:cubicBezTo>
                    <a:pt x="601" y="1735"/>
                    <a:pt x="667" y="1668"/>
                    <a:pt x="701" y="1602"/>
                  </a:cubicBezTo>
                  <a:cubicBezTo>
                    <a:pt x="701" y="1535"/>
                    <a:pt x="734" y="1468"/>
                    <a:pt x="767" y="1435"/>
                  </a:cubicBezTo>
                  <a:cubicBezTo>
                    <a:pt x="767" y="1368"/>
                    <a:pt x="801" y="1302"/>
                    <a:pt x="801" y="1235"/>
                  </a:cubicBezTo>
                  <a:lnTo>
                    <a:pt x="801" y="968"/>
                  </a:lnTo>
                  <a:cubicBezTo>
                    <a:pt x="801" y="901"/>
                    <a:pt x="767" y="868"/>
                    <a:pt x="767" y="801"/>
                  </a:cubicBezTo>
                  <a:cubicBezTo>
                    <a:pt x="734" y="768"/>
                    <a:pt x="734" y="734"/>
                    <a:pt x="701" y="701"/>
                  </a:cubicBezTo>
                  <a:cubicBezTo>
                    <a:pt x="667" y="668"/>
                    <a:pt x="601" y="668"/>
                    <a:pt x="567" y="668"/>
                  </a:cubicBezTo>
                  <a:close/>
                  <a:moveTo>
                    <a:pt x="1610" y="1510"/>
                  </a:moveTo>
                  <a:cubicBezTo>
                    <a:pt x="1626" y="1510"/>
                    <a:pt x="1635" y="1518"/>
                    <a:pt x="1635" y="1535"/>
                  </a:cubicBezTo>
                  <a:cubicBezTo>
                    <a:pt x="1635" y="1568"/>
                    <a:pt x="1635" y="1602"/>
                    <a:pt x="1635" y="1635"/>
                  </a:cubicBezTo>
                  <a:cubicBezTo>
                    <a:pt x="1635" y="1702"/>
                    <a:pt x="1635" y="1769"/>
                    <a:pt x="1635" y="1869"/>
                  </a:cubicBezTo>
                  <a:cubicBezTo>
                    <a:pt x="1635" y="1902"/>
                    <a:pt x="1635" y="1935"/>
                    <a:pt x="1635" y="2002"/>
                  </a:cubicBezTo>
                  <a:cubicBezTo>
                    <a:pt x="1601" y="2035"/>
                    <a:pt x="1568" y="2069"/>
                    <a:pt x="1535" y="2069"/>
                  </a:cubicBezTo>
                  <a:cubicBezTo>
                    <a:pt x="1518" y="2085"/>
                    <a:pt x="1501" y="2094"/>
                    <a:pt x="1489" y="2094"/>
                  </a:cubicBezTo>
                  <a:cubicBezTo>
                    <a:pt x="1476" y="2094"/>
                    <a:pt x="1468" y="2085"/>
                    <a:pt x="1468" y="2069"/>
                  </a:cubicBezTo>
                  <a:cubicBezTo>
                    <a:pt x="1435" y="2035"/>
                    <a:pt x="1435" y="2002"/>
                    <a:pt x="1435" y="1969"/>
                  </a:cubicBezTo>
                  <a:cubicBezTo>
                    <a:pt x="1435" y="1902"/>
                    <a:pt x="1435" y="1835"/>
                    <a:pt x="1435" y="1769"/>
                  </a:cubicBezTo>
                  <a:cubicBezTo>
                    <a:pt x="1435" y="1702"/>
                    <a:pt x="1468" y="1668"/>
                    <a:pt x="1468" y="1602"/>
                  </a:cubicBezTo>
                  <a:cubicBezTo>
                    <a:pt x="1468" y="1568"/>
                    <a:pt x="1501" y="1535"/>
                    <a:pt x="1535" y="1535"/>
                  </a:cubicBezTo>
                  <a:cubicBezTo>
                    <a:pt x="1568" y="1518"/>
                    <a:pt x="1593" y="1510"/>
                    <a:pt x="1610" y="1510"/>
                  </a:cubicBezTo>
                  <a:close/>
                  <a:moveTo>
                    <a:pt x="1743" y="1153"/>
                  </a:moveTo>
                  <a:cubicBezTo>
                    <a:pt x="1727" y="1153"/>
                    <a:pt x="1713" y="1157"/>
                    <a:pt x="1701" y="1168"/>
                  </a:cubicBezTo>
                  <a:cubicBezTo>
                    <a:pt x="1635" y="1168"/>
                    <a:pt x="1601" y="1168"/>
                    <a:pt x="1535" y="1201"/>
                  </a:cubicBezTo>
                  <a:cubicBezTo>
                    <a:pt x="1468" y="1235"/>
                    <a:pt x="1435" y="1302"/>
                    <a:pt x="1368" y="1335"/>
                  </a:cubicBezTo>
                  <a:cubicBezTo>
                    <a:pt x="1335" y="1402"/>
                    <a:pt x="1301" y="1435"/>
                    <a:pt x="1268" y="1502"/>
                  </a:cubicBezTo>
                  <a:cubicBezTo>
                    <a:pt x="1234" y="1568"/>
                    <a:pt x="1201" y="1635"/>
                    <a:pt x="1201" y="1702"/>
                  </a:cubicBezTo>
                  <a:cubicBezTo>
                    <a:pt x="1168" y="1769"/>
                    <a:pt x="1168" y="1835"/>
                    <a:pt x="1168" y="1902"/>
                  </a:cubicBezTo>
                  <a:lnTo>
                    <a:pt x="1168" y="2035"/>
                  </a:lnTo>
                  <a:cubicBezTo>
                    <a:pt x="1168" y="2069"/>
                    <a:pt x="1168" y="2102"/>
                    <a:pt x="1168" y="2135"/>
                  </a:cubicBezTo>
                  <a:cubicBezTo>
                    <a:pt x="1168" y="2202"/>
                    <a:pt x="1168" y="2269"/>
                    <a:pt x="1201" y="2302"/>
                  </a:cubicBezTo>
                  <a:cubicBezTo>
                    <a:pt x="1201" y="2369"/>
                    <a:pt x="1234" y="2402"/>
                    <a:pt x="1268" y="2436"/>
                  </a:cubicBezTo>
                  <a:cubicBezTo>
                    <a:pt x="1301" y="2436"/>
                    <a:pt x="1335" y="2469"/>
                    <a:pt x="1368" y="2469"/>
                  </a:cubicBezTo>
                  <a:cubicBezTo>
                    <a:pt x="1435" y="2436"/>
                    <a:pt x="1501" y="2436"/>
                    <a:pt x="1535" y="2402"/>
                  </a:cubicBezTo>
                  <a:cubicBezTo>
                    <a:pt x="1601" y="2369"/>
                    <a:pt x="1668" y="2302"/>
                    <a:pt x="1701" y="2269"/>
                  </a:cubicBezTo>
                  <a:cubicBezTo>
                    <a:pt x="1768" y="2202"/>
                    <a:pt x="1802" y="2135"/>
                    <a:pt x="1835" y="2102"/>
                  </a:cubicBezTo>
                  <a:cubicBezTo>
                    <a:pt x="1868" y="2035"/>
                    <a:pt x="1868" y="1969"/>
                    <a:pt x="1902" y="1902"/>
                  </a:cubicBezTo>
                  <a:cubicBezTo>
                    <a:pt x="1902" y="1835"/>
                    <a:pt x="1935" y="1769"/>
                    <a:pt x="1935" y="1702"/>
                  </a:cubicBezTo>
                  <a:lnTo>
                    <a:pt x="1935" y="1468"/>
                  </a:lnTo>
                  <a:cubicBezTo>
                    <a:pt x="1935" y="1402"/>
                    <a:pt x="1902" y="1335"/>
                    <a:pt x="1902" y="1302"/>
                  </a:cubicBezTo>
                  <a:cubicBezTo>
                    <a:pt x="1902" y="1235"/>
                    <a:pt x="1868" y="1201"/>
                    <a:pt x="1835" y="1168"/>
                  </a:cubicBezTo>
                  <a:cubicBezTo>
                    <a:pt x="1813" y="1168"/>
                    <a:pt x="1776" y="1153"/>
                    <a:pt x="1743" y="1153"/>
                  </a:cubicBezTo>
                  <a:close/>
                  <a:moveTo>
                    <a:pt x="1701" y="1"/>
                  </a:moveTo>
                  <a:lnTo>
                    <a:pt x="1501" y="101"/>
                  </a:lnTo>
                  <a:cubicBezTo>
                    <a:pt x="1468" y="134"/>
                    <a:pt x="1468" y="134"/>
                    <a:pt x="1435" y="167"/>
                  </a:cubicBezTo>
                  <a:cubicBezTo>
                    <a:pt x="1435" y="167"/>
                    <a:pt x="1401" y="201"/>
                    <a:pt x="1401" y="234"/>
                  </a:cubicBezTo>
                  <a:lnTo>
                    <a:pt x="200" y="3069"/>
                  </a:lnTo>
                  <a:cubicBezTo>
                    <a:pt x="167" y="3103"/>
                    <a:pt x="167" y="3103"/>
                    <a:pt x="200" y="3103"/>
                  </a:cubicBezTo>
                  <a:cubicBezTo>
                    <a:pt x="167" y="3103"/>
                    <a:pt x="167" y="3136"/>
                    <a:pt x="200" y="3136"/>
                  </a:cubicBezTo>
                  <a:lnTo>
                    <a:pt x="234" y="3136"/>
                  </a:lnTo>
                  <a:lnTo>
                    <a:pt x="434" y="3036"/>
                  </a:lnTo>
                  <a:cubicBezTo>
                    <a:pt x="467" y="3003"/>
                    <a:pt x="467" y="3003"/>
                    <a:pt x="501" y="2969"/>
                  </a:cubicBezTo>
                  <a:cubicBezTo>
                    <a:pt x="501" y="2969"/>
                    <a:pt x="534" y="2936"/>
                    <a:pt x="534" y="2903"/>
                  </a:cubicBezTo>
                  <a:lnTo>
                    <a:pt x="1735" y="67"/>
                  </a:lnTo>
                  <a:lnTo>
                    <a:pt x="1735" y="34"/>
                  </a:lnTo>
                  <a:cubicBezTo>
                    <a:pt x="1735" y="34"/>
                    <a:pt x="1735" y="1"/>
                    <a:pt x="173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55"/>
            <p:cNvSpPr/>
            <p:nvPr/>
          </p:nvSpPr>
          <p:spPr>
            <a:xfrm>
              <a:off x="4605950" y="4269325"/>
              <a:ext cx="79250" cy="101775"/>
            </a:xfrm>
            <a:custGeom>
              <a:rect b="b" l="l" r="r" t="t"/>
              <a:pathLst>
                <a:path extrusionOk="0" h="4071" w="3170">
                  <a:moveTo>
                    <a:pt x="2636" y="1"/>
                  </a:moveTo>
                  <a:cubicBezTo>
                    <a:pt x="1569" y="1068"/>
                    <a:pt x="668" y="2336"/>
                    <a:pt x="1" y="3703"/>
                  </a:cubicBezTo>
                  <a:lnTo>
                    <a:pt x="1335" y="4070"/>
                  </a:lnTo>
                  <a:cubicBezTo>
                    <a:pt x="1802" y="3136"/>
                    <a:pt x="2403" y="2269"/>
                    <a:pt x="3170" y="1502"/>
                  </a:cubicBezTo>
                  <a:lnTo>
                    <a:pt x="2636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55"/>
            <p:cNvSpPr/>
            <p:nvPr/>
          </p:nvSpPr>
          <p:spPr>
            <a:xfrm>
              <a:off x="4686850" y="4196775"/>
              <a:ext cx="90100" cy="93425"/>
            </a:xfrm>
            <a:custGeom>
              <a:rect b="b" l="l" r="r" t="t"/>
              <a:pathLst>
                <a:path extrusionOk="0" h="3737" w="3604">
                  <a:moveTo>
                    <a:pt x="3603" y="1"/>
                  </a:moveTo>
                  <a:lnTo>
                    <a:pt x="3603" y="1"/>
                  </a:lnTo>
                  <a:cubicBezTo>
                    <a:pt x="2969" y="134"/>
                    <a:pt x="2369" y="401"/>
                    <a:pt x="1802" y="735"/>
                  </a:cubicBezTo>
                  <a:cubicBezTo>
                    <a:pt x="1168" y="1101"/>
                    <a:pt x="534" y="1568"/>
                    <a:pt x="1" y="2069"/>
                  </a:cubicBezTo>
                  <a:lnTo>
                    <a:pt x="534" y="3737"/>
                  </a:lnTo>
                  <a:cubicBezTo>
                    <a:pt x="935" y="3370"/>
                    <a:pt x="1335" y="3070"/>
                    <a:pt x="1802" y="2836"/>
                  </a:cubicBezTo>
                  <a:cubicBezTo>
                    <a:pt x="2169" y="2603"/>
                    <a:pt x="2602" y="2436"/>
                    <a:pt x="3036" y="2302"/>
                  </a:cubicBezTo>
                  <a:lnTo>
                    <a:pt x="3603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55"/>
            <p:cNvSpPr/>
            <p:nvPr/>
          </p:nvSpPr>
          <p:spPr>
            <a:xfrm>
              <a:off x="4772750" y="4192650"/>
              <a:ext cx="86750" cy="72525"/>
            </a:xfrm>
            <a:custGeom>
              <a:rect b="b" l="l" r="r" t="t"/>
              <a:pathLst>
                <a:path extrusionOk="0" h="2901" w="3470">
                  <a:moveTo>
                    <a:pt x="1239" y="1"/>
                  </a:moveTo>
                  <a:cubicBezTo>
                    <a:pt x="1016" y="1"/>
                    <a:pt x="791" y="22"/>
                    <a:pt x="567" y="66"/>
                  </a:cubicBezTo>
                  <a:lnTo>
                    <a:pt x="0" y="2367"/>
                  </a:lnTo>
                  <a:cubicBezTo>
                    <a:pt x="130" y="2349"/>
                    <a:pt x="261" y="2339"/>
                    <a:pt x="392" y="2339"/>
                  </a:cubicBezTo>
                  <a:cubicBezTo>
                    <a:pt x="967" y="2339"/>
                    <a:pt x="1540" y="2521"/>
                    <a:pt x="2002" y="2901"/>
                  </a:cubicBezTo>
                  <a:lnTo>
                    <a:pt x="3469" y="833"/>
                  </a:lnTo>
                  <a:cubicBezTo>
                    <a:pt x="2842" y="284"/>
                    <a:pt x="2050" y="1"/>
                    <a:pt x="123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55"/>
            <p:cNvSpPr/>
            <p:nvPr/>
          </p:nvSpPr>
          <p:spPr>
            <a:xfrm>
              <a:off x="4575100" y="4375250"/>
              <a:ext cx="58400" cy="103425"/>
            </a:xfrm>
            <a:custGeom>
              <a:rect b="b" l="l" r="r" t="t"/>
              <a:pathLst>
                <a:path extrusionOk="0" h="4137" w="2336">
                  <a:moveTo>
                    <a:pt x="1001" y="0"/>
                  </a:moveTo>
                  <a:cubicBezTo>
                    <a:pt x="401" y="1301"/>
                    <a:pt x="67" y="2702"/>
                    <a:pt x="1" y="4136"/>
                  </a:cubicBezTo>
                  <a:lnTo>
                    <a:pt x="1635" y="3202"/>
                  </a:lnTo>
                  <a:cubicBezTo>
                    <a:pt x="1702" y="2202"/>
                    <a:pt x="1935" y="1234"/>
                    <a:pt x="2336" y="334"/>
                  </a:cubicBezTo>
                  <a:lnTo>
                    <a:pt x="100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55"/>
            <p:cNvSpPr/>
            <p:nvPr/>
          </p:nvSpPr>
          <p:spPr>
            <a:xfrm>
              <a:off x="4574275" y="4466975"/>
              <a:ext cx="58400" cy="98425"/>
            </a:xfrm>
            <a:custGeom>
              <a:rect b="b" l="l" r="r" t="t"/>
              <a:pathLst>
                <a:path extrusionOk="0" h="3937" w="2336">
                  <a:moveTo>
                    <a:pt x="1668" y="0"/>
                  </a:moveTo>
                  <a:lnTo>
                    <a:pt x="0" y="968"/>
                  </a:lnTo>
                  <a:cubicBezTo>
                    <a:pt x="0" y="2035"/>
                    <a:pt x="334" y="3103"/>
                    <a:pt x="1001" y="3937"/>
                  </a:cubicBezTo>
                  <a:lnTo>
                    <a:pt x="2335" y="2069"/>
                  </a:lnTo>
                  <a:cubicBezTo>
                    <a:pt x="1902" y="1468"/>
                    <a:pt x="1668" y="734"/>
                    <a:pt x="16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55"/>
            <p:cNvSpPr/>
            <p:nvPr/>
          </p:nvSpPr>
          <p:spPr>
            <a:xfrm>
              <a:off x="4603450" y="4540350"/>
              <a:ext cx="85925" cy="73375"/>
            </a:xfrm>
            <a:custGeom>
              <a:rect b="b" l="l" r="r" t="t"/>
              <a:pathLst>
                <a:path extrusionOk="0" h="2935" w="3437">
                  <a:moveTo>
                    <a:pt x="1469" y="1"/>
                  </a:moveTo>
                  <a:lnTo>
                    <a:pt x="1" y="2102"/>
                  </a:lnTo>
                  <a:cubicBezTo>
                    <a:pt x="602" y="2652"/>
                    <a:pt x="1409" y="2934"/>
                    <a:pt x="2228" y="2934"/>
                  </a:cubicBezTo>
                  <a:cubicBezTo>
                    <a:pt x="2453" y="2934"/>
                    <a:pt x="2680" y="2913"/>
                    <a:pt x="2903" y="2870"/>
                  </a:cubicBezTo>
                  <a:lnTo>
                    <a:pt x="3437" y="535"/>
                  </a:lnTo>
                  <a:lnTo>
                    <a:pt x="3437" y="535"/>
                  </a:lnTo>
                  <a:cubicBezTo>
                    <a:pt x="3294" y="562"/>
                    <a:pt x="3149" y="575"/>
                    <a:pt x="3005" y="575"/>
                  </a:cubicBezTo>
                  <a:cubicBezTo>
                    <a:pt x="2445" y="575"/>
                    <a:pt x="1893" y="373"/>
                    <a:pt x="146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55"/>
            <p:cNvSpPr/>
            <p:nvPr/>
          </p:nvSpPr>
          <p:spPr>
            <a:xfrm>
              <a:off x="4686025" y="4516175"/>
              <a:ext cx="90075" cy="93425"/>
            </a:xfrm>
            <a:custGeom>
              <a:rect b="b" l="l" r="r" t="t"/>
              <a:pathLst>
                <a:path extrusionOk="0" h="3737" w="3603">
                  <a:moveTo>
                    <a:pt x="3036" y="1"/>
                  </a:moveTo>
                  <a:cubicBezTo>
                    <a:pt x="2669" y="334"/>
                    <a:pt x="2235" y="634"/>
                    <a:pt x="1801" y="901"/>
                  </a:cubicBezTo>
                  <a:cubicBezTo>
                    <a:pt x="1401" y="1135"/>
                    <a:pt x="1001" y="1301"/>
                    <a:pt x="567" y="1402"/>
                  </a:cubicBezTo>
                  <a:lnTo>
                    <a:pt x="0" y="3737"/>
                  </a:lnTo>
                  <a:cubicBezTo>
                    <a:pt x="634" y="3570"/>
                    <a:pt x="1234" y="3336"/>
                    <a:pt x="1801" y="3003"/>
                  </a:cubicBezTo>
                  <a:cubicBezTo>
                    <a:pt x="2435" y="2602"/>
                    <a:pt x="3036" y="2169"/>
                    <a:pt x="3603" y="1668"/>
                  </a:cubicBezTo>
                  <a:lnTo>
                    <a:pt x="3036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55"/>
            <p:cNvSpPr/>
            <p:nvPr/>
          </p:nvSpPr>
          <p:spPr>
            <a:xfrm>
              <a:off x="4772750" y="4435275"/>
              <a:ext cx="86750" cy="111775"/>
            </a:xfrm>
            <a:custGeom>
              <a:rect b="b" l="l" r="r" t="t"/>
              <a:pathLst>
                <a:path extrusionOk="0" h="4471" w="3470">
                  <a:moveTo>
                    <a:pt x="2002" y="1"/>
                  </a:moveTo>
                  <a:cubicBezTo>
                    <a:pt x="1501" y="1035"/>
                    <a:pt x="801" y="1969"/>
                    <a:pt x="0" y="2803"/>
                  </a:cubicBezTo>
                  <a:lnTo>
                    <a:pt x="567" y="4471"/>
                  </a:lnTo>
                  <a:cubicBezTo>
                    <a:pt x="1768" y="3270"/>
                    <a:pt x="2736" y="1902"/>
                    <a:pt x="3469" y="368"/>
                  </a:cubicBezTo>
                  <a:lnTo>
                    <a:pt x="200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55"/>
            <p:cNvSpPr/>
            <p:nvPr/>
          </p:nvSpPr>
          <p:spPr>
            <a:xfrm>
              <a:off x="4829450" y="4220125"/>
              <a:ext cx="64250" cy="108450"/>
            </a:xfrm>
            <a:custGeom>
              <a:rect b="b" l="l" r="r" t="t"/>
              <a:pathLst>
                <a:path extrusionOk="0" h="4338" w="2570">
                  <a:moveTo>
                    <a:pt x="1468" y="1"/>
                  </a:moveTo>
                  <a:lnTo>
                    <a:pt x="1" y="2102"/>
                  </a:lnTo>
                  <a:cubicBezTo>
                    <a:pt x="501" y="2736"/>
                    <a:pt x="768" y="3537"/>
                    <a:pt x="768" y="4337"/>
                  </a:cubicBezTo>
                  <a:lnTo>
                    <a:pt x="2569" y="3303"/>
                  </a:lnTo>
                  <a:cubicBezTo>
                    <a:pt x="2536" y="1869"/>
                    <a:pt x="2135" y="735"/>
                    <a:pt x="146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55"/>
            <p:cNvSpPr/>
            <p:nvPr/>
          </p:nvSpPr>
          <p:spPr>
            <a:xfrm>
              <a:off x="4829450" y="4315200"/>
              <a:ext cx="64250" cy="115100"/>
            </a:xfrm>
            <a:custGeom>
              <a:rect b="b" l="l" r="r" t="t"/>
              <a:pathLst>
                <a:path extrusionOk="0" h="4604" w="2570">
                  <a:moveTo>
                    <a:pt x="2569" y="0"/>
                  </a:moveTo>
                  <a:lnTo>
                    <a:pt x="768" y="1068"/>
                  </a:lnTo>
                  <a:cubicBezTo>
                    <a:pt x="701" y="2135"/>
                    <a:pt x="434" y="3203"/>
                    <a:pt x="1" y="4203"/>
                  </a:cubicBezTo>
                  <a:lnTo>
                    <a:pt x="1468" y="4604"/>
                  </a:lnTo>
                  <a:cubicBezTo>
                    <a:pt x="2135" y="3169"/>
                    <a:pt x="2502" y="1602"/>
                    <a:pt x="256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55"/>
            <p:cNvSpPr/>
            <p:nvPr/>
          </p:nvSpPr>
          <p:spPr>
            <a:xfrm>
              <a:off x="3259175" y="2889175"/>
              <a:ext cx="346700" cy="311925"/>
            </a:xfrm>
            <a:custGeom>
              <a:rect b="b" l="l" r="r" t="t"/>
              <a:pathLst>
                <a:path extrusionOk="0" h="12477" w="13868">
                  <a:moveTo>
                    <a:pt x="10908" y="1"/>
                  </a:moveTo>
                  <a:cubicBezTo>
                    <a:pt x="10741" y="1"/>
                    <a:pt x="10574" y="134"/>
                    <a:pt x="10541" y="301"/>
                  </a:cubicBezTo>
                  <a:lnTo>
                    <a:pt x="8273" y="5071"/>
                  </a:lnTo>
                  <a:cubicBezTo>
                    <a:pt x="8273" y="5071"/>
                    <a:pt x="8239" y="5104"/>
                    <a:pt x="8239" y="5104"/>
                  </a:cubicBezTo>
                  <a:cubicBezTo>
                    <a:pt x="8206" y="5104"/>
                    <a:pt x="8173" y="5071"/>
                    <a:pt x="8139" y="5004"/>
                  </a:cubicBezTo>
                  <a:lnTo>
                    <a:pt x="6004" y="1335"/>
                  </a:lnTo>
                  <a:cubicBezTo>
                    <a:pt x="5871" y="1035"/>
                    <a:pt x="5671" y="1035"/>
                    <a:pt x="5571" y="1035"/>
                  </a:cubicBezTo>
                  <a:cubicBezTo>
                    <a:pt x="5404" y="1068"/>
                    <a:pt x="5271" y="1201"/>
                    <a:pt x="5237" y="1368"/>
                  </a:cubicBezTo>
                  <a:lnTo>
                    <a:pt x="2869" y="8140"/>
                  </a:lnTo>
                  <a:cubicBezTo>
                    <a:pt x="2835" y="8206"/>
                    <a:pt x="2802" y="8240"/>
                    <a:pt x="2802" y="8240"/>
                  </a:cubicBezTo>
                  <a:cubicBezTo>
                    <a:pt x="2769" y="8240"/>
                    <a:pt x="2702" y="8240"/>
                    <a:pt x="2669" y="8173"/>
                  </a:cubicBezTo>
                  <a:lnTo>
                    <a:pt x="2068" y="7573"/>
                  </a:lnTo>
                  <a:cubicBezTo>
                    <a:pt x="1966" y="7471"/>
                    <a:pt x="1825" y="7427"/>
                    <a:pt x="1690" y="7427"/>
                  </a:cubicBezTo>
                  <a:cubicBezTo>
                    <a:pt x="1648" y="7427"/>
                    <a:pt x="1607" y="7431"/>
                    <a:pt x="1568" y="7439"/>
                  </a:cubicBezTo>
                  <a:cubicBezTo>
                    <a:pt x="1401" y="7506"/>
                    <a:pt x="1268" y="7639"/>
                    <a:pt x="1234" y="7840"/>
                  </a:cubicBezTo>
                  <a:lnTo>
                    <a:pt x="33" y="12209"/>
                  </a:lnTo>
                  <a:cubicBezTo>
                    <a:pt x="0" y="12343"/>
                    <a:pt x="67" y="12443"/>
                    <a:pt x="167" y="12476"/>
                  </a:cubicBezTo>
                  <a:lnTo>
                    <a:pt x="234" y="12476"/>
                  </a:lnTo>
                  <a:cubicBezTo>
                    <a:pt x="300" y="12476"/>
                    <a:pt x="400" y="12443"/>
                    <a:pt x="434" y="12343"/>
                  </a:cubicBezTo>
                  <a:lnTo>
                    <a:pt x="1635" y="7940"/>
                  </a:lnTo>
                  <a:cubicBezTo>
                    <a:pt x="1668" y="7873"/>
                    <a:pt x="1701" y="7840"/>
                    <a:pt x="1701" y="7840"/>
                  </a:cubicBezTo>
                  <a:cubicBezTo>
                    <a:pt x="1735" y="7840"/>
                    <a:pt x="1768" y="7840"/>
                    <a:pt x="1801" y="7873"/>
                  </a:cubicBezTo>
                  <a:lnTo>
                    <a:pt x="2435" y="8473"/>
                  </a:lnTo>
                  <a:cubicBezTo>
                    <a:pt x="2518" y="8584"/>
                    <a:pt x="2670" y="8649"/>
                    <a:pt x="2814" y="8649"/>
                  </a:cubicBezTo>
                  <a:cubicBezTo>
                    <a:pt x="2844" y="8649"/>
                    <a:pt x="2874" y="8646"/>
                    <a:pt x="2902" y="8640"/>
                  </a:cubicBezTo>
                  <a:cubicBezTo>
                    <a:pt x="3069" y="8573"/>
                    <a:pt x="3236" y="8440"/>
                    <a:pt x="3269" y="8273"/>
                  </a:cubicBezTo>
                  <a:lnTo>
                    <a:pt x="5604" y="1502"/>
                  </a:lnTo>
                  <a:cubicBezTo>
                    <a:pt x="5604" y="1502"/>
                    <a:pt x="5604" y="1468"/>
                    <a:pt x="5604" y="1468"/>
                  </a:cubicBezTo>
                  <a:cubicBezTo>
                    <a:pt x="5637" y="1502"/>
                    <a:pt x="5637" y="1502"/>
                    <a:pt x="5671" y="1535"/>
                  </a:cubicBezTo>
                  <a:lnTo>
                    <a:pt x="7806" y="5238"/>
                  </a:lnTo>
                  <a:cubicBezTo>
                    <a:pt x="7872" y="5404"/>
                    <a:pt x="8073" y="5538"/>
                    <a:pt x="8239" y="5538"/>
                  </a:cubicBezTo>
                  <a:cubicBezTo>
                    <a:pt x="8406" y="5505"/>
                    <a:pt x="8573" y="5404"/>
                    <a:pt x="8640" y="5238"/>
                  </a:cubicBezTo>
                  <a:lnTo>
                    <a:pt x="10875" y="468"/>
                  </a:lnTo>
                  <a:cubicBezTo>
                    <a:pt x="10908" y="434"/>
                    <a:pt x="10908" y="401"/>
                    <a:pt x="10908" y="401"/>
                  </a:cubicBezTo>
                  <a:cubicBezTo>
                    <a:pt x="10975" y="434"/>
                    <a:pt x="10975" y="468"/>
                    <a:pt x="11008" y="501"/>
                  </a:cubicBezTo>
                  <a:lnTo>
                    <a:pt x="13410" y="4671"/>
                  </a:lnTo>
                  <a:cubicBezTo>
                    <a:pt x="13452" y="4744"/>
                    <a:pt x="13517" y="4775"/>
                    <a:pt x="13582" y="4775"/>
                  </a:cubicBezTo>
                  <a:cubicBezTo>
                    <a:pt x="13725" y="4775"/>
                    <a:pt x="13868" y="4630"/>
                    <a:pt x="13777" y="4470"/>
                  </a:cubicBezTo>
                  <a:lnTo>
                    <a:pt x="11375" y="301"/>
                  </a:lnTo>
                  <a:cubicBezTo>
                    <a:pt x="11275" y="134"/>
                    <a:pt x="11108" y="1"/>
                    <a:pt x="1090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55"/>
            <p:cNvSpPr/>
            <p:nvPr/>
          </p:nvSpPr>
          <p:spPr>
            <a:xfrm>
              <a:off x="3265000" y="2973300"/>
              <a:ext cx="333600" cy="368725"/>
            </a:xfrm>
            <a:custGeom>
              <a:rect b="b" l="l" r="r" t="t"/>
              <a:pathLst>
                <a:path extrusionOk="0" h="14749" w="13344">
                  <a:moveTo>
                    <a:pt x="10724" y="0"/>
                  </a:moveTo>
                  <a:cubicBezTo>
                    <a:pt x="10646" y="0"/>
                    <a:pt x="10576" y="67"/>
                    <a:pt x="10541" y="205"/>
                  </a:cubicBezTo>
                  <a:lnTo>
                    <a:pt x="8140" y="7910"/>
                  </a:lnTo>
                  <a:cubicBezTo>
                    <a:pt x="8106" y="8044"/>
                    <a:pt x="8040" y="8110"/>
                    <a:pt x="7960" y="8110"/>
                  </a:cubicBezTo>
                  <a:cubicBezTo>
                    <a:pt x="7881" y="8110"/>
                    <a:pt x="7790" y="8044"/>
                    <a:pt x="7706" y="7910"/>
                  </a:cubicBezTo>
                  <a:lnTo>
                    <a:pt x="5571" y="4241"/>
                  </a:lnTo>
                  <a:cubicBezTo>
                    <a:pt x="5505" y="4108"/>
                    <a:pt x="5421" y="4041"/>
                    <a:pt x="5346" y="4041"/>
                  </a:cubicBezTo>
                  <a:cubicBezTo>
                    <a:pt x="5271" y="4041"/>
                    <a:pt x="5204" y="4108"/>
                    <a:pt x="5171" y="4241"/>
                  </a:cubicBezTo>
                  <a:lnTo>
                    <a:pt x="2803" y="11013"/>
                  </a:lnTo>
                  <a:cubicBezTo>
                    <a:pt x="2771" y="11122"/>
                    <a:pt x="2718" y="11180"/>
                    <a:pt x="2657" y="11180"/>
                  </a:cubicBezTo>
                  <a:cubicBezTo>
                    <a:pt x="2587" y="11180"/>
                    <a:pt x="2507" y="11105"/>
                    <a:pt x="2436" y="10946"/>
                  </a:cubicBezTo>
                  <a:lnTo>
                    <a:pt x="1535" y="8644"/>
                  </a:lnTo>
                  <a:cubicBezTo>
                    <a:pt x="1466" y="8490"/>
                    <a:pt x="1398" y="8415"/>
                    <a:pt x="1334" y="8415"/>
                  </a:cubicBezTo>
                  <a:cubicBezTo>
                    <a:pt x="1273" y="8415"/>
                    <a:pt x="1217" y="8481"/>
                    <a:pt x="1168" y="8611"/>
                  </a:cubicBezTo>
                  <a:lnTo>
                    <a:pt x="1" y="13014"/>
                  </a:lnTo>
                  <a:lnTo>
                    <a:pt x="1" y="14749"/>
                  </a:lnTo>
                  <a:lnTo>
                    <a:pt x="13343" y="7043"/>
                  </a:lnTo>
                  <a:lnTo>
                    <a:pt x="13343" y="3240"/>
                  </a:lnTo>
                  <a:lnTo>
                    <a:pt x="10942" y="171"/>
                  </a:lnTo>
                  <a:cubicBezTo>
                    <a:pt x="10877" y="59"/>
                    <a:pt x="10797" y="0"/>
                    <a:pt x="1072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55"/>
            <p:cNvSpPr/>
            <p:nvPr/>
          </p:nvSpPr>
          <p:spPr>
            <a:xfrm>
              <a:off x="3378425" y="2897600"/>
              <a:ext cx="40050" cy="51250"/>
            </a:xfrm>
            <a:custGeom>
              <a:rect b="b" l="l" r="r" t="t"/>
              <a:pathLst>
                <a:path extrusionOk="0" h="2050" w="1602">
                  <a:moveTo>
                    <a:pt x="1144" y="0"/>
                  </a:moveTo>
                  <a:cubicBezTo>
                    <a:pt x="1040" y="0"/>
                    <a:pt x="923" y="32"/>
                    <a:pt x="801" y="97"/>
                  </a:cubicBezTo>
                  <a:cubicBezTo>
                    <a:pt x="334" y="397"/>
                    <a:pt x="34" y="931"/>
                    <a:pt x="0" y="1465"/>
                  </a:cubicBezTo>
                  <a:cubicBezTo>
                    <a:pt x="0" y="1839"/>
                    <a:pt x="181" y="2050"/>
                    <a:pt x="438" y="2050"/>
                  </a:cubicBezTo>
                  <a:cubicBezTo>
                    <a:pt x="548" y="2050"/>
                    <a:pt x="671" y="2012"/>
                    <a:pt x="801" y="1932"/>
                  </a:cubicBezTo>
                  <a:cubicBezTo>
                    <a:pt x="1268" y="1632"/>
                    <a:pt x="1568" y="1131"/>
                    <a:pt x="1601" y="564"/>
                  </a:cubicBezTo>
                  <a:cubicBezTo>
                    <a:pt x="1601" y="205"/>
                    <a:pt x="1412" y="0"/>
                    <a:pt x="114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55"/>
            <p:cNvSpPr/>
            <p:nvPr/>
          </p:nvSpPr>
          <p:spPr>
            <a:xfrm>
              <a:off x="3246650" y="3171375"/>
              <a:ext cx="401975" cy="235700"/>
            </a:xfrm>
            <a:custGeom>
              <a:rect b="b" l="l" r="r" t="t"/>
              <a:pathLst>
                <a:path extrusionOk="0" h="9428" w="16079">
                  <a:moveTo>
                    <a:pt x="15872" y="1"/>
                  </a:moveTo>
                  <a:cubicBezTo>
                    <a:pt x="15836" y="1"/>
                    <a:pt x="15803" y="8"/>
                    <a:pt x="15779" y="21"/>
                  </a:cubicBezTo>
                  <a:lnTo>
                    <a:pt x="134" y="9060"/>
                  </a:lnTo>
                  <a:cubicBezTo>
                    <a:pt x="34" y="9127"/>
                    <a:pt x="1" y="9227"/>
                    <a:pt x="67" y="9327"/>
                  </a:cubicBezTo>
                  <a:cubicBezTo>
                    <a:pt x="101" y="9394"/>
                    <a:pt x="168" y="9427"/>
                    <a:pt x="234" y="9427"/>
                  </a:cubicBezTo>
                  <a:cubicBezTo>
                    <a:pt x="268" y="9427"/>
                    <a:pt x="301" y="9427"/>
                    <a:pt x="334" y="9394"/>
                  </a:cubicBezTo>
                  <a:lnTo>
                    <a:pt x="15979" y="388"/>
                  </a:lnTo>
                  <a:cubicBezTo>
                    <a:pt x="16079" y="321"/>
                    <a:pt x="16079" y="187"/>
                    <a:pt x="16046" y="87"/>
                  </a:cubicBezTo>
                  <a:cubicBezTo>
                    <a:pt x="16003" y="24"/>
                    <a:pt x="15934" y="1"/>
                    <a:pt x="1587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55"/>
            <p:cNvSpPr/>
            <p:nvPr/>
          </p:nvSpPr>
          <p:spPr>
            <a:xfrm>
              <a:off x="3440950" y="3284675"/>
              <a:ext cx="10875" cy="205800"/>
            </a:xfrm>
            <a:custGeom>
              <a:rect b="b" l="l" r="r" t="t"/>
              <a:pathLst>
                <a:path extrusionOk="0" h="8232" w="435">
                  <a:moveTo>
                    <a:pt x="201" y="0"/>
                  </a:moveTo>
                  <a:cubicBezTo>
                    <a:pt x="101" y="0"/>
                    <a:pt x="1" y="75"/>
                    <a:pt x="1" y="225"/>
                  </a:cubicBezTo>
                  <a:lnTo>
                    <a:pt x="1" y="8031"/>
                  </a:lnTo>
                  <a:cubicBezTo>
                    <a:pt x="1" y="8131"/>
                    <a:pt x="68" y="8231"/>
                    <a:pt x="201" y="8231"/>
                  </a:cubicBezTo>
                  <a:cubicBezTo>
                    <a:pt x="301" y="8231"/>
                    <a:pt x="435" y="8131"/>
                    <a:pt x="401" y="8031"/>
                  </a:cubicBezTo>
                  <a:lnTo>
                    <a:pt x="401" y="225"/>
                  </a:lnTo>
                  <a:cubicBezTo>
                    <a:pt x="401" y="75"/>
                    <a:pt x="301" y="0"/>
                    <a:pt x="20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55"/>
            <p:cNvSpPr/>
            <p:nvPr/>
          </p:nvSpPr>
          <p:spPr>
            <a:xfrm>
              <a:off x="3843750" y="1640775"/>
              <a:ext cx="301900" cy="466775"/>
            </a:xfrm>
            <a:custGeom>
              <a:rect b="b" l="l" r="r" t="t"/>
              <a:pathLst>
                <a:path extrusionOk="0" h="18671" w="12076">
                  <a:moveTo>
                    <a:pt x="7639" y="1"/>
                  </a:moveTo>
                  <a:lnTo>
                    <a:pt x="7638" y="7"/>
                  </a:lnTo>
                  <a:lnTo>
                    <a:pt x="7638" y="7"/>
                  </a:lnTo>
                  <a:cubicBezTo>
                    <a:pt x="7650" y="5"/>
                    <a:pt x="7661" y="3"/>
                    <a:pt x="7673" y="1"/>
                  </a:cubicBezTo>
                  <a:close/>
                  <a:moveTo>
                    <a:pt x="7638" y="7"/>
                  </a:moveTo>
                  <a:lnTo>
                    <a:pt x="7638" y="7"/>
                  </a:lnTo>
                  <a:cubicBezTo>
                    <a:pt x="7116" y="111"/>
                    <a:pt x="6595" y="340"/>
                    <a:pt x="6138" y="601"/>
                  </a:cubicBezTo>
                  <a:cubicBezTo>
                    <a:pt x="2736" y="2569"/>
                    <a:pt x="0" y="8040"/>
                    <a:pt x="0" y="12843"/>
                  </a:cubicBezTo>
                  <a:cubicBezTo>
                    <a:pt x="0" y="16486"/>
                    <a:pt x="1573" y="18670"/>
                    <a:pt x="3817" y="18670"/>
                  </a:cubicBezTo>
                  <a:cubicBezTo>
                    <a:pt x="4532" y="18670"/>
                    <a:pt x="5316" y="18448"/>
                    <a:pt x="6138" y="17980"/>
                  </a:cubicBezTo>
                  <a:cubicBezTo>
                    <a:pt x="9007" y="16313"/>
                    <a:pt x="11409" y="12143"/>
                    <a:pt x="12076" y="8007"/>
                  </a:cubicBezTo>
                  <a:lnTo>
                    <a:pt x="12076" y="8007"/>
                  </a:lnTo>
                  <a:lnTo>
                    <a:pt x="10408" y="8373"/>
                  </a:lnTo>
                  <a:cubicBezTo>
                    <a:pt x="9908" y="11342"/>
                    <a:pt x="8173" y="14311"/>
                    <a:pt x="6138" y="15512"/>
                  </a:cubicBezTo>
                  <a:cubicBezTo>
                    <a:pt x="5552" y="15849"/>
                    <a:pt x="4994" y="16008"/>
                    <a:pt x="4483" y="16008"/>
                  </a:cubicBezTo>
                  <a:cubicBezTo>
                    <a:pt x="2870" y="16008"/>
                    <a:pt x="1735" y="14419"/>
                    <a:pt x="1735" y="11809"/>
                  </a:cubicBezTo>
                  <a:cubicBezTo>
                    <a:pt x="1768" y="8407"/>
                    <a:pt x="3703" y="4471"/>
                    <a:pt x="6138" y="3070"/>
                  </a:cubicBezTo>
                  <a:cubicBezTo>
                    <a:pt x="6472" y="2870"/>
                    <a:pt x="6839" y="2736"/>
                    <a:pt x="7239" y="2636"/>
                  </a:cubicBezTo>
                  <a:lnTo>
                    <a:pt x="7638" y="7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55"/>
            <p:cNvSpPr/>
            <p:nvPr/>
          </p:nvSpPr>
          <p:spPr>
            <a:xfrm>
              <a:off x="3931300" y="1772575"/>
              <a:ext cx="131800" cy="200950"/>
            </a:xfrm>
            <a:custGeom>
              <a:rect b="b" l="l" r="r" t="t"/>
              <a:pathLst>
                <a:path extrusionOk="0" h="8038" w="5272">
                  <a:moveTo>
                    <a:pt x="3640" y="1"/>
                  </a:moveTo>
                  <a:cubicBezTo>
                    <a:pt x="3332" y="1"/>
                    <a:pt x="2993" y="97"/>
                    <a:pt x="2636" y="299"/>
                  </a:cubicBezTo>
                  <a:cubicBezTo>
                    <a:pt x="1168" y="1133"/>
                    <a:pt x="1" y="3502"/>
                    <a:pt x="1" y="5537"/>
                  </a:cubicBezTo>
                  <a:cubicBezTo>
                    <a:pt x="1" y="7102"/>
                    <a:pt x="670" y="8037"/>
                    <a:pt x="1632" y="8037"/>
                  </a:cubicBezTo>
                  <a:cubicBezTo>
                    <a:pt x="1941" y="8037"/>
                    <a:pt x="2280" y="7941"/>
                    <a:pt x="2636" y="7738"/>
                  </a:cubicBezTo>
                  <a:cubicBezTo>
                    <a:pt x="4104" y="6904"/>
                    <a:pt x="5271" y="4536"/>
                    <a:pt x="5271" y="2501"/>
                  </a:cubicBezTo>
                  <a:cubicBezTo>
                    <a:pt x="5271" y="935"/>
                    <a:pt x="4602" y="1"/>
                    <a:pt x="364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55"/>
            <p:cNvSpPr/>
            <p:nvPr/>
          </p:nvSpPr>
          <p:spPr>
            <a:xfrm>
              <a:off x="4046400" y="1614450"/>
              <a:ext cx="125950" cy="211500"/>
            </a:xfrm>
            <a:custGeom>
              <a:rect b="b" l="l" r="r" t="t"/>
              <a:pathLst>
                <a:path extrusionOk="0" h="8460" w="5038">
                  <a:moveTo>
                    <a:pt x="1194" y="0"/>
                  </a:moveTo>
                  <a:cubicBezTo>
                    <a:pt x="937" y="0"/>
                    <a:pt x="673" y="29"/>
                    <a:pt x="401" y="86"/>
                  </a:cubicBezTo>
                  <a:lnTo>
                    <a:pt x="0" y="2755"/>
                  </a:lnTo>
                  <a:cubicBezTo>
                    <a:pt x="204" y="2709"/>
                    <a:pt x="402" y="2686"/>
                    <a:pt x="593" y="2686"/>
                  </a:cubicBezTo>
                  <a:cubicBezTo>
                    <a:pt x="2186" y="2686"/>
                    <a:pt x="3303" y="4267"/>
                    <a:pt x="3303" y="6858"/>
                  </a:cubicBezTo>
                  <a:cubicBezTo>
                    <a:pt x="3269" y="7392"/>
                    <a:pt x="3236" y="7925"/>
                    <a:pt x="3136" y="8459"/>
                  </a:cubicBezTo>
                  <a:lnTo>
                    <a:pt x="4837" y="8092"/>
                  </a:lnTo>
                  <a:cubicBezTo>
                    <a:pt x="4970" y="7325"/>
                    <a:pt x="5037" y="6591"/>
                    <a:pt x="5037" y="5824"/>
                  </a:cubicBezTo>
                  <a:cubicBezTo>
                    <a:pt x="5037" y="2199"/>
                    <a:pt x="3450" y="0"/>
                    <a:pt x="119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55"/>
            <p:cNvSpPr/>
            <p:nvPr/>
          </p:nvSpPr>
          <p:spPr>
            <a:xfrm>
              <a:off x="3926300" y="2398000"/>
              <a:ext cx="45075" cy="356950"/>
            </a:xfrm>
            <a:custGeom>
              <a:rect b="b" l="l" r="r" t="t"/>
              <a:pathLst>
                <a:path extrusionOk="0" h="14278" w="1803">
                  <a:moveTo>
                    <a:pt x="1802" y="0"/>
                  </a:moveTo>
                  <a:lnTo>
                    <a:pt x="1" y="1034"/>
                  </a:lnTo>
                  <a:lnTo>
                    <a:pt x="1" y="14277"/>
                  </a:lnTo>
                  <a:lnTo>
                    <a:pt x="1802" y="13243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55"/>
            <p:cNvSpPr/>
            <p:nvPr/>
          </p:nvSpPr>
          <p:spPr>
            <a:xfrm>
              <a:off x="4179000" y="2428025"/>
              <a:ext cx="45050" cy="180975"/>
            </a:xfrm>
            <a:custGeom>
              <a:rect b="b" l="l" r="r" t="t"/>
              <a:pathLst>
                <a:path extrusionOk="0" h="7239" w="1802">
                  <a:moveTo>
                    <a:pt x="1801" y="0"/>
                  </a:moveTo>
                  <a:lnTo>
                    <a:pt x="0" y="1034"/>
                  </a:lnTo>
                  <a:lnTo>
                    <a:pt x="0" y="7239"/>
                  </a:lnTo>
                  <a:lnTo>
                    <a:pt x="1801" y="6204"/>
                  </a:lnTo>
                  <a:lnTo>
                    <a:pt x="1801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55"/>
            <p:cNvSpPr/>
            <p:nvPr/>
          </p:nvSpPr>
          <p:spPr>
            <a:xfrm>
              <a:off x="4116450" y="2378800"/>
              <a:ext cx="44225" cy="266900"/>
            </a:xfrm>
            <a:custGeom>
              <a:rect b="b" l="l" r="r" t="t"/>
              <a:pathLst>
                <a:path extrusionOk="0" h="10676" w="1769">
                  <a:moveTo>
                    <a:pt x="1768" y="1"/>
                  </a:moveTo>
                  <a:lnTo>
                    <a:pt x="0" y="1035"/>
                  </a:lnTo>
                  <a:lnTo>
                    <a:pt x="0" y="10675"/>
                  </a:lnTo>
                  <a:lnTo>
                    <a:pt x="1768" y="9641"/>
                  </a:lnTo>
                  <a:lnTo>
                    <a:pt x="176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55"/>
            <p:cNvSpPr/>
            <p:nvPr/>
          </p:nvSpPr>
          <p:spPr>
            <a:xfrm>
              <a:off x="4053075" y="2529750"/>
              <a:ext cx="45050" cy="152625"/>
            </a:xfrm>
            <a:custGeom>
              <a:rect b="b" l="l" r="r" t="t"/>
              <a:pathLst>
                <a:path extrusionOk="0" h="6105" w="1802">
                  <a:moveTo>
                    <a:pt x="1801" y="1"/>
                  </a:moveTo>
                  <a:lnTo>
                    <a:pt x="0" y="1035"/>
                  </a:lnTo>
                  <a:lnTo>
                    <a:pt x="0" y="6105"/>
                  </a:lnTo>
                  <a:lnTo>
                    <a:pt x="1801" y="5071"/>
                  </a:lnTo>
                  <a:lnTo>
                    <a:pt x="180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55"/>
            <p:cNvSpPr/>
            <p:nvPr/>
          </p:nvSpPr>
          <p:spPr>
            <a:xfrm>
              <a:off x="3989675" y="2526425"/>
              <a:ext cx="45075" cy="192650"/>
            </a:xfrm>
            <a:custGeom>
              <a:rect b="b" l="l" r="r" t="t"/>
              <a:pathLst>
                <a:path extrusionOk="0" h="7706" w="1803">
                  <a:moveTo>
                    <a:pt x="1802" y="0"/>
                  </a:moveTo>
                  <a:lnTo>
                    <a:pt x="1" y="1034"/>
                  </a:lnTo>
                  <a:lnTo>
                    <a:pt x="1" y="7706"/>
                  </a:lnTo>
                  <a:lnTo>
                    <a:pt x="1802" y="6638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55"/>
            <p:cNvSpPr/>
            <p:nvPr/>
          </p:nvSpPr>
          <p:spPr>
            <a:xfrm>
              <a:off x="3892950" y="2572400"/>
              <a:ext cx="404450" cy="235900"/>
            </a:xfrm>
            <a:custGeom>
              <a:rect b="b" l="l" r="r" t="t"/>
              <a:pathLst>
                <a:path extrusionOk="0" h="9436" w="16178">
                  <a:moveTo>
                    <a:pt x="15880" y="0"/>
                  </a:moveTo>
                  <a:cubicBezTo>
                    <a:pt x="15848" y="0"/>
                    <a:pt x="15813" y="9"/>
                    <a:pt x="15778" y="29"/>
                  </a:cubicBezTo>
                  <a:lnTo>
                    <a:pt x="134" y="9069"/>
                  </a:lnTo>
                  <a:cubicBezTo>
                    <a:pt x="34" y="9102"/>
                    <a:pt x="1" y="9236"/>
                    <a:pt x="67" y="9336"/>
                  </a:cubicBezTo>
                  <a:cubicBezTo>
                    <a:pt x="101" y="9403"/>
                    <a:pt x="167" y="9436"/>
                    <a:pt x="234" y="9436"/>
                  </a:cubicBezTo>
                  <a:cubicBezTo>
                    <a:pt x="267" y="9436"/>
                    <a:pt x="301" y="9436"/>
                    <a:pt x="334" y="9403"/>
                  </a:cubicBezTo>
                  <a:lnTo>
                    <a:pt x="15979" y="396"/>
                  </a:lnTo>
                  <a:cubicBezTo>
                    <a:pt x="16177" y="283"/>
                    <a:pt x="16062" y="0"/>
                    <a:pt x="1588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55"/>
            <p:cNvSpPr/>
            <p:nvPr/>
          </p:nvSpPr>
          <p:spPr>
            <a:xfrm>
              <a:off x="4087250" y="2685900"/>
              <a:ext cx="10875" cy="205800"/>
            </a:xfrm>
            <a:custGeom>
              <a:rect b="b" l="l" r="r" t="t"/>
              <a:pathLst>
                <a:path extrusionOk="0" h="8232" w="435">
                  <a:moveTo>
                    <a:pt x="201" y="1"/>
                  </a:moveTo>
                  <a:cubicBezTo>
                    <a:pt x="101" y="1"/>
                    <a:pt x="1" y="76"/>
                    <a:pt x="1" y="226"/>
                  </a:cubicBezTo>
                  <a:lnTo>
                    <a:pt x="1" y="8032"/>
                  </a:lnTo>
                  <a:cubicBezTo>
                    <a:pt x="1" y="8132"/>
                    <a:pt x="101" y="8232"/>
                    <a:pt x="201" y="8232"/>
                  </a:cubicBezTo>
                  <a:cubicBezTo>
                    <a:pt x="334" y="8232"/>
                    <a:pt x="434" y="8132"/>
                    <a:pt x="401" y="8032"/>
                  </a:cubicBezTo>
                  <a:lnTo>
                    <a:pt x="401" y="226"/>
                  </a:lnTo>
                  <a:cubicBezTo>
                    <a:pt x="401" y="76"/>
                    <a:pt x="301" y="1"/>
                    <a:pt x="20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55"/>
            <p:cNvSpPr/>
            <p:nvPr/>
          </p:nvSpPr>
          <p:spPr>
            <a:xfrm>
              <a:off x="5191375" y="1351250"/>
              <a:ext cx="205175" cy="37700"/>
            </a:xfrm>
            <a:custGeom>
              <a:rect b="b" l="l" r="r" t="t"/>
              <a:pathLst>
                <a:path extrusionOk="0" h="1508" w="8207">
                  <a:moveTo>
                    <a:pt x="194" y="0"/>
                  </a:moveTo>
                  <a:cubicBezTo>
                    <a:pt x="109" y="0"/>
                    <a:pt x="34" y="87"/>
                    <a:pt x="34" y="174"/>
                  </a:cubicBezTo>
                  <a:cubicBezTo>
                    <a:pt x="1" y="274"/>
                    <a:pt x="67" y="374"/>
                    <a:pt x="201" y="374"/>
                  </a:cubicBezTo>
                  <a:lnTo>
                    <a:pt x="8006" y="1508"/>
                  </a:lnTo>
                  <a:lnTo>
                    <a:pt x="8040" y="1508"/>
                  </a:lnTo>
                  <a:cubicBezTo>
                    <a:pt x="8106" y="1508"/>
                    <a:pt x="8206" y="1441"/>
                    <a:pt x="8206" y="1341"/>
                  </a:cubicBezTo>
                  <a:cubicBezTo>
                    <a:pt x="8206" y="1241"/>
                    <a:pt x="8140" y="1141"/>
                    <a:pt x="8040" y="1141"/>
                  </a:cubicBezTo>
                  <a:lnTo>
                    <a:pt x="234" y="7"/>
                  </a:lnTo>
                  <a:cubicBezTo>
                    <a:pt x="221" y="2"/>
                    <a:pt x="207" y="0"/>
                    <a:pt x="19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55"/>
            <p:cNvSpPr/>
            <p:nvPr/>
          </p:nvSpPr>
          <p:spPr>
            <a:xfrm>
              <a:off x="5449050" y="2423625"/>
              <a:ext cx="252725" cy="47100"/>
            </a:xfrm>
            <a:custGeom>
              <a:rect b="b" l="l" r="r" t="t"/>
              <a:pathLst>
                <a:path extrusionOk="0" h="1884" w="10109">
                  <a:moveTo>
                    <a:pt x="183" y="1"/>
                  </a:moveTo>
                  <a:cubicBezTo>
                    <a:pt x="103" y="1"/>
                    <a:pt x="34" y="66"/>
                    <a:pt x="34" y="176"/>
                  </a:cubicBezTo>
                  <a:cubicBezTo>
                    <a:pt x="1" y="276"/>
                    <a:pt x="68" y="343"/>
                    <a:pt x="201" y="376"/>
                  </a:cubicBezTo>
                  <a:lnTo>
                    <a:pt x="9841" y="1877"/>
                  </a:lnTo>
                  <a:lnTo>
                    <a:pt x="9875" y="1877"/>
                  </a:lnTo>
                  <a:cubicBezTo>
                    <a:pt x="9888" y="1882"/>
                    <a:pt x="9902" y="1884"/>
                    <a:pt x="9915" y="1884"/>
                  </a:cubicBezTo>
                  <a:cubicBezTo>
                    <a:pt x="10000" y="1884"/>
                    <a:pt x="10075" y="1797"/>
                    <a:pt x="10075" y="1710"/>
                  </a:cubicBezTo>
                  <a:cubicBezTo>
                    <a:pt x="10108" y="1610"/>
                    <a:pt x="10041" y="1510"/>
                    <a:pt x="9908" y="1510"/>
                  </a:cubicBezTo>
                  <a:lnTo>
                    <a:pt x="234" y="9"/>
                  </a:lnTo>
                  <a:cubicBezTo>
                    <a:pt x="217" y="4"/>
                    <a:pt x="200" y="1"/>
                    <a:pt x="18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55"/>
            <p:cNvSpPr/>
            <p:nvPr/>
          </p:nvSpPr>
          <p:spPr>
            <a:xfrm>
              <a:off x="4833625" y="1974475"/>
              <a:ext cx="163550" cy="88300"/>
            </a:xfrm>
            <a:custGeom>
              <a:rect b="b" l="l" r="r" t="t"/>
              <a:pathLst>
                <a:path extrusionOk="0" h="3532" w="6542">
                  <a:moveTo>
                    <a:pt x="6272" y="0"/>
                  </a:moveTo>
                  <a:cubicBezTo>
                    <a:pt x="6240" y="0"/>
                    <a:pt x="6207" y="9"/>
                    <a:pt x="6171" y="29"/>
                  </a:cubicBezTo>
                  <a:lnTo>
                    <a:pt x="100" y="3165"/>
                  </a:lnTo>
                  <a:cubicBezTo>
                    <a:pt x="34" y="3231"/>
                    <a:pt x="0" y="3331"/>
                    <a:pt x="34" y="3432"/>
                  </a:cubicBezTo>
                  <a:cubicBezTo>
                    <a:pt x="67" y="3498"/>
                    <a:pt x="134" y="3532"/>
                    <a:pt x="201" y="3532"/>
                  </a:cubicBezTo>
                  <a:lnTo>
                    <a:pt x="301" y="3532"/>
                  </a:lnTo>
                  <a:lnTo>
                    <a:pt x="6372" y="363"/>
                  </a:lnTo>
                  <a:cubicBezTo>
                    <a:pt x="6542" y="278"/>
                    <a:pt x="6447" y="0"/>
                    <a:pt x="627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55"/>
            <p:cNvSpPr/>
            <p:nvPr/>
          </p:nvSpPr>
          <p:spPr>
            <a:xfrm>
              <a:off x="4648900" y="2318550"/>
              <a:ext cx="10875" cy="148675"/>
            </a:xfrm>
            <a:custGeom>
              <a:rect b="b" l="l" r="r" t="t"/>
              <a:pathLst>
                <a:path extrusionOk="0" h="5947" w="435">
                  <a:moveTo>
                    <a:pt x="218" y="1"/>
                  </a:moveTo>
                  <a:cubicBezTo>
                    <a:pt x="109" y="1"/>
                    <a:pt x="1" y="59"/>
                    <a:pt x="17" y="176"/>
                  </a:cubicBezTo>
                  <a:lnTo>
                    <a:pt x="17" y="5747"/>
                  </a:lnTo>
                  <a:cubicBezTo>
                    <a:pt x="17" y="5847"/>
                    <a:pt x="118" y="5947"/>
                    <a:pt x="218" y="5947"/>
                  </a:cubicBezTo>
                  <a:cubicBezTo>
                    <a:pt x="318" y="5947"/>
                    <a:pt x="418" y="5847"/>
                    <a:pt x="418" y="5747"/>
                  </a:cubicBezTo>
                  <a:lnTo>
                    <a:pt x="418" y="176"/>
                  </a:lnTo>
                  <a:cubicBezTo>
                    <a:pt x="434" y="59"/>
                    <a:pt x="326" y="1"/>
                    <a:pt x="21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55"/>
            <p:cNvSpPr/>
            <p:nvPr/>
          </p:nvSpPr>
          <p:spPr>
            <a:xfrm>
              <a:off x="4799925" y="3728700"/>
              <a:ext cx="454025" cy="229600"/>
            </a:xfrm>
            <a:custGeom>
              <a:rect b="b" l="l" r="r" t="t"/>
              <a:pathLst>
                <a:path extrusionOk="0" h="9184" w="18161">
                  <a:moveTo>
                    <a:pt x="282" y="1"/>
                  </a:moveTo>
                  <a:cubicBezTo>
                    <a:pt x="91" y="1"/>
                    <a:pt x="0" y="254"/>
                    <a:pt x="181" y="344"/>
                  </a:cubicBezTo>
                  <a:lnTo>
                    <a:pt x="17793" y="9184"/>
                  </a:lnTo>
                  <a:lnTo>
                    <a:pt x="17860" y="9184"/>
                  </a:lnTo>
                  <a:cubicBezTo>
                    <a:pt x="18060" y="9184"/>
                    <a:pt x="18160" y="8917"/>
                    <a:pt x="17960" y="8817"/>
                  </a:cubicBezTo>
                  <a:lnTo>
                    <a:pt x="348" y="10"/>
                  </a:lnTo>
                  <a:cubicBezTo>
                    <a:pt x="325" y="4"/>
                    <a:pt x="303" y="1"/>
                    <a:pt x="28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55"/>
            <p:cNvSpPr/>
            <p:nvPr/>
          </p:nvSpPr>
          <p:spPr>
            <a:xfrm>
              <a:off x="3429200" y="4345800"/>
              <a:ext cx="178575" cy="208750"/>
            </a:xfrm>
            <a:custGeom>
              <a:rect b="b" l="l" r="r" t="t"/>
              <a:pathLst>
                <a:path extrusionOk="0" h="8350" w="7143">
                  <a:moveTo>
                    <a:pt x="253" y="1"/>
                  </a:moveTo>
                  <a:cubicBezTo>
                    <a:pt x="117" y="1"/>
                    <a:pt x="1" y="156"/>
                    <a:pt x="104" y="311"/>
                  </a:cubicBezTo>
                  <a:lnTo>
                    <a:pt x="6775" y="8283"/>
                  </a:lnTo>
                  <a:cubicBezTo>
                    <a:pt x="6809" y="8350"/>
                    <a:pt x="6876" y="8350"/>
                    <a:pt x="6942" y="8350"/>
                  </a:cubicBezTo>
                  <a:cubicBezTo>
                    <a:pt x="6976" y="8350"/>
                    <a:pt x="7009" y="8350"/>
                    <a:pt x="7042" y="8317"/>
                  </a:cubicBezTo>
                  <a:cubicBezTo>
                    <a:pt x="7142" y="8250"/>
                    <a:pt x="7142" y="8116"/>
                    <a:pt x="7076" y="8050"/>
                  </a:cubicBezTo>
                  <a:lnTo>
                    <a:pt x="371" y="44"/>
                  </a:lnTo>
                  <a:cubicBezTo>
                    <a:pt x="333" y="14"/>
                    <a:pt x="292" y="1"/>
                    <a:pt x="25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55"/>
            <p:cNvSpPr/>
            <p:nvPr/>
          </p:nvSpPr>
          <p:spPr>
            <a:xfrm>
              <a:off x="3802050" y="4453300"/>
              <a:ext cx="191000" cy="148800"/>
            </a:xfrm>
            <a:custGeom>
              <a:rect b="b" l="l" r="r" t="t"/>
              <a:pathLst>
                <a:path extrusionOk="0" h="5952" w="7640">
                  <a:moveTo>
                    <a:pt x="7438" y="1"/>
                  </a:moveTo>
                  <a:cubicBezTo>
                    <a:pt x="7396" y="1"/>
                    <a:pt x="7351" y="17"/>
                    <a:pt x="7306" y="47"/>
                  </a:cubicBezTo>
                  <a:lnTo>
                    <a:pt x="101" y="5584"/>
                  </a:lnTo>
                  <a:cubicBezTo>
                    <a:pt x="34" y="5651"/>
                    <a:pt x="1" y="5785"/>
                    <a:pt x="67" y="5851"/>
                  </a:cubicBezTo>
                  <a:cubicBezTo>
                    <a:pt x="101" y="5918"/>
                    <a:pt x="167" y="5951"/>
                    <a:pt x="234" y="5951"/>
                  </a:cubicBezTo>
                  <a:cubicBezTo>
                    <a:pt x="267" y="5951"/>
                    <a:pt x="301" y="5918"/>
                    <a:pt x="334" y="5885"/>
                  </a:cubicBezTo>
                  <a:lnTo>
                    <a:pt x="7539" y="347"/>
                  </a:lnTo>
                  <a:cubicBezTo>
                    <a:pt x="7639" y="281"/>
                    <a:pt x="7639" y="147"/>
                    <a:pt x="7573" y="80"/>
                  </a:cubicBezTo>
                  <a:cubicBezTo>
                    <a:pt x="7536" y="25"/>
                    <a:pt x="7489" y="1"/>
                    <a:pt x="743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55"/>
            <p:cNvSpPr/>
            <p:nvPr/>
          </p:nvSpPr>
          <p:spPr>
            <a:xfrm>
              <a:off x="4185650" y="1864275"/>
              <a:ext cx="321100" cy="8375"/>
            </a:xfrm>
            <a:custGeom>
              <a:rect b="b" l="l" r="r" t="t"/>
              <a:pathLst>
                <a:path extrusionOk="0" h="335" w="12844">
                  <a:moveTo>
                    <a:pt x="12643" y="1"/>
                  </a:moveTo>
                  <a:lnTo>
                    <a:pt x="201" y="101"/>
                  </a:lnTo>
                  <a:cubicBezTo>
                    <a:pt x="101" y="101"/>
                    <a:pt x="1" y="134"/>
                    <a:pt x="34" y="201"/>
                  </a:cubicBezTo>
                  <a:cubicBezTo>
                    <a:pt x="34" y="267"/>
                    <a:pt x="101" y="334"/>
                    <a:pt x="201" y="334"/>
                  </a:cubicBezTo>
                  <a:lnTo>
                    <a:pt x="12643" y="234"/>
                  </a:lnTo>
                  <a:cubicBezTo>
                    <a:pt x="12743" y="234"/>
                    <a:pt x="12843" y="201"/>
                    <a:pt x="12843" y="134"/>
                  </a:cubicBezTo>
                  <a:cubicBezTo>
                    <a:pt x="12843" y="67"/>
                    <a:pt x="12743" y="1"/>
                    <a:pt x="1264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55"/>
            <p:cNvSpPr/>
            <p:nvPr/>
          </p:nvSpPr>
          <p:spPr>
            <a:xfrm>
              <a:off x="4715200" y="3815500"/>
              <a:ext cx="13375" cy="352950"/>
            </a:xfrm>
            <a:custGeom>
              <a:rect b="b" l="l" r="r" t="t"/>
              <a:pathLst>
                <a:path extrusionOk="0" h="14118" w="535">
                  <a:moveTo>
                    <a:pt x="239" y="1"/>
                  </a:moveTo>
                  <a:cubicBezTo>
                    <a:pt x="227" y="1"/>
                    <a:pt x="214" y="3"/>
                    <a:pt x="201" y="7"/>
                  </a:cubicBezTo>
                  <a:cubicBezTo>
                    <a:pt x="67" y="7"/>
                    <a:pt x="1" y="74"/>
                    <a:pt x="1" y="174"/>
                  </a:cubicBezTo>
                  <a:lnTo>
                    <a:pt x="167" y="13917"/>
                  </a:lnTo>
                  <a:cubicBezTo>
                    <a:pt x="167" y="14017"/>
                    <a:pt x="234" y="14118"/>
                    <a:pt x="368" y="14118"/>
                  </a:cubicBezTo>
                  <a:cubicBezTo>
                    <a:pt x="468" y="14118"/>
                    <a:pt x="534" y="14017"/>
                    <a:pt x="534" y="13917"/>
                  </a:cubicBezTo>
                  <a:lnTo>
                    <a:pt x="368" y="174"/>
                  </a:lnTo>
                  <a:cubicBezTo>
                    <a:pt x="368" y="88"/>
                    <a:pt x="318" y="1"/>
                    <a:pt x="23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55"/>
            <p:cNvSpPr/>
            <p:nvPr/>
          </p:nvSpPr>
          <p:spPr>
            <a:xfrm>
              <a:off x="5424875" y="2105050"/>
              <a:ext cx="79450" cy="231250"/>
            </a:xfrm>
            <a:custGeom>
              <a:rect b="b" l="l" r="r" t="t"/>
              <a:pathLst>
                <a:path extrusionOk="0" h="9250" w="3178">
                  <a:moveTo>
                    <a:pt x="2922" y="1"/>
                  </a:moveTo>
                  <a:cubicBezTo>
                    <a:pt x="2848" y="1"/>
                    <a:pt x="2782" y="33"/>
                    <a:pt x="2769" y="110"/>
                  </a:cubicBezTo>
                  <a:lnTo>
                    <a:pt x="34" y="9016"/>
                  </a:lnTo>
                  <a:cubicBezTo>
                    <a:pt x="1" y="9116"/>
                    <a:pt x="67" y="9216"/>
                    <a:pt x="167" y="9250"/>
                  </a:cubicBezTo>
                  <a:lnTo>
                    <a:pt x="201" y="9250"/>
                  </a:lnTo>
                  <a:cubicBezTo>
                    <a:pt x="301" y="9250"/>
                    <a:pt x="368" y="9183"/>
                    <a:pt x="401" y="9116"/>
                  </a:cubicBezTo>
                  <a:lnTo>
                    <a:pt x="3136" y="210"/>
                  </a:lnTo>
                  <a:cubicBezTo>
                    <a:pt x="3177" y="86"/>
                    <a:pt x="3040" y="1"/>
                    <a:pt x="292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55"/>
            <p:cNvSpPr/>
            <p:nvPr/>
          </p:nvSpPr>
          <p:spPr>
            <a:xfrm>
              <a:off x="4573425" y="3479950"/>
              <a:ext cx="292750" cy="370775"/>
            </a:xfrm>
            <a:custGeom>
              <a:rect b="b" l="l" r="r" t="t"/>
              <a:pathLst>
                <a:path extrusionOk="0" h="14831" w="11710">
                  <a:moveTo>
                    <a:pt x="8274" y="920"/>
                  </a:moveTo>
                  <a:cubicBezTo>
                    <a:pt x="8674" y="920"/>
                    <a:pt x="9074" y="1021"/>
                    <a:pt x="9441" y="1221"/>
                  </a:cubicBezTo>
                  <a:cubicBezTo>
                    <a:pt x="10308" y="1721"/>
                    <a:pt x="10775" y="2822"/>
                    <a:pt x="10775" y="4290"/>
                  </a:cubicBezTo>
                  <a:cubicBezTo>
                    <a:pt x="10775" y="7559"/>
                    <a:pt x="8474" y="11561"/>
                    <a:pt x="5638" y="13196"/>
                  </a:cubicBezTo>
                  <a:cubicBezTo>
                    <a:pt x="4856" y="13637"/>
                    <a:pt x="4123" y="13861"/>
                    <a:pt x="3473" y="13861"/>
                  </a:cubicBezTo>
                  <a:cubicBezTo>
                    <a:pt x="3042" y="13861"/>
                    <a:pt x="2649" y="13762"/>
                    <a:pt x="2303" y="13563"/>
                  </a:cubicBezTo>
                  <a:cubicBezTo>
                    <a:pt x="1435" y="13063"/>
                    <a:pt x="968" y="11995"/>
                    <a:pt x="968" y="10494"/>
                  </a:cubicBezTo>
                  <a:cubicBezTo>
                    <a:pt x="968" y="7225"/>
                    <a:pt x="3270" y="3222"/>
                    <a:pt x="6105" y="1588"/>
                  </a:cubicBezTo>
                  <a:cubicBezTo>
                    <a:pt x="6739" y="1187"/>
                    <a:pt x="7506" y="954"/>
                    <a:pt x="8274" y="920"/>
                  </a:cubicBezTo>
                  <a:close/>
                  <a:moveTo>
                    <a:pt x="8266" y="1"/>
                  </a:moveTo>
                  <a:cubicBezTo>
                    <a:pt x="7445" y="1"/>
                    <a:pt x="6547" y="265"/>
                    <a:pt x="5638" y="787"/>
                  </a:cubicBezTo>
                  <a:cubicBezTo>
                    <a:pt x="2536" y="2588"/>
                    <a:pt x="1" y="6925"/>
                    <a:pt x="1" y="10527"/>
                  </a:cubicBezTo>
                  <a:cubicBezTo>
                    <a:pt x="1" y="12362"/>
                    <a:pt x="668" y="13730"/>
                    <a:pt x="1836" y="14397"/>
                  </a:cubicBezTo>
                  <a:cubicBezTo>
                    <a:pt x="2336" y="14697"/>
                    <a:pt x="2903" y="14830"/>
                    <a:pt x="3470" y="14830"/>
                  </a:cubicBezTo>
                  <a:cubicBezTo>
                    <a:pt x="4404" y="14797"/>
                    <a:pt x="5305" y="14530"/>
                    <a:pt x="6105" y="14030"/>
                  </a:cubicBezTo>
                  <a:cubicBezTo>
                    <a:pt x="9208" y="12229"/>
                    <a:pt x="11709" y="7859"/>
                    <a:pt x="11709" y="4290"/>
                  </a:cubicBezTo>
                  <a:cubicBezTo>
                    <a:pt x="11709" y="2455"/>
                    <a:pt x="11076" y="1087"/>
                    <a:pt x="9908" y="420"/>
                  </a:cubicBezTo>
                  <a:cubicBezTo>
                    <a:pt x="9417" y="140"/>
                    <a:pt x="8862" y="1"/>
                    <a:pt x="826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55"/>
            <p:cNvSpPr/>
            <p:nvPr/>
          </p:nvSpPr>
          <p:spPr>
            <a:xfrm>
              <a:off x="4640975" y="3562400"/>
              <a:ext cx="158475" cy="204850"/>
            </a:xfrm>
            <a:custGeom>
              <a:rect b="b" l="l" r="r" t="t"/>
              <a:pathLst>
                <a:path extrusionOk="0" h="8194" w="6339">
                  <a:moveTo>
                    <a:pt x="4580" y="0"/>
                  </a:moveTo>
                  <a:cubicBezTo>
                    <a:pt x="4157" y="0"/>
                    <a:pt x="3679" y="137"/>
                    <a:pt x="3170" y="424"/>
                  </a:cubicBezTo>
                  <a:cubicBezTo>
                    <a:pt x="1302" y="1659"/>
                    <a:pt x="101" y="3694"/>
                    <a:pt x="1" y="5928"/>
                  </a:cubicBezTo>
                  <a:cubicBezTo>
                    <a:pt x="1" y="7371"/>
                    <a:pt x="705" y="8193"/>
                    <a:pt x="1745" y="8193"/>
                  </a:cubicBezTo>
                  <a:cubicBezTo>
                    <a:pt x="2172" y="8193"/>
                    <a:pt x="2655" y="8054"/>
                    <a:pt x="3170" y="7763"/>
                  </a:cubicBezTo>
                  <a:cubicBezTo>
                    <a:pt x="5038" y="6529"/>
                    <a:pt x="6205" y="4494"/>
                    <a:pt x="6339" y="2259"/>
                  </a:cubicBezTo>
                  <a:cubicBezTo>
                    <a:pt x="6339" y="834"/>
                    <a:pt x="5628" y="0"/>
                    <a:pt x="458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55"/>
            <p:cNvSpPr/>
            <p:nvPr/>
          </p:nvSpPr>
          <p:spPr>
            <a:xfrm>
              <a:off x="3957175" y="4127075"/>
              <a:ext cx="292725" cy="370775"/>
            </a:xfrm>
            <a:custGeom>
              <a:rect b="b" l="l" r="r" t="t"/>
              <a:pathLst>
                <a:path extrusionOk="0" h="14831" w="11709">
                  <a:moveTo>
                    <a:pt x="8274" y="925"/>
                  </a:moveTo>
                  <a:cubicBezTo>
                    <a:pt x="8703" y="925"/>
                    <a:pt x="9098" y="1023"/>
                    <a:pt x="9440" y="1221"/>
                  </a:cubicBezTo>
                  <a:cubicBezTo>
                    <a:pt x="10307" y="1721"/>
                    <a:pt x="10774" y="2822"/>
                    <a:pt x="10774" y="4290"/>
                  </a:cubicBezTo>
                  <a:cubicBezTo>
                    <a:pt x="10774" y="7559"/>
                    <a:pt x="8473" y="11562"/>
                    <a:pt x="5637" y="13196"/>
                  </a:cubicBezTo>
                  <a:cubicBezTo>
                    <a:pt x="4855" y="13637"/>
                    <a:pt x="4122" y="13861"/>
                    <a:pt x="3472" y="13861"/>
                  </a:cubicBezTo>
                  <a:cubicBezTo>
                    <a:pt x="3041" y="13861"/>
                    <a:pt x="2648" y="13763"/>
                    <a:pt x="2302" y="13563"/>
                  </a:cubicBezTo>
                  <a:cubicBezTo>
                    <a:pt x="1434" y="13096"/>
                    <a:pt x="967" y="11995"/>
                    <a:pt x="967" y="10494"/>
                  </a:cubicBezTo>
                  <a:cubicBezTo>
                    <a:pt x="967" y="7225"/>
                    <a:pt x="3269" y="3256"/>
                    <a:pt x="6104" y="1621"/>
                  </a:cubicBezTo>
                  <a:cubicBezTo>
                    <a:pt x="6872" y="1157"/>
                    <a:pt x="7614" y="925"/>
                    <a:pt x="8274" y="925"/>
                  </a:cubicBezTo>
                  <a:close/>
                  <a:moveTo>
                    <a:pt x="8263" y="1"/>
                  </a:moveTo>
                  <a:cubicBezTo>
                    <a:pt x="7438" y="1"/>
                    <a:pt x="6532" y="265"/>
                    <a:pt x="5604" y="787"/>
                  </a:cubicBezTo>
                  <a:cubicBezTo>
                    <a:pt x="2502" y="2589"/>
                    <a:pt x="0" y="6958"/>
                    <a:pt x="0" y="10528"/>
                  </a:cubicBezTo>
                  <a:cubicBezTo>
                    <a:pt x="0" y="12362"/>
                    <a:pt x="634" y="13730"/>
                    <a:pt x="1835" y="14397"/>
                  </a:cubicBezTo>
                  <a:cubicBezTo>
                    <a:pt x="2302" y="14697"/>
                    <a:pt x="2869" y="14831"/>
                    <a:pt x="3469" y="14831"/>
                  </a:cubicBezTo>
                  <a:cubicBezTo>
                    <a:pt x="4403" y="14797"/>
                    <a:pt x="5304" y="14530"/>
                    <a:pt x="6104" y="14030"/>
                  </a:cubicBezTo>
                  <a:cubicBezTo>
                    <a:pt x="9207" y="12229"/>
                    <a:pt x="11708" y="7892"/>
                    <a:pt x="11708" y="4323"/>
                  </a:cubicBezTo>
                  <a:cubicBezTo>
                    <a:pt x="11708" y="2488"/>
                    <a:pt x="11075" y="1087"/>
                    <a:pt x="9907" y="420"/>
                  </a:cubicBezTo>
                  <a:cubicBezTo>
                    <a:pt x="9416" y="140"/>
                    <a:pt x="8861" y="1"/>
                    <a:pt x="826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55"/>
            <p:cNvSpPr/>
            <p:nvPr/>
          </p:nvSpPr>
          <p:spPr>
            <a:xfrm>
              <a:off x="4023875" y="4209375"/>
              <a:ext cx="159300" cy="205000"/>
            </a:xfrm>
            <a:custGeom>
              <a:rect b="b" l="l" r="r" t="t"/>
              <a:pathLst>
                <a:path extrusionOk="0" h="8200" w="6372">
                  <a:moveTo>
                    <a:pt x="4613" y="1"/>
                  </a:moveTo>
                  <a:cubicBezTo>
                    <a:pt x="4187" y="1"/>
                    <a:pt x="3708" y="139"/>
                    <a:pt x="3203" y="431"/>
                  </a:cubicBezTo>
                  <a:cubicBezTo>
                    <a:pt x="1302" y="1665"/>
                    <a:pt x="134" y="3700"/>
                    <a:pt x="1" y="5935"/>
                  </a:cubicBezTo>
                  <a:cubicBezTo>
                    <a:pt x="1" y="7377"/>
                    <a:pt x="721" y="8199"/>
                    <a:pt x="1771" y="8199"/>
                  </a:cubicBezTo>
                  <a:cubicBezTo>
                    <a:pt x="2202" y="8199"/>
                    <a:pt x="2688" y="8061"/>
                    <a:pt x="3203" y="7769"/>
                  </a:cubicBezTo>
                  <a:cubicBezTo>
                    <a:pt x="5071" y="6535"/>
                    <a:pt x="6238" y="4500"/>
                    <a:pt x="6372" y="2265"/>
                  </a:cubicBezTo>
                  <a:cubicBezTo>
                    <a:pt x="6372" y="823"/>
                    <a:pt x="5651" y="1"/>
                    <a:pt x="461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55"/>
            <p:cNvSpPr/>
            <p:nvPr/>
          </p:nvSpPr>
          <p:spPr>
            <a:xfrm>
              <a:off x="3278350" y="4134700"/>
              <a:ext cx="220175" cy="278100"/>
            </a:xfrm>
            <a:custGeom>
              <a:rect b="b" l="l" r="r" t="t"/>
              <a:pathLst>
                <a:path extrusionOk="0" h="11124" w="8807">
                  <a:moveTo>
                    <a:pt x="6238" y="682"/>
                  </a:moveTo>
                  <a:lnTo>
                    <a:pt x="6238" y="716"/>
                  </a:lnTo>
                  <a:cubicBezTo>
                    <a:pt x="6288" y="710"/>
                    <a:pt x="6338" y="707"/>
                    <a:pt x="6388" y="707"/>
                  </a:cubicBezTo>
                  <a:cubicBezTo>
                    <a:pt x="6637" y="707"/>
                    <a:pt x="6883" y="777"/>
                    <a:pt x="7105" y="916"/>
                  </a:cubicBezTo>
                  <a:cubicBezTo>
                    <a:pt x="7739" y="1283"/>
                    <a:pt x="8106" y="2117"/>
                    <a:pt x="8106" y="3218"/>
                  </a:cubicBezTo>
                  <a:cubicBezTo>
                    <a:pt x="8106" y="5653"/>
                    <a:pt x="6372" y="8655"/>
                    <a:pt x="4237" y="9889"/>
                  </a:cubicBezTo>
                  <a:cubicBezTo>
                    <a:pt x="3662" y="10226"/>
                    <a:pt x="3122" y="10398"/>
                    <a:pt x="2638" y="10398"/>
                  </a:cubicBezTo>
                  <a:cubicBezTo>
                    <a:pt x="2309" y="10398"/>
                    <a:pt x="2005" y="10318"/>
                    <a:pt x="1735" y="10156"/>
                  </a:cubicBezTo>
                  <a:cubicBezTo>
                    <a:pt x="1101" y="9789"/>
                    <a:pt x="734" y="8988"/>
                    <a:pt x="734" y="7854"/>
                  </a:cubicBezTo>
                  <a:cubicBezTo>
                    <a:pt x="734" y="5419"/>
                    <a:pt x="2469" y="2417"/>
                    <a:pt x="4604" y="1183"/>
                  </a:cubicBezTo>
                  <a:cubicBezTo>
                    <a:pt x="5071" y="883"/>
                    <a:pt x="5638" y="716"/>
                    <a:pt x="6238" y="682"/>
                  </a:cubicBezTo>
                  <a:close/>
                  <a:moveTo>
                    <a:pt x="6204" y="0"/>
                  </a:moveTo>
                  <a:cubicBezTo>
                    <a:pt x="5587" y="0"/>
                    <a:pt x="4912" y="196"/>
                    <a:pt x="4237" y="582"/>
                  </a:cubicBezTo>
                  <a:cubicBezTo>
                    <a:pt x="1902" y="1917"/>
                    <a:pt x="0" y="5186"/>
                    <a:pt x="0" y="7888"/>
                  </a:cubicBezTo>
                  <a:cubicBezTo>
                    <a:pt x="0" y="9255"/>
                    <a:pt x="501" y="10289"/>
                    <a:pt x="1368" y="10790"/>
                  </a:cubicBezTo>
                  <a:cubicBezTo>
                    <a:pt x="1768" y="11023"/>
                    <a:pt x="2169" y="11123"/>
                    <a:pt x="2636" y="11123"/>
                  </a:cubicBezTo>
                  <a:cubicBezTo>
                    <a:pt x="3303" y="11090"/>
                    <a:pt x="4003" y="10890"/>
                    <a:pt x="4570" y="10523"/>
                  </a:cubicBezTo>
                  <a:cubicBezTo>
                    <a:pt x="6905" y="9188"/>
                    <a:pt x="8807" y="5919"/>
                    <a:pt x="8807" y="3218"/>
                  </a:cubicBezTo>
                  <a:cubicBezTo>
                    <a:pt x="8807" y="1850"/>
                    <a:pt x="8306" y="816"/>
                    <a:pt x="7439" y="315"/>
                  </a:cubicBezTo>
                  <a:cubicBezTo>
                    <a:pt x="7073" y="105"/>
                    <a:pt x="6654" y="0"/>
                    <a:pt x="620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55"/>
            <p:cNvSpPr/>
            <p:nvPr/>
          </p:nvSpPr>
          <p:spPr>
            <a:xfrm>
              <a:off x="3329225" y="4196800"/>
              <a:ext cx="119275" cy="153425"/>
            </a:xfrm>
            <a:custGeom>
              <a:rect b="b" l="l" r="r" t="t"/>
              <a:pathLst>
                <a:path extrusionOk="0" h="6137" w="4771">
                  <a:moveTo>
                    <a:pt x="3468" y="0"/>
                  </a:moveTo>
                  <a:cubicBezTo>
                    <a:pt x="3147" y="0"/>
                    <a:pt x="2785" y="108"/>
                    <a:pt x="2402" y="333"/>
                  </a:cubicBezTo>
                  <a:cubicBezTo>
                    <a:pt x="967" y="1234"/>
                    <a:pt x="100" y="2768"/>
                    <a:pt x="0" y="4436"/>
                  </a:cubicBezTo>
                  <a:cubicBezTo>
                    <a:pt x="0" y="5519"/>
                    <a:pt x="532" y="6137"/>
                    <a:pt x="1314" y="6137"/>
                  </a:cubicBezTo>
                  <a:cubicBezTo>
                    <a:pt x="1640" y="6137"/>
                    <a:pt x="2009" y="6030"/>
                    <a:pt x="2402" y="5804"/>
                  </a:cubicBezTo>
                  <a:cubicBezTo>
                    <a:pt x="3803" y="4903"/>
                    <a:pt x="4670" y="3369"/>
                    <a:pt x="4770" y="1701"/>
                  </a:cubicBezTo>
                  <a:cubicBezTo>
                    <a:pt x="4770" y="618"/>
                    <a:pt x="4238" y="0"/>
                    <a:pt x="346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55"/>
            <p:cNvSpPr/>
            <p:nvPr/>
          </p:nvSpPr>
          <p:spPr>
            <a:xfrm>
              <a:off x="3658625" y="3716950"/>
              <a:ext cx="225175" cy="285550"/>
            </a:xfrm>
            <a:custGeom>
              <a:rect b="b" l="l" r="r" t="t"/>
              <a:pathLst>
                <a:path extrusionOk="0" h="11422" w="9007">
                  <a:moveTo>
                    <a:pt x="6352" y="731"/>
                  </a:moveTo>
                  <a:cubicBezTo>
                    <a:pt x="6678" y="731"/>
                    <a:pt x="6977" y="803"/>
                    <a:pt x="7239" y="947"/>
                  </a:cubicBezTo>
                  <a:cubicBezTo>
                    <a:pt x="7906" y="1348"/>
                    <a:pt x="8273" y="2182"/>
                    <a:pt x="8273" y="3316"/>
                  </a:cubicBezTo>
                  <a:cubicBezTo>
                    <a:pt x="8273" y="5851"/>
                    <a:pt x="6471" y="8920"/>
                    <a:pt x="4303" y="10154"/>
                  </a:cubicBezTo>
                  <a:cubicBezTo>
                    <a:pt x="3716" y="10498"/>
                    <a:pt x="3141" y="10670"/>
                    <a:pt x="2638" y="10670"/>
                  </a:cubicBezTo>
                  <a:cubicBezTo>
                    <a:pt x="2312" y="10670"/>
                    <a:pt x="2017" y="10598"/>
                    <a:pt x="1768" y="10454"/>
                  </a:cubicBezTo>
                  <a:cubicBezTo>
                    <a:pt x="1101" y="10054"/>
                    <a:pt x="734" y="9220"/>
                    <a:pt x="734" y="8086"/>
                  </a:cubicBezTo>
                  <a:cubicBezTo>
                    <a:pt x="734" y="5584"/>
                    <a:pt x="2502" y="2515"/>
                    <a:pt x="4670" y="1248"/>
                  </a:cubicBezTo>
                  <a:cubicBezTo>
                    <a:pt x="5278" y="903"/>
                    <a:pt x="5848" y="731"/>
                    <a:pt x="6352" y="731"/>
                  </a:cubicBezTo>
                  <a:close/>
                  <a:moveTo>
                    <a:pt x="6358" y="1"/>
                  </a:moveTo>
                  <a:cubicBezTo>
                    <a:pt x="5726" y="1"/>
                    <a:pt x="5037" y="205"/>
                    <a:pt x="4337" y="614"/>
                  </a:cubicBezTo>
                  <a:cubicBezTo>
                    <a:pt x="1935" y="1981"/>
                    <a:pt x="0" y="5350"/>
                    <a:pt x="0" y="8086"/>
                  </a:cubicBezTo>
                  <a:cubicBezTo>
                    <a:pt x="0" y="9487"/>
                    <a:pt x="501" y="10554"/>
                    <a:pt x="1401" y="11088"/>
                  </a:cubicBezTo>
                  <a:cubicBezTo>
                    <a:pt x="1768" y="11288"/>
                    <a:pt x="2202" y="11421"/>
                    <a:pt x="2635" y="11421"/>
                  </a:cubicBezTo>
                  <a:cubicBezTo>
                    <a:pt x="3369" y="11388"/>
                    <a:pt x="4070" y="11188"/>
                    <a:pt x="4670" y="10788"/>
                  </a:cubicBezTo>
                  <a:cubicBezTo>
                    <a:pt x="7072" y="9420"/>
                    <a:pt x="9007" y="6051"/>
                    <a:pt x="9007" y="3316"/>
                  </a:cubicBezTo>
                  <a:cubicBezTo>
                    <a:pt x="9007" y="1915"/>
                    <a:pt x="8506" y="847"/>
                    <a:pt x="7606" y="314"/>
                  </a:cubicBezTo>
                  <a:cubicBezTo>
                    <a:pt x="7230" y="105"/>
                    <a:pt x="6809" y="1"/>
                    <a:pt x="635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55"/>
            <p:cNvSpPr/>
            <p:nvPr/>
          </p:nvSpPr>
          <p:spPr>
            <a:xfrm>
              <a:off x="3710325" y="3780825"/>
              <a:ext cx="121775" cy="157275"/>
            </a:xfrm>
            <a:custGeom>
              <a:rect b="b" l="l" r="r" t="t"/>
              <a:pathLst>
                <a:path extrusionOk="0" h="6291" w="4871">
                  <a:moveTo>
                    <a:pt x="3512" y="1"/>
                  </a:moveTo>
                  <a:cubicBezTo>
                    <a:pt x="3186" y="1"/>
                    <a:pt x="2821" y="106"/>
                    <a:pt x="2435" y="327"/>
                  </a:cubicBezTo>
                  <a:cubicBezTo>
                    <a:pt x="1001" y="1261"/>
                    <a:pt x="67" y="2829"/>
                    <a:pt x="0" y="4563"/>
                  </a:cubicBezTo>
                  <a:cubicBezTo>
                    <a:pt x="0" y="5655"/>
                    <a:pt x="540" y="6291"/>
                    <a:pt x="1344" y="6291"/>
                  </a:cubicBezTo>
                  <a:cubicBezTo>
                    <a:pt x="1671" y="6291"/>
                    <a:pt x="2041" y="6186"/>
                    <a:pt x="2435" y="5964"/>
                  </a:cubicBezTo>
                  <a:cubicBezTo>
                    <a:pt x="3870" y="5030"/>
                    <a:pt x="4770" y="3463"/>
                    <a:pt x="4870" y="1728"/>
                  </a:cubicBezTo>
                  <a:cubicBezTo>
                    <a:pt x="4870" y="637"/>
                    <a:pt x="4314" y="1"/>
                    <a:pt x="351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55"/>
            <p:cNvSpPr/>
            <p:nvPr/>
          </p:nvSpPr>
          <p:spPr>
            <a:xfrm>
              <a:off x="4069750" y="3587475"/>
              <a:ext cx="179325" cy="228225"/>
            </a:xfrm>
            <a:custGeom>
              <a:rect b="b" l="l" r="r" t="t"/>
              <a:pathLst>
                <a:path extrusionOk="0" h="9129" w="7173">
                  <a:moveTo>
                    <a:pt x="5051" y="607"/>
                  </a:moveTo>
                  <a:cubicBezTo>
                    <a:pt x="5315" y="607"/>
                    <a:pt x="5557" y="669"/>
                    <a:pt x="5771" y="789"/>
                  </a:cubicBezTo>
                  <a:cubicBezTo>
                    <a:pt x="6338" y="1089"/>
                    <a:pt x="6605" y="1756"/>
                    <a:pt x="6605" y="2657"/>
                  </a:cubicBezTo>
                  <a:cubicBezTo>
                    <a:pt x="6505" y="4892"/>
                    <a:pt x="5337" y="6894"/>
                    <a:pt x="3469" y="8128"/>
                  </a:cubicBezTo>
                  <a:cubicBezTo>
                    <a:pt x="2990" y="8407"/>
                    <a:pt x="2547" y="8543"/>
                    <a:pt x="2154" y="8543"/>
                  </a:cubicBezTo>
                  <a:cubicBezTo>
                    <a:pt x="1890" y="8543"/>
                    <a:pt x="1649" y="8482"/>
                    <a:pt x="1435" y="8361"/>
                  </a:cubicBezTo>
                  <a:cubicBezTo>
                    <a:pt x="868" y="8061"/>
                    <a:pt x="601" y="7394"/>
                    <a:pt x="601" y="6460"/>
                  </a:cubicBezTo>
                  <a:cubicBezTo>
                    <a:pt x="701" y="4258"/>
                    <a:pt x="1868" y="2224"/>
                    <a:pt x="3736" y="1023"/>
                  </a:cubicBezTo>
                  <a:cubicBezTo>
                    <a:pt x="4215" y="743"/>
                    <a:pt x="4658" y="607"/>
                    <a:pt x="5051" y="607"/>
                  </a:cubicBezTo>
                  <a:close/>
                  <a:moveTo>
                    <a:pt x="5074" y="1"/>
                  </a:moveTo>
                  <a:cubicBezTo>
                    <a:pt x="4576" y="1"/>
                    <a:pt x="4028" y="161"/>
                    <a:pt x="3469" y="489"/>
                  </a:cubicBezTo>
                  <a:cubicBezTo>
                    <a:pt x="1568" y="1590"/>
                    <a:pt x="0" y="4292"/>
                    <a:pt x="0" y="6460"/>
                  </a:cubicBezTo>
                  <a:cubicBezTo>
                    <a:pt x="0" y="7594"/>
                    <a:pt x="401" y="8428"/>
                    <a:pt x="1134" y="8862"/>
                  </a:cubicBezTo>
                  <a:cubicBezTo>
                    <a:pt x="1435" y="9028"/>
                    <a:pt x="1768" y="9128"/>
                    <a:pt x="2135" y="9128"/>
                  </a:cubicBezTo>
                  <a:cubicBezTo>
                    <a:pt x="2702" y="9095"/>
                    <a:pt x="3269" y="8928"/>
                    <a:pt x="3736" y="8628"/>
                  </a:cubicBezTo>
                  <a:cubicBezTo>
                    <a:pt x="5638" y="7527"/>
                    <a:pt x="7172" y="4859"/>
                    <a:pt x="7172" y="2657"/>
                  </a:cubicBezTo>
                  <a:cubicBezTo>
                    <a:pt x="7172" y="1523"/>
                    <a:pt x="6805" y="689"/>
                    <a:pt x="6071" y="255"/>
                  </a:cubicBezTo>
                  <a:cubicBezTo>
                    <a:pt x="5776" y="86"/>
                    <a:pt x="5438" y="1"/>
                    <a:pt x="507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55"/>
            <p:cNvSpPr/>
            <p:nvPr/>
          </p:nvSpPr>
          <p:spPr>
            <a:xfrm>
              <a:off x="4111450" y="363870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806" y="0"/>
                  </a:moveTo>
                  <a:cubicBezTo>
                    <a:pt x="2544" y="0"/>
                    <a:pt x="2248" y="89"/>
                    <a:pt x="1935" y="275"/>
                  </a:cubicBezTo>
                  <a:cubicBezTo>
                    <a:pt x="801" y="1008"/>
                    <a:pt x="67" y="2276"/>
                    <a:pt x="0" y="3644"/>
                  </a:cubicBezTo>
                  <a:cubicBezTo>
                    <a:pt x="0" y="4524"/>
                    <a:pt x="442" y="5031"/>
                    <a:pt x="1083" y="5031"/>
                  </a:cubicBezTo>
                  <a:cubicBezTo>
                    <a:pt x="1340" y="5031"/>
                    <a:pt x="1629" y="4950"/>
                    <a:pt x="1935" y="4778"/>
                  </a:cubicBezTo>
                  <a:cubicBezTo>
                    <a:pt x="3069" y="4011"/>
                    <a:pt x="3803" y="2776"/>
                    <a:pt x="3870" y="1409"/>
                  </a:cubicBezTo>
                  <a:cubicBezTo>
                    <a:pt x="3870" y="513"/>
                    <a:pt x="3436" y="0"/>
                    <a:pt x="280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55"/>
            <p:cNvSpPr/>
            <p:nvPr/>
          </p:nvSpPr>
          <p:spPr>
            <a:xfrm>
              <a:off x="3350900" y="3468700"/>
              <a:ext cx="180150" cy="227750"/>
            </a:xfrm>
            <a:custGeom>
              <a:rect b="b" l="l" r="r" t="t"/>
              <a:pathLst>
                <a:path extrusionOk="0" h="9110" w="7206">
                  <a:moveTo>
                    <a:pt x="5051" y="588"/>
                  </a:moveTo>
                  <a:cubicBezTo>
                    <a:pt x="5315" y="588"/>
                    <a:pt x="5557" y="649"/>
                    <a:pt x="5771" y="770"/>
                  </a:cubicBezTo>
                  <a:cubicBezTo>
                    <a:pt x="6338" y="1070"/>
                    <a:pt x="6605" y="1737"/>
                    <a:pt x="6605" y="2638"/>
                  </a:cubicBezTo>
                  <a:cubicBezTo>
                    <a:pt x="6505" y="4873"/>
                    <a:pt x="5338" y="6908"/>
                    <a:pt x="3470" y="8109"/>
                  </a:cubicBezTo>
                  <a:cubicBezTo>
                    <a:pt x="2987" y="8390"/>
                    <a:pt x="2540" y="8539"/>
                    <a:pt x="2145" y="8539"/>
                  </a:cubicBezTo>
                  <a:cubicBezTo>
                    <a:pt x="1884" y="8539"/>
                    <a:pt x="1646" y="8474"/>
                    <a:pt x="1435" y="8342"/>
                  </a:cubicBezTo>
                  <a:cubicBezTo>
                    <a:pt x="868" y="8042"/>
                    <a:pt x="601" y="7375"/>
                    <a:pt x="601" y="6474"/>
                  </a:cubicBezTo>
                  <a:cubicBezTo>
                    <a:pt x="701" y="4239"/>
                    <a:pt x="1868" y="2204"/>
                    <a:pt x="3736" y="1004"/>
                  </a:cubicBezTo>
                  <a:cubicBezTo>
                    <a:pt x="4215" y="724"/>
                    <a:pt x="4658" y="588"/>
                    <a:pt x="5051" y="588"/>
                  </a:cubicBezTo>
                  <a:close/>
                  <a:moveTo>
                    <a:pt x="5087" y="1"/>
                  </a:moveTo>
                  <a:cubicBezTo>
                    <a:pt x="4586" y="1"/>
                    <a:pt x="4033" y="173"/>
                    <a:pt x="3470" y="503"/>
                  </a:cubicBezTo>
                  <a:cubicBezTo>
                    <a:pt x="1568" y="1604"/>
                    <a:pt x="0" y="4273"/>
                    <a:pt x="0" y="6474"/>
                  </a:cubicBezTo>
                  <a:cubicBezTo>
                    <a:pt x="0" y="7608"/>
                    <a:pt x="401" y="8442"/>
                    <a:pt x="1135" y="8843"/>
                  </a:cubicBezTo>
                  <a:cubicBezTo>
                    <a:pt x="1435" y="9043"/>
                    <a:pt x="1768" y="9109"/>
                    <a:pt x="2135" y="9109"/>
                  </a:cubicBezTo>
                  <a:cubicBezTo>
                    <a:pt x="2702" y="9076"/>
                    <a:pt x="3269" y="8909"/>
                    <a:pt x="3736" y="8609"/>
                  </a:cubicBezTo>
                  <a:cubicBezTo>
                    <a:pt x="5638" y="7542"/>
                    <a:pt x="7206" y="4840"/>
                    <a:pt x="7206" y="2638"/>
                  </a:cubicBezTo>
                  <a:cubicBezTo>
                    <a:pt x="7206" y="1504"/>
                    <a:pt x="6805" y="670"/>
                    <a:pt x="6071" y="270"/>
                  </a:cubicBezTo>
                  <a:cubicBezTo>
                    <a:pt x="5779" y="89"/>
                    <a:pt x="5446" y="1"/>
                    <a:pt x="508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55"/>
            <p:cNvSpPr/>
            <p:nvPr/>
          </p:nvSpPr>
          <p:spPr>
            <a:xfrm>
              <a:off x="3392600" y="351995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787" y="1"/>
                  </a:moveTo>
                  <a:cubicBezTo>
                    <a:pt x="2530" y="1"/>
                    <a:pt x="2241" y="83"/>
                    <a:pt x="1935" y="254"/>
                  </a:cubicBezTo>
                  <a:cubicBezTo>
                    <a:pt x="767" y="1022"/>
                    <a:pt x="67" y="2256"/>
                    <a:pt x="0" y="3624"/>
                  </a:cubicBezTo>
                  <a:cubicBezTo>
                    <a:pt x="0" y="4519"/>
                    <a:pt x="433" y="5032"/>
                    <a:pt x="1064" y="5032"/>
                  </a:cubicBezTo>
                  <a:cubicBezTo>
                    <a:pt x="1326" y="5032"/>
                    <a:pt x="1622" y="4944"/>
                    <a:pt x="1935" y="4758"/>
                  </a:cubicBezTo>
                  <a:cubicBezTo>
                    <a:pt x="3069" y="4024"/>
                    <a:pt x="3803" y="2756"/>
                    <a:pt x="3870" y="1389"/>
                  </a:cubicBezTo>
                  <a:cubicBezTo>
                    <a:pt x="3870" y="508"/>
                    <a:pt x="3428" y="1"/>
                    <a:pt x="278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55"/>
            <p:cNvSpPr/>
            <p:nvPr/>
          </p:nvSpPr>
          <p:spPr>
            <a:xfrm>
              <a:off x="5040425" y="3303925"/>
              <a:ext cx="129925" cy="157350"/>
            </a:xfrm>
            <a:custGeom>
              <a:rect b="b" l="l" r="r" t="t"/>
              <a:pathLst>
                <a:path extrusionOk="0" h="6294" w="5197">
                  <a:moveTo>
                    <a:pt x="3439" y="399"/>
                  </a:moveTo>
                  <a:cubicBezTo>
                    <a:pt x="4144" y="399"/>
                    <a:pt x="4796" y="1042"/>
                    <a:pt x="4604" y="1857"/>
                  </a:cubicBezTo>
                  <a:cubicBezTo>
                    <a:pt x="4504" y="3392"/>
                    <a:pt x="3704" y="4793"/>
                    <a:pt x="2436" y="5626"/>
                  </a:cubicBezTo>
                  <a:cubicBezTo>
                    <a:pt x="2192" y="5852"/>
                    <a:pt x="1908" y="5950"/>
                    <a:pt x="1633" y="5950"/>
                  </a:cubicBezTo>
                  <a:cubicBezTo>
                    <a:pt x="929" y="5950"/>
                    <a:pt x="276" y="5307"/>
                    <a:pt x="468" y="4492"/>
                  </a:cubicBezTo>
                  <a:cubicBezTo>
                    <a:pt x="535" y="2958"/>
                    <a:pt x="1369" y="1557"/>
                    <a:pt x="2636" y="723"/>
                  </a:cubicBezTo>
                  <a:cubicBezTo>
                    <a:pt x="2880" y="498"/>
                    <a:pt x="3164" y="399"/>
                    <a:pt x="3439" y="399"/>
                  </a:cubicBezTo>
                  <a:close/>
                  <a:moveTo>
                    <a:pt x="3462" y="0"/>
                  </a:moveTo>
                  <a:cubicBezTo>
                    <a:pt x="3113" y="0"/>
                    <a:pt x="2752" y="120"/>
                    <a:pt x="2436" y="389"/>
                  </a:cubicBezTo>
                  <a:cubicBezTo>
                    <a:pt x="1035" y="1290"/>
                    <a:pt x="168" y="2824"/>
                    <a:pt x="68" y="4492"/>
                  </a:cubicBezTo>
                  <a:cubicBezTo>
                    <a:pt x="1" y="5126"/>
                    <a:pt x="301" y="5760"/>
                    <a:pt x="835" y="6127"/>
                  </a:cubicBezTo>
                  <a:cubicBezTo>
                    <a:pt x="1035" y="6260"/>
                    <a:pt x="1269" y="6294"/>
                    <a:pt x="1535" y="6294"/>
                  </a:cubicBezTo>
                  <a:cubicBezTo>
                    <a:pt x="1902" y="6294"/>
                    <a:pt x="2303" y="6160"/>
                    <a:pt x="2636" y="5960"/>
                  </a:cubicBezTo>
                  <a:cubicBezTo>
                    <a:pt x="4037" y="5059"/>
                    <a:pt x="4904" y="3525"/>
                    <a:pt x="5005" y="1857"/>
                  </a:cubicBezTo>
                  <a:cubicBezTo>
                    <a:pt x="5197" y="799"/>
                    <a:pt x="4366" y="0"/>
                    <a:pt x="346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55"/>
            <p:cNvSpPr/>
            <p:nvPr/>
          </p:nvSpPr>
          <p:spPr>
            <a:xfrm>
              <a:off x="5070450" y="3340275"/>
              <a:ext cx="67575" cy="86025"/>
            </a:xfrm>
            <a:custGeom>
              <a:rect b="b" l="l" r="r" t="t"/>
              <a:pathLst>
                <a:path extrusionOk="0" h="3441" w="2703">
                  <a:moveTo>
                    <a:pt x="1927" y="1"/>
                  </a:moveTo>
                  <a:cubicBezTo>
                    <a:pt x="1746" y="1"/>
                    <a:pt x="1545" y="55"/>
                    <a:pt x="1335" y="170"/>
                  </a:cubicBezTo>
                  <a:cubicBezTo>
                    <a:pt x="568" y="670"/>
                    <a:pt x="68" y="1537"/>
                    <a:pt x="1" y="2505"/>
                  </a:cubicBezTo>
                  <a:cubicBezTo>
                    <a:pt x="1" y="3100"/>
                    <a:pt x="307" y="3441"/>
                    <a:pt x="750" y="3441"/>
                  </a:cubicBezTo>
                  <a:cubicBezTo>
                    <a:pt x="927" y="3441"/>
                    <a:pt x="1125" y="3386"/>
                    <a:pt x="1335" y="3272"/>
                  </a:cubicBezTo>
                  <a:cubicBezTo>
                    <a:pt x="2136" y="2738"/>
                    <a:pt x="2636" y="1904"/>
                    <a:pt x="2703" y="937"/>
                  </a:cubicBezTo>
                  <a:cubicBezTo>
                    <a:pt x="2703" y="341"/>
                    <a:pt x="2379" y="1"/>
                    <a:pt x="192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55"/>
            <p:cNvSpPr/>
            <p:nvPr/>
          </p:nvSpPr>
          <p:spPr>
            <a:xfrm>
              <a:off x="5323150" y="3266225"/>
              <a:ext cx="130600" cy="157525"/>
            </a:xfrm>
            <a:custGeom>
              <a:rect b="b" l="l" r="r" t="t"/>
              <a:pathLst>
                <a:path extrusionOk="0" h="6301" w="5224">
                  <a:moveTo>
                    <a:pt x="3569" y="430"/>
                  </a:moveTo>
                  <a:cubicBezTo>
                    <a:pt x="3736" y="430"/>
                    <a:pt x="3903" y="496"/>
                    <a:pt x="4036" y="563"/>
                  </a:cubicBezTo>
                  <a:cubicBezTo>
                    <a:pt x="4437" y="863"/>
                    <a:pt x="4670" y="1364"/>
                    <a:pt x="4603" y="1864"/>
                  </a:cubicBezTo>
                  <a:cubicBezTo>
                    <a:pt x="4537" y="3398"/>
                    <a:pt x="3736" y="4799"/>
                    <a:pt x="2435" y="5633"/>
                  </a:cubicBezTo>
                  <a:cubicBezTo>
                    <a:pt x="2193" y="5847"/>
                    <a:pt x="1913" y="5942"/>
                    <a:pt x="1640" y="5942"/>
                  </a:cubicBezTo>
                  <a:cubicBezTo>
                    <a:pt x="932" y="5942"/>
                    <a:pt x="275" y="5308"/>
                    <a:pt x="467" y="4466"/>
                  </a:cubicBezTo>
                  <a:cubicBezTo>
                    <a:pt x="567" y="2965"/>
                    <a:pt x="1368" y="1564"/>
                    <a:pt x="2635" y="730"/>
                  </a:cubicBezTo>
                  <a:cubicBezTo>
                    <a:pt x="2902" y="563"/>
                    <a:pt x="3236" y="463"/>
                    <a:pt x="3569" y="430"/>
                  </a:cubicBezTo>
                  <a:close/>
                  <a:moveTo>
                    <a:pt x="3429" y="1"/>
                  </a:moveTo>
                  <a:cubicBezTo>
                    <a:pt x="3088" y="1"/>
                    <a:pt x="2740" y="112"/>
                    <a:pt x="2435" y="363"/>
                  </a:cubicBezTo>
                  <a:cubicBezTo>
                    <a:pt x="1034" y="1297"/>
                    <a:pt x="167" y="2831"/>
                    <a:pt x="67" y="4499"/>
                  </a:cubicBezTo>
                  <a:cubicBezTo>
                    <a:pt x="0" y="5133"/>
                    <a:pt x="300" y="5767"/>
                    <a:pt x="834" y="6134"/>
                  </a:cubicBezTo>
                  <a:cubicBezTo>
                    <a:pt x="1034" y="6267"/>
                    <a:pt x="1268" y="6301"/>
                    <a:pt x="1534" y="6301"/>
                  </a:cubicBezTo>
                  <a:cubicBezTo>
                    <a:pt x="1901" y="6301"/>
                    <a:pt x="2302" y="6200"/>
                    <a:pt x="2635" y="6000"/>
                  </a:cubicBezTo>
                  <a:cubicBezTo>
                    <a:pt x="4036" y="5066"/>
                    <a:pt x="4937" y="3565"/>
                    <a:pt x="5004" y="1897"/>
                  </a:cubicBezTo>
                  <a:cubicBezTo>
                    <a:pt x="5223" y="824"/>
                    <a:pt x="4355" y="1"/>
                    <a:pt x="342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55"/>
            <p:cNvSpPr/>
            <p:nvPr/>
          </p:nvSpPr>
          <p:spPr>
            <a:xfrm>
              <a:off x="5353150" y="3302400"/>
              <a:ext cx="66750" cy="86350"/>
            </a:xfrm>
            <a:custGeom>
              <a:rect b="b" l="l" r="r" t="t"/>
              <a:pathLst>
                <a:path extrusionOk="0" h="3454" w="2670">
                  <a:moveTo>
                    <a:pt x="1925" y="0"/>
                  </a:moveTo>
                  <a:cubicBezTo>
                    <a:pt x="1747" y="0"/>
                    <a:pt x="1547" y="59"/>
                    <a:pt x="1335" y="184"/>
                  </a:cubicBezTo>
                  <a:cubicBezTo>
                    <a:pt x="535" y="684"/>
                    <a:pt x="34" y="1551"/>
                    <a:pt x="1" y="2485"/>
                  </a:cubicBezTo>
                  <a:cubicBezTo>
                    <a:pt x="1" y="3106"/>
                    <a:pt x="309" y="3454"/>
                    <a:pt x="753" y="3454"/>
                  </a:cubicBezTo>
                  <a:cubicBezTo>
                    <a:pt x="930" y="3454"/>
                    <a:pt x="1127" y="3399"/>
                    <a:pt x="1335" y="3286"/>
                  </a:cubicBezTo>
                  <a:cubicBezTo>
                    <a:pt x="2136" y="2752"/>
                    <a:pt x="2636" y="1885"/>
                    <a:pt x="2669" y="951"/>
                  </a:cubicBezTo>
                  <a:cubicBezTo>
                    <a:pt x="2669" y="357"/>
                    <a:pt x="2365" y="0"/>
                    <a:pt x="192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55"/>
            <p:cNvSpPr/>
            <p:nvPr/>
          </p:nvSpPr>
          <p:spPr>
            <a:xfrm>
              <a:off x="3098225" y="3913675"/>
              <a:ext cx="129950" cy="158050"/>
            </a:xfrm>
            <a:custGeom>
              <a:rect b="b" l="l" r="r" t="t"/>
              <a:pathLst>
                <a:path extrusionOk="0" h="6322" w="5198">
                  <a:moveTo>
                    <a:pt x="3439" y="393"/>
                  </a:moveTo>
                  <a:cubicBezTo>
                    <a:pt x="4143" y="393"/>
                    <a:pt x="4795" y="1036"/>
                    <a:pt x="4603" y="1851"/>
                  </a:cubicBezTo>
                  <a:cubicBezTo>
                    <a:pt x="4537" y="3386"/>
                    <a:pt x="3736" y="4787"/>
                    <a:pt x="2435" y="5621"/>
                  </a:cubicBezTo>
                  <a:cubicBezTo>
                    <a:pt x="2191" y="5846"/>
                    <a:pt x="1908" y="5944"/>
                    <a:pt x="1632" y="5944"/>
                  </a:cubicBezTo>
                  <a:cubicBezTo>
                    <a:pt x="928" y="5944"/>
                    <a:pt x="275" y="5302"/>
                    <a:pt x="467" y="4486"/>
                  </a:cubicBezTo>
                  <a:cubicBezTo>
                    <a:pt x="567" y="2952"/>
                    <a:pt x="1368" y="1551"/>
                    <a:pt x="2635" y="717"/>
                  </a:cubicBezTo>
                  <a:cubicBezTo>
                    <a:pt x="2879" y="492"/>
                    <a:pt x="3163" y="393"/>
                    <a:pt x="3439" y="393"/>
                  </a:cubicBezTo>
                  <a:close/>
                  <a:moveTo>
                    <a:pt x="3448" y="0"/>
                  </a:moveTo>
                  <a:cubicBezTo>
                    <a:pt x="3103" y="0"/>
                    <a:pt x="2747" y="117"/>
                    <a:pt x="2435" y="384"/>
                  </a:cubicBezTo>
                  <a:cubicBezTo>
                    <a:pt x="1034" y="1284"/>
                    <a:pt x="167" y="2819"/>
                    <a:pt x="67" y="4486"/>
                  </a:cubicBezTo>
                  <a:cubicBezTo>
                    <a:pt x="0" y="5120"/>
                    <a:pt x="300" y="5754"/>
                    <a:pt x="834" y="6121"/>
                  </a:cubicBezTo>
                  <a:cubicBezTo>
                    <a:pt x="1034" y="6254"/>
                    <a:pt x="1301" y="6321"/>
                    <a:pt x="1535" y="6321"/>
                  </a:cubicBezTo>
                  <a:cubicBezTo>
                    <a:pt x="1935" y="6288"/>
                    <a:pt x="2302" y="6188"/>
                    <a:pt x="2635" y="5954"/>
                  </a:cubicBezTo>
                  <a:cubicBezTo>
                    <a:pt x="4036" y="5054"/>
                    <a:pt x="4937" y="3519"/>
                    <a:pt x="5004" y="1851"/>
                  </a:cubicBezTo>
                  <a:cubicBezTo>
                    <a:pt x="5197" y="812"/>
                    <a:pt x="4357" y="0"/>
                    <a:pt x="344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55"/>
            <p:cNvSpPr/>
            <p:nvPr/>
          </p:nvSpPr>
          <p:spPr>
            <a:xfrm>
              <a:off x="3128250" y="3949875"/>
              <a:ext cx="67550" cy="86400"/>
            </a:xfrm>
            <a:custGeom>
              <a:rect b="b" l="l" r="r" t="t"/>
              <a:pathLst>
                <a:path extrusionOk="0" h="3456" w="2702">
                  <a:moveTo>
                    <a:pt x="1941" y="1"/>
                  </a:moveTo>
                  <a:cubicBezTo>
                    <a:pt x="1759" y="1"/>
                    <a:pt x="1554" y="55"/>
                    <a:pt x="1334" y="170"/>
                  </a:cubicBezTo>
                  <a:cubicBezTo>
                    <a:pt x="567" y="703"/>
                    <a:pt x="67" y="1537"/>
                    <a:pt x="0" y="2505"/>
                  </a:cubicBezTo>
                  <a:cubicBezTo>
                    <a:pt x="0" y="3098"/>
                    <a:pt x="304" y="3455"/>
                    <a:pt x="744" y="3455"/>
                  </a:cubicBezTo>
                  <a:cubicBezTo>
                    <a:pt x="923" y="3455"/>
                    <a:pt x="1123" y="3397"/>
                    <a:pt x="1334" y="3272"/>
                  </a:cubicBezTo>
                  <a:cubicBezTo>
                    <a:pt x="2135" y="2772"/>
                    <a:pt x="2635" y="1904"/>
                    <a:pt x="2702" y="937"/>
                  </a:cubicBezTo>
                  <a:cubicBezTo>
                    <a:pt x="2702" y="341"/>
                    <a:pt x="2396" y="1"/>
                    <a:pt x="194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55"/>
            <p:cNvSpPr/>
            <p:nvPr/>
          </p:nvSpPr>
          <p:spPr>
            <a:xfrm>
              <a:off x="3918800" y="3267750"/>
              <a:ext cx="129350" cy="157675"/>
            </a:xfrm>
            <a:custGeom>
              <a:rect b="b" l="l" r="r" t="t"/>
              <a:pathLst>
                <a:path extrusionOk="0" h="6307" w="5174">
                  <a:moveTo>
                    <a:pt x="3432" y="406"/>
                  </a:moveTo>
                  <a:cubicBezTo>
                    <a:pt x="4121" y="406"/>
                    <a:pt x="4771" y="1036"/>
                    <a:pt x="4604" y="1870"/>
                  </a:cubicBezTo>
                  <a:cubicBezTo>
                    <a:pt x="4504" y="3371"/>
                    <a:pt x="3703" y="4772"/>
                    <a:pt x="2436" y="5606"/>
                  </a:cubicBezTo>
                  <a:cubicBezTo>
                    <a:pt x="2192" y="5831"/>
                    <a:pt x="1908" y="5929"/>
                    <a:pt x="1632" y="5929"/>
                  </a:cubicBezTo>
                  <a:cubicBezTo>
                    <a:pt x="928" y="5929"/>
                    <a:pt x="276" y="5287"/>
                    <a:pt x="468" y="4472"/>
                  </a:cubicBezTo>
                  <a:cubicBezTo>
                    <a:pt x="534" y="2937"/>
                    <a:pt x="1335" y="1570"/>
                    <a:pt x="2636" y="736"/>
                  </a:cubicBezTo>
                  <a:cubicBezTo>
                    <a:pt x="2874" y="507"/>
                    <a:pt x="3156" y="406"/>
                    <a:pt x="3432" y="406"/>
                  </a:cubicBezTo>
                  <a:close/>
                  <a:moveTo>
                    <a:pt x="3435" y="0"/>
                  </a:moveTo>
                  <a:cubicBezTo>
                    <a:pt x="3095" y="0"/>
                    <a:pt x="2745" y="114"/>
                    <a:pt x="2436" y="369"/>
                  </a:cubicBezTo>
                  <a:cubicBezTo>
                    <a:pt x="1035" y="1303"/>
                    <a:pt x="134" y="2804"/>
                    <a:pt x="67" y="4472"/>
                  </a:cubicBezTo>
                  <a:cubicBezTo>
                    <a:pt x="1" y="5139"/>
                    <a:pt x="267" y="5773"/>
                    <a:pt x="801" y="6139"/>
                  </a:cubicBezTo>
                  <a:cubicBezTo>
                    <a:pt x="1035" y="6240"/>
                    <a:pt x="1268" y="6306"/>
                    <a:pt x="1502" y="6306"/>
                  </a:cubicBezTo>
                  <a:cubicBezTo>
                    <a:pt x="1902" y="6306"/>
                    <a:pt x="2302" y="6173"/>
                    <a:pt x="2636" y="5973"/>
                  </a:cubicBezTo>
                  <a:cubicBezTo>
                    <a:pt x="4037" y="5039"/>
                    <a:pt x="4904" y="3538"/>
                    <a:pt x="5004" y="1870"/>
                  </a:cubicBezTo>
                  <a:cubicBezTo>
                    <a:pt x="5174" y="803"/>
                    <a:pt x="4339" y="0"/>
                    <a:pt x="343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55"/>
            <p:cNvSpPr/>
            <p:nvPr/>
          </p:nvSpPr>
          <p:spPr>
            <a:xfrm>
              <a:off x="3948825" y="330390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39" y="1"/>
                  </a:moveTo>
                  <a:cubicBezTo>
                    <a:pt x="1757" y="1"/>
                    <a:pt x="1552" y="62"/>
                    <a:pt x="1335" y="190"/>
                  </a:cubicBezTo>
                  <a:cubicBezTo>
                    <a:pt x="534" y="691"/>
                    <a:pt x="34" y="1558"/>
                    <a:pt x="0" y="2492"/>
                  </a:cubicBezTo>
                  <a:cubicBezTo>
                    <a:pt x="0" y="3103"/>
                    <a:pt x="298" y="3449"/>
                    <a:pt x="730" y="3449"/>
                  </a:cubicBezTo>
                  <a:cubicBezTo>
                    <a:pt x="912" y="3449"/>
                    <a:pt x="1118" y="3387"/>
                    <a:pt x="1335" y="3259"/>
                  </a:cubicBezTo>
                  <a:cubicBezTo>
                    <a:pt x="2102" y="2759"/>
                    <a:pt x="2602" y="1891"/>
                    <a:pt x="2669" y="957"/>
                  </a:cubicBezTo>
                  <a:cubicBezTo>
                    <a:pt x="2669" y="347"/>
                    <a:pt x="2371" y="1"/>
                    <a:pt x="193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55"/>
            <p:cNvSpPr/>
            <p:nvPr/>
          </p:nvSpPr>
          <p:spPr>
            <a:xfrm>
              <a:off x="4306575" y="2740325"/>
              <a:ext cx="129950" cy="158050"/>
            </a:xfrm>
            <a:custGeom>
              <a:rect b="b" l="l" r="r" t="t"/>
              <a:pathLst>
                <a:path extrusionOk="0" h="6322" w="5198">
                  <a:moveTo>
                    <a:pt x="3537" y="451"/>
                  </a:moveTo>
                  <a:cubicBezTo>
                    <a:pt x="3703" y="451"/>
                    <a:pt x="3903" y="484"/>
                    <a:pt x="4037" y="551"/>
                  </a:cubicBezTo>
                  <a:cubicBezTo>
                    <a:pt x="4437" y="851"/>
                    <a:pt x="4671" y="1351"/>
                    <a:pt x="4604" y="1852"/>
                  </a:cubicBezTo>
                  <a:cubicBezTo>
                    <a:pt x="4504" y="3386"/>
                    <a:pt x="3703" y="4787"/>
                    <a:pt x="2436" y="5621"/>
                  </a:cubicBezTo>
                  <a:cubicBezTo>
                    <a:pt x="2192" y="5846"/>
                    <a:pt x="1908" y="5945"/>
                    <a:pt x="1633" y="5945"/>
                  </a:cubicBezTo>
                  <a:cubicBezTo>
                    <a:pt x="928" y="5945"/>
                    <a:pt x="276" y="5302"/>
                    <a:pt x="468" y="4487"/>
                  </a:cubicBezTo>
                  <a:cubicBezTo>
                    <a:pt x="534" y="2952"/>
                    <a:pt x="1368" y="1551"/>
                    <a:pt x="2636" y="717"/>
                  </a:cubicBezTo>
                  <a:cubicBezTo>
                    <a:pt x="2903" y="551"/>
                    <a:pt x="3236" y="451"/>
                    <a:pt x="3537" y="451"/>
                  </a:cubicBezTo>
                  <a:close/>
                  <a:moveTo>
                    <a:pt x="3449" y="0"/>
                  </a:moveTo>
                  <a:cubicBezTo>
                    <a:pt x="3103" y="0"/>
                    <a:pt x="2748" y="118"/>
                    <a:pt x="2436" y="384"/>
                  </a:cubicBezTo>
                  <a:cubicBezTo>
                    <a:pt x="1035" y="1285"/>
                    <a:pt x="134" y="2819"/>
                    <a:pt x="67" y="4487"/>
                  </a:cubicBezTo>
                  <a:cubicBezTo>
                    <a:pt x="1" y="5121"/>
                    <a:pt x="301" y="5754"/>
                    <a:pt x="835" y="6121"/>
                  </a:cubicBezTo>
                  <a:cubicBezTo>
                    <a:pt x="1035" y="6255"/>
                    <a:pt x="1268" y="6322"/>
                    <a:pt x="1535" y="6322"/>
                  </a:cubicBezTo>
                  <a:cubicBezTo>
                    <a:pt x="1902" y="6288"/>
                    <a:pt x="2302" y="6188"/>
                    <a:pt x="2636" y="5988"/>
                  </a:cubicBezTo>
                  <a:cubicBezTo>
                    <a:pt x="4037" y="5054"/>
                    <a:pt x="4904" y="3520"/>
                    <a:pt x="5004" y="1852"/>
                  </a:cubicBezTo>
                  <a:cubicBezTo>
                    <a:pt x="5198" y="812"/>
                    <a:pt x="4357" y="0"/>
                    <a:pt x="344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55"/>
            <p:cNvSpPr/>
            <p:nvPr/>
          </p:nvSpPr>
          <p:spPr>
            <a:xfrm>
              <a:off x="4335775" y="2776575"/>
              <a:ext cx="67575" cy="86500"/>
            </a:xfrm>
            <a:custGeom>
              <a:rect b="b" l="l" r="r" t="t"/>
              <a:pathLst>
                <a:path extrusionOk="0" h="3460" w="2703">
                  <a:moveTo>
                    <a:pt x="1950" y="0"/>
                  </a:moveTo>
                  <a:cubicBezTo>
                    <a:pt x="1773" y="0"/>
                    <a:pt x="1576" y="55"/>
                    <a:pt x="1368" y="168"/>
                  </a:cubicBezTo>
                  <a:cubicBezTo>
                    <a:pt x="567" y="702"/>
                    <a:pt x="67" y="1569"/>
                    <a:pt x="0" y="2503"/>
                  </a:cubicBezTo>
                  <a:cubicBezTo>
                    <a:pt x="0" y="3114"/>
                    <a:pt x="298" y="3460"/>
                    <a:pt x="742" y="3460"/>
                  </a:cubicBezTo>
                  <a:cubicBezTo>
                    <a:pt x="928" y="3460"/>
                    <a:pt x="1141" y="3399"/>
                    <a:pt x="1368" y="3270"/>
                  </a:cubicBezTo>
                  <a:cubicBezTo>
                    <a:pt x="2135" y="2770"/>
                    <a:pt x="2635" y="1903"/>
                    <a:pt x="2702" y="969"/>
                  </a:cubicBezTo>
                  <a:cubicBezTo>
                    <a:pt x="2702" y="347"/>
                    <a:pt x="2394" y="0"/>
                    <a:pt x="195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55"/>
            <p:cNvSpPr/>
            <p:nvPr/>
          </p:nvSpPr>
          <p:spPr>
            <a:xfrm>
              <a:off x="4505900" y="3239400"/>
              <a:ext cx="129950" cy="157675"/>
            </a:xfrm>
            <a:custGeom>
              <a:rect b="b" l="l" r="r" t="t"/>
              <a:pathLst>
                <a:path extrusionOk="0" h="6307" w="5198">
                  <a:moveTo>
                    <a:pt x="3451" y="406"/>
                  </a:moveTo>
                  <a:cubicBezTo>
                    <a:pt x="4151" y="406"/>
                    <a:pt x="4794" y="1036"/>
                    <a:pt x="4603" y="1870"/>
                  </a:cubicBezTo>
                  <a:cubicBezTo>
                    <a:pt x="4503" y="3371"/>
                    <a:pt x="3703" y="4772"/>
                    <a:pt x="2435" y="5606"/>
                  </a:cubicBezTo>
                  <a:cubicBezTo>
                    <a:pt x="2191" y="5831"/>
                    <a:pt x="1908" y="5929"/>
                    <a:pt x="1632" y="5929"/>
                  </a:cubicBezTo>
                  <a:cubicBezTo>
                    <a:pt x="928" y="5929"/>
                    <a:pt x="275" y="5287"/>
                    <a:pt x="467" y="4471"/>
                  </a:cubicBezTo>
                  <a:cubicBezTo>
                    <a:pt x="534" y="2937"/>
                    <a:pt x="1368" y="1569"/>
                    <a:pt x="2635" y="735"/>
                  </a:cubicBezTo>
                  <a:cubicBezTo>
                    <a:pt x="2883" y="507"/>
                    <a:pt x="3172" y="406"/>
                    <a:pt x="3451" y="406"/>
                  </a:cubicBezTo>
                  <a:close/>
                  <a:moveTo>
                    <a:pt x="3440" y="0"/>
                  </a:moveTo>
                  <a:cubicBezTo>
                    <a:pt x="3097" y="0"/>
                    <a:pt x="2745" y="113"/>
                    <a:pt x="2435" y="369"/>
                  </a:cubicBezTo>
                  <a:cubicBezTo>
                    <a:pt x="1034" y="1303"/>
                    <a:pt x="167" y="2804"/>
                    <a:pt x="67" y="4471"/>
                  </a:cubicBezTo>
                  <a:cubicBezTo>
                    <a:pt x="0" y="5139"/>
                    <a:pt x="300" y="5772"/>
                    <a:pt x="834" y="6139"/>
                  </a:cubicBezTo>
                  <a:cubicBezTo>
                    <a:pt x="1034" y="6239"/>
                    <a:pt x="1268" y="6306"/>
                    <a:pt x="1534" y="6306"/>
                  </a:cubicBezTo>
                  <a:cubicBezTo>
                    <a:pt x="1901" y="6306"/>
                    <a:pt x="2302" y="6173"/>
                    <a:pt x="2635" y="5973"/>
                  </a:cubicBezTo>
                  <a:cubicBezTo>
                    <a:pt x="4036" y="5072"/>
                    <a:pt x="4904" y="3537"/>
                    <a:pt x="5004" y="1870"/>
                  </a:cubicBezTo>
                  <a:cubicBezTo>
                    <a:pt x="5198" y="803"/>
                    <a:pt x="4352" y="0"/>
                    <a:pt x="344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55"/>
            <p:cNvSpPr/>
            <p:nvPr/>
          </p:nvSpPr>
          <p:spPr>
            <a:xfrm>
              <a:off x="4535900" y="3275550"/>
              <a:ext cx="66750" cy="86525"/>
            </a:xfrm>
            <a:custGeom>
              <a:rect b="b" l="l" r="r" t="t"/>
              <a:pathLst>
                <a:path extrusionOk="0" h="3461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0"/>
                    <a:pt x="34" y="1558"/>
                    <a:pt x="1" y="2492"/>
                  </a:cubicBezTo>
                  <a:cubicBezTo>
                    <a:pt x="1" y="3113"/>
                    <a:pt x="309" y="3460"/>
                    <a:pt x="753" y="3460"/>
                  </a:cubicBezTo>
                  <a:cubicBezTo>
                    <a:pt x="930" y="3460"/>
                    <a:pt x="1127" y="3406"/>
                    <a:pt x="1335" y="3292"/>
                  </a:cubicBezTo>
                  <a:cubicBezTo>
                    <a:pt x="2136" y="2759"/>
                    <a:pt x="2636" y="1891"/>
                    <a:pt x="2669" y="957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55"/>
            <p:cNvSpPr/>
            <p:nvPr/>
          </p:nvSpPr>
          <p:spPr>
            <a:xfrm>
              <a:off x="4541750" y="2454950"/>
              <a:ext cx="175150" cy="222425"/>
            </a:xfrm>
            <a:custGeom>
              <a:rect b="b" l="l" r="r" t="t"/>
              <a:pathLst>
                <a:path extrusionOk="0" h="8897" w="7006">
                  <a:moveTo>
                    <a:pt x="4937" y="558"/>
                  </a:moveTo>
                  <a:cubicBezTo>
                    <a:pt x="5204" y="558"/>
                    <a:pt x="5438" y="624"/>
                    <a:pt x="5671" y="758"/>
                  </a:cubicBezTo>
                  <a:cubicBezTo>
                    <a:pt x="6171" y="1058"/>
                    <a:pt x="6472" y="1692"/>
                    <a:pt x="6472" y="2592"/>
                  </a:cubicBezTo>
                  <a:cubicBezTo>
                    <a:pt x="6338" y="4761"/>
                    <a:pt x="5204" y="6729"/>
                    <a:pt x="3369" y="7929"/>
                  </a:cubicBezTo>
                  <a:cubicBezTo>
                    <a:pt x="2900" y="8195"/>
                    <a:pt x="2455" y="8336"/>
                    <a:pt x="2058" y="8336"/>
                  </a:cubicBezTo>
                  <a:cubicBezTo>
                    <a:pt x="1807" y="8336"/>
                    <a:pt x="1575" y="8279"/>
                    <a:pt x="1368" y="8163"/>
                  </a:cubicBezTo>
                  <a:cubicBezTo>
                    <a:pt x="868" y="7863"/>
                    <a:pt x="567" y="7196"/>
                    <a:pt x="567" y="6328"/>
                  </a:cubicBezTo>
                  <a:cubicBezTo>
                    <a:pt x="701" y="4127"/>
                    <a:pt x="1835" y="2159"/>
                    <a:pt x="3670" y="991"/>
                  </a:cubicBezTo>
                  <a:cubicBezTo>
                    <a:pt x="4037" y="724"/>
                    <a:pt x="4504" y="591"/>
                    <a:pt x="4937" y="558"/>
                  </a:cubicBezTo>
                  <a:close/>
                  <a:moveTo>
                    <a:pt x="4927" y="0"/>
                  </a:moveTo>
                  <a:cubicBezTo>
                    <a:pt x="4437" y="0"/>
                    <a:pt x="3903" y="152"/>
                    <a:pt x="3369" y="457"/>
                  </a:cubicBezTo>
                  <a:cubicBezTo>
                    <a:pt x="1501" y="1558"/>
                    <a:pt x="0" y="4160"/>
                    <a:pt x="0" y="6295"/>
                  </a:cubicBezTo>
                  <a:cubicBezTo>
                    <a:pt x="0" y="7396"/>
                    <a:pt x="401" y="8230"/>
                    <a:pt x="1101" y="8630"/>
                  </a:cubicBezTo>
                  <a:cubicBezTo>
                    <a:pt x="1401" y="8797"/>
                    <a:pt x="1735" y="8897"/>
                    <a:pt x="2069" y="8897"/>
                  </a:cubicBezTo>
                  <a:cubicBezTo>
                    <a:pt x="2636" y="8863"/>
                    <a:pt x="3169" y="8697"/>
                    <a:pt x="3670" y="8430"/>
                  </a:cubicBezTo>
                  <a:cubicBezTo>
                    <a:pt x="5504" y="7329"/>
                    <a:pt x="7005" y="4727"/>
                    <a:pt x="7005" y="2592"/>
                  </a:cubicBezTo>
                  <a:cubicBezTo>
                    <a:pt x="7005" y="1492"/>
                    <a:pt x="6638" y="658"/>
                    <a:pt x="5938" y="257"/>
                  </a:cubicBezTo>
                  <a:cubicBezTo>
                    <a:pt x="5638" y="86"/>
                    <a:pt x="5295" y="0"/>
                    <a:pt x="492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55"/>
            <p:cNvSpPr/>
            <p:nvPr/>
          </p:nvSpPr>
          <p:spPr>
            <a:xfrm>
              <a:off x="4577600" y="2504850"/>
              <a:ext cx="104275" cy="123200"/>
            </a:xfrm>
            <a:custGeom>
              <a:rect b="b" l="l" r="r" t="t"/>
              <a:pathLst>
                <a:path extrusionOk="0" h="4928" w="4171">
                  <a:moveTo>
                    <a:pt x="2930" y="1"/>
                  </a:moveTo>
                  <a:cubicBezTo>
                    <a:pt x="2206" y="1"/>
                    <a:pt x="1321" y="657"/>
                    <a:pt x="735" y="1697"/>
                  </a:cubicBezTo>
                  <a:cubicBezTo>
                    <a:pt x="1" y="2965"/>
                    <a:pt x="1" y="4366"/>
                    <a:pt x="735" y="4799"/>
                  </a:cubicBezTo>
                  <a:cubicBezTo>
                    <a:pt x="882" y="4886"/>
                    <a:pt x="1048" y="4928"/>
                    <a:pt x="1225" y="4928"/>
                  </a:cubicBezTo>
                  <a:cubicBezTo>
                    <a:pt x="1933" y="4928"/>
                    <a:pt x="2823" y="4271"/>
                    <a:pt x="3437" y="3232"/>
                  </a:cubicBezTo>
                  <a:cubicBezTo>
                    <a:pt x="4170" y="1964"/>
                    <a:pt x="4170" y="563"/>
                    <a:pt x="3437" y="129"/>
                  </a:cubicBezTo>
                  <a:cubicBezTo>
                    <a:pt x="3283" y="42"/>
                    <a:pt x="3111" y="1"/>
                    <a:pt x="293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55"/>
            <p:cNvSpPr/>
            <p:nvPr/>
          </p:nvSpPr>
          <p:spPr>
            <a:xfrm>
              <a:off x="4779425" y="2918650"/>
              <a:ext cx="207875" cy="577650"/>
            </a:xfrm>
            <a:custGeom>
              <a:rect b="b" l="l" r="r" t="t"/>
              <a:pathLst>
                <a:path extrusionOk="0" h="23106" w="8315">
                  <a:moveTo>
                    <a:pt x="8064" y="0"/>
                  </a:moveTo>
                  <a:cubicBezTo>
                    <a:pt x="7995" y="0"/>
                    <a:pt x="7930" y="37"/>
                    <a:pt x="7906" y="123"/>
                  </a:cubicBezTo>
                  <a:lnTo>
                    <a:pt x="34" y="22872"/>
                  </a:lnTo>
                  <a:cubicBezTo>
                    <a:pt x="0" y="22972"/>
                    <a:pt x="34" y="23072"/>
                    <a:pt x="134" y="23106"/>
                  </a:cubicBezTo>
                  <a:lnTo>
                    <a:pt x="200" y="23106"/>
                  </a:lnTo>
                  <a:cubicBezTo>
                    <a:pt x="267" y="23106"/>
                    <a:pt x="367" y="23039"/>
                    <a:pt x="400" y="22972"/>
                  </a:cubicBezTo>
                  <a:lnTo>
                    <a:pt x="8273" y="256"/>
                  </a:lnTo>
                  <a:cubicBezTo>
                    <a:pt x="8315" y="108"/>
                    <a:pt x="8184" y="0"/>
                    <a:pt x="806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55"/>
            <p:cNvSpPr/>
            <p:nvPr/>
          </p:nvSpPr>
          <p:spPr>
            <a:xfrm>
              <a:off x="4576325" y="3370650"/>
              <a:ext cx="92200" cy="191525"/>
            </a:xfrm>
            <a:custGeom>
              <a:rect b="b" l="l" r="r" t="t"/>
              <a:pathLst>
                <a:path extrusionOk="0" h="7661" w="3688">
                  <a:moveTo>
                    <a:pt x="238" y="0"/>
                  </a:moveTo>
                  <a:cubicBezTo>
                    <a:pt x="117" y="0"/>
                    <a:pt x="1" y="108"/>
                    <a:pt x="85" y="256"/>
                  </a:cubicBezTo>
                  <a:lnTo>
                    <a:pt x="3287" y="7561"/>
                  </a:lnTo>
                  <a:cubicBezTo>
                    <a:pt x="3321" y="7627"/>
                    <a:pt x="3387" y="7661"/>
                    <a:pt x="3454" y="7661"/>
                  </a:cubicBezTo>
                  <a:lnTo>
                    <a:pt x="3554" y="7661"/>
                  </a:lnTo>
                  <a:cubicBezTo>
                    <a:pt x="3654" y="7594"/>
                    <a:pt x="3688" y="7494"/>
                    <a:pt x="3654" y="7394"/>
                  </a:cubicBezTo>
                  <a:lnTo>
                    <a:pt x="419" y="122"/>
                  </a:lnTo>
                  <a:cubicBezTo>
                    <a:pt x="382" y="36"/>
                    <a:pt x="309" y="0"/>
                    <a:pt x="23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55"/>
            <p:cNvSpPr/>
            <p:nvPr/>
          </p:nvSpPr>
          <p:spPr>
            <a:xfrm>
              <a:off x="4849475" y="3411650"/>
              <a:ext cx="204300" cy="180550"/>
            </a:xfrm>
            <a:custGeom>
              <a:rect b="b" l="l" r="r" t="t"/>
              <a:pathLst>
                <a:path extrusionOk="0" h="7222" w="8172">
                  <a:moveTo>
                    <a:pt x="7872" y="1"/>
                  </a:moveTo>
                  <a:cubicBezTo>
                    <a:pt x="7835" y="1"/>
                    <a:pt x="7800" y="15"/>
                    <a:pt x="7772" y="50"/>
                  </a:cubicBezTo>
                  <a:lnTo>
                    <a:pt x="67" y="6888"/>
                  </a:lnTo>
                  <a:cubicBezTo>
                    <a:pt x="0" y="6955"/>
                    <a:pt x="0" y="7088"/>
                    <a:pt x="67" y="7155"/>
                  </a:cubicBezTo>
                  <a:cubicBezTo>
                    <a:pt x="100" y="7188"/>
                    <a:pt x="134" y="7222"/>
                    <a:pt x="200" y="7222"/>
                  </a:cubicBezTo>
                  <a:cubicBezTo>
                    <a:pt x="234" y="7222"/>
                    <a:pt x="267" y="7188"/>
                    <a:pt x="300" y="7155"/>
                  </a:cubicBezTo>
                  <a:lnTo>
                    <a:pt x="8039" y="317"/>
                  </a:lnTo>
                  <a:cubicBezTo>
                    <a:pt x="8171" y="211"/>
                    <a:pt x="8010" y="1"/>
                    <a:pt x="787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55"/>
            <p:cNvSpPr/>
            <p:nvPr/>
          </p:nvSpPr>
          <p:spPr>
            <a:xfrm>
              <a:off x="5156350" y="3345325"/>
              <a:ext cx="181000" cy="16725"/>
            </a:xfrm>
            <a:custGeom>
              <a:rect b="b" l="l" r="r" t="t"/>
              <a:pathLst>
                <a:path extrusionOk="0" h="669" w="7240">
                  <a:moveTo>
                    <a:pt x="201" y="1"/>
                  </a:moveTo>
                  <a:cubicBezTo>
                    <a:pt x="67" y="1"/>
                    <a:pt x="1" y="101"/>
                    <a:pt x="1" y="201"/>
                  </a:cubicBezTo>
                  <a:cubicBezTo>
                    <a:pt x="1" y="301"/>
                    <a:pt x="67" y="368"/>
                    <a:pt x="167" y="401"/>
                  </a:cubicBezTo>
                  <a:lnTo>
                    <a:pt x="7039" y="668"/>
                  </a:lnTo>
                  <a:cubicBezTo>
                    <a:pt x="7139" y="668"/>
                    <a:pt x="7239" y="568"/>
                    <a:pt x="7239" y="468"/>
                  </a:cubicBezTo>
                  <a:cubicBezTo>
                    <a:pt x="7239" y="368"/>
                    <a:pt x="7172" y="268"/>
                    <a:pt x="7039" y="268"/>
                  </a:cubicBezTo>
                  <a:lnTo>
                    <a:pt x="20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55"/>
            <p:cNvSpPr/>
            <p:nvPr/>
          </p:nvSpPr>
          <p:spPr>
            <a:xfrm>
              <a:off x="4577600" y="2654850"/>
              <a:ext cx="57575" cy="597950"/>
            </a:xfrm>
            <a:custGeom>
              <a:rect b="b" l="l" r="r" t="t"/>
              <a:pathLst>
                <a:path extrusionOk="0" h="23918" w="2303">
                  <a:moveTo>
                    <a:pt x="2102" y="0"/>
                  </a:moveTo>
                  <a:cubicBezTo>
                    <a:pt x="2002" y="0"/>
                    <a:pt x="1902" y="67"/>
                    <a:pt x="1902" y="167"/>
                  </a:cubicBezTo>
                  <a:lnTo>
                    <a:pt x="1" y="23684"/>
                  </a:lnTo>
                  <a:cubicBezTo>
                    <a:pt x="1" y="23817"/>
                    <a:pt x="67" y="23884"/>
                    <a:pt x="168" y="23917"/>
                  </a:cubicBezTo>
                  <a:cubicBezTo>
                    <a:pt x="268" y="23917"/>
                    <a:pt x="368" y="23817"/>
                    <a:pt x="368" y="23717"/>
                  </a:cubicBezTo>
                  <a:lnTo>
                    <a:pt x="2302" y="200"/>
                  </a:lnTo>
                  <a:cubicBezTo>
                    <a:pt x="2302" y="100"/>
                    <a:pt x="2202" y="0"/>
                    <a:pt x="210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55"/>
            <p:cNvSpPr/>
            <p:nvPr/>
          </p:nvSpPr>
          <p:spPr>
            <a:xfrm>
              <a:off x="4025550" y="2880125"/>
              <a:ext cx="304575" cy="410200"/>
            </a:xfrm>
            <a:custGeom>
              <a:rect b="b" l="l" r="r" t="t"/>
              <a:pathLst>
                <a:path extrusionOk="0" h="16408" w="12183">
                  <a:moveTo>
                    <a:pt x="11918" y="0"/>
                  </a:moveTo>
                  <a:cubicBezTo>
                    <a:pt x="11869" y="0"/>
                    <a:pt x="11819" y="19"/>
                    <a:pt x="11775" y="62"/>
                  </a:cubicBezTo>
                  <a:lnTo>
                    <a:pt x="67" y="16107"/>
                  </a:lnTo>
                  <a:cubicBezTo>
                    <a:pt x="0" y="16174"/>
                    <a:pt x="0" y="16307"/>
                    <a:pt x="100" y="16374"/>
                  </a:cubicBezTo>
                  <a:cubicBezTo>
                    <a:pt x="134" y="16374"/>
                    <a:pt x="167" y="16407"/>
                    <a:pt x="200" y="16407"/>
                  </a:cubicBezTo>
                  <a:cubicBezTo>
                    <a:pt x="267" y="16407"/>
                    <a:pt x="334" y="16374"/>
                    <a:pt x="367" y="16341"/>
                  </a:cubicBezTo>
                  <a:lnTo>
                    <a:pt x="12109" y="296"/>
                  </a:lnTo>
                  <a:cubicBezTo>
                    <a:pt x="12183" y="148"/>
                    <a:pt x="12057" y="0"/>
                    <a:pt x="1191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55"/>
            <p:cNvSpPr/>
            <p:nvPr/>
          </p:nvSpPr>
          <p:spPr>
            <a:xfrm>
              <a:off x="3998175" y="3394125"/>
              <a:ext cx="132475" cy="245150"/>
            </a:xfrm>
            <a:custGeom>
              <a:rect b="b" l="l" r="r" t="t"/>
              <a:pathLst>
                <a:path extrusionOk="0" h="9806" w="5299">
                  <a:moveTo>
                    <a:pt x="291" y="1"/>
                  </a:moveTo>
                  <a:cubicBezTo>
                    <a:pt x="156" y="1"/>
                    <a:pt x="0" y="142"/>
                    <a:pt x="95" y="284"/>
                  </a:cubicBezTo>
                  <a:lnTo>
                    <a:pt x="4931" y="9691"/>
                  </a:lnTo>
                  <a:cubicBezTo>
                    <a:pt x="4959" y="9745"/>
                    <a:pt x="5008" y="9800"/>
                    <a:pt x="5062" y="9800"/>
                  </a:cubicBezTo>
                  <a:cubicBezTo>
                    <a:pt x="5074" y="9800"/>
                    <a:pt x="5086" y="9797"/>
                    <a:pt x="5098" y="9791"/>
                  </a:cubicBezTo>
                  <a:cubicBezTo>
                    <a:pt x="5109" y="9802"/>
                    <a:pt x="5120" y="9806"/>
                    <a:pt x="5132" y="9806"/>
                  </a:cubicBezTo>
                  <a:cubicBezTo>
                    <a:pt x="5154" y="9806"/>
                    <a:pt x="5176" y="9791"/>
                    <a:pt x="5198" y="9791"/>
                  </a:cubicBezTo>
                  <a:cubicBezTo>
                    <a:pt x="5265" y="9724"/>
                    <a:pt x="5298" y="9624"/>
                    <a:pt x="5265" y="9524"/>
                  </a:cubicBezTo>
                  <a:lnTo>
                    <a:pt x="428" y="84"/>
                  </a:lnTo>
                  <a:cubicBezTo>
                    <a:pt x="399" y="25"/>
                    <a:pt x="347" y="1"/>
                    <a:pt x="29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55"/>
            <p:cNvSpPr/>
            <p:nvPr/>
          </p:nvSpPr>
          <p:spPr>
            <a:xfrm>
              <a:off x="4196500" y="3799750"/>
              <a:ext cx="409700" cy="355350"/>
            </a:xfrm>
            <a:custGeom>
              <a:rect b="b" l="l" r="r" t="t"/>
              <a:pathLst>
                <a:path extrusionOk="0" h="14214" w="16388">
                  <a:moveTo>
                    <a:pt x="16123" y="1"/>
                  </a:moveTo>
                  <a:cubicBezTo>
                    <a:pt x="16088" y="1"/>
                    <a:pt x="16050" y="12"/>
                    <a:pt x="16012" y="37"/>
                  </a:cubicBezTo>
                  <a:lnTo>
                    <a:pt x="134" y="13880"/>
                  </a:lnTo>
                  <a:cubicBezTo>
                    <a:pt x="1" y="13980"/>
                    <a:pt x="67" y="14214"/>
                    <a:pt x="267" y="14214"/>
                  </a:cubicBezTo>
                  <a:cubicBezTo>
                    <a:pt x="301" y="14214"/>
                    <a:pt x="334" y="14180"/>
                    <a:pt x="367" y="14180"/>
                  </a:cubicBezTo>
                  <a:lnTo>
                    <a:pt x="16279" y="337"/>
                  </a:lnTo>
                  <a:cubicBezTo>
                    <a:pt x="16387" y="202"/>
                    <a:pt x="16276" y="1"/>
                    <a:pt x="1612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55"/>
            <p:cNvSpPr/>
            <p:nvPr/>
          </p:nvSpPr>
          <p:spPr>
            <a:xfrm>
              <a:off x="4098100" y="3792100"/>
              <a:ext cx="66725" cy="369675"/>
            </a:xfrm>
            <a:custGeom>
              <a:rect b="b" l="l" r="r" t="t"/>
              <a:pathLst>
                <a:path extrusionOk="0" h="14787" w="2669">
                  <a:moveTo>
                    <a:pt x="2451" y="1"/>
                  </a:moveTo>
                  <a:cubicBezTo>
                    <a:pt x="2370" y="1"/>
                    <a:pt x="2296" y="66"/>
                    <a:pt x="2269" y="176"/>
                  </a:cubicBezTo>
                  <a:lnTo>
                    <a:pt x="34" y="14553"/>
                  </a:lnTo>
                  <a:cubicBezTo>
                    <a:pt x="0" y="14653"/>
                    <a:pt x="67" y="14753"/>
                    <a:pt x="201" y="14787"/>
                  </a:cubicBezTo>
                  <a:lnTo>
                    <a:pt x="234" y="14787"/>
                  </a:lnTo>
                  <a:cubicBezTo>
                    <a:pt x="301" y="14787"/>
                    <a:pt x="401" y="14720"/>
                    <a:pt x="401" y="14620"/>
                  </a:cubicBezTo>
                  <a:lnTo>
                    <a:pt x="2669" y="210"/>
                  </a:lnTo>
                  <a:cubicBezTo>
                    <a:pt x="2669" y="110"/>
                    <a:pt x="2602" y="9"/>
                    <a:pt x="2502" y="9"/>
                  </a:cubicBezTo>
                  <a:cubicBezTo>
                    <a:pt x="2485" y="4"/>
                    <a:pt x="2468" y="1"/>
                    <a:pt x="245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55"/>
            <p:cNvSpPr/>
            <p:nvPr/>
          </p:nvSpPr>
          <p:spPr>
            <a:xfrm>
              <a:off x="3803225" y="3943275"/>
              <a:ext cx="257375" cy="256875"/>
            </a:xfrm>
            <a:custGeom>
              <a:rect b="b" l="l" r="r" t="t"/>
              <a:pathLst>
                <a:path extrusionOk="0" h="10275" w="10295">
                  <a:moveTo>
                    <a:pt x="303" y="0"/>
                  </a:moveTo>
                  <a:cubicBezTo>
                    <a:pt x="160" y="0"/>
                    <a:pt x="1" y="206"/>
                    <a:pt x="154" y="334"/>
                  </a:cubicBezTo>
                  <a:lnTo>
                    <a:pt x="9927" y="10241"/>
                  </a:lnTo>
                  <a:cubicBezTo>
                    <a:pt x="9961" y="10274"/>
                    <a:pt x="10027" y="10274"/>
                    <a:pt x="10061" y="10274"/>
                  </a:cubicBezTo>
                  <a:cubicBezTo>
                    <a:pt x="10128" y="10274"/>
                    <a:pt x="10194" y="10274"/>
                    <a:pt x="10228" y="10241"/>
                  </a:cubicBezTo>
                  <a:cubicBezTo>
                    <a:pt x="10294" y="10141"/>
                    <a:pt x="10294" y="10041"/>
                    <a:pt x="10228" y="9974"/>
                  </a:cubicBezTo>
                  <a:lnTo>
                    <a:pt x="421" y="67"/>
                  </a:lnTo>
                  <a:cubicBezTo>
                    <a:pt x="389" y="20"/>
                    <a:pt x="347" y="0"/>
                    <a:pt x="30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55"/>
            <p:cNvSpPr/>
            <p:nvPr/>
          </p:nvSpPr>
          <p:spPr>
            <a:xfrm>
              <a:off x="3512675" y="4239300"/>
              <a:ext cx="472025" cy="89275"/>
            </a:xfrm>
            <a:custGeom>
              <a:rect b="b" l="l" r="r" t="t"/>
              <a:pathLst>
                <a:path extrusionOk="0" h="3571" w="18881">
                  <a:moveTo>
                    <a:pt x="234" y="1"/>
                  </a:moveTo>
                  <a:cubicBezTo>
                    <a:pt x="134" y="1"/>
                    <a:pt x="34" y="68"/>
                    <a:pt x="1" y="168"/>
                  </a:cubicBezTo>
                  <a:cubicBezTo>
                    <a:pt x="1" y="268"/>
                    <a:pt x="67" y="368"/>
                    <a:pt x="167" y="401"/>
                  </a:cubicBezTo>
                  <a:lnTo>
                    <a:pt x="18647" y="3570"/>
                  </a:lnTo>
                  <a:lnTo>
                    <a:pt x="18681" y="3570"/>
                  </a:lnTo>
                  <a:cubicBezTo>
                    <a:pt x="18781" y="3570"/>
                    <a:pt x="18847" y="3503"/>
                    <a:pt x="18881" y="3403"/>
                  </a:cubicBezTo>
                  <a:cubicBezTo>
                    <a:pt x="18881" y="3303"/>
                    <a:pt x="18814" y="3203"/>
                    <a:pt x="18714" y="3203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55"/>
            <p:cNvSpPr/>
            <p:nvPr/>
          </p:nvSpPr>
          <p:spPr>
            <a:xfrm>
              <a:off x="3392600" y="3677250"/>
              <a:ext cx="45050" cy="480350"/>
            </a:xfrm>
            <a:custGeom>
              <a:rect b="b" l="l" r="r" t="t"/>
              <a:pathLst>
                <a:path extrusionOk="0" h="19214" w="1802">
                  <a:moveTo>
                    <a:pt x="1635" y="0"/>
                  </a:moveTo>
                  <a:cubicBezTo>
                    <a:pt x="1535" y="0"/>
                    <a:pt x="1435" y="67"/>
                    <a:pt x="1435" y="200"/>
                  </a:cubicBezTo>
                  <a:lnTo>
                    <a:pt x="34" y="19014"/>
                  </a:lnTo>
                  <a:cubicBezTo>
                    <a:pt x="0" y="19114"/>
                    <a:pt x="100" y="19214"/>
                    <a:pt x="200" y="19214"/>
                  </a:cubicBezTo>
                  <a:cubicBezTo>
                    <a:pt x="300" y="19214"/>
                    <a:pt x="401" y="19147"/>
                    <a:pt x="401" y="19047"/>
                  </a:cubicBezTo>
                  <a:lnTo>
                    <a:pt x="1802" y="200"/>
                  </a:lnTo>
                  <a:cubicBezTo>
                    <a:pt x="1802" y="100"/>
                    <a:pt x="1735" y="34"/>
                    <a:pt x="163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55"/>
            <p:cNvSpPr/>
            <p:nvPr/>
          </p:nvSpPr>
          <p:spPr>
            <a:xfrm>
              <a:off x="3176600" y="4037925"/>
              <a:ext cx="161825" cy="176400"/>
            </a:xfrm>
            <a:custGeom>
              <a:rect b="b" l="l" r="r" t="t"/>
              <a:pathLst>
                <a:path extrusionOk="0" h="7056" w="6473">
                  <a:moveTo>
                    <a:pt x="201" y="0"/>
                  </a:moveTo>
                  <a:cubicBezTo>
                    <a:pt x="151" y="0"/>
                    <a:pt x="101" y="17"/>
                    <a:pt x="67" y="50"/>
                  </a:cubicBezTo>
                  <a:cubicBezTo>
                    <a:pt x="1" y="117"/>
                    <a:pt x="1" y="250"/>
                    <a:pt x="67" y="317"/>
                  </a:cubicBezTo>
                  <a:lnTo>
                    <a:pt x="6105" y="6988"/>
                  </a:lnTo>
                  <a:cubicBezTo>
                    <a:pt x="6138" y="7022"/>
                    <a:pt x="6172" y="7055"/>
                    <a:pt x="6239" y="7055"/>
                  </a:cubicBezTo>
                  <a:cubicBezTo>
                    <a:pt x="6405" y="7055"/>
                    <a:pt x="6472" y="6855"/>
                    <a:pt x="6372" y="6722"/>
                  </a:cubicBezTo>
                  <a:lnTo>
                    <a:pt x="334" y="50"/>
                  </a:lnTo>
                  <a:cubicBezTo>
                    <a:pt x="301" y="17"/>
                    <a:pt x="251" y="0"/>
                    <a:pt x="20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55"/>
            <p:cNvSpPr/>
            <p:nvPr/>
          </p:nvSpPr>
          <p:spPr>
            <a:xfrm>
              <a:off x="5243075" y="3415900"/>
              <a:ext cx="113450" cy="288875"/>
            </a:xfrm>
            <a:custGeom>
              <a:rect b="b" l="l" r="r" t="t"/>
              <a:pathLst>
                <a:path extrusionOk="0" h="11555" w="4538">
                  <a:moveTo>
                    <a:pt x="4391" y="0"/>
                  </a:moveTo>
                  <a:cubicBezTo>
                    <a:pt x="4355" y="0"/>
                    <a:pt x="4337" y="31"/>
                    <a:pt x="4337" y="80"/>
                  </a:cubicBezTo>
                  <a:lnTo>
                    <a:pt x="34" y="11422"/>
                  </a:lnTo>
                  <a:cubicBezTo>
                    <a:pt x="1" y="11488"/>
                    <a:pt x="34" y="11522"/>
                    <a:pt x="101" y="11555"/>
                  </a:cubicBezTo>
                  <a:lnTo>
                    <a:pt x="134" y="11555"/>
                  </a:lnTo>
                  <a:cubicBezTo>
                    <a:pt x="168" y="11555"/>
                    <a:pt x="234" y="11555"/>
                    <a:pt x="234" y="11522"/>
                  </a:cubicBezTo>
                  <a:lnTo>
                    <a:pt x="4504" y="147"/>
                  </a:lnTo>
                  <a:cubicBezTo>
                    <a:pt x="4537" y="113"/>
                    <a:pt x="4471" y="13"/>
                    <a:pt x="4437" y="13"/>
                  </a:cubicBezTo>
                  <a:cubicBezTo>
                    <a:pt x="4419" y="4"/>
                    <a:pt x="4404" y="0"/>
                    <a:pt x="439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55"/>
            <p:cNvSpPr/>
            <p:nvPr/>
          </p:nvSpPr>
          <p:spPr>
            <a:xfrm>
              <a:off x="5417375" y="3377025"/>
              <a:ext cx="94250" cy="133450"/>
            </a:xfrm>
            <a:custGeom>
              <a:rect b="b" l="l" r="r" t="t"/>
              <a:pathLst>
                <a:path extrusionOk="0" h="5338" w="3770">
                  <a:moveTo>
                    <a:pt x="67" y="1"/>
                  </a:moveTo>
                  <a:cubicBezTo>
                    <a:pt x="34" y="34"/>
                    <a:pt x="0" y="101"/>
                    <a:pt x="34" y="134"/>
                  </a:cubicBezTo>
                  <a:lnTo>
                    <a:pt x="3603" y="5304"/>
                  </a:lnTo>
                  <a:cubicBezTo>
                    <a:pt x="3603" y="5304"/>
                    <a:pt x="3636" y="5338"/>
                    <a:pt x="3670" y="5338"/>
                  </a:cubicBezTo>
                  <a:cubicBezTo>
                    <a:pt x="3703" y="5338"/>
                    <a:pt x="3703" y="5338"/>
                    <a:pt x="3703" y="5304"/>
                  </a:cubicBezTo>
                  <a:cubicBezTo>
                    <a:pt x="3770" y="5304"/>
                    <a:pt x="3770" y="5238"/>
                    <a:pt x="3736" y="5204"/>
                  </a:cubicBezTo>
                  <a:lnTo>
                    <a:pt x="167" y="34"/>
                  </a:lnTo>
                  <a:cubicBezTo>
                    <a:pt x="167" y="1"/>
                    <a:pt x="100" y="1"/>
                    <a:pt x="6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55"/>
            <p:cNvSpPr/>
            <p:nvPr/>
          </p:nvSpPr>
          <p:spPr>
            <a:xfrm>
              <a:off x="4401650" y="3032075"/>
              <a:ext cx="136775" cy="255750"/>
            </a:xfrm>
            <a:custGeom>
              <a:rect b="b" l="l" r="r" t="t"/>
              <a:pathLst>
                <a:path extrusionOk="0" h="10230" w="5471">
                  <a:moveTo>
                    <a:pt x="185" y="0"/>
                  </a:moveTo>
                  <a:cubicBezTo>
                    <a:pt x="167" y="0"/>
                    <a:pt x="148" y="8"/>
                    <a:pt x="134" y="22"/>
                  </a:cubicBezTo>
                  <a:cubicBezTo>
                    <a:pt x="100" y="22"/>
                    <a:pt x="0" y="122"/>
                    <a:pt x="34" y="155"/>
                  </a:cubicBezTo>
                  <a:lnTo>
                    <a:pt x="5204" y="10229"/>
                  </a:lnTo>
                  <a:lnTo>
                    <a:pt x="5371" y="10229"/>
                  </a:lnTo>
                  <a:lnTo>
                    <a:pt x="5404" y="10196"/>
                  </a:lnTo>
                  <a:cubicBezTo>
                    <a:pt x="5438" y="10196"/>
                    <a:pt x="5471" y="10129"/>
                    <a:pt x="5438" y="10096"/>
                  </a:cubicBezTo>
                  <a:lnTo>
                    <a:pt x="234" y="55"/>
                  </a:lnTo>
                  <a:cubicBezTo>
                    <a:pt x="234" y="16"/>
                    <a:pt x="211" y="0"/>
                    <a:pt x="18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55"/>
            <p:cNvSpPr/>
            <p:nvPr/>
          </p:nvSpPr>
          <p:spPr>
            <a:xfrm>
              <a:off x="3999700" y="2893000"/>
              <a:ext cx="95075" cy="383150"/>
            </a:xfrm>
            <a:custGeom>
              <a:rect b="b" l="l" r="r" t="t"/>
              <a:pathLst>
                <a:path extrusionOk="0" h="15326" w="3803">
                  <a:moveTo>
                    <a:pt x="3654" y="1"/>
                  </a:moveTo>
                  <a:cubicBezTo>
                    <a:pt x="3603" y="1"/>
                    <a:pt x="3536" y="24"/>
                    <a:pt x="3536" y="48"/>
                  </a:cubicBezTo>
                  <a:lnTo>
                    <a:pt x="0" y="15225"/>
                  </a:lnTo>
                  <a:cubicBezTo>
                    <a:pt x="0" y="15259"/>
                    <a:pt x="100" y="15325"/>
                    <a:pt x="134" y="15325"/>
                  </a:cubicBezTo>
                  <a:cubicBezTo>
                    <a:pt x="167" y="15325"/>
                    <a:pt x="200" y="15292"/>
                    <a:pt x="200" y="15259"/>
                  </a:cubicBezTo>
                  <a:lnTo>
                    <a:pt x="3770" y="114"/>
                  </a:lnTo>
                  <a:cubicBezTo>
                    <a:pt x="3803" y="48"/>
                    <a:pt x="3770" y="14"/>
                    <a:pt x="3703" y="14"/>
                  </a:cubicBezTo>
                  <a:cubicBezTo>
                    <a:pt x="3693" y="5"/>
                    <a:pt x="3675" y="1"/>
                    <a:pt x="365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55"/>
            <p:cNvSpPr/>
            <p:nvPr/>
          </p:nvSpPr>
          <p:spPr>
            <a:xfrm>
              <a:off x="4197325" y="3417050"/>
              <a:ext cx="81750" cy="180150"/>
            </a:xfrm>
            <a:custGeom>
              <a:rect b="b" l="l" r="r" t="t"/>
              <a:pathLst>
                <a:path extrusionOk="0" h="7206" w="3270">
                  <a:moveTo>
                    <a:pt x="3103" y="1"/>
                  </a:moveTo>
                  <a:cubicBezTo>
                    <a:pt x="3070" y="1"/>
                    <a:pt x="3003" y="1"/>
                    <a:pt x="3003" y="67"/>
                  </a:cubicBezTo>
                  <a:lnTo>
                    <a:pt x="34" y="7106"/>
                  </a:lnTo>
                  <a:cubicBezTo>
                    <a:pt x="1" y="7139"/>
                    <a:pt x="34" y="7206"/>
                    <a:pt x="68" y="7206"/>
                  </a:cubicBezTo>
                  <a:lnTo>
                    <a:pt x="101" y="7206"/>
                  </a:lnTo>
                  <a:cubicBezTo>
                    <a:pt x="168" y="7206"/>
                    <a:pt x="234" y="7172"/>
                    <a:pt x="268" y="7139"/>
                  </a:cubicBezTo>
                  <a:lnTo>
                    <a:pt x="3237" y="67"/>
                  </a:lnTo>
                  <a:cubicBezTo>
                    <a:pt x="3270" y="34"/>
                    <a:pt x="3136" y="34"/>
                    <a:pt x="310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55"/>
            <p:cNvSpPr/>
            <p:nvPr/>
          </p:nvSpPr>
          <p:spPr>
            <a:xfrm>
              <a:off x="5213050" y="365915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1"/>
                    <a:pt x="34" y="1558"/>
                    <a:pt x="1" y="2492"/>
                  </a:cubicBezTo>
                  <a:cubicBezTo>
                    <a:pt x="1" y="3103"/>
                    <a:pt x="299" y="3449"/>
                    <a:pt x="731" y="3449"/>
                  </a:cubicBezTo>
                  <a:cubicBezTo>
                    <a:pt x="913" y="3449"/>
                    <a:pt x="1118" y="3388"/>
                    <a:pt x="1335" y="3259"/>
                  </a:cubicBezTo>
                  <a:cubicBezTo>
                    <a:pt x="2136" y="2759"/>
                    <a:pt x="2603" y="1892"/>
                    <a:pt x="2669" y="958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55"/>
            <p:cNvSpPr/>
            <p:nvPr/>
          </p:nvSpPr>
          <p:spPr>
            <a:xfrm>
              <a:off x="4367450" y="2982200"/>
              <a:ext cx="76750" cy="100025"/>
            </a:xfrm>
            <a:custGeom>
              <a:rect b="b" l="l" r="r" t="t"/>
              <a:pathLst>
                <a:path extrusionOk="0" h="4001" w="3070">
                  <a:moveTo>
                    <a:pt x="2232" y="0"/>
                  </a:moveTo>
                  <a:cubicBezTo>
                    <a:pt x="2025" y="0"/>
                    <a:pt x="1788" y="70"/>
                    <a:pt x="1535" y="216"/>
                  </a:cubicBezTo>
                  <a:cubicBezTo>
                    <a:pt x="635" y="816"/>
                    <a:pt x="67" y="1817"/>
                    <a:pt x="1" y="2884"/>
                  </a:cubicBezTo>
                  <a:cubicBezTo>
                    <a:pt x="1" y="3593"/>
                    <a:pt x="352" y="4000"/>
                    <a:pt x="853" y="4000"/>
                  </a:cubicBezTo>
                  <a:cubicBezTo>
                    <a:pt x="1060" y="4000"/>
                    <a:pt x="1292" y="3931"/>
                    <a:pt x="1535" y="3785"/>
                  </a:cubicBezTo>
                  <a:cubicBezTo>
                    <a:pt x="2436" y="3185"/>
                    <a:pt x="3036" y="2184"/>
                    <a:pt x="3070" y="1116"/>
                  </a:cubicBezTo>
                  <a:cubicBezTo>
                    <a:pt x="3070" y="408"/>
                    <a:pt x="2735" y="0"/>
                    <a:pt x="223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55"/>
            <p:cNvSpPr/>
            <p:nvPr/>
          </p:nvSpPr>
          <p:spPr>
            <a:xfrm>
              <a:off x="4244875" y="3380625"/>
              <a:ext cx="59225" cy="76225"/>
            </a:xfrm>
            <a:custGeom>
              <a:rect b="b" l="l" r="r" t="t"/>
              <a:pathLst>
                <a:path extrusionOk="0" h="3049" w="2369">
                  <a:moveTo>
                    <a:pt x="1700" y="1"/>
                  </a:moveTo>
                  <a:cubicBezTo>
                    <a:pt x="1540" y="1"/>
                    <a:pt x="1359" y="51"/>
                    <a:pt x="1168" y="157"/>
                  </a:cubicBezTo>
                  <a:cubicBezTo>
                    <a:pt x="467" y="624"/>
                    <a:pt x="34" y="1391"/>
                    <a:pt x="0" y="2225"/>
                  </a:cubicBezTo>
                  <a:cubicBezTo>
                    <a:pt x="0" y="2746"/>
                    <a:pt x="270" y="3049"/>
                    <a:pt x="653" y="3049"/>
                  </a:cubicBezTo>
                  <a:cubicBezTo>
                    <a:pt x="809" y="3049"/>
                    <a:pt x="984" y="2998"/>
                    <a:pt x="1168" y="2892"/>
                  </a:cubicBezTo>
                  <a:cubicBezTo>
                    <a:pt x="1868" y="2458"/>
                    <a:pt x="2302" y="1691"/>
                    <a:pt x="2369" y="857"/>
                  </a:cubicBezTo>
                  <a:cubicBezTo>
                    <a:pt x="2369" y="311"/>
                    <a:pt x="2098" y="1"/>
                    <a:pt x="170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55"/>
            <p:cNvSpPr/>
            <p:nvPr/>
          </p:nvSpPr>
          <p:spPr>
            <a:xfrm>
              <a:off x="4063075" y="2856925"/>
              <a:ext cx="58400" cy="76200"/>
            </a:xfrm>
            <a:custGeom>
              <a:rect b="b" l="l" r="r" t="t"/>
              <a:pathLst>
                <a:path extrusionOk="0" h="3048" w="2336">
                  <a:moveTo>
                    <a:pt x="1694" y="1"/>
                  </a:moveTo>
                  <a:cubicBezTo>
                    <a:pt x="1538" y="1"/>
                    <a:pt x="1360" y="51"/>
                    <a:pt x="1168" y="156"/>
                  </a:cubicBezTo>
                  <a:cubicBezTo>
                    <a:pt x="467" y="623"/>
                    <a:pt x="34" y="1357"/>
                    <a:pt x="0" y="2191"/>
                  </a:cubicBezTo>
                  <a:cubicBezTo>
                    <a:pt x="0" y="2738"/>
                    <a:pt x="254" y="3048"/>
                    <a:pt x="642" y="3048"/>
                  </a:cubicBezTo>
                  <a:cubicBezTo>
                    <a:pt x="798" y="3048"/>
                    <a:pt x="976" y="2997"/>
                    <a:pt x="1168" y="2892"/>
                  </a:cubicBezTo>
                  <a:cubicBezTo>
                    <a:pt x="1868" y="2425"/>
                    <a:pt x="2302" y="1658"/>
                    <a:pt x="2335" y="857"/>
                  </a:cubicBezTo>
                  <a:cubicBezTo>
                    <a:pt x="2335" y="310"/>
                    <a:pt x="2081" y="1"/>
                    <a:pt x="169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55"/>
            <p:cNvSpPr/>
            <p:nvPr/>
          </p:nvSpPr>
          <p:spPr>
            <a:xfrm>
              <a:off x="5486600" y="3479350"/>
              <a:ext cx="45050" cy="57775"/>
            </a:xfrm>
            <a:custGeom>
              <a:rect b="b" l="l" r="r" t="t"/>
              <a:pathLst>
                <a:path extrusionOk="0" h="2311" w="1802">
                  <a:moveTo>
                    <a:pt x="1291" y="0"/>
                  </a:moveTo>
                  <a:cubicBezTo>
                    <a:pt x="1173" y="0"/>
                    <a:pt x="1041" y="36"/>
                    <a:pt x="901" y="111"/>
                  </a:cubicBezTo>
                  <a:cubicBezTo>
                    <a:pt x="367" y="444"/>
                    <a:pt x="33" y="1045"/>
                    <a:pt x="0" y="1678"/>
                  </a:cubicBezTo>
                  <a:cubicBezTo>
                    <a:pt x="0" y="2076"/>
                    <a:pt x="197" y="2310"/>
                    <a:pt x="488" y="2310"/>
                  </a:cubicBezTo>
                  <a:cubicBezTo>
                    <a:pt x="611" y="2310"/>
                    <a:pt x="752" y="2268"/>
                    <a:pt x="901" y="2179"/>
                  </a:cubicBezTo>
                  <a:cubicBezTo>
                    <a:pt x="1434" y="1845"/>
                    <a:pt x="1768" y="1278"/>
                    <a:pt x="1801" y="644"/>
                  </a:cubicBezTo>
                  <a:cubicBezTo>
                    <a:pt x="1801" y="236"/>
                    <a:pt x="1594" y="0"/>
                    <a:pt x="129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55"/>
            <p:cNvSpPr/>
            <p:nvPr/>
          </p:nvSpPr>
          <p:spPr>
            <a:xfrm>
              <a:off x="4640975" y="3562400"/>
              <a:ext cx="158475" cy="204850"/>
            </a:xfrm>
            <a:custGeom>
              <a:rect b="b" l="l" r="r" t="t"/>
              <a:pathLst>
                <a:path extrusionOk="0" h="8194" w="6339">
                  <a:moveTo>
                    <a:pt x="4580" y="0"/>
                  </a:moveTo>
                  <a:cubicBezTo>
                    <a:pt x="4157" y="0"/>
                    <a:pt x="3679" y="137"/>
                    <a:pt x="3170" y="424"/>
                  </a:cubicBezTo>
                  <a:cubicBezTo>
                    <a:pt x="1302" y="1659"/>
                    <a:pt x="101" y="3694"/>
                    <a:pt x="1" y="5928"/>
                  </a:cubicBezTo>
                  <a:cubicBezTo>
                    <a:pt x="1" y="7371"/>
                    <a:pt x="705" y="8193"/>
                    <a:pt x="1745" y="8193"/>
                  </a:cubicBezTo>
                  <a:cubicBezTo>
                    <a:pt x="2172" y="8193"/>
                    <a:pt x="2655" y="8054"/>
                    <a:pt x="3170" y="7763"/>
                  </a:cubicBezTo>
                  <a:cubicBezTo>
                    <a:pt x="5038" y="6529"/>
                    <a:pt x="6205" y="4494"/>
                    <a:pt x="6339" y="2259"/>
                  </a:cubicBezTo>
                  <a:cubicBezTo>
                    <a:pt x="6339" y="834"/>
                    <a:pt x="5628" y="0"/>
                    <a:pt x="45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55"/>
            <p:cNvSpPr/>
            <p:nvPr/>
          </p:nvSpPr>
          <p:spPr>
            <a:xfrm>
              <a:off x="4023875" y="4209375"/>
              <a:ext cx="159300" cy="205000"/>
            </a:xfrm>
            <a:custGeom>
              <a:rect b="b" l="l" r="r" t="t"/>
              <a:pathLst>
                <a:path extrusionOk="0" h="8200" w="6372">
                  <a:moveTo>
                    <a:pt x="4613" y="1"/>
                  </a:moveTo>
                  <a:cubicBezTo>
                    <a:pt x="4187" y="1"/>
                    <a:pt x="3708" y="139"/>
                    <a:pt x="3203" y="431"/>
                  </a:cubicBezTo>
                  <a:cubicBezTo>
                    <a:pt x="1302" y="1665"/>
                    <a:pt x="134" y="3700"/>
                    <a:pt x="1" y="5935"/>
                  </a:cubicBezTo>
                  <a:cubicBezTo>
                    <a:pt x="1" y="7377"/>
                    <a:pt x="721" y="8199"/>
                    <a:pt x="1771" y="8199"/>
                  </a:cubicBezTo>
                  <a:cubicBezTo>
                    <a:pt x="2202" y="8199"/>
                    <a:pt x="2688" y="8061"/>
                    <a:pt x="3203" y="7769"/>
                  </a:cubicBezTo>
                  <a:cubicBezTo>
                    <a:pt x="5071" y="6535"/>
                    <a:pt x="6238" y="4500"/>
                    <a:pt x="6372" y="2265"/>
                  </a:cubicBezTo>
                  <a:cubicBezTo>
                    <a:pt x="6372" y="823"/>
                    <a:pt x="5651" y="1"/>
                    <a:pt x="461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55"/>
            <p:cNvSpPr/>
            <p:nvPr/>
          </p:nvSpPr>
          <p:spPr>
            <a:xfrm>
              <a:off x="3329225" y="4196800"/>
              <a:ext cx="119275" cy="153425"/>
            </a:xfrm>
            <a:custGeom>
              <a:rect b="b" l="l" r="r" t="t"/>
              <a:pathLst>
                <a:path extrusionOk="0" h="6137" w="4771">
                  <a:moveTo>
                    <a:pt x="3468" y="0"/>
                  </a:moveTo>
                  <a:cubicBezTo>
                    <a:pt x="3147" y="0"/>
                    <a:pt x="2785" y="108"/>
                    <a:pt x="2402" y="333"/>
                  </a:cubicBezTo>
                  <a:cubicBezTo>
                    <a:pt x="967" y="1234"/>
                    <a:pt x="100" y="2768"/>
                    <a:pt x="0" y="4436"/>
                  </a:cubicBezTo>
                  <a:cubicBezTo>
                    <a:pt x="0" y="5519"/>
                    <a:pt x="532" y="6137"/>
                    <a:pt x="1314" y="6137"/>
                  </a:cubicBezTo>
                  <a:cubicBezTo>
                    <a:pt x="1640" y="6137"/>
                    <a:pt x="2009" y="6030"/>
                    <a:pt x="2402" y="5804"/>
                  </a:cubicBezTo>
                  <a:cubicBezTo>
                    <a:pt x="3803" y="4903"/>
                    <a:pt x="4670" y="3369"/>
                    <a:pt x="4770" y="1701"/>
                  </a:cubicBezTo>
                  <a:cubicBezTo>
                    <a:pt x="4770" y="618"/>
                    <a:pt x="4238" y="0"/>
                    <a:pt x="34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55"/>
            <p:cNvSpPr/>
            <p:nvPr/>
          </p:nvSpPr>
          <p:spPr>
            <a:xfrm>
              <a:off x="3710325" y="3780825"/>
              <a:ext cx="121775" cy="157275"/>
            </a:xfrm>
            <a:custGeom>
              <a:rect b="b" l="l" r="r" t="t"/>
              <a:pathLst>
                <a:path extrusionOk="0" h="6291" w="4871">
                  <a:moveTo>
                    <a:pt x="3512" y="1"/>
                  </a:moveTo>
                  <a:cubicBezTo>
                    <a:pt x="3186" y="1"/>
                    <a:pt x="2821" y="106"/>
                    <a:pt x="2435" y="327"/>
                  </a:cubicBezTo>
                  <a:cubicBezTo>
                    <a:pt x="1001" y="1261"/>
                    <a:pt x="67" y="2829"/>
                    <a:pt x="0" y="4563"/>
                  </a:cubicBezTo>
                  <a:cubicBezTo>
                    <a:pt x="0" y="5655"/>
                    <a:pt x="540" y="6291"/>
                    <a:pt x="1344" y="6291"/>
                  </a:cubicBezTo>
                  <a:cubicBezTo>
                    <a:pt x="1671" y="6291"/>
                    <a:pt x="2041" y="6186"/>
                    <a:pt x="2435" y="5964"/>
                  </a:cubicBezTo>
                  <a:cubicBezTo>
                    <a:pt x="3870" y="5030"/>
                    <a:pt x="4770" y="3463"/>
                    <a:pt x="4870" y="1728"/>
                  </a:cubicBezTo>
                  <a:cubicBezTo>
                    <a:pt x="4870" y="637"/>
                    <a:pt x="4314" y="1"/>
                    <a:pt x="35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55"/>
            <p:cNvSpPr/>
            <p:nvPr/>
          </p:nvSpPr>
          <p:spPr>
            <a:xfrm>
              <a:off x="4111450" y="363870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806" y="0"/>
                  </a:moveTo>
                  <a:cubicBezTo>
                    <a:pt x="2544" y="0"/>
                    <a:pt x="2248" y="89"/>
                    <a:pt x="1935" y="275"/>
                  </a:cubicBezTo>
                  <a:cubicBezTo>
                    <a:pt x="801" y="1008"/>
                    <a:pt x="67" y="2276"/>
                    <a:pt x="0" y="3644"/>
                  </a:cubicBezTo>
                  <a:cubicBezTo>
                    <a:pt x="0" y="4524"/>
                    <a:pt x="442" y="5031"/>
                    <a:pt x="1083" y="5031"/>
                  </a:cubicBezTo>
                  <a:cubicBezTo>
                    <a:pt x="1340" y="5031"/>
                    <a:pt x="1629" y="4950"/>
                    <a:pt x="1935" y="4778"/>
                  </a:cubicBezTo>
                  <a:cubicBezTo>
                    <a:pt x="3069" y="4011"/>
                    <a:pt x="3803" y="2776"/>
                    <a:pt x="3870" y="1409"/>
                  </a:cubicBezTo>
                  <a:cubicBezTo>
                    <a:pt x="3870" y="513"/>
                    <a:pt x="3436" y="0"/>
                    <a:pt x="28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55"/>
            <p:cNvSpPr/>
            <p:nvPr/>
          </p:nvSpPr>
          <p:spPr>
            <a:xfrm>
              <a:off x="3392600" y="351995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787" y="1"/>
                  </a:moveTo>
                  <a:cubicBezTo>
                    <a:pt x="2530" y="1"/>
                    <a:pt x="2241" y="83"/>
                    <a:pt x="1935" y="254"/>
                  </a:cubicBezTo>
                  <a:cubicBezTo>
                    <a:pt x="767" y="1022"/>
                    <a:pt x="67" y="2256"/>
                    <a:pt x="0" y="3624"/>
                  </a:cubicBezTo>
                  <a:cubicBezTo>
                    <a:pt x="0" y="4519"/>
                    <a:pt x="433" y="5032"/>
                    <a:pt x="1064" y="5032"/>
                  </a:cubicBezTo>
                  <a:cubicBezTo>
                    <a:pt x="1326" y="5032"/>
                    <a:pt x="1622" y="4944"/>
                    <a:pt x="1935" y="4758"/>
                  </a:cubicBezTo>
                  <a:cubicBezTo>
                    <a:pt x="3069" y="4024"/>
                    <a:pt x="3803" y="2756"/>
                    <a:pt x="3870" y="1389"/>
                  </a:cubicBezTo>
                  <a:cubicBezTo>
                    <a:pt x="3870" y="508"/>
                    <a:pt x="3428" y="1"/>
                    <a:pt x="278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55"/>
            <p:cNvSpPr/>
            <p:nvPr/>
          </p:nvSpPr>
          <p:spPr>
            <a:xfrm>
              <a:off x="5070450" y="3340275"/>
              <a:ext cx="67575" cy="86025"/>
            </a:xfrm>
            <a:custGeom>
              <a:rect b="b" l="l" r="r" t="t"/>
              <a:pathLst>
                <a:path extrusionOk="0" h="3441" w="2703">
                  <a:moveTo>
                    <a:pt x="1927" y="1"/>
                  </a:moveTo>
                  <a:cubicBezTo>
                    <a:pt x="1746" y="1"/>
                    <a:pt x="1545" y="55"/>
                    <a:pt x="1335" y="170"/>
                  </a:cubicBezTo>
                  <a:cubicBezTo>
                    <a:pt x="568" y="670"/>
                    <a:pt x="68" y="1537"/>
                    <a:pt x="1" y="2505"/>
                  </a:cubicBezTo>
                  <a:cubicBezTo>
                    <a:pt x="1" y="3100"/>
                    <a:pt x="307" y="3441"/>
                    <a:pt x="750" y="3441"/>
                  </a:cubicBezTo>
                  <a:cubicBezTo>
                    <a:pt x="927" y="3441"/>
                    <a:pt x="1125" y="3386"/>
                    <a:pt x="1335" y="3272"/>
                  </a:cubicBezTo>
                  <a:cubicBezTo>
                    <a:pt x="2136" y="2738"/>
                    <a:pt x="2636" y="1904"/>
                    <a:pt x="2703" y="937"/>
                  </a:cubicBezTo>
                  <a:cubicBezTo>
                    <a:pt x="2703" y="341"/>
                    <a:pt x="2379" y="1"/>
                    <a:pt x="192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55"/>
            <p:cNvSpPr/>
            <p:nvPr/>
          </p:nvSpPr>
          <p:spPr>
            <a:xfrm>
              <a:off x="5353150" y="3302400"/>
              <a:ext cx="66750" cy="86350"/>
            </a:xfrm>
            <a:custGeom>
              <a:rect b="b" l="l" r="r" t="t"/>
              <a:pathLst>
                <a:path extrusionOk="0" h="3454" w="2670">
                  <a:moveTo>
                    <a:pt x="1925" y="0"/>
                  </a:moveTo>
                  <a:cubicBezTo>
                    <a:pt x="1747" y="0"/>
                    <a:pt x="1547" y="59"/>
                    <a:pt x="1335" y="184"/>
                  </a:cubicBezTo>
                  <a:cubicBezTo>
                    <a:pt x="535" y="684"/>
                    <a:pt x="34" y="1551"/>
                    <a:pt x="1" y="2485"/>
                  </a:cubicBezTo>
                  <a:cubicBezTo>
                    <a:pt x="1" y="3106"/>
                    <a:pt x="309" y="3454"/>
                    <a:pt x="753" y="3454"/>
                  </a:cubicBezTo>
                  <a:cubicBezTo>
                    <a:pt x="930" y="3454"/>
                    <a:pt x="1127" y="3399"/>
                    <a:pt x="1335" y="3286"/>
                  </a:cubicBezTo>
                  <a:cubicBezTo>
                    <a:pt x="2136" y="2752"/>
                    <a:pt x="2636" y="1885"/>
                    <a:pt x="2669" y="951"/>
                  </a:cubicBezTo>
                  <a:cubicBezTo>
                    <a:pt x="2669" y="357"/>
                    <a:pt x="2365" y="0"/>
                    <a:pt x="19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55"/>
            <p:cNvSpPr/>
            <p:nvPr/>
          </p:nvSpPr>
          <p:spPr>
            <a:xfrm>
              <a:off x="3128250" y="3949875"/>
              <a:ext cx="67550" cy="86400"/>
            </a:xfrm>
            <a:custGeom>
              <a:rect b="b" l="l" r="r" t="t"/>
              <a:pathLst>
                <a:path extrusionOk="0" h="3456" w="2702">
                  <a:moveTo>
                    <a:pt x="1941" y="1"/>
                  </a:moveTo>
                  <a:cubicBezTo>
                    <a:pt x="1759" y="1"/>
                    <a:pt x="1554" y="55"/>
                    <a:pt x="1334" y="170"/>
                  </a:cubicBezTo>
                  <a:cubicBezTo>
                    <a:pt x="567" y="703"/>
                    <a:pt x="67" y="1537"/>
                    <a:pt x="0" y="2505"/>
                  </a:cubicBezTo>
                  <a:cubicBezTo>
                    <a:pt x="0" y="3098"/>
                    <a:pt x="304" y="3455"/>
                    <a:pt x="744" y="3455"/>
                  </a:cubicBezTo>
                  <a:cubicBezTo>
                    <a:pt x="923" y="3455"/>
                    <a:pt x="1123" y="3397"/>
                    <a:pt x="1334" y="3272"/>
                  </a:cubicBezTo>
                  <a:cubicBezTo>
                    <a:pt x="2135" y="2772"/>
                    <a:pt x="2635" y="1904"/>
                    <a:pt x="2702" y="937"/>
                  </a:cubicBezTo>
                  <a:cubicBezTo>
                    <a:pt x="2702" y="341"/>
                    <a:pt x="2396" y="1"/>
                    <a:pt x="194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55"/>
            <p:cNvSpPr/>
            <p:nvPr/>
          </p:nvSpPr>
          <p:spPr>
            <a:xfrm>
              <a:off x="3948825" y="330390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39" y="1"/>
                  </a:moveTo>
                  <a:cubicBezTo>
                    <a:pt x="1757" y="1"/>
                    <a:pt x="1552" y="62"/>
                    <a:pt x="1335" y="190"/>
                  </a:cubicBezTo>
                  <a:cubicBezTo>
                    <a:pt x="534" y="691"/>
                    <a:pt x="34" y="1558"/>
                    <a:pt x="0" y="2492"/>
                  </a:cubicBezTo>
                  <a:cubicBezTo>
                    <a:pt x="0" y="3103"/>
                    <a:pt x="298" y="3449"/>
                    <a:pt x="730" y="3449"/>
                  </a:cubicBezTo>
                  <a:cubicBezTo>
                    <a:pt x="912" y="3449"/>
                    <a:pt x="1118" y="3387"/>
                    <a:pt x="1335" y="3259"/>
                  </a:cubicBezTo>
                  <a:cubicBezTo>
                    <a:pt x="2102" y="2759"/>
                    <a:pt x="2602" y="1891"/>
                    <a:pt x="2669" y="957"/>
                  </a:cubicBezTo>
                  <a:cubicBezTo>
                    <a:pt x="2669" y="347"/>
                    <a:pt x="2371" y="1"/>
                    <a:pt x="19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55"/>
            <p:cNvSpPr/>
            <p:nvPr/>
          </p:nvSpPr>
          <p:spPr>
            <a:xfrm>
              <a:off x="4335775" y="2776575"/>
              <a:ext cx="67575" cy="86500"/>
            </a:xfrm>
            <a:custGeom>
              <a:rect b="b" l="l" r="r" t="t"/>
              <a:pathLst>
                <a:path extrusionOk="0" h="3460" w="2703">
                  <a:moveTo>
                    <a:pt x="1950" y="0"/>
                  </a:moveTo>
                  <a:cubicBezTo>
                    <a:pt x="1773" y="0"/>
                    <a:pt x="1576" y="55"/>
                    <a:pt x="1368" y="168"/>
                  </a:cubicBezTo>
                  <a:cubicBezTo>
                    <a:pt x="567" y="702"/>
                    <a:pt x="67" y="1569"/>
                    <a:pt x="0" y="2503"/>
                  </a:cubicBezTo>
                  <a:cubicBezTo>
                    <a:pt x="0" y="3114"/>
                    <a:pt x="298" y="3460"/>
                    <a:pt x="742" y="3460"/>
                  </a:cubicBezTo>
                  <a:cubicBezTo>
                    <a:pt x="928" y="3460"/>
                    <a:pt x="1141" y="3399"/>
                    <a:pt x="1368" y="3270"/>
                  </a:cubicBezTo>
                  <a:cubicBezTo>
                    <a:pt x="2135" y="2770"/>
                    <a:pt x="2635" y="1903"/>
                    <a:pt x="2702" y="969"/>
                  </a:cubicBezTo>
                  <a:cubicBezTo>
                    <a:pt x="2702" y="347"/>
                    <a:pt x="2394" y="0"/>
                    <a:pt x="195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55"/>
            <p:cNvSpPr/>
            <p:nvPr/>
          </p:nvSpPr>
          <p:spPr>
            <a:xfrm>
              <a:off x="4535900" y="3275550"/>
              <a:ext cx="66750" cy="86525"/>
            </a:xfrm>
            <a:custGeom>
              <a:rect b="b" l="l" r="r" t="t"/>
              <a:pathLst>
                <a:path extrusionOk="0" h="3461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0"/>
                    <a:pt x="34" y="1558"/>
                    <a:pt x="1" y="2492"/>
                  </a:cubicBezTo>
                  <a:cubicBezTo>
                    <a:pt x="1" y="3113"/>
                    <a:pt x="309" y="3460"/>
                    <a:pt x="753" y="3460"/>
                  </a:cubicBezTo>
                  <a:cubicBezTo>
                    <a:pt x="930" y="3460"/>
                    <a:pt x="1127" y="3406"/>
                    <a:pt x="1335" y="3292"/>
                  </a:cubicBezTo>
                  <a:cubicBezTo>
                    <a:pt x="2136" y="2759"/>
                    <a:pt x="2636" y="1891"/>
                    <a:pt x="2669" y="957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55"/>
            <p:cNvSpPr/>
            <p:nvPr/>
          </p:nvSpPr>
          <p:spPr>
            <a:xfrm>
              <a:off x="4577600" y="2504850"/>
              <a:ext cx="104275" cy="123200"/>
            </a:xfrm>
            <a:custGeom>
              <a:rect b="b" l="l" r="r" t="t"/>
              <a:pathLst>
                <a:path extrusionOk="0" h="4928" w="4171">
                  <a:moveTo>
                    <a:pt x="2930" y="1"/>
                  </a:moveTo>
                  <a:cubicBezTo>
                    <a:pt x="2206" y="1"/>
                    <a:pt x="1321" y="657"/>
                    <a:pt x="735" y="1697"/>
                  </a:cubicBezTo>
                  <a:cubicBezTo>
                    <a:pt x="1" y="2965"/>
                    <a:pt x="1" y="4366"/>
                    <a:pt x="735" y="4799"/>
                  </a:cubicBezTo>
                  <a:cubicBezTo>
                    <a:pt x="882" y="4886"/>
                    <a:pt x="1048" y="4928"/>
                    <a:pt x="1225" y="4928"/>
                  </a:cubicBezTo>
                  <a:cubicBezTo>
                    <a:pt x="1933" y="4928"/>
                    <a:pt x="2823" y="4271"/>
                    <a:pt x="3437" y="3232"/>
                  </a:cubicBezTo>
                  <a:cubicBezTo>
                    <a:pt x="4170" y="1964"/>
                    <a:pt x="4170" y="563"/>
                    <a:pt x="3437" y="129"/>
                  </a:cubicBezTo>
                  <a:cubicBezTo>
                    <a:pt x="3283" y="42"/>
                    <a:pt x="3111" y="1"/>
                    <a:pt x="293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55"/>
            <p:cNvSpPr/>
            <p:nvPr/>
          </p:nvSpPr>
          <p:spPr>
            <a:xfrm>
              <a:off x="5213050" y="365915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1"/>
                    <a:pt x="34" y="1558"/>
                    <a:pt x="1" y="2492"/>
                  </a:cubicBezTo>
                  <a:cubicBezTo>
                    <a:pt x="1" y="3103"/>
                    <a:pt x="299" y="3449"/>
                    <a:pt x="731" y="3449"/>
                  </a:cubicBezTo>
                  <a:cubicBezTo>
                    <a:pt x="913" y="3449"/>
                    <a:pt x="1118" y="3388"/>
                    <a:pt x="1335" y="3259"/>
                  </a:cubicBezTo>
                  <a:cubicBezTo>
                    <a:pt x="2136" y="2759"/>
                    <a:pt x="2603" y="1892"/>
                    <a:pt x="2669" y="958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55"/>
            <p:cNvSpPr/>
            <p:nvPr/>
          </p:nvSpPr>
          <p:spPr>
            <a:xfrm>
              <a:off x="4367450" y="2982200"/>
              <a:ext cx="76750" cy="100025"/>
            </a:xfrm>
            <a:custGeom>
              <a:rect b="b" l="l" r="r" t="t"/>
              <a:pathLst>
                <a:path extrusionOk="0" h="4001" w="3070">
                  <a:moveTo>
                    <a:pt x="2232" y="0"/>
                  </a:moveTo>
                  <a:cubicBezTo>
                    <a:pt x="2025" y="0"/>
                    <a:pt x="1788" y="70"/>
                    <a:pt x="1535" y="216"/>
                  </a:cubicBezTo>
                  <a:cubicBezTo>
                    <a:pt x="635" y="816"/>
                    <a:pt x="67" y="1817"/>
                    <a:pt x="1" y="2884"/>
                  </a:cubicBezTo>
                  <a:cubicBezTo>
                    <a:pt x="1" y="3593"/>
                    <a:pt x="352" y="4000"/>
                    <a:pt x="853" y="4000"/>
                  </a:cubicBezTo>
                  <a:cubicBezTo>
                    <a:pt x="1060" y="4000"/>
                    <a:pt x="1292" y="3931"/>
                    <a:pt x="1535" y="3785"/>
                  </a:cubicBezTo>
                  <a:cubicBezTo>
                    <a:pt x="2436" y="3185"/>
                    <a:pt x="3036" y="2184"/>
                    <a:pt x="3070" y="1116"/>
                  </a:cubicBezTo>
                  <a:cubicBezTo>
                    <a:pt x="3070" y="408"/>
                    <a:pt x="2735" y="0"/>
                    <a:pt x="223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55"/>
            <p:cNvSpPr/>
            <p:nvPr/>
          </p:nvSpPr>
          <p:spPr>
            <a:xfrm>
              <a:off x="4244875" y="3380625"/>
              <a:ext cx="59225" cy="76225"/>
            </a:xfrm>
            <a:custGeom>
              <a:rect b="b" l="l" r="r" t="t"/>
              <a:pathLst>
                <a:path extrusionOk="0" h="3049" w="2369">
                  <a:moveTo>
                    <a:pt x="1700" y="1"/>
                  </a:moveTo>
                  <a:cubicBezTo>
                    <a:pt x="1540" y="1"/>
                    <a:pt x="1359" y="51"/>
                    <a:pt x="1168" y="157"/>
                  </a:cubicBezTo>
                  <a:cubicBezTo>
                    <a:pt x="467" y="624"/>
                    <a:pt x="34" y="1391"/>
                    <a:pt x="0" y="2225"/>
                  </a:cubicBezTo>
                  <a:cubicBezTo>
                    <a:pt x="0" y="2746"/>
                    <a:pt x="270" y="3049"/>
                    <a:pt x="653" y="3049"/>
                  </a:cubicBezTo>
                  <a:cubicBezTo>
                    <a:pt x="809" y="3049"/>
                    <a:pt x="984" y="2998"/>
                    <a:pt x="1168" y="2892"/>
                  </a:cubicBezTo>
                  <a:cubicBezTo>
                    <a:pt x="1868" y="2458"/>
                    <a:pt x="2302" y="1691"/>
                    <a:pt x="2369" y="857"/>
                  </a:cubicBezTo>
                  <a:cubicBezTo>
                    <a:pt x="2369" y="311"/>
                    <a:pt x="2098" y="1"/>
                    <a:pt x="17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55"/>
            <p:cNvSpPr/>
            <p:nvPr/>
          </p:nvSpPr>
          <p:spPr>
            <a:xfrm>
              <a:off x="4063075" y="2856925"/>
              <a:ext cx="58400" cy="76200"/>
            </a:xfrm>
            <a:custGeom>
              <a:rect b="b" l="l" r="r" t="t"/>
              <a:pathLst>
                <a:path extrusionOk="0" h="3048" w="2336">
                  <a:moveTo>
                    <a:pt x="1694" y="1"/>
                  </a:moveTo>
                  <a:cubicBezTo>
                    <a:pt x="1538" y="1"/>
                    <a:pt x="1360" y="51"/>
                    <a:pt x="1168" y="156"/>
                  </a:cubicBezTo>
                  <a:cubicBezTo>
                    <a:pt x="467" y="623"/>
                    <a:pt x="34" y="1357"/>
                    <a:pt x="0" y="2191"/>
                  </a:cubicBezTo>
                  <a:cubicBezTo>
                    <a:pt x="0" y="2738"/>
                    <a:pt x="254" y="3048"/>
                    <a:pt x="642" y="3048"/>
                  </a:cubicBezTo>
                  <a:cubicBezTo>
                    <a:pt x="798" y="3048"/>
                    <a:pt x="976" y="2997"/>
                    <a:pt x="1168" y="2892"/>
                  </a:cubicBezTo>
                  <a:cubicBezTo>
                    <a:pt x="1868" y="2425"/>
                    <a:pt x="2302" y="1658"/>
                    <a:pt x="2335" y="857"/>
                  </a:cubicBezTo>
                  <a:cubicBezTo>
                    <a:pt x="2335" y="310"/>
                    <a:pt x="2081" y="1"/>
                    <a:pt x="16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55"/>
            <p:cNvSpPr/>
            <p:nvPr/>
          </p:nvSpPr>
          <p:spPr>
            <a:xfrm>
              <a:off x="5486600" y="3479350"/>
              <a:ext cx="45050" cy="57775"/>
            </a:xfrm>
            <a:custGeom>
              <a:rect b="b" l="l" r="r" t="t"/>
              <a:pathLst>
                <a:path extrusionOk="0" h="2311" w="1802">
                  <a:moveTo>
                    <a:pt x="1291" y="0"/>
                  </a:moveTo>
                  <a:cubicBezTo>
                    <a:pt x="1173" y="0"/>
                    <a:pt x="1041" y="36"/>
                    <a:pt x="901" y="111"/>
                  </a:cubicBezTo>
                  <a:cubicBezTo>
                    <a:pt x="367" y="444"/>
                    <a:pt x="33" y="1045"/>
                    <a:pt x="0" y="1678"/>
                  </a:cubicBezTo>
                  <a:cubicBezTo>
                    <a:pt x="0" y="2076"/>
                    <a:pt x="197" y="2310"/>
                    <a:pt x="488" y="2310"/>
                  </a:cubicBezTo>
                  <a:cubicBezTo>
                    <a:pt x="611" y="2310"/>
                    <a:pt x="752" y="2268"/>
                    <a:pt x="901" y="2179"/>
                  </a:cubicBezTo>
                  <a:cubicBezTo>
                    <a:pt x="1434" y="1845"/>
                    <a:pt x="1768" y="1278"/>
                    <a:pt x="1801" y="644"/>
                  </a:cubicBezTo>
                  <a:cubicBezTo>
                    <a:pt x="1801" y="236"/>
                    <a:pt x="1594" y="0"/>
                    <a:pt x="129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55"/>
            <p:cNvSpPr/>
            <p:nvPr/>
          </p:nvSpPr>
          <p:spPr>
            <a:xfrm>
              <a:off x="4784175" y="1506675"/>
              <a:ext cx="230425" cy="429350"/>
            </a:xfrm>
            <a:custGeom>
              <a:rect b="b" l="l" r="r" t="t"/>
              <a:pathLst>
                <a:path extrusionOk="0" h="17174" w="9217">
                  <a:moveTo>
                    <a:pt x="258" y="0"/>
                  </a:moveTo>
                  <a:cubicBezTo>
                    <a:pt x="123" y="0"/>
                    <a:pt x="0" y="140"/>
                    <a:pt x="110" y="295"/>
                  </a:cubicBezTo>
                  <a:lnTo>
                    <a:pt x="8817" y="17073"/>
                  </a:lnTo>
                  <a:cubicBezTo>
                    <a:pt x="8850" y="17140"/>
                    <a:pt x="8917" y="17173"/>
                    <a:pt x="8983" y="17173"/>
                  </a:cubicBezTo>
                  <a:lnTo>
                    <a:pt x="9083" y="17173"/>
                  </a:lnTo>
                  <a:cubicBezTo>
                    <a:pt x="9150" y="17107"/>
                    <a:pt x="9217" y="17006"/>
                    <a:pt x="9150" y="16906"/>
                  </a:cubicBezTo>
                  <a:lnTo>
                    <a:pt x="444" y="128"/>
                  </a:lnTo>
                  <a:cubicBezTo>
                    <a:pt x="399" y="37"/>
                    <a:pt x="327" y="0"/>
                    <a:pt x="25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55"/>
            <p:cNvSpPr/>
            <p:nvPr/>
          </p:nvSpPr>
          <p:spPr>
            <a:xfrm>
              <a:off x="5074625" y="1641000"/>
              <a:ext cx="206000" cy="265825"/>
            </a:xfrm>
            <a:custGeom>
              <a:rect b="b" l="l" r="r" t="t"/>
              <a:pathLst>
                <a:path extrusionOk="0" h="10633" w="8240">
                  <a:moveTo>
                    <a:pt x="8140" y="0"/>
                  </a:moveTo>
                  <a:cubicBezTo>
                    <a:pt x="8115" y="0"/>
                    <a:pt x="8090" y="9"/>
                    <a:pt x="8073" y="25"/>
                  </a:cubicBezTo>
                  <a:lnTo>
                    <a:pt x="34" y="10499"/>
                  </a:lnTo>
                  <a:cubicBezTo>
                    <a:pt x="1" y="10533"/>
                    <a:pt x="1" y="10599"/>
                    <a:pt x="34" y="10633"/>
                  </a:cubicBezTo>
                  <a:lnTo>
                    <a:pt x="67" y="10633"/>
                  </a:lnTo>
                  <a:cubicBezTo>
                    <a:pt x="101" y="10633"/>
                    <a:pt x="134" y="10633"/>
                    <a:pt x="167" y="10599"/>
                  </a:cubicBezTo>
                  <a:lnTo>
                    <a:pt x="8206" y="159"/>
                  </a:lnTo>
                  <a:cubicBezTo>
                    <a:pt x="8240" y="125"/>
                    <a:pt x="8240" y="59"/>
                    <a:pt x="8206" y="25"/>
                  </a:cubicBezTo>
                  <a:cubicBezTo>
                    <a:pt x="8190" y="9"/>
                    <a:pt x="8165" y="0"/>
                    <a:pt x="814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55"/>
            <p:cNvSpPr/>
            <p:nvPr/>
          </p:nvSpPr>
          <p:spPr>
            <a:xfrm>
              <a:off x="5045450" y="1679975"/>
              <a:ext cx="60900" cy="221850"/>
            </a:xfrm>
            <a:custGeom>
              <a:rect b="b" l="l" r="r" t="t"/>
              <a:pathLst>
                <a:path extrusionOk="0" h="8874" w="2436">
                  <a:moveTo>
                    <a:pt x="2368" y="1"/>
                  </a:moveTo>
                  <a:cubicBezTo>
                    <a:pt x="2302" y="1"/>
                    <a:pt x="2268" y="34"/>
                    <a:pt x="2268" y="67"/>
                  </a:cubicBezTo>
                  <a:lnTo>
                    <a:pt x="0" y="8774"/>
                  </a:lnTo>
                  <a:cubicBezTo>
                    <a:pt x="0" y="8807"/>
                    <a:pt x="33" y="8840"/>
                    <a:pt x="67" y="8874"/>
                  </a:cubicBezTo>
                  <a:lnTo>
                    <a:pt x="100" y="8874"/>
                  </a:lnTo>
                  <a:cubicBezTo>
                    <a:pt x="134" y="8874"/>
                    <a:pt x="167" y="8840"/>
                    <a:pt x="167" y="8807"/>
                  </a:cubicBezTo>
                  <a:lnTo>
                    <a:pt x="2435" y="101"/>
                  </a:lnTo>
                  <a:cubicBezTo>
                    <a:pt x="2435" y="67"/>
                    <a:pt x="2402" y="1"/>
                    <a:pt x="236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55"/>
            <p:cNvSpPr/>
            <p:nvPr/>
          </p:nvSpPr>
          <p:spPr>
            <a:xfrm>
              <a:off x="5040425" y="2006675"/>
              <a:ext cx="46725" cy="228725"/>
            </a:xfrm>
            <a:custGeom>
              <a:rect b="b" l="l" r="r" t="t"/>
              <a:pathLst>
                <a:path extrusionOk="0" h="9149" w="1869">
                  <a:moveTo>
                    <a:pt x="219" y="0"/>
                  </a:moveTo>
                  <a:cubicBezTo>
                    <a:pt x="202" y="0"/>
                    <a:pt x="185" y="3"/>
                    <a:pt x="168" y="9"/>
                  </a:cubicBezTo>
                  <a:cubicBezTo>
                    <a:pt x="68" y="9"/>
                    <a:pt x="1" y="109"/>
                    <a:pt x="1" y="209"/>
                  </a:cubicBezTo>
                  <a:lnTo>
                    <a:pt x="1469" y="8982"/>
                  </a:lnTo>
                  <a:cubicBezTo>
                    <a:pt x="1502" y="9082"/>
                    <a:pt x="1569" y="9149"/>
                    <a:pt x="1669" y="9149"/>
                  </a:cubicBezTo>
                  <a:lnTo>
                    <a:pt x="1702" y="9149"/>
                  </a:lnTo>
                  <a:cubicBezTo>
                    <a:pt x="1802" y="9115"/>
                    <a:pt x="1869" y="9015"/>
                    <a:pt x="1836" y="8915"/>
                  </a:cubicBezTo>
                  <a:lnTo>
                    <a:pt x="368" y="175"/>
                  </a:lnTo>
                  <a:cubicBezTo>
                    <a:pt x="368" y="65"/>
                    <a:pt x="299" y="0"/>
                    <a:pt x="21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55"/>
            <p:cNvSpPr/>
            <p:nvPr/>
          </p:nvSpPr>
          <p:spPr>
            <a:xfrm>
              <a:off x="5130500" y="2020225"/>
              <a:ext cx="71750" cy="196825"/>
            </a:xfrm>
            <a:custGeom>
              <a:rect b="b" l="l" r="r" t="t"/>
              <a:pathLst>
                <a:path extrusionOk="0" h="7873" w="2870">
                  <a:moveTo>
                    <a:pt x="2803" y="0"/>
                  </a:moveTo>
                  <a:cubicBezTo>
                    <a:pt x="2769" y="0"/>
                    <a:pt x="2702" y="0"/>
                    <a:pt x="2702" y="67"/>
                  </a:cubicBezTo>
                  <a:lnTo>
                    <a:pt x="1" y="7739"/>
                  </a:lnTo>
                  <a:cubicBezTo>
                    <a:pt x="1" y="7806"/>
                    <a:pt x="1" y="7839"/>
                    <a:pt x="67" y="7873"/>
                  </a:cubicBezTo>
                  <a:lnTo>
                    <a:pt x="101" y="7873"/>
                  </a:lnTo>
                  <a:cubicBezTo>
                    <a:pt x="134" y="7873"/>
                    <a:pt x="134" y="7839"/>
                    <a:pt x="167" y="7806"/>
                  </a:cubicBezTo>
                  <a:lnTo>
                    <a:pt x="2869" y="100"/>
                  </a:lnTo>
                  <a:cubicBezTo>
                    <a:pt x="2869" y="67"/>
                    <a:pt x="2836" y="34"/>
                    <a:pt x="280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55"/>
            <p:cNvSpPr/>
            <p:nvPr/>
          </p:nvSpPr>
          <p:spPr>
            <a:xfrm>
              <a:off x="4949550" y="2317925"/>
              <a:ext cx="81750" cy="30050"/>
            </a:xfrm>
            <a:custGeom>
              <a:rect b="b" l="l" r="r" t="t"/>
              <a:pathLst>
                <a:path extrusionOk="0" h="1202" w="3270">
                  <a:moveTo>
                    <a:pt x="3169" y="1"/>
                  </a:moveTo>
                  <a:lnTo>
                    <a:pt x="67" y="1035"/>
                  </a:lnTo>
                  <a:cubicBezTo>
                    <a:pt x="0" y="1068"/>
                    <a:pt x="0" y="1102"/>
                    <a:pt x="0" y="1135"/>
                  </a:cubicBezTo>
                  <a:cubicBezTo>
                    <a:pt x="0" y="1168"/>
                    <a:pt x="33" y="1202"/>
                    <a:pt x="67" y="1202"/>
                  </a:cubicBezTo>
                  <a:lnTo>
                    <a:pt x="100" y="1202"/>
                  </a:lnTo>
                  <a:lnTo>
                    <a:pt x="3202" y="168"/>
                  </a:lnTo>
                  <a:cubicBezTo>
                    <a:pt x="3269" y="134"/>
                    <a:pt x="3269" y="101"/>
                    <a:pt x="3269" y="68"/>
                  </a:cubicBezTo>
                  <a:cubicBezTo>
                    <a:pt x="3236" y="1"/>
                    <a:pt x="3202" y="1"/>
                    <a:pt x="316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55"/>
            <p:cNvSpPr/>
            <p:nvPr/>
          </p:nvSpPr>
          <p:spPr>
            <a:xfrm>
              <a:off x="5041275" y="2374000"/>
              <a:ext cx="49675" cy="319225"/>
            </a:xfrm>
            <a:custGeom>
              <a:rect b="b" l="l" r="r" t="t"/>
              <a:pathLst>
                <a:path extrusionOk="0" h="12769" w="1987">
                  <a:moveTo>
                    <a:pt x="1790" y="0"/>
                  </a:moveTo>
                  <a:cubicBezTo>
                    <a:pt x="1704" y="0"/>
                    <a:pt x="1617" y="51"/>
                    <a:pt x="1601" y="160"/>
                  </a:cubicBezTo>
                  <a:lnTo>
                    <a:pt x="0" y="12535"/>
                  </a:lnTo>
                  <a:cubicBezTo>
                    <a:pt x="0" y="12635"/>
                    <a:pt x="67" y="12735"/>
                    <a:pt x="167" y="12769"/>
                  </a:cubicBezTo>
                  <a:lnTo>
                    <a:pt x="200" y="12769"/>
                  </a:lnTo>
                  <a:cubicBezTo>
                    <a:pt x="301" y="12769"/>
                    <a:pt x="367" y="12702"/>
                    <a:pt x="401" y="12602"/>
                  </a:cubicBezTo>
                  <a:lnTo>
                    <a:pt x="1968" y="193"/>
                  </a:lnTo>
                  <a:cubicBezTo>
                    <a:pt x="1986" y="68"/>
                    <a:pt x="1889" y="0"/>
                    <a:pt x="179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55"/>
            <p:cNvSpPr/>
            <p:nvPr/>
          </p:nvSpPr>
          <p:spPr>
            <a:xfrm>
              <a:off x="5117150" y="2476800"/>
              <a:ext cx="226025" cy="232275"/>
            </a:xfrm>
            <a:custGeom>
              <a:rect b="b" l="l" r="r" t="t"/>
              <a:pathLst>
                <a:path extrusionOk="0" h="9291" w="9041">
                  <a:moveTo>
                    <a:pt x="8820" y="0"/>
                  </a:moveTo>
                  <a:cubicBezTo>
                    <a:pt x="8774" y="0"/>
                    <a:pt x="8724" y="17"/>
                    <a:pt x="8674" y="50"/>
                  </a:cubicBezTo>
                  <a:lnTo>
                    <a:pt x="68" y="8957"/>
                  </a:lnTo>
                  <a:cubicBezTo>
                    <a:pt x="1" y="9024"/>
                    <a:pt x="1" y="9157"/>
                    <a:pt x="68" y="9224"/>
                  </a:cubicBezTo>
                  <a:cubicBezTo>
                    <a:pt x="101" y="9257"/>
                    <a:pt x="134" y="9290"/>
                    <a:pt x="201" y="9290"/>
                  </a:cubicBezTo>
                  <a:cubicBezTo>
                    <a:pt x="234" y="9290"/>
                    <a:pt x="301" y="9257"/>
                    <a:pt x="334" y="9224"/>
                  </a:cubicBezTo>
                  <a:lnTo>
                    <a:pt x="8941" y="317"/>
                  </a:lnTo>
                  <a:cubicBezTo>
                    <a:pt x="9041" y="251"/>
                    <a:pt x="9041" y="117"/>
                    <a:pt x="8941" y="50"/>
                  </a:cubicBezTo>
                  <a:cubicBezTo>
                    <a:pt x="8907" y="17"/>
                    <a:pt x="8866" y="0"/>
                    <a:pt x="882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55"/>
            <p:cNvSpPr/>
            <p:nvPr/>
          </p:nvSpPr>
          <p:spPr>
            <a:xfrm>
              <a:off x="4907000" y="2715175"/>
              <a:ext cx="71750" cy="41425"/>
            </a:xfrm>
            <a:custGeom>
              <a:rect b="b" l="l" r="r" t="t"/>
              <a:pathLst>
                <a:path extrusionOk="0" h="1657" w="2870">
                  <a:moveTo>
                    <a:pt x="66" y="0"/>
                  </a:moveTo>
                  <a:cubicBezTo>
                    <a:pt x="40" y="0"/>
                    <a:pt x="20" y="17"/>
                    <a:pt x="1" y="56"/>
                  </a:cubicBezTo>
                  <a:cubicBezTo>
                    <a:pt x="1" y="89"/>
                    <a:pt x="1" y="122"/>
                    <a:pt x="34" y="156"/>
                  </a:cubicBezTo>
                  <a:lnTo>
                    <a:pt x="2703" y="1657"/>
                  </a:lnTo>
                  <a:lnTo>
                    <a:pt x="2769" y="1657"/>
                  </a:lnTo>
                  <a:cubicBezTo>
                    <a:pt x="2803" y="1657"/>
                    <a:pt x="2836" y="1623"/>
                    <a:pt x="2836" y="1590"/>
                  </a:cubicBezTo>
                  <a:cubicBezTo>
                    <a:pt x="2870" y="1557"/>
                    <a:pt x="2836" y="1490"/>
                    <a:pt x="2803" y="1490"/>
                  </a:cubicBezTo>
                  <a:lnTo>
                    <a:pt x="134" y="22"/>
                  </a:lnTo>
                  <a:cubicBezTo>
                    <a:pt x="107" y="8"/>
                    <a:pt x="85" y="0"/>
                    <a:pt x="6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55"/>
            <p:cNvSpPr/>
            <p:nvPr/>
          </p:nvSpPr>
          <p:spPr>
            <a:xfrm>
              <a:off x="4833625" y="2830175"/>
              <a:ext cx="113425" cy="90725"/>
            </a:xfrm>
            <a:custGeom>
              <a:rect b="b" l="l" r="r" t="t"/>
              <a:pathLst>
                <a:path extrusionOk="0" h="3629" w="4537">
                  <a:moveTo>
                    <a:pt x="4437" y="1"/>
                  </a:moveTo>
                  <a:cubicBezTo>
                    <a:pt x="4412" y="1"/>
                    <a:pt x="4387" y="9"/>
                    <a:pt x="4370" y="26"/>
                  </a:cubicBezTo>
                  <a:lnTo>
                    <a:pt x="34" y="3461"/>
                  </a:lnTo>
                  <a:cubicBezTo>
                    <a:pt x="0" y="3495"/>
                    <a:pt x="0" y="3561"/>
                    <a:pt x="34" y="3595"/>
                  </a:cubicBezTo>
                  <a:cubicBezTo>
                    <a:pt x="67" y="3595"/>
                    <a:pt x="67" y="3628"/>
                    <a:pt x="100" y="3628"/>
                  </a:cubicBezTo>
                  <a:cubicBezTo>
                    <a:pt x="134" y="3628"/>
                    <a:pt x="134" y="3595"/>
                    <a:pt x="167" y="3595"/>
                  </a:cubicBezTo>
                  <a:lnTo>
                    <a:pt x="4504" y="159"/>
                  </a:lnTo>
                  <a:cubicBezTo>
                    <a:pt x="4537" y="126"/>
                    <a:pt x="4537" y="59"/>
                    <a:pt x="4504" y="26"/>
                  </a:cubicBezTo>
                  <a:cubicBezTo>
                    <a:pt x="4487" y="9"/>
                    <a:pt x="4462" y="1"/>
                    <a:pt x="443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55"/>
            <p:cNvSpPr/>
            <p:nvPr/>
          </p:nvSpPr>
          <p:spPr>
            <a:xfrm>
              <a:off x="4768575" y="2702875"/>
              <a:ext cx="70075" cy="218025"/>
            </a:xfrm>
            <a:custGeom>
              <a:rect b="b" l="l" r="r" t="t"/>
              <a:pathLst>
                <a:path extrusionOk="0" h="8721" w="2803">
                  <a:moveTo>
                    <a:pt x="117" y="0"/>
                  </a:moveTo>
                  <a:cubicBezTo>
                    <a:pt x="103" y="0"/>
                    <a:pt x="87" y="4"/>
                    <a:pt x="67" y="14"/>
                  </a:cubicBezTo>
                  <a:cubicBezTo>
                    <a:pt x="34" y="14"/>
                    <a:pt x="1" y="47"/>
                    <a:pt x="34" y="114"/>
                  </a:cubicBezTo>
                  <a:lnTo>
                    <a:pt x="2636" y="8653"/>
                  </a:lnTo>
                  <a:cubicBezTo>
                    <a:pt x="2636" y="8687"/>
                    <a:pt x="2669" y="8720"/>
                    <a:pt x="2702" y="8720"/>
                  </a:cubicBezTo>
                  <a:lnTo>
                    <a:pt x="2736" y="8720"/>
                  </a:lnTo>
                  <a:cubicBezTo>
                    <a:pt x="2803" y="8687"/>
                    <a:pt x="2803" y="8653"/>
                    <a:pt x="2803" y="8587"/>
                  </a:cubicBezTo>
                  <a:lnTo>
                    <a:pt x="167" y="47"/>
                  </a:lnTo>
                  <a:cubicBezTo>
                    <a:pt x="167" y="24"/>
                    <a:pt x="151" y="0"/>
                    <a:pt x="11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55"/>
            <p:cNvSpPr/>
            <p:nvPr/>
          </p:nvSpPr>
          <p:spPr>
            <a:xfrm>
              <a:off x="4731050" y="2900525"/>
              <a:ext cx="108425" cy="20375"/>
            </a:xfrm>
            <a:custGeom>
              <a:rect b="b" l="l" r="r" t="t"/>
              <a:pathLst>
                <a:path extrusionOk="0" h="815" w="4337">
                  <a:moveTo>
                    <a:pt x="54" y="0"/>
                  </a:moveTo>
                  <a:cubicBezTo>
                    <a:pt x="18" y="0"/>
                    <a:pt x="0" y="31"/>
                    <a:pt x="0" y="80"/>
                  </a:cubicBezTo>
                  <a:cubicBezTo>
                    <a:pt x="0" y="114"/>
                    <a:pt x="34" y="180"/>
                    <a:pt x="67" y="180"/>
                  </a:cubicBezTo>
                  <a:lnTo>
                    <a:pt x="4203" y="814"/>
                  </a:lnTo>
                  <a:lnTo>
                    <a:pt x="4237" y="814"/>
                  </a:lnTo>
                  <a:cubicBezTo>
                    <a:pt x="4337" y="814"/>
                    <a:pt x="4337" y="647"/>
                    <a:pt x="4237" y="647"/>
                  </a:cubicBezTo>
                  <a:lnTo>
                    <a:pt x="101" y="14"/>
                  </a:lnTo>
                  <a:cubicBezTo>
                    <a:pt x="83" y="5"/>
                    <a:pt x="67" y="0"/>
                    <a:pt x="5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55"/>
            <p:cNvSpPr/>
            <p:nvPr/>
          </p:nvSpPr>
          <p:spPr>
            <a:xfrm>
              <a:off x="5117150" y="2799100"/>
              <a:ext cx="377800" cy="42575"/>
            </a:xfrm>
            <a:custGeom>
              <a:rect b="b" l="l" r="r" t="t"/>
              <a:pathLst>
                <a:path extrusionOk="0" h="1703" w="15112">
                  <a:moveTo>
                    <a:pt x="234" y="1"/>
                  </a:moveTo>
                  <a:cubicBezTo>
                    <a:pt x="134" y="1"/>
                    <a:pt x="34" y="101"/>
                    <a:pt x="1" y="201"/>
                  </a:cubicBezTo>
                  <a:cubicBezTo>
                    <a:pt x="1" y="301"/>
                    <a:pt x="68" y="401"/>
                    <a:pt x="201" y="401"/>
                  </a:cubicBezTo>
                  <a:lnTo>
                    <a:pt x="14911" y="1702"/>
                  </a:lnTo>
                  <a:cubicBezTo>
                    <a:pt x="15012" y="1702"/>
                    <a:pt x="15112" y="1636"/>
                    <a:pt x="15112" y="1502"/>
                  </a:cubicBezTo>
                  <a:cubicBezTo>
                    <a:pt x="15112" y="1402"/>
                    <a:pt x="15045" y="1302"/>
                    <a:pt x="14945" y="1302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55"/>
            <p:cNvSpPr/>
            <p:nvPr/>
          </p:nvSpPr>
          <p:spPr>
            <a:xfrm>
              <a:off x="4934525" y="2671075"/>
              <a:ext cx="206000" cy="262325"/>
            </a:xfrm>
            <a:custGeom>
              <a:rect b="b" l="l" r="r" t="t"/>
              <a:pathLst>
                <a:path extrusionOk="0" h="10493" w="8240">
                  <a:moveTo>
                    <a:pt x="5810" y="682"/>
                  </a:moveTo>
                  <a:cubicBezTo>
                    <a:pt x="6117" y="682"/>
                    <a:pt x="6397" y="751"/>
                    <a:pt x="6639" y="886"/>
                  </a:cubicBezTo>
                  <a:cubicBezTo>
                    <a:pt x="7239" y="1253"/>
                    <a:pt x="7573" y="2020"/>
                    <a:pt x="7573" y="3054"/>
                  </a:cubicBezTo>
                  <a:cubicBezTo>
                    <a:pt x="7573" y="5355"/>
                    <a:pt x="5938" y="8191"/>
                    <a:pt x="3937" y="9358"/>
                  </a:cubicBezTo>
                  <a:cubicBezTo>
                    <a:pt x="3388" y="9663"/>
                    <a:pt x="2864" y="9820"/>
                    <a:pt x="2402" y="9820"/>
                  </a:cubicBezTo>
                  <a:cubicBezTo>
                    <a:pt x="2106" y="9820"/>
                    <a:pt x="1836" y="9755"/>
                    <a:pt x="1602" y="9625"/>
                  </a:cubicBezTo>
                  <a:cubicBezTo>
                    <a:pt x="1001" y="9258"/>
                    <a:pt x="668" y="8491"/>
                    <a:pt x="668" y="7457"/>
                  </a:cubicBezTo>
                  <a:cubicBezTo>
                    <a:pt x="668" y="5122"/>
                    <a:pt x="2269" y="2320"/>
                    <a:pt x="4304" y="1152"/>
                  </a:cubicBezTo>
                  <a:cubicBezTo>
                    <a:pt x="4841" y="834"/>
                    <a:pt x="5355" y="682"/>
                    <a:pt x="5810" y="682"/>
                  </a:cubicBezTo>
                  <a:close/>
                  <a:moveTo>
                    <a:pt x="5790" y="1"/>
                  </a:moveTo>
                  <a:cubicBezTo>
                    <a:pt x="5215" y="1"/>
                    <a:pt x="4587" y="189"/>
                    <a:pt x="3937" y="552"/>
                  </a:cubicBezTo>
                  <a:cubicBezTo>
                    <a:pt x="1769" y="1820"/>
                    <a:pt x="1" y="4922"/>
                    <a:pt x="1" y="7457"/>
                  </a:cubicBezTo>
                  <a:cubicBezTo>
                    <a:pt x="1" y="8758"/>
                    <a:pt x="434" y="9725"/>
                    <a:pt x="1268" y="10192"/>
                  </a:cubicBezTo>
                  <a:cubicBezTo>
                    <a:pt x="1602" y="10392"/>
                    <a:pt x="2002" y="10493"/>
                    <a:pt x="2436" y="10493"/>
                  </a:cubicBezTo>
                  <a:cubicBezTo>
                    <a:pt x="3069" y="10459"/>
                    <a:pt x="3737" y="10259"/>
                    <a:pt x="4304" y="9925"/>
                  </a:cubicBezTo>
                  <a:cubicBezTo>
                    <a:pt x="6472" y="8658"/>
                    <a:pt x="8240" y="5589"/>
                    <a:pt x="8240" y="3054"/>
                  </a:cubicBezTo>
                  <a:cubicBezTo>
                    <a:pt x="8240" y="1753"/>
                    <a:pt x="7806" y="786"/>
                    <a:pt x="6972" y="319"/>
                  </a:cubicBezTo>
                  <a:cubicBezTo>
                    <a:pt x="6616" y="105"/>
                    <a:pt x="6218" y="1"/>
                    <a:pt x="579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55"/>
            <p:cNvSpPr/>
            <p:nvPr/>
          </p:nvSpPr>
          <p:spPr>
            <a:xfrm>
              <a:off x="4981225" y="2729925"/>
              <a:ext cx="112600" cy="145075"/>
            </a:xfrm>
            <a:custGeom>
              <a:rect b="b" l="l" r="r" t="t"/>
              <a:pathLst>
                <a:path extrusionOk="0" h="5803" w="4504">
                  <a:moveTo>
                    <a:pt x="3264" y="0"/>
                  </a:moveTo>
                  <a:cubicBezTo>
                    <a:pt x="2964" y="0"/>
                    <a:pt x="2626" y="97"/>
                    <a:pt x="2269" y="300"/>
                  </a:cubicBezTo>
                  <a:cubicBezTo>
                    <a:pt x="935" y="1167"/>
                    <a:pt x="101" y="2601"/>
                    <a:pt x="1" y="4202"/>
                  </a:cubicBezTo>
                  <a:cubicBezTo>
                    <a:pt x="1" y="5221"/>
                    <a:pt x="506" y="5803"/>
                    <a:pt x="1253" y="5803"/>
                  </a:cubicBezTo>
                  <a:cubicBezTo>
                    <a:pt x="1557" y="5803"/>
                    <a:pt x="1902" y="5706"/>
                    <a:pt x="2269" y="5503"/>
                  </a:cubicBezTo>
                  <a:cubicBezTo>
                    <a:pt x="3570" y="4636"/>
                    <a:pt x="4404" y="3168"/>
                    <a:pt x="4504" y="1600"/>
                  </a:cubicBezTo>
                  <a:cubicBezTo>
                    <a:pt x="4504" y="581"/>
                    <a:pt x="3999" y="0"/>
                    <a:pt x="326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55"/>
            <p:cNvSpPr/>
            <p:nvPr/>
          </p:nvSpPr>
          <p:spPr>
            <a:xfrm>
              <a:off x="5467400" y="2716175"/>
              <a:ext cx="206850" cy="262250"/>
            </a:xfrm>
            <a:custGeom>
              <a:rect b="b" l="l" r="r" t="t"/>
              <a:pathLst>
                <a:path extrusionOk="0" h="10490" w="8274">
                  <a:moveTo>
                    <a:pt x="5838" y="683"/>
                  </a:moveTo>
                  <a:cubicBezTo>
                    <a:pt x="6105" y="683"/>
                    <a:pt x="6405" y="749"/>
                    <a:pt x="6639" y="883"/>
                  </a:cubicBezTo>
                  <a:cubicBezTo>
                    <a:pt x="7273" y="1250"/>
                    <a:pt x="7606" y="2017"/>
                    <a:pt x="7606" y="3051"/>
                  </a:cubicBezTo>
                  <a:cubicBezTo>
                    <a:pt x="7606" y="5353"/>
                    <a:pt x="5972" y="8188"/>
                    <a:pt x="3970" y="9356"/>
                  </a:cubicBezTo>
                  <a:cubicBezTo>
                    <a:pt x="3421" y="9661"/>
                    <a:pt x="2885" y="9817"/>
                    <a:pt x="2414" y="9817"/>
                  </a:cubicBezTo>
                  <a:cubicBezTo>
                    <a:pt x="2112" y="9817"/>
                    <a:pt x="1836" y="9753"/>
                    <a:pt x="1602" y="9623"/>
                  </a:cubicBezTo>
                  <a:cubicBezTo>
                    <a:pt x="1002" y="9256"/>
                    <a:pt x="668" y="8488"/>
                    <a:pt x="668" y="7454"/>
                  </a:cubicBezTo>
                  <a:cubicBezTo>
                    <a:pt x="668" y="5119"/>
                    <a:pt x="2302" y="2317"/>
                    <a:pt x="4304" y="1150"/>
                  </a:cubicBezTo>
                  <a:cubicBezTo>
                    <a:pt x="4771" y="850"/>
                    <a:pt x="5271" y="716"/>
                    <a:pt x="5838" y="683"/>
                  </a:cubicBezTo>
                  <a:close/>
                  <a:moveTo>
                    <a:pt x="5833" y="1"/>
                  </a:moveTo>
                  <a:cubicBezTo>
                    <a:pt x="5260" y="1"/>
                    <a:pt x="4626" y="197"/>
                    <a:pt x="3970" y="583"/>
                  </a:cubicBezTo>
                  <a:cubicBezTo>
                    <a:pt x="1769" y="1850"/>
                    <a:pt x="1" y="4919"/>
                    <a:pt x="1" y="7454"/>
                  </a:cubicBezTo>
                  <a:cubicBezTo>
                    <a:pt x="1" y="8755"/>
                    <a:pt x="434" y="9723"/>
                    <a:pt x="1268" y="10190"/>
                  </a:cubicBezTo>
                  <a:cubicBezTo>
                    <a:pt x="1635" y="10390"/>
                    <a:pt x="2036" y="10490"/>
                    <a:pt x="2436" y="10490"/>
                  </a:cubicBezTo>
                  <a:cubicBezTo>
                    <a:pt x="3103" y="10490"/>
                    <a:pt x="3737" y="10290"/>
                    <a:pt x="4304" y="9923"/>
                  </a:cubicBezTo>
                  <a:cubicBezTo>
                    <a:pt x="6472" y="8655"/>
                    <a:pt x="8273" y="5586"/>
                    <a:pt x="8273" y="3051"/>
                  </a:cubicBezTo>
                  <a:cubicBezTo>
                    <a:pt x="8273" y="1750"/>
                    <a:pt x="7806" y="783"/>
                    <a:pt x="6972" y="316"/>
                  </a:cubicBezTo>
                  <a:cubicBezTo>
                    <a:pt x="6635" y="105"/>
                    <a:pt x="6250" y="1"/>
                    <a:pt x="583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55"/>
            <p:cNvSpPr/>
            <p:nvPr/>
          </p:nvSpPr>
          <p:spPr>
            <a:xfrm>
              <a:off x="5514950" y="2774950"/>
              <a:ext cx="111775" cy="145075"/>
            </a:xfrm>
            <a:custGeom>
              <a:rect b="b" l="l" r="r" t="t"/>
              <a:pathLst>
                <a:path extrusionOk="0" h="5803" w="4471">
                  <a:moveTo>
                    <a:pt x="3230" y="0"/>
                  </a:moveTo>
                  <a:cubicBezTo>
                    <a:pt x="2930" y="0"/>
                    <a:pt x="2593" y="97"/>
                    <a:pt x="2235" y="300"/>
                  </a:cubicBezTo>
                  <a:cubicBezTo>
                    <a:pt x="901" y="1167"/>
                    <a:pt x="67" y="2602"/>
                    <a:pt x="0" y="4203"/>
                  </a:cubicBezTo>
                  <a:cubicBezTo>
                    <a:pt x="0" y="5222"/>
                    <a:pt x="488" y="5803"/>
                    <a:pt x="1226" y="5803"/>
                  </a:cubicBezTo>
                  <a:cubicBezTo>
                    <a:pt x="1526" y="5803"/>
                    <a:pt x="1868" y="5706"/>
                    <a:pt x="2235" y="5504"/>
                  </a:cubicBezTo>
                  <a:cubicBezTo>
                    <a:pt x="3569" y="4636"/>
                    <a:pt x="4370" y="3169"/>
                    <a:pt x="4470" y="1601"/>
                  </a:cubicBezTo>
                  <a:cubicBezTo>
                    <a:pt x="4470" y="582"/>
                    <a:pt x="3965" y="0"/>
                    <a:pt x="323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55"/>
            <p:cNvSpPr/>
            <p:nvPr/>
          </p:nvSpPr>
          <p:spPr>
            <a:xfrm>
              <a:off x="5326475" y="2325225"/>
              <a:ext cx="143450" cy="182025"/>
            </a:xfrm>
            <a:custGeom>
              <a:rect b="b" l="l" r="r" t="t"/>
              <a:pathLst>
                <a:path extrusionOk="0" h="7281" w="5738">
                  <a:moveTo>
                    <a:pt x="4070" y="476"/>
                  </a:moveTo>
                  <a:cubicBezTo>
                    <a:pt x="4270" y="476"/>
                    <a:pt x="4437" y="509"/>
                    <a:pt x="4637" y="610"/>
                  </a:cubicBezTo>
                  <a:cubicBezTo>
                    <a:pt x="5037" y="876"/>
                    <a:pt x="5271" y="1410"/>
                    <a:pt x="5271" y="2111"/>
                  </a:cubicBezTo>
                  <a:cubicBezTo>
                    <a:pt x="5171" y="3879"/>
                    <a:pt x="4237" y="5513"/>
                    <a:pt x="2769" y="6480"/>
                  </a:cubicBezTo>
                  <a:cubicBezTo>
                    <a:pt x="2382" y="6705"/>
                    <a:pt x="2019" y="6817"/>
                    <a:pt x="1697" y="6817"/>
                  </a:cubicBezTo>
                  <a:cubicBezTo>
                    <a:pt x="1492" y="6817"/>
                    <a:pt x="1303" y="6771"/>
                    <a:pt x="1135" y="6681"/>
                  </a:cubicBezTo>
                  <a:cubicBezTo>
                    <a:pt x="701" y="6414"/>
                    <a:pt x="467" y="5880"/>
                    <a:pt x="467" y="5179"/>
                  </a:cubicBezTo>
                  <a:cubicBezTo>
                    <a:pt x="568" y="3378"/>
                    <a:pt x="1502" y="1777"/>
                    <a:pt x="3003" y="810"/>
                  </a:cubicBezTo>
                  <a:cubicBezTo>
                    <a:pt x="3303" y="610"/>
                    <a:pt x="3670" y="476"/>
                    <a:pt x="4070" y="476"/>
                  </a:cubicBezTo>
                  <a:close/>
                  <a:moveTo>
                    <a:pt x="4051" y="1"/>
                  </a:moveTo>
                  <a:cubicBezTo>
                    <a:pt x="3653" y="1"/>
                    <a:pt x="3217" y="137"/>
                    <a:pt x="2769" y="409"/>
                  </a:cubicBezTo>
                  <a:cubicBezTo>
                    <a:pt x="1135" y="1443"/>
                    <a:pt x="101" y="3211"/>
                    <a:pt x="0" y="5179"/>
                  </a:cubicBezTo>
                  <a:cubicBezTo>
                    <a:pt x="0" y="6080"/>
                    <a:pt x="334" y="6747"/>
                    <a:pt x="901" y="7081"/>
                  </a:cubicBezTo>
                  <a:cubicBezTo>
                    <a:pt x="1135" y="7214"/>
                    <a:pt x="1435" y="7281"/>
                    <a:pt x="1702" y="7281"/>
                  </a:cubicBezTo>
                  <a:cubicBezTo>
                    <a:pt x="2169" y="7248"/>
                    <a:pt x="2602" y="7114"/>
                    <a:pt x="2969" y="6881"/>
                  </a:cubicBezTo>
                  <a:cubicBezTo>
                    <a:pt x="4604" y="5813"/>
                    <a:pt x="5638" y="4045"/>
                    <a:pt x="5738" y="2111"/>
                  </a:cubicBezTo>
                  <a:cubicBezTo>
                    <a:pt x="5738" y="1210"/>
                    <a:pt x="5404" y="543"/>
                    <a:pt x="4837" y="209"/>
                  </a:cubicBezTo>
                  <a:cubicBezTo>
                    <a:pt x="4601" y="70"/>
                    <a:pt x="4336" y="1"/>
                    <a:pt x="405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55"/>
            <p:cNvSpPr/>
            <p:nvPr/>
          </p:nvSpPr>
          <p:spPr>
            <a:xfrm>
              <a:off x="5359825" y="2365925"/>
              <a:ext cx="77575" cy="100850"/>
            </a:xfrm>
            <a:custGeom>
              <a:rect b="b" l="l" r="r" t="t"/>
              <a:pathLst>
                <a:path extrusionOk="0" h="4034" w="3103">
                  <a:moveTo>
                    <a:pt x="2239" y="0"/>
                  </a:moveTo>
                  <a:cubicBezTo>
                    <a:pt x="2027" y="0"/>
                    <a:pt x="1788" y="70"/>
                    <a:pt x="1535" y="216"/>
                  </a:cubicBezTo>
                  <a:cubicBezTo>
                    <a:pt x="635" y="816"/>
                    <a:pt x="34" y="1817"/>
                    <a:pt x="1" y="2918"/>
                  </a:cubicBezTo>
                  <a:cubicBezTo>
                    <a:pt x="1" y="3626"/>
                    <a:pt x="352" y="4034"/>
                    <a:pt x="853" y="4034"/>
                  </a:cubicBezTo>
                  <a:cubicBezTo>
                    <a:pt x="1060" y="4034"/>
                    <a:pt x="1292" y="3964"/>
                    <a:pt x="1535" y="3818"/>
                  </a:cubicBezTo>
                  <a:cubicBezTo>
                    <a:pt x="2469" y="3218"/>
                    <a:pt x="3036" y="2217"/>
                    <a:pt x="3103" y="1116"/>
                  </a:cubicBezTo>
                  <a:cubicBezTo>
                    <a:pt x="3103" y="408"/>
                    <a:pt x="2752" y="0"/>
                    <a:pt x="223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55"/>
            <p:cNvSpPr/>
            <p:nvPr/>
          </p:nvSpPr>
          <p:spPr>
            <a:xfrm>
              <a:off x="5022100" y="2207575"/>
              <a:ext cx="143450" cy="182100"/>
            </a:xfrm>
            <a:custGeom>
              <a:rect b="b" l="l" r="r" t="t"/>
              <a:pathLst>
                <a:path extrusionOk="0" h="7284" w="5738">
                  <a:moveTo>
                    <a:pt x="4024" y="450"/>
                  </a:moveTo>
                  <a:cubicBezTo>
                    <a:pt x="4243" y="450"/>
                    <a:pt x="4440" y="503"/>
                    <a:pt x="4603" y="612"/>
                  </a:cubicBezTo>
                  <a:cubicBezTo>
                    <a:pt x="5037" y="846"/>
                    <a:pt x="5271" y="1379"/>
                    <a:pt x="5271" y="2113"/>
                  </a:cubicBezTo>
                  <a:cubicBezTo>
                    <a:pt x="5170" y="3881"/>
                    <a:pt x="4236" y="5516"/>
                    <a:pt x="2769" y="6483"/>
                  </a:cubicBezTo>
                  <a:cubicBezTo>
                    <a:pt x="2394" y="6700"/>
                    <a:pt x="2042" y="6812"/>
                    <a:pt x="1728" y="6812"/>
                  </a:cubicBezTo>
                  <a:cubicBezTo>
                    <a:pt x="1511" y="6812"/>
                    <a:pt x="1311" y="6759"/>
                    <a:pt x="1134" y="6650"/>
                  </a:cubicBezTo>
                  <a:cubicBezTo>
                    <a:pt x="701" y="6416"/>
                    <a:pt x="467" y="5883"/>
                    <a:pt x="467" y="5149"/>
                  </a:cubicBezTo>
                  <a:cubicBezTo>
                    <a:pt x="567" y="3381"/>
                    <a:pt x="1501" y="1746"/>
                    <a:pt x="2969" y="779"/>
                  </a:cubicBezTo>
                  <a:cubicBezTo>
                    <a:pt x="3344" y="562"/>
                    <a:pt x="3707" y="450"/>
                    <a:pt x="4024" y="450"/>
                  </a:cubicBezTo>
                  <a:close/>
                  <a:moveTo>
                    <a:pt x="4033" y="1"/>
                  </a:moveTo>
                  <a:cubicBezTo>
                    <a:pt x="3635" y="1"/>
                    <a:pt x="3196" y="129"/>
                    <a:pt x="2735" y="379"/>
                  </a:cubicBezTo>
                  <a:cubicBezTo>
                    <a:pt x="1134" y="1446"/>
                    <a:pt x="100" y="3214"/>
                    <a:pt x="0" y="5149"/>
                  </a:cubicBezTo>
                  <a:cubicBezTo>
                    <a:pt x="0" y="6049"/>
                    <a:pt x="300" y="6750"/>
                    <a:pt x="867" y="7050"/>
                  </a:cubicBezTo>
                  <a:cubicBezTo>
                    <a:pt x="1134" y="7217"/>
                    <a:pt x="1401" y="7284"/>
                    <a:pt x="1701" y="7284"/>
                  </a:cubicBezTo>
                  <a:cubicBezTo>
                    <a:pt x="2135" y="7250"/>
                    <a:pt x="2569" y="7117"/>
                    <a:pt x="2969" y="6883"/>
                  </a:cubicBezTo>
                  <a:cubicBezTo>
                    <a:pt x="4603" y="5816"/>
                    <a:pt x="5604" y="4048"/>
                    <a:pt x="5738" y="2113"/>
                  </a:cubicBezTo>
                  <a:cubicBezTo>
                    <a:pt x="5738" y="1213"/>
                    <a:pt x="5404" y="545"/>
                    <a:pt x="4837" y="212"/>
                  </a:cubicBezTo>
                  <a:cubicBezTo>
                    <a:pt x="4596" y="70"/>
                    <a:pt x="4326" y="1"/>
                    <a:pt x="403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55"/>
            <p:cNvSpPr/>
            <p:nvPr/>
          </p:nvSpPr>
          <p:spPr>
            <a:xfrm>
              <a:off x="5054625" y="2248325"/>
              <a:ext cx="78400" cy="100050"/>
            </a:xfrm>
            <a:custGeom>
              <a:rect b="b" l="l" r="r" t="t"/>
              <a:pathLst>
                <a:path extrusionOk="0" h="4002" w="3136">
                  <a:moveTo>
                    <a:pt x="2272" y="1"/>
                  </a:moveTo>
                  <a:cubicBezTo>
                    <a:pt x="2060" y="1"/>
                    <a:pt x="1821" y="70"/>
                    <a:pt x="1568" y="216"/>
                  </a:cubicBezTo>
                  <a:cubicBezTo>
                    <a:pt x="634" y="817"/>
                    <a:pt x="67" y="1818"/>
                    <a:pt x="0" y="2918"/>
                  </a:cubicBezTo>
                  <a:cubicBezTo>
                    <a:pt x="0" y="3602"/>
                    <a:pt x="349" y="4002"/>
                    <a:pt x="860" y="4002"/>
                  </a:cubicBezTo>
                  <a:cubicBezTo>
                    <a:pt x="1073" y="4002"/>
                    <a:pt x="1313" y="3933"/>
                    <a:pt x="1568" y="3786"/>
                  </a:cubicBezTo>
                  <a:cubicBezTo>
                    <a:pt x="2468" y="3185"/>
                    <a:pt x="3069" y="2184"/>
                    <a:pt x="3136" y="1117"/>
                  </a:cubicBezTo>
                  <a:cubicBezTo>
                    <a:pt x="3136" y="409"/>
                    <a:pt x="2784" y="1"/>
                    <a:pt x="227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55"/>
            <p:cNvSpPr/>
            <p:nvPr/>
          </p:nvSpPr>
          <p:spPr>
            <a:xfrm>
              <a:off x="4983725" y="1892250"/>
              <a:ext cx="109575" cy="133825"/>
            </a:xfrm>
            <a:custGeom>
              <a:rect b="b" l="l" r="r" t="t"/>
              <a:pathLst>
                <a:path extrusionOk="0" h="5353" w="4383">
                  <a:moveTo>
                    <a:pt x="2909" y="347"/>
                  </a:moveTo>
                  <a:cubicBezTo>
                    <a:pt x="3501" y="347"/>
                    <a:pt x="4047" y="887"/>
                    <a:pt x="3903" y="1583"/>
                  </a:cubicBezTo>
                  <a:cubicBezTo>
                    <a:pt x="3837" y="2884"/>
                    <a:pt x="3136" y="4085"/>
                    <a:pt x="2069" y="4786"/>
                  </a:cubicBezTo>
                  <a:cubicBezTo>
                    <a:pt x="1863" y="4973"/>
                    <a:pt x="1623" y="5055"/>
                    <a:pt x="1389" y="5055"/>
                  </a:cubicBezTo>
                  <a:cubicBezTo>
                    <a:pt x="790" y="5055"/>
                    <a:pt x="233" y="4514"/>
                    <a:pt x="401" y="3818"/>
                  </a:cubicBezTo>
                  <a:cubicBezTo>
                    <a:pt x="468" y="2518"/>
                    <a:pt x="1135" y="1317"/>
                    <a:pt x="2236" y="616"/>
                  </a:cubicBezTo>
                  <a:cubicBezTo>
                    <a:pt x="2441" y="429"/>
                    <a:pt x="2679" y="347"/>
                    <a:pt x="2909" y="347"/>
                  </a:cubicBezTo>
                  <a:close/>
                  <a:moveTo>
                    <a:pt x="2917" y="1"/>
                  </a:moveTo>
                  <a:cubicBezTo>
                    <a:pt x="2629" y="1"/>
                    <a:pt x="2333" y="97"/>
                    <a:pt x="2069" y="316"/>
                  </a:cubicBezTo>
                  <a:cubicBezTo>
                    <a:pt x="868" y="1116"/>
                    <a:pt x="134" y="2384"/>
                    <a:pt x="34" y="3818"/>
                  </a:cubicBezTo>
                  <a:cubicBezTo>
                    <a:pt x="1" y="4352"/>
                    <a:pt x="234" y="4919"/>
                    <a:pt x="701" y="5219"/>
                  </a:cubicBezTo>
                  <a:cubicBezTo>
                    <a:pt x="868" y="5320"/>
                    <a:pt x="1068" y="5353"/>
                    <a:pt x="1302" y="5353"/>
                  </a:cubicBezTo>
                  <a:cubicBezTo>
                    <a:pt x="1635" y="5353"/>
                    <a:pt x="1935" y="5253"/>
                    <a:pt x="2236" y="5053"/>
                  </a:cubicBezTo>
                  <a:cubicBezTo>
                    <a:pt x="3436" y="4285"/>
                    <a:pt x="4170" y="2985"/>
                    <a:pt x="4237" y="1583"/>
                  </a:cubicBezTo>
                  <a:cubicBezTo>
                    <a:pt x="4383" y="686"/>
                    <a:pt x="3682" y="1"/>
                    <a:pt x="291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55"/>
            <p:cNvSpPr/>
            <p:nvPr/>
          </p:nvSpPr>
          <p:spPr>
            <a:xfrm>
              <a:off x="5008750" y="1922900"/>
              <a:ext cx="57575" cy="73750"/>
            </a:xfrm>
            <a:custGeom>
              <a:rect b="b" l="l" r="r" t="t"/>
              <a:pathLst>
                <a:path extrusionOk="0" h="2950" w="2303">
                  <a:moveTo>
                    <a:pt x="1662" y="1"/>
                  </a:moveTo>
                  <a:cubicBezTo>
                    <a:pt x="1510" y="1"/>
                    <a:pt x="1342" y="51"/>
                    <a:pt x="1168" y="157"/>
                  </a:cubicBezTo>
                  <a:cubicBezTo>
                    <a:pt x="467" y="591"/>
                    <a:pt x="67" y="1325"/>
                    <a:pt x="0" y="2125"/>
                  </a:cubicBezTo>
                  <a:cubicBezTo>
                    <a:pt x="0" y="2647"/>
                    <a:pt x="270" y="2949"/>
                    <a:pt x="653" y="2949"/>
                  </a:cubicBezTo>
                  <a:cubicBezTo>
                    <a:pt x="809" y="2949"/>
                    <a:pt x="984" y="2899"/>
                    <a:pt x="1168" y="2793"/>
                  </a:cubicBezTo>
                  <a:cubicBezTo>
                    <a:pt x="1835" y="2359"/>
                    <a:pt x="2269" y="1625"/>
                    <a:pt x="2302" y="825"/>
                  </a:cubicBezTo>
                  <a:cubicBezTo>
                    <a:pt x="2302" y="303"/>
                    <a:pt x="2033" y="1"/>
                    <a:pt x="166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55"/>
            <p:cNvSpPr/>
            <p:nvPr/>
          </p:nvSpPr>
          <p:spPr>
            <a:xfrm>
              <a:off x="5183875" y="20010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33" y="1"/>
                  </a:moveTo>
                  <a:cubicBezTo>
                    <a:pt x="843" y="1"/>
                    <a:pt x="741" y="32"/>
                    <a:pt x="634" y="100"/>
                  </a:cubicBezTo>
                  <a:cubicBezTo>
                    <a:pt x="267" y="334"/>
                    <a:pt x="0" y="767"/>
                    <a:pt x="0" y="1234"/>
                  </a:cubicBezTo>
                  <a:cubicBezTo>
                    <a:pt x="0" y="1519"/>
                    <a:pt x="153" y="1686"/>
                    <a:pt x="361" y="1686"/>
                  </a:cubicBezTo>
                  <a:cubicBezTo>
                    <a:pt x="445" y="1686"/>
                    <a:pt x="538" y="1659"/>
                    <a:pt x="634" y="1601"/>
                  </a:cubicBezTo>
                  <a:cubicBezTo>
                    <a:pt x="1034" y="1334"/>
                    <a:pt x="1268" y="934"/>
                    <a:pt x="1301" y="467"/>
                  </a:cubicBezTo>
                  <a:cubicBezTo>
                    <a:pt x="1301" y="184"/>
                    <a:pt x="1151" y="1"/>
                    <a:pt x="93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55"/>
            <p:cNvSpPr/>
            <p:nvPr/>
          </p:nvSpPr>
          <p:spPr>
            <a:xfrm>
              <a:off x="4935350" y="2325000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0"/>
                  </a:moveTo>
                  <a:cubicBezTo>
                    <a:pt x="840" y="0"/>
                    <a:pt x="740" y="27"/>
                    <a:pt x="635" y="85"/>
                  </a:cubicBezTo>
                  <a:cubicBezTo>
                    <a:pt x="268" y="352"/>
                    <a:pt x="1" y="752"/>
                    <a:pt x="1" y="1219"/>
                  </a:cubicBezTo>
                  <a:cubicBezTo>
                    <a:pt x="1" y="1502"/>
                    <a:pt x="151" y="1685"/>
                    <a:pt x="358" y="1685"/>
                  </a:cubicBezTo>
                  <a:cubicBezTo>
                    <a:pt x="443" y="1685"/>
                    <a:pt x="537" y="1654"/>
                    <a:pt x="635" y="1586"/>
                  </a:cubicBezTo>
                  <a:cubicBezTo>
                    <a:pt x="1035" y="1352"/>
                    <a:pt x="1269" y="919"/>
                    <a:pt x="1302" y="452"/>
                  </a:cubicBezTo>
                  <a:cubicBezTo>
                    <a:pt x="1302" y="167"/>
                    <a:pt x="1150" y="0"/>
                    <a:pt x="92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55"/>
            <p:cNvSpPr/>
            <p:nvPr/>
          </p:nvSpPr>
          <p:spPr>
            <a:xfrm>
              <a:off x="4892825" y="26965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45" y="1"/>
                  </a:moveTo>
                  <a:cubicBezTo>
                    <a:pt x="860" y="1"/>
                    <a:pt x="765" y="32"/>
                    <a:pt x="668" y="100"/>
                  </a:cubicBezTo>
                  <a:cubicBezTo>
                    <a:pt x="268" y="334"/>
                    <a:pt x="34" y="767"/>
                    <a:pt x="1" y="1234"/>
                  </a:cubicBezTo>
                  <a:cubicBezTo>
                    <a:pt x="1" y="1519"/>
                    <a:pt x="153" y="1686"/>
                    <a:pt x="373" y="1686"/>
                  </a:cubicBezTo>
                  <a:cubicBezTo>
                    <a:pt x="462" y="1686"/>
                    <a:pt x="562" y="1659"/>
                    <a:pt x="668" y="1601"/>
                  </a:cubicBezTo>
                  <a:cubicBezTo>
                    <a:pt x="1035" y="1334"/>
                    <a:pt x="1268" y="934"/>
                    <a:pt x="1302" y="467"/>
                  </a:cubicBezTo>
                  <a:cubicBezTo>
                    <a:pt x="1302" y="184"/>
                    <a:pt x="1151" y="1"/>
                    <a:pt x="94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55"/>
            <p:cNvSpPr/>
            <p:nvPr/>
          </p:nvSpPr>
          <p:spPr>
            <a:xfrm>
              <a:off x="4751075" y="2679100"/>
              <a:ext cx="40050" cy="51575"/>
            </a:xfrm>
            <a:custGeom>
              <a:rect b="b" l="l" r="r" t="t"/>
              <a:pathLst>
                <a:path extrusionOk="0" h="2063" w="1602">
                  <a:moveTo>
                    <a:pt x="1144" y="1"/>
                  </a:moveTo>
                  <a:cubicBezTo>
                    <a:pt x="1039" y="1"/>
                    <a:pt x="923" y="32"/>
                    <a:pt x="801" y="98"/>
                  </a:cubicBezTo>
                  <a:cubicBezTo>
                    <a:pt x="334" y="431"/>
                    <a:pt x="33" y="932"/>
                    <a:pt x="0" y="1499"/>
                  </a:cubicBezTo>
                  <a:cubicBezTo>
                    <a:pt x="0" y="1858"/>
                    <a:pt x="190" y="2063"/>
                    <a:pt x="457" y="2063"/>
                  </a:cubicBezTo>
                  <a:cubicBezTo>
                    <a:pt x="562" y="2063"/>
                    <a:pt x="679" y="2031"/>
                    <a:pt x="801" y="1966"/>
                  </a:cubicBezTo>
                  <a:cubicBezTo>
                    <a:pt x="1268" y="1665"/>
                    <a:pt x="1568" y="1132"/>
                    <a:pt x="1601" y="565"/>
                  </a:cubicBezTo>
                  <a:cubicBezTo>
                    <a:pt x="1601" y="205"/>
                    <a:pt x="1412" y="1"/>
                    <a:pt x="114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55"/>
            <p:cNvSpPr/>
            <p:nvPr/>
          </p:nvSpPr>
          <p:spPr>
            <a:xfrm>
              <a:off x="4720200" y="2886550"/>
              <a:ext cx="25050" cy="32425"/>
            </a:xfrm>
            <a:custGeom>
              <a:rect b="b" l="l" r="r" t="t"/>
              <a:pathLst>
                <a:path extrusionOk="0" h="1297" w="1002">
                  <a:moveTo>
                    <a:pt x="721" y="0"/>
                  </a:moveTo>
                  <a:cubicBezTo>
                    <a:pt x="654" y="0"/>
                    <a:pt x="579" y="24"/>
                    <a:pt x="501" y="72"/>
                  </a:cubicBezTo>
                  <a:cubicBezTo>
                    <a:pt x="201" y="272"/>
                    <a:pt x="1" y="573"/>
                    <a:pt x="1" y="940"/>
                  </a:cubicBezTo>
                  <a:cubicBezTo>
                    <a:pt x="1" y="1178"/>
                    <a:pt x="120" y="1297"/>
                    <a:pt x="285" y="1297"/>
                  </a:cubicBezTo>
                  <a:cubicBezTo>
                    <a:pt x="351" y="1297"/>
                    <a:pt x="425" y="1278"/>
                    <a:pt x="501" y="1240"/>
                  </a:cubicBezTo>
                  <a:cubicBezTo>
                    <a:pt x="801" y="1040"/>
                    <a:pt x="968" y="706"/>
                    <a:pt x="1002" y="372"/>
                  </a:cubicBezTo>
                  <a:cubicBezTo>
                    <a:pt x="1002" y="136"/>
                    <a:pt x="885" y="0"/>
                    <a:pt x="72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55"/>
            <p:cNvSpPr/>
            <p:nvPr/>
          </p:nvSpPr>
          <p:spPr>
            <a:xfrm>
              <a:off x="4810275" y="2884750"/>
              <a:ext cx="51725" cy="67250"/>
            </a:xfrm>
            <a:custGeom>
              <a:rect b="b" l="l" r="r" t="t"/>
              <a:pathLst>
                <a:path extrusionOk="0" h="2690" w="2069">
                  <a:moveTo>
                    <a:pt x="1496" y="1"/>
                  </a:moveTo>
                  <a:cubicBezTo>
                    <a:pt x="1357" y="1"/>
                    <a:pt x="1200" y="47"/>
                    <a:pt x="1034" y="144"/>
                  </a:cubicBezTo>
                  <a:cubicBezTo>
                    <a:pt x="434" y="545"/>
                    <a:pt x="34" y="1212"/>
                    <a:pt x="0" y="1946"/>
                  </a:cubicBezTo>
                  <a:cubicBezTo>
                    <a:pt x="0" y="2418"/>
                    <a:pt x="235" y="2690"/>
                    <a:pt x="572" y="2690"/>
                  </a:cubicBezTo>
                  <a:cubicBezTo>
                    <a:pt x="712" y="2690"/>
                    <a:pt x="869" y="2643"/>
                    <a:pt x="1034" y="2546"/>
                  </a:cubicBezTo>
                  <a:cubicBezTo>
                    <a:pt x="1668" y="2146"/>
                    <a:pt x="2035" y="1479"/>
                    <a:pt x="2069" y="745"/>
                  </a:cubicBezTo>
                  <a:cubicBezTo>
                    <a:pt x="2069" y="272"/>
                    <a:pt x="1834" y="1"/>
                    <a:pt x="149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55"/>
            <p:cNvSpPr/>
            <p:nvPr/>
          </p:nvSpPr>
          <p:spPr>
            <a:xfrm>
              <a:off x="5251425" y="1607650"/>
              <a:ext cx="54225" cy="70775"/>
            </a:xfrm>
            <a:custGeom>
              <a:rect b="b" l="l" r="r" t="t"/>
              <a:pathLst>
                <a:path extrusionOk="0" h="2831" w="2169">
                  <a:moveTo>
                    <a:pt x="1585" y="1"/>
                  </a:moveTo>
                  <a:cubicBezTo>
                    <a:pt x="1440" y="1"/>
                    <a:pt x="1276" y="51"/>
                    <a:pt x="1101" y="158"/>
                  </a:cubicBezTo>
                  <a:cubicBezTo>
                    <a:pt x="434" y="559"/>
                    <a:pt x="34" y="1259"/>
                    <a:pt x="0" y="2060"/>
                  </a:cubicBezTo>
                  <a:cubicBezTo>
                    <a:pt x="0" y="2540"/>
                    <a:pt x="243" y="2830"/>
                    <a:pt x="615" y="2830"/>
                  </a:cubicBezTo>
                  <a:cubicBezTo>
                    <a:pt x="760" y="2830"/>
                    <a:pt x="924" y="2787"/>
                    <a:pt x="1101" y="2693"/>
                  </a:cubicBezTo>
                  <a:cubicBezTo>
                    <a:pt x="1735" y="2260"/>
                    <a:pt x="2135" y="1559"/>
                    <a:pt x="2169" y="792"/>
                  </a:cubicBezTo>
                  <a:cubicBezTo>
                    <a:pt x="2169" y="296"/>
                    <a:pt x="1935" y="1"/>
                    <a:pt x="158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55"/>
            <p:cNvSpPr/>
            <p:nvPr/>
          </p:nvSpPr>
          <p:spPr>
            <a:xfrm>
              <a:off x="5087975" y="1661175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1"/>
                  </a:moveTo>
                  <a:cubicBezTo>
                    <a:pt x="840" y="1"/>
                    <a:pt x="740" y="28"/>
                    <a:pt x="634" y="85"/>
                  </a:cubicBezTo>
                  <a:cubicBezTo>
                    <a:pt x="267" y="352"/>
                    <a:pt x="0" y="753"/>
                    <a:pt x="0" y="1220"/>
                  </a:cubicBezTo>
                  <a:cubicBezTo>
                    <a:pt x="0" y="1503"/>
                    <a:pt x="151" y="1686"/>
                    <a:pt x="357" y="1686"/>
                  </a:cubicBezTo>
                  <a:cubicBezTo>
                    <a:pt x="442" y="1686"/>
                    <a:pt x="537" y="1655"/>
                    <a:pt x="634" y="1587"/>
                  </a:cubicBezTo>
                  <a:cubicBezTo>
                    <a:pt x="1034" y="1353"/>
                    <a:pt x="1268" y="919"/>
                    <a:pt x="1301" y="452"/>
                  </a:cubicBezTo>
                  <a:cubicBezTo>
                    <a:pt x="1301" y="167"/>
                    <a:pt x="1149" y="1"/>
                    <a:pt x="92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55"/>
            <p:cNvSpPr/>
            <p:nvPr/>
          </p:nvSpPr>
          <p:spPr>
            <a:xfrm>
              <a:off x="4981225" y="2729925"/>
              <a:ext cx="112600" cy="145075"/>
            </a:xfrm>
            <a:custGeom>
              <a:rect b="b" l="l" r="r" t="t"/>
              <a:pathLst>
                <a:path extrusionOk="0" h="5803" w="4504">
                  <a:moveTo>
                    <a:pt x="3264" y="0"/>
                  </a:moveTo>
                  <a:cubicBezTo>
                    <a:pt x="2964" y="0"/>
                    <a:pt x="2626" y="97"/>
                    <a:pt x="2269" y="300"/>
                  </a:cubicBezTo>
                  <a:cubicBezTo>
                    <a:pt x="935" y="1167"/>
                    <a:pt x="101" y="2601"/>
                    <a:pt x="1" y="4202"/>
                  </a:cubicBezTo>
                  <a:cubicBezTo>
                    <a:pt x="1" y="5221"/>
                    <a:pt x="506" y="5803"/>
                    <a:pt x="1253" y="5803"/>
                  </a:cubicBezTo>
                  <a:cubicBezTo>
                    <a:pt x="1557" y="5803"/>
                    <a:pt x="1902" y="5706"/>
                    <a:pt x="2269" y="5503"/>
                  </a:cubicBezTo>
                  <a:cubicBezTo>
                    <a:pt x="3570" y="4636"/>
                    <a:pt x="4404" y="3168"/>
                    <a:pt x="4504" y="1600"/>
                  </a:cubicBezTo>
                  <a:cubicBezTo>
                    <a:pt x="4504" y="581"/>
                    <a:pt x="3999" y="0"/>
                    <a:pt x="326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55"/>
            <p:cNvSpPr/>
            <p:nvPr/>
          </p:nvSpPr>
          <p:spPr>
            <a:xfrm>
              <a:off x="5514950" y="2774950"/>
              <a:ext cx="111775" cy="145075"/>
            </a:xfrm>
            <a:custGeom>
              <a:rect b="b" l="l" r="r" t="t"/>
              <a:pathLst>
                <a:path extrusionOk="0" h="5803" w="4471">
                  <a:moveTo>
                    <a:pt x="3230" y="0"/>
                  </a:moveTo>
                  <a:cubicBezTo>
                    <a:pt x="2930" y="0"/>
                    <a:pt x="2593" y="97"/>
                    <a:pt x="2235" y="300"/>
                  </a:cubicBezTo>
                  <a:cubicBezTo>
                    <a:pt x="901" y="1167"/>
                    <a:pt x="67" y="2602"/>
                    <a:pt x="0" y="4203"/>
                  </a:cubicBezTo>
                  <a:cubicBezTo>
                    <a:pt x="0" y="5222"/>
                    <a:pt x="488" y="5803"/>
                    <a:pt x="1226" y="5803"/>
                  </a:cubicBezTo>
                  <a:cubicBezTo>
                    <a:pt x="1526" y="5803"/>
                    <a:pt x="1868" y="5706"/>
                    <a:pt x="2235" y="5504"/>
                  </a:cubicBezTo>
                  <a:cubicBezTo>
                    <a:pt x="3569" y="4636"/>
                    <a:pt x="4370" y="3169"/>
                    <a:pt x="4470" y="1601"/>
                  </a:cubicBezTo>
                  <a:cubicBezTo>
                    <a:pt x="4470" y="582"/>
                    <a:pt x="3965" y="0"/>
                    <a:pt x="32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55"/>
            <p:cNvSpPr/>
            <p:nvPr/>
          </p:nvSpPr>
          <p:spPr>
            <a:xfrm>
              <a:off x="5359825" y="2365925"/>
              <a:ext cx="77575" cy="100850"/>
            </a:xfrm>
            <a:custGeom>
              <a:rect b="b" l="l" r="r" t="t"/>
              <a:pathLst>
                <a:path extrusionOk="0" h="4034" w="3103">
                  <a:moveTo>
                    <a:pt x="2239" y="0"/>
                  </a:moveTo>
                  <a:cubicBezTo>
                    <a:pt x="2027" y="0"/>
                    <a:pt x="1788" y="70"/>
                    <a:pt x="1535" y="216"/>
                  </a:cubicBezTo>
                  <a:cubicBezTo>
                    <a:pt x="635" y="816"/>
                    <a:pt x="34" y="1817"/>
                    <a:pt x="1" y="2918"/>
                  </a:cubicBezTo>
                  <a:cubicBezTo>
                    <a:pt x="1" y="3626"/>
                    <a:pt x="352" y="4034"/>
                    <a:pt x="853" y="4034"/>
                  </a:cubicBezTo>
                  <a:cubicBezTo>
                    <a:pt x="1060" y="4034"/>
                    <a:pt x="1292" y="3964"/>
                    <a:pt x="1535" y="3818"/>
                  </a:cubicBezTo>
                  <a:cubicBezTo>
                    <a:pt x="2469" y="3218"/>
                    <a:pt x="3036" y="2217"/>
                    <a:pt x="3103" y="1116"/>
                  </a:cubicBezTo>
                  <a:cubicBezTo>
                    <a:pt x="3103" y="408"/>
                    <a:pt x="2752" y="0"/>
                    <a:pt x="223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55"/>
            <p:cNvSpPr/>
            <p:nvPr/>
          </p:nvSpPr>
          <p:spPr>
            <a:xfrm>
              <a:off x="5054625" y="2248325"/>
              <a:ext cx="78400" cy="100050"/>
            </a:xfrm>
            <a:custGeom>
              <a:rect b="b" l="l" r="r" t="t"/>
              <a:pathLst>
                <a:path extrusionOk="0" h="4002" w="3136">
                  <a:moveTo>
                    <a:pt x="2272" y="1"/>
                  </a:moveTo>
                  <a:cubicBezTo>
                    <a:pt x="2060" y="1"/>
                    <a:pt x="1821" y="70"/>
                    <a:pt x="1568" y="216"/>
                  </a:cubicBezTo>
                  <a:cubicBezTo>
                    <a:pt x="634" y="817"/>
                    <a:pt x="67" y="1818"/>
                    <a:pt x="0" y="2918"/>
                  </a:cubicBezTo>
                  <a:cubicBezTo>
                    <a:pt x="0" y="3602"/>
                    <a:pt x="349" y="4002"/>
                    <a:pt x="860" y="4002"/>
                  </a:cubicBezTo>
                  <a:cubicBezTo>
                    <a:pt x="1073" y="4002"/>
                    <a:pt x="1313" y="3933"/>
                    <a:pt x="1568" y="3786"/>
                  </a:cubicBezTo>
                  <a:cubicBezTo>
                    <a:pt x="2468" y="3185"/>
                    <a:pt x="3069" y="2184"/>
                    <a:pt x="3136" y="1117"/>
                  </a:cubicBezTo>
                  <a:cubicBezTo>
                    <a:pt x="3136" y="409"/>
                    <a:pt x="2784" y="1"/>
                    <a:pt x="22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55"/>
            <p:cNvSpPr/>
            <p:nvPr/>
          </p:nvSpPr>
          <p:spPr>
            <a:xfrm>
              <a:off x="5008750" y="1922900"/>
              <a:ext cx="57575" cy="73750"/>
            </a:xfrm>
            <a:custGeom>
              <a:rect b="b" l="l" r="r" t="t"/>
              <a:pathLst>
                <a:path extrusionOk="0" h="2950" w="2303">
                  <a:moveTo>
                    <a:pt x="1662" y="1"/>
                  </a:moveTo>
                  <a:cubicBezTo>
                    <a:pt x="1510" y="1"/>
                    <a:pt x="1342" y="51"/>
                    <a:pt x="1168" y="157"/>
                  </a:cubicBezTo>
                  <a:cubicBezTo>
                    <a:pt x="467" y="591"/>
                    <a:pt x="67" y="1325"/>
                    <a:pt x="0" y="2125"/>
                  </a:cubicBezTo>
                  <a:cubicBezTo>
                    <a:pt x="0" y="2647"/>
                    <a:pt x="270" y="2949"/>
                    <a:pt x="653" y="2949"/>
                  </a:cubicBezTo>
                  <a:cubicBezTo>
                    <a:pt x="809" y="2949"/>
                    <a:pt x="984" y="2899"/>
                    <a:pt x="1168" y="2793"/>
                  </a:cubicBezTo>
                  <a:cubicBezTo>
                    <a:pt x="1835" y="2359"/>
                    <a:pt x="2269" y="1625"/>
                    <a:pt x="2302" y="825"/>
                  </a:cubicBezTo>
                  <a:cubicBezTo>
                    <a:pt x="2302" y="303"/>
                    <a:pt x="2033" y="1"/>
                    <a:pt x="166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55"/>
            <p:cNvSpPr/>
            <p:nvPr/>
          </p:nvSpPr>
          <p:spPr>
            <a:xfrm>
              <a:off x="5183875" y="20010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33" y="1"/>
                  </a:moveTo>
                  <a:cubicBezTo>
                    <a:pt x="843" y="1"/>
                    <a:pt x="741" y="32"/>
                    <a:pt x="634" y="100"/>
                  </a:cubicBezTo>
                  <a:cubicBezTo>
                    <a:pt x="267" y="334"/>
                    <a:pt x="0" y="767"/>
                    <a:pt x="0" y="1234"/>
                  </a:cubicBezTo>
                  <a:cubicBezTo>
                    <a:pt x="0" y="1519"/>
                    <a:pt x="153" y="1686"/>
                    <a:pt x="361" y="1686"/>
                  </a:cubicBezTo>
                  <a:cubicBezTo>
                    <a:pt x="445" y="1686"/>
                    <a:pt x="538" y="1659"/>
                    <a:pt x="634" y="1601"/>
                  </a:cubicBezTo>
                  <a:cubicBezTo>
                    <a:pt x="1034" y="1334"/>
                    <a:pt x="1268" y="934"/>
                    <a:pt x="1301" y="467"/>
                  </a:cubicBezTo>
                  <a:cubicBezTo>
                    <a:pt x="1301" y="184"/>
                    <a:pt x="1151" y="1"/>
                    <a:pt x="93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55"/>
            <p:cNvSpPr/>
            <p:nvPr/>
          </p:nvSpPr>
          <p:spPr>
            <a:xfrm>
              <a:off x="4935350" y="2325000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0"/>
                  </a:moveTo>
                  <a:cubicBezTo>
                    <a:pt x="840" y="0"/>
                    <a:pt x="740" y="27"/>
                    <a:pt x="635" y="85"/>
                  </a:cubicBezTo>
                  <a:cubicBezTo>
                    <a:pt x="268" y="352"/>
                    <a:pt x="1" y="752"/>
                    <a:pt x="1" y="1219"/>
                  </a:cubicBezTo>
                  <a:cubicBezTo>
                    <a:pt x="1" y="1502"/>
                    <a:pt x="151" y="1685"/>
                    <a:pt x="358" y="1685"/>
                  </a:cubicBezTo>
                  <a:cubicBezTo>
                    <a:pt x="443" y="1685"/>
                    <a:pt x="537" y="1654"/>
                    <a:pt x="635" y="1586"/>
                  </a:cubicBezTo>
                  <a:cubicBezTo>
                    <a:pt x="1035" y="1352"/>
                    <a:pt x="1269" y="919"/>
                    <a:pt x="1302" y="452"/>
                  </a:cubicBezTo>
                  <a:cubicBezTo>
                    <a:pt x="1302" y="167"/>
                    <a:pt x="1150" y="0"/>
                    <a:pt x="9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55"/>
            <p:cNvSpPr/>
            <p:nvPr/>
          </p:nvSpPr>
          <p:spPr>
            <a:xfrm>
              <a:off x="4892825" y="26965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45" y="1"/>
                  </a:moveTo>
                  <a:cubicBezTo>
                    <a:pt x="860" y="1"/>
                    <a:pt x="765" y="32"/>
                    <a:pt x="668" y="100"/>
                  </a:cubicBezTo>
                  <a:cubicBezTo>
                    <a:pt x="268" y="334"/>
                    <a:pt x="34" y="767"/>
                    <a:pt x="1" y="1234"/>
                  </a:cubicBezTo>
                  <a:cubicBezTo>
                    <a:pt x="1" y="1519"/>
                    <a:pt x="153" y="1686"/>
                    <a:pt x="373" y="1686"/>
                  </a:cubicBezTo>
                  <a:cubicBezTo>
                    <a:pt x="462" y="1686"/>
                    <a:pt x="562" y="1659"/>
                    <a:pt x="668" y="1601"/>
                  </a:cubicBezTo>
                  <a:cubicBezTo>
                    <a:pt x="1035" y="1334"/>
                    <a:pt x="1268" y="934"/>
                    <a:pt x="1302" y="467"/>
                  </a:cubicBezTo>
                  <a:cubicBezTo>
                    <a:pt x="1302" y="184"/>
                    <a:pt x="1151" y="1"/>
                    <a:pt x="94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55"/>
            <p:cNvSpPr/>
            <p:nvPr/>
          </p:nvSpPr>
          <p:spPr>
            <a:xfrm>
              <a:off x="4751075" y="2679100"/>
              <a:ext cx="40050" cy="51575"/>
            </a:xfrm>
            <a:custGeom>
              <a:rect b="b" l="l" r="r" t="t"/>
              <a:pathLst>
                <a:path extrusionOk="0" h="2063" w="1602">
                  <a:moveTo>
                    <a:pt x="1144" y="1"/>
                  </a:moveTo>
                  <a:cubicBezTo>
                    <a:pt x="1039" y="1"/>
                    <a:pt x="923" y="32"/>
                    <a:pt x="801" y="98"/>
                  </a:cubicBezTo>
                  <a:cubicBezTo>
                    <a:pt x="334" y="431"/>
                    <a:pt x="33" y="932"/>
                    <a:pt x="0" y="1499"/>
                  </a:cubicBezTo>
                  <a:cubicBezTo>
                    <a:pt x="0" y="1858"/>
                    <a:pt x="190" y="2063"/>
                    <a:pt x="457" y="2063"/>
                  </a:cubicBezTo>
                  <a:cubicBezTo>
                    <a:pt x="562" y="2063"/>
                    <a:pt x="679" y="2031"/>
                    <a:pt x="801" y="1966"/>
                  </a:cubicBezTo>
                  <a:cubicBezTo>
                    <a:pt x="1268" y="1665"/>
                    <a:pt x="1568" y="1132"/>
                    <a:pt x="1601" y="565"/>
                  </a:cubicBezTo>
                  <a:cubicBezTo>
                    <a:pt x="1601" y="205"/>
                    <a:pt x="1412" y="1"/>
                    <a:pt x="11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55"/>
            <p:cNvSpPr/>
            <p:nvPr/>
          </p:nvSpPr>
          <p:spPr>
            <a:xfrm>
              <a:off x="4720200" y="2886550"/>
              <a:ext cx="25050" cy="32425"/>
            </a:xfrm>
            <a:custGeom>
              <a:rect b="b" l="l" r="r" t="t"/>
              <a:pathLst>
                <a:path extrusionOk="0" h="1297" w="1002">
                  <a:moveTo>
                    <a:pt x="721" y="0"/>
                  </a:moveTo>
                  <a:cubicBezTo>
                    <a:pt x="654" y="0"/>
                    <a:pt x="579" y="24"/>
                    <a:pt x="501" y="72"/>
                  </a:cubicBezTo>
                  <a:cubicBezTo>
                    <a:pt x="201" y="272"/>
                    <a:pt x="1" y="573"/>
                    <a:pt x="1" y="940"/>
                  </a:cubicBezTo>
                  <a:cubicBezTo>
                    <a:pt x="1" y="1178"/>
                    <a:pt x="120" y="1297"/>
                    <a:pt x="285" y="1297"/>
                  </a:cubicBezTo>
                  <a:cubicBezTo>
                    <a:pt x="351" y="1297"/>
                    <a:pt x="425" y="1278"/>
                    <a:pt x="501" y="1240"/>
                  </a:cubicBezTo>
                  <a:cubicBezTo>
                    <a:pt x="801" y="1040"/>
                    <a:pt x="968" y="706"/>
                    <a:pt x="1002" y="372"/>
                  </a:cubicBezTo>
                  <a:cubicBezTo>
                    <a:pt x="1002" y="136"/>
                    <a:pt x="885" y="0"/>
                    <a:pt x="7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55"/>
            <p:cNvSpPr/>
            <p:nvPr/>
          </p:nvSpPr>
          <p:spPr>
            <a:xfrm>
              <a:off x="4810275" y="2884750"/>
              <a:ext cx="51725" cy="67250"/>
            </a:xfrm>
            <a:custGeom>
              <a:rect b="b" l="l" r="r" t="t"/>
              <a:pathLst>
                <a:path extrusionOk="0" h="2690" w="2069">
                  <a:moveTo>
                    <a:pt x="1496" y="1"/>
                  </a:moveTo>
                  <a:cubicBezTo>
                    <a:pt x="1357" y="1"/>
                    <a:pt x="1200" y="47"/>
                    <a:pt x="1034" y="144"/>
                  </a:cubicBezTo>
                  <a:cubicBezTo>
                    <a:pt x="434" y="545"/>
                    <a:pt x="34" y="1212"/>
                    <a:pt x="0" y="1946"/>
                  </a:cubicBezTo>
                  <a:cubicBezTo>
                    <a:pt x="0" y="2418"/>
                    <a:pt x="235" y="2690"/>
                    <a:pt x="572" y="2690"/>
                  </a:cubicBezTo>
                  <a:cubicBezTo>
                    <a:pt x="712" y="2690"/>
                    <a:pt x="869" y="2643"/>
                    <a:pt x="1034" y="2546"/>
                  </a:cubicBezTo>
                  <a:cubicBezTo>
                    <a:pt x="1668" y="2146"/>
                    <a:pt x="2035" y="1479"/>
                    <a:pt x="2069" y="745"/>
                  </a:cubicBezTo>
                  <a:cubicBezTo>
                    <a:pt x="2069" y="272"/>
                    <a:pt x="1834" y="1"/>
                    <a:pt x="1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55"/>
            <p:cNvSpPr/>
            <p:nvPr/>
          </p:nvSpPr>
          <p:spPr>
            <a:xfrm>
              <a:off x="5251425" y="1607650"/>
              <a:ext cx="54225" cy="70775"/>
            </a:xfrm>
            <a:custGeom>
              <a:rect b="b" l="l" r="r" t="t"/>
              <a:pathLst>
                <a:path extrusionOk="0" h="2831" w="2169">
                  <a:moveTo>
                    <a:pt x="1585" y="1"/>
                  </a:moveTo>
                  <a:cubicBezTo>
                    <a:pt x="1440" y="1"/>
                    <a:pt x="1276" y="51"/>
                    <a:pt x="1101" y="158"/>
                  </a:cubicBezTo>
                  <a:cubicBezTo>
                    <a:pt x="434" y="559"/>
                    <a:pt x="34" y="1259"/>
                    <a:pt x="0" y="2060"/>
                  </a:cubicBezTo>
                  <a:cubicBezTo>
                    <a:pt x="0" y="2540"/>
                    <a:pt x="243" y="2830"/>
                    <a:pt x="615" y="2830"/>
                  </a:cubicBezTo>
                  <a:cubicBezTo>
                    <a:pt x="760" y="2830"/>
                    <a:pt x="924" y="2787"/>
                    <a:pt x="1101" y="2693"/>
                  </a:cubicBezTo>
                  <a:cubicBezTo>
                    <a:pt x="1735" y="2260"/>
                    <a:pt x="2135" y="1559"/>
                    <a:pt x="2169" y="792"/>
                  </a:cubicBezTo>
                  <a:cubicBezTo>
                    <a:pt x="2169" y="296"/>
                    <a:pt x="1935" y="1"/>
                    <a:pt x="158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55"/>
            <p:cNvSpPr/>
            <p:nvPr/>
          </p:nvSpPr>
          <p:spPr>
            <a:xfrm>
              <a:off x="5087975" y="1661175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1"/>
                  </a:moveTo>
                  <a:cubicBezTo>
                    <a:pt x="840" y="1"/>
                    <a:pt x="740" y="28"/>
                    <a:pt x="634" y="85"/>
                  </a:cubicBezTo>
                  <a:cubicBezTo>
                    <a:pt x="267" y="352"/>
                    <a:pt x="0" y="753"/>
                    <a:pt x="0" y="1220"/>
                  </a:cubicBezTo>
                  <a:cubicBezTo>
                    <a:pt x="0" y="1503"/>
                    <a:pt x="151" y="1686"/>
                    <a:pt x="357" y="1686"/>
                  </a:cubicBezTo>
                  <a:cubicBezTo>
                    <a:pt x="442" y="1686"/>
                    <a:pt x="537" y="1655"/>
                    <a:pt x="634" y="1587"/>
                  </a:cubicBezTo>
                  <a:cubicBezTo>
                    <a:pt x="1034" y="1353"/>
                    <a:pt x="1268" y="919"/>
                    <a:pt x="1301" y="452"/>
                  </a:cubicBezTo>
                  <a:cubicBezTo>
                    <a:pt x="1301" y="167"/>
                    <a:pt x="1149" y="1"/>
                    <a:pt x="92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55"/>
            <p:cNvSpPr/>
            <p:nvPr/>
          </p:nvSpPr>
          <p:spPr>
            <a:xfrm>
              <a:off x="4612625" y="1532650"/>
              <a:ext cx="68425" cy="107325"/>
            </a:xfrm>
            <a:custGeom>
              <a:rect b="b" l="l" r="r" t="t"/>
              <a:pathLst>
                <a:path extrusionOk="0" h="4293" w="2737">
                  <a:moveTo>
                    <a:pt x="2618" y="1"/>
                  </a:moveTo>
                  <a:cubicBezTo>
                    <a:pt x="2592" y="1"/>
                    <a:pt x="2569" y="17"/>
                    <a:pt x="2569" y="56"/>
                  </a:cubicBezTo>
                  <a:lnTo>
                    <a:pt x="34" y="4159"/>
                  </a:lnTo>
                  <a:cubicBezTo>
                    <a:pt x="1" y="4192"/>
                    <a:pt x="1" y="4259"/>
                    <a:pt x="34" y="4292"/>
                  </a:cubicBezTo>
                  <a:lnTo>
                    <a:pt x="101" y="4292"/>
                  </a:lnTo>
                  <a:cubicBezTo>
                    <a:pt x="134" y="4292"/>
                    <a:pt x="134" y="4259"/>
                    <a:pt x="168" y="4259"/>
                  </a:cubicBezTo>
                  <a:lnTo>
                    <a:pt x="2703" y="123"/>
                  </a:lnTo>
                  <a:cubicBezTo>
                    <a:pt x="2736" y="89"/>
                    <a:pt x="2703" y="56"/>
                    <a:pt x="2669" y="23"/>
                  </a:cubicBezTo>
                  <a:cubicBezTo>
                    <a:pt x="2656" y="9"/>
                    <a:pt x="2636" y="1"/>
                    <a:pt x="261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55"/>
            <p:cNvSpPr/>
            <p:nvPr/>
          </p:nvSpPr>
          <p:spPr>
            <a:xfrm>
              <a:off x="4676850" y="1548225"/>
              <a:ext cx="33375" cy="216000"/>
            </a:xfrm>
            <a:custGeom>
              <a:rect b="b" l="l" r="r" t="t"/>
              <a:pathLst>
                <a:path extrusionOk="0" h="8640" w="1335">
                  <a:moveTo>
                    <a:pt x="1268" y="0"/>
                  </a:moveTo>
                  <a:cubicBezTo>
                    <a:pt x="1234" y="0"/>
                    <a:pt x="1168" y="34"/>
                    <a:pt x="1168" y="100"/>
                  </a:cubicBezTo>
                  <a:lnTo>
                    <a:pt x="0" y="8540"/>
                  </a:lnTo>
                  <a:cubicBezTo>
                    <a:pt x="0" y="8606"/>
                    <a:pt x="0" y="8640"/>
                    <a:pt x="67" y="8640"/>
                  </a:cubicBezTo>
                  <a:cubicBezTo>
                    <a:pt x="100" y="8640"/>
                    <a:pt x="167" y="8640"/>
                    <a:pt x="167" y="8573"/>
                  </a:cubicBezTo>
                  <a:lnTo>
                    <a:pt x="1335" y="100"/>
                  </a:lnTo>
                  <a:cubicBezTo>
                    <a:pt x="1335" y="67"/>
                    <a:pt x="1335" y="0"/>
                    <a:pt x="12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55"/>
            <p:cNvSpPr/>
            <p:nvPr/>
          </p:nvSpPr>
          <p:spPr>
            <a:xfrm>
              <a:off x="4591775" y="1760525"/>
              <a:ext cx="88425" cy="176325"/>
            </a:xfrm>
            <a:custGeom>
              <a:rect b="b" l="l" r="r" t="t"/>
              <a:pathLst>
                <a:path extrusionOk="0" h="7053" w="3537">
                  <a:moveTo>
                    <a:pt x="3452" y="0"/>
                  </a:moveTo>
                  <a:cubicBezTo>
                    <a:pt x="3417" y="0"/>
                    <a:pt x="3393" y="24"/>
                    <a:pt x="3370" y="48"/>
                  </a:cubicBezTo>
                  <a:lnTo>
                    <a:pt x="34" y="6919"/>
                  </a:lnTo>
                  <a:cubicBezTo>
                    <a:pt x="1" y="6986"/>
                    <a:pt x="34" y="7019"/>
                    <a:pt x="68" y="7053"/>
                  </a:cubicBezTo>
                  <a:lnTo>
                    <a:pt x="101" y="7053"/>
                  </a:lnTo>
                  <a:cubicBezTo>
                    <a:pt x="134" y="7053"/>
                    <a:pt x="168" y="7019"/>
                    <a:pt x="201" y="7019"/>
                  </a:cubicBezTo>
                  <a:lnTo>
                    <a:pt x="3537" y="114"/>
                  </a:lnTo>
                  <a:cubicBezTo>
                    <a:pt x="3537" y="81"/>
                    <a:pt x="3537" y="14"/>
                    <a:pt x="3503" y="14"/>
                  </a:cubicBezTo>
                  <a:cubicBezTo>
                    <a:pt x="3484" y="5"/>
                    <a:pt x="3467" y="0"/>
                    <a:pt x="345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55"/>
            <p:cNvSpPr/>
            <p:nvPr/>
          </p:nvSpPr>
          <p:spPr>
            <a:xfrm>
              <a:off x="4499225" y="1760325"/>
              <a:ext cx="181825" cy="106475"/>
            </a:xfrm>
            <a:custGeom>
              <a:rect b="b" l="l" r="r" t="t"/>
              <a:pathLst>
                <a:path extrusionOk="0" h="4259" w="7273">
                  <a:moveTo>
                    <a:pt x="7193" y="0"/>
                  </a:moveTo>
                  <a:cubicBezTo>
                    <a:pt x="7172" y="0"/>
                    <a:pt x="7152" y="8"/>
                    <a:pt x="7139" y="22"/>
                  </a:cubicBezTo>
                  <a:lnTo>
                    <a:pt x="67" y="4092"/>
                  </a:lnTo>
                  <a:cubicBezTo>
                    <a:pt x="0" y="4125"/>
                    <a:pt x="0" y="4159"/>
                    <a:pt x="34" y="4225"/>
                  </a:cubicBezTo>
                  <a:cubicBezTo>
                    <a:pt x="34" y="4225"/>
                    <a:pt x="67" y="4259"/>
                    <a:pt x="100" y="4259"/>
                  </a:cubicBezTo>
                  <a:cubicBezTo>
                    <a:pt x="100" y="4259"/>
                    <a:pt x="134" y="4259"/>
                    <a:pt x="134" y="4225"/>
                  </a:cubicBezTo>
                  <a:lnTo>
                    <a:pt x="7239" y="156"/>
                  </a:lnTo>
                  <a:cubicBezTo>
                    <a:pt x="7272" y="122"/>
                    <a:pt x="7272" y="89"/>
                    <a:pt x="7272" y="56"/>
                  </a:cubicBezTo>
                  <a:cubicBezTo>
                    <a:pt x="7253" y="17"/>
                    <a:pt x="7222" y="0"/>
                    <a:pt x="719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55"/>
            <p:cNvSpPr/>
            <p:nvPr/>
          </p:nvSpPr>
          <p:spPr>
            <a:xfrm>
              <a:off x="4747725" y="890550"/>
              <a:ext cx="42550" cy="436700"/>
            </a:xfrm>
            <a:custGeom>
              <a:rect b="b" l="l" r="r" t="t"/>
              <a:pathLst>
                <a:path extrusionOk="0" h="17468" w="1702">
                  <a:moveTo>
                    <a:pt x="1505" y="1"/>
                  </a:moveTo>
                  <a:cubicBezTo>
                    <a:pt x="1412" y="1"/>
                    <a:pt x="1318" y="59"/>
                    <a:pt x="1302" y="188"/>
                  </a:cubicBezTo>
                  <a:lnTo>
                    <a:pt x="1" y="17234"/>
                  </a:lnTo>
                  <a:cubicBezTo>
                    <a:pt x="1" y="17367"/>
                    <a:pt x="67" y="17434"/>
                    <a:pt x="167" y="17468"/>
                  </a:cubicBezTo>
                  <a:cubicBezTo>
                    <a:pt x="267" y="17468"/>
                    <a:pt x="368" y="17367"/>
                    <a:pt x="368" y="17267"/>
                  </a:cubicBezTo>
                  <a:lnTo>
                    <a:pt x="1702" y="188"/>
                  </a:lnTo>
                  <a:cubicBezTo>
                    <a:pt x="1702" y="68"/>
                    <a:pt x="1604" y="1"/>
                    <a:pt x="150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55"/>
            <p:cNvSpPr/>
            <p:nvPr/>
          </p:nvSpPr>
          <p:spPr>
            <a:xfrm>
              <a:off x="4808600" y="663475"/>
              <a:ext cx="323850" cy="648775"/>
            </a:xfrm>
            <a:custGeom>
              <a:rect b="b" l="l" r="r" t="t"/>
              <a:pathLst>
                <a:path extrusionOk="0" h="25951" w="12954">
                  <a:moveTo>
                    <a:pt x="12716" y="1"/>
                  </a:moveTo>
                  <a:cubicBezTo>
                    <a:pt x="12653" y="1"/>
                    <a:pt x="12588" y="30"/>
                    <a:pt x="12543" y="98"/>
                  </a:cubicBezTo>
                  <a:lnTo>
                    <a:pt x="34" y="25683"/>
                  </a:lnTo>
                  <a:cubicBezTo>
                    <a:pt x="1" y="25783"/>
                    <a:pt x="34" y="25883"/>
                    <a:pt x="134" y="25950"/>
                  </a:cubicBezTo>
                  <a:lnTo>
                    <a:pt x="201" y="25950"/>
                  </a:lnTo>
                  <a:cubicBezTo>
                    <a:pt x="268" y="25950"/>
                    <a:pt x="334" y="25917"/>
                    <a:pt x="401" y="25850"/>
                  </a:cubicBezTo>
                  <a:lnTo>
                    <a:pt x="12910" y="265"/>
                  </a:lnTo>
                  <a:cubicBezTo>
                    <a:pt x="12954" y="111"/>
                    <a:pt x="12838" y="1"/>
                    <a:pt x="1271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55"/>
            <p:cNvSpPr/>
            <p:nvPr/>
          </p:nvSpPr>
          <p:spPr>
            <a:xfrm>
              <a:off x="4538950" y="1331975"/>
              <a:ext cx="147925" cy="81175"/>
            </a:xfrm>
            <a:custGeom>
              <a:rect b="b" l="l" r="r" t="t"/>
              <a:pathLst>
                <a:path extrusionOk="0" h="3247" w="5917">
                  <a:moveTo>
                    <a:pt x="283" y="0"/>
                  </a:moveTo>
                  <a:cubicBezTo>
                    <a:pt x="114" y="0"/>
                    <a:pt x="1" y="225"/>
                    <a:pt x="179" y="344"/>
                  </a:cubicBezTo>
                  <a:lnTo>
                    <a:pt x="5616" y="3213"/>
                  </a:lnTo>
                  <a:cubicBezTo>
                    <a:pt x="5616" y="3213"/>
                    <a:pt x="5650" y="3213"/>
                    <a:pt x="5683" y="3246"/>
                  </a:cubicBezTo>
                  <a:cubicBezTo>
                    <a:pt x="5750" y="3246"/>
                    <a:pt x="5816" y="3180"/>
                    <a:pt x="5850" y="3113"/>
                  </a:cubicBezTo>
                  <a:cubicBezTo>
                    <a:pt x="5917" y="3046"/>
                    <a:pt x="5883" y="2913"/>
                    <a:pt x="5783" y="2879"/>
                  </a:cubicBezTo>
                  <a:lnTo>
                    <a:pt x="346" y="11"/>
                  </a:lnTo>
                  <a:cubicBezTo>
                    <a:pt x="324" y="3"/>
                    <a:pt x="303" y="0"/>
                    <a:pt x="28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55"/>
            <p:cNvSpPr/>
            <p:nvPr/>
          </p:nvSpPr>
          <p:spPr>
            <a:xfrm>
              <a:off x="3657775" y="990325"/>
              <a:ext cx="582950" cy="123450"/>
            </a:xfrm>
            <a:custGeom>
              <a:rect b="b" l="l" r="r" t="t"/>
              <a:pathLst>
                <a:path extrusionOk="0" h="4938" w="23318">
                  <a:moveTo>
                    <a:pt x="23084" y="0"/>
                  </a:moveTo>
                  <a:lnTo>
                    <a:pt x="168" y="4570"/>
                  </a:lnTo>
                  <a:cubicBezTo>
                    <a:pt x="68" y="4570"/>
                    <a:pt x="1" y="4670"/>
                    <a:pt x="34" y="4804"/>
                  </a:cubicBezTo>
                  <a:cubicBezTo>
                    <a:pt x="34" y="4870"/>
                    <a:pt x="101" y="4937"/>
                    <a:pt x="201" y="4937"/>
                  </a:cubicBezTo>
                  <a:lnTo>
                    <a:pt x="234" y="4937"/>
                  </a:lnTo>
                  <a:lnTo>
                    <a:pt x="23151" y="400"/>
                  </a:lnTo>
                  <a:cubicBezTo>
                    <a:pt x="23251" y="367"/>
                    <a:pt x="23317" y="267"/>
                    <a:pt x="23284" y="167"/>
                  </a:cubicBezTo>
                  <a:cubicBezTo>
                    <a:pt x="23284" y="67"/>
                    <a:pt x="23184" y="0"/>
                    <a:pt x="2308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55"/>
            <p:cNvSpPr/>
            <p:nvPr/>
          </p:nvSpPr>
          <p:spPr>
            <a:xfrm>
              <a:off x="4287400" y="1332950"/>
              <a:ext cx="165750" cy="63525"/>
            </a:xfrm>
            <a:custGeom>
              <a:rect b="b" l="l" r="r" t="t"/>
              <a:pathLst>
                <a:path extrusionOk="0" h="2541" w="6630">
                  <a:moveTo>
                    <a:pt x="6498" y="1"/>
                  </a:moveTo>
                  <a:cubicBezTo>
                    <a:pt x="6490" y="1"/>
                    <a:pt x="6481" y="2"/>
                    <a:pt x="6472" y="5"/>
                  </a:cubicBezTo>
                  <a:lnTo>
                    <a:pt x="67" y="2373"/>
                  </a:lnTo>
                  <a:cubicBezTo>
                    <a:pt x="0" y="2407"/>
                    <a:pt x="0" y="2440"/>
                    <a:pt x="0" y="2507"/>
                  </a:cubicBezTo>
                  <a:cubicBezTo>
                    <a:pt x="34" y="2507"/>
                    <a:pt x="67" y="2540"/>
                    <a:pt x="101" y="2540"/>
                  </a:cubicBezTo>
                  <a:lnTo>
                    <a:pt x="6538" y="172"/>
                  </a:lnTo>
                  <a:cubicBezTo>
                    <a:pt x="6630" y="141"/>
                    <a:pt x="6583" y="1"/>
                    <a:pt x="649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55"/>
            <p:cNvSpPr/>
            <p:nvPr/>
          </p:nvSpPr>
          <p:spPr>
            <a:xfrm>
              <a:off x="4399975" y="1145725"/>
              <a:ext cx="89250" cy="129825"/>
            </a:xfrm>
            <a:custGeom>
              <a:rect b="b" l="l" r="r" t="t"/>
              <a:pathLst>
                <a:path extrusionOk="0" h="5193" w="3570">
                  <a:moveTo>
                    <a:pt x="119" y="0"/>
                  </a:moveTo>
                  <a:cubicBezTo>
                    <a:pt x="101" y="0"/>
                    <a:pt x="81" y="8"/>
                    <a:pt x="67" y="22"/>
                  </a:cubicBezTo>
                  <a:cubicBezTo>
                    <a:pt x="34" y="55"/>
                    <a:pt x="1" y="89"/>
                    <a:pt x="34" y="122"/>
                  </a:cubicBezTo>
                  <a:lnTo>
                    <a:pt x="3403" y="5126"/>
                  </a:lnTo>
                  <a:cubicBezTo>
                    <a:pt x="3436" y="5159"/>
                    <a:pt x="3470" y="5159"/>
                    <a:pt x="3470" y="5192"/>
                  </a:cubicBezTo>
                  <a:cubicBezTo>
                    <a:pt x="3503" y="5159"/>
                    <a:pt x="3537" y="5159"/>
                    <a:pt x="3537" y="5159"/>
                  </a:cubicBezTo>
                  <a:cubicBezTo>
                    <a:pt x="3570" y="5126"/>
                    <a:pt x="3570" y="5092"/>
                    <a:pt x="3570" y="5059"/>
                  </a:cubicBezTo>
                  <a:lnTo>
                    <a:pt x="167" y="55"/>
                  </a:lnTo>
                  <a:cubicBezTo>
                    <a:pt x="167" y="16"/>
                    <a:pt x="145" y="0"/>
                    <a:pt x="11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55"/>
            <p:cNvSpPr/>
            <p:nvPr/>
          </p:nvSpPr>
          <p:spPr>
            <a:xfrm>
              <a:off x="4415000" y="1392275"/>
              <a:ext cx="63400" cy="162975"/>
            </a:xfrm>
            <a:custGeom>
              <a:rect b="b" l="l" r="r" t="t"/>
              <a:pathLst>
                <a:path extrusionOk="0" h="6519" w="2536">
                  <a:moveTo>
                    <a:pt x="2469" y="0"/>
                  </a:moveTo>
                  <a:cubicBezTo>
                    <a:pt x="2402" y="0"/>
                    <a:pt x="2368" y="34"/>
                    <a:pt x="2368" y="67"/>
                  </a:cubicBezTo>
                  <a:lnTo>
                    <a:pt x="0" y="6405"/>
                  </a:lnTo>
                  <a:cubicBezTo>
                    <a:pt x="0" y="6438"/>
                    <a:pt x="33" y="6505"/>
                    <a:pt x="67" y="6505"/>
                  </a:cubicBezTo>
                  <a:lnTo>
                    <a:pt x="100" y="6505"/>
                  </a:lnTo>
                  <a:cubicBezTo>
                    <a:pt x="110" y="6515"/>
                    <a:pt x="120" y="6519"/>
                    <a:pt x="130" y="6519"/>
                  </a:cubicBezTo>
                  <a:cubicBezTo>
                    <a:pt x="153" y="6519"/>
                    <a:pt x="177" y="6495"/>
                    <a:pt x="200" y="6472"/>
                  </a:cubicBezTo>
                  <a:lnTo>
                    <a:pt x="2502" y="134"/>
                  </a:lnTo>
                  <a:cubicBezTo>
                    <a:pt x="2535" y="67"/>
                    <a:pt x="2502" y="34"/>
                    <a:pt x="246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55"/>
            <p:cNvSpPr/>
            <p:nvPr/>
          </p:nvSpPr>
          <p:spPr>
            <a:xfrm>
              <a:off x="4233200" y="992825"/>
              <a:ext cx="21700" cy="371950"/>
            </a:xfrm>
            <a:custGeom>
              <a:rect b="b" l="l" r="r" t="t"/>
              <a:pathLst>
                <a:path extrusionOk="0" h="14878" w="868">
                  <a:moveTo>
                    <a:pt x="100" y="0"/>
                  </a:moveTo>
                  <a:cubicBezTo>
                    <a:pt x="34" y="0"/>
                    <a:pt x="0" y="34"/>
                    <a:pt x="0" y="67"/>
                  </a:cubicBezTo>
                  <a:lnTo>
                    <a:pt x="701" y="14811"/>
                  </a:lnTo>
                  <a:cubicBezTo>
                    <a:pt x="701" y="14844"/>
                    <a:pt x="767" y="14878"/>
                    <a:pt x="801" y="14878"/>
                  </a:cubicBezTo>
                  <a:cubicBezTo>
                    <a:pt x="834" y="14878"/>
                    <a:pt x="868" y="14844"/>
                    <a:pt x="868" y="14778"/>
                  </a:cubicBezTo>
                  <a:lnTo>
                    <a:pt x="167" y="67"/>
                  </a:lnTo>
                  <a:cubicBezTo>
                    <a:pt x="167" y="34"/>
                    <a:pt x="134" y="0"/>
                    <a:pt x="10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55"/>
            <p:cNvSpPr/>
            <p:nvPr/>
          </p:nvSpPr>
          <p:spPr>
            <a:xfrm>
              <a:off x="4130175" y="1286650"/>
              <a:ext cx="98875" cy="105650"/>
            </a:xfrm>
            <a:custGeom>
              <a:rect b="b" l="l" r="r" t="t"/>
              <a:pathLst>
                <a:path extrusionOk="0" h="4226" w="3955">
                  <a:moveTo>
                    <a:pt x="117" y="0"/>
                  </a:moveTo>
                  <a:cubicBezTo>
                    <a:pt x="48" y="0"/>
                    <a:pt x="0" y="71"/>
                    <a:pt x="52" y="122"/>
                  </a:cubicBezTo>
                  <a:lnTo>
                    <a:pt x="3788" y="4192"/>
                  </a:lnTo>
                  <a:cubicBezTo>
                    <a:pt x="3821" y="4225"/>
                    <a:pt x="3854" y="4225"/>
                    <a:pt x="3854" y="4225"/>
                  </a:cubicBezTo>
                  <a:lnTo>
                    <a:pt x="3921" y="4225"/>
                  </a:lnTo>
                  <a:cubicBezTo>
                    <a:pt x="3954" y="4192"/>
                    <a:pt x="3954" y="4125"/>
                    <a:pt x="3921" y="4092"/>
                  </a:cubicBezTo>
                  <a:lnTo>
                    <a:pt x="185" y="22"/>
                  </a:lnTo>
                  <a:cubicBezTo>
                    <a:pt x="162" y="7"/>
                    <a:pt x="139" y="0"/>
                    <a:pt x="11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55"/>
            <p:cNvSpPr/>
            <p:nvPr/>
          </p:nvSpPr>
          <p:spPr>
            <a:xfrm>
              <a:off x="4846975" y="1351400"/>
              <a:ext cx="259375" cy="38400"/>
            </a:xfrm>
            <a:custGeom>
              <a:rect b="b" l="l" r="r" t="t"/>
              <a:pathLst>
                <a:path extrusionOk="0" h="1536" w="10375">
                  <a:moveTo>
                    <a:pt x="10174" y="1"/>
                  </a:moveTo>
                  <a:lnTo>
                    <a:pt x="200" y="1135"/>
                  </a:lnTo>
                  <a:cubicBezTo>
                    <a:pt x="100" y="1168"/>
                    <a:pt x="0" y="1268"/>
                    <a:pt x="33" y="1369"/>
                  </a:cubicBezTo>
                  <a:cubicBezTo>
                    <a:pt x="33" y="1469"/>
                    <a:pt x="100" y="1535"/>
                    <a:pt x="200" y="1535"/>
                  </a:cubicBezTo>
                  <a:lnTo>
                    <a:pt x="234" y="1535"/>
                  </a:lnTo>
                  <a:lnTo>
                    <a:pt x="10207" y="401"/>
                  </a:lnTo>
                  <a:cubicBezTo>
                    <a:pt x="10307" y="368"/>
                    <a:pt x="10374" y="301"/>
                    <a:pt x="10374" y="168"/>
                  </a:cubicBezTo>
                  <a:cubicBezTo>
                    <a:pt x="10374" y="68"/>
                    <a:pt x="10274" y="1"/>
                    <a:pt x="1017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55"/>
            <p:cNvSpPr/>
            <p:nvPr/>
          </p:nvSpPr>
          <p:spPr>
            <a:xfrm>
              <a:off x="5168850" y="946025"/>
              <a:ext cx="137550" cy="332025"/>
            </a:xfrm>
            <a:custGeom>
              <a:rect b="b" l="l" r="r" t="t"/>
              <a:pathLst>
                <a:path extrusionOk="0" h="13281" w="5502">
                  <a:moveTo>
                    <a:pt x="5260" y="1"/>
                  </a:moveTo>
                  <a:cubicBezTo>
                    <a:pt x="5193" y="1"/>
                    <a:pt x="5129" y="41"/>
                    <a:pt x="5105" y="138"/>
                  </a:cubicBezTo>
                  <a:lnTo>
                    <a:pt x="68" y="13014"/>
                  </a:lnTo>
                  <a:cubicBezTo>
                    <a:pt x="1" y="13147"/>
                    <a:pt x="101" y="13280"/>
                    <a:pt x="234" y="13280"/>
                  </a:cubicBezTo>
                  <a:cubicBezTo>
                    <a:pt x="301" y="13280"/>
                    <a:pt x="401" y="13214"/>
                    <a:pt x="401" y="13147"/>
                  </a:cubicBezTo>
                  <a:lnTo>
                    <a:pt x="5438" y="271"/>
                  </a:lnTo>
                  <a:cubicBezTo>
                    <a:pt x="5502" y="123"/>
                    <a:pt x="5376" y="1"/>
                    <a:pt x="526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55"/>
            <p:cNvSpPr/>
            <p:nvPr/>
          </p:nvSpPr>
          <p:spPr>
            <a:xfrm>
              <a:off x="5379850" y="876900"/>
              <a:ext cx="201000" cy="55075"/>
            </a:xfrm>
            <a:custGeom>
              <a:rect b="b" l="l" r="r" t="t"/>
              <a:pathLst>
                <a:path extrusionOk="0" h="2203" w="8040">
                  <a:moveTo>
                    <a:pt x="100" y="1"/>
                  </a:moveTo>
                  <a:cubicBezTo>
                    <a:pt x="67" y="1"/>
                    <a:pt x="0" y="34"/>
                    <a:pt x="0" y="67"/>
                  </a:cubicBezTo>
                  <a:cubicBezTo>
                    <a:pt x="0" y="134"/>
                    <a:pt x="0" y="167"/>
                    <a:pt x="67" y="167"/>
                  </a:cubicBezTo>
                  <a:lnTo>
                    <a:pt x="7906" y="2202"/>
                  </a:lnTo>
                  <a:lnTo>
                    <a:pt x="7939" y="2202"/>
                  </a:lnTo>
                  <a:cubicBezTo>
                    <a:pt x="7973" y="2202"/>
                    <a:pt x="8006" y="2169"/>
                    <a:pt x="8006" y="2135"/>
                  </a:cubicBezTo>
                  <a:cubicBezTo>
                    <a:pt x="8039" y="2069"/>
                    <a:pt x="8006" y="2035"/>
                    <a:pt x="7973" y="2035"/>
                  </a:cubicBezTo>
                  <a:lnTo>
                    <a:pt x="10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55"/>
            <p:cNvSpPr/>
            <p:nvPr/>
          </p:nvSpPr>
          <p:spPr>
            <a:xfrm>
              <a:off x="5381525" y="694575"/>
              <a:ext cx="146400" cy="139825"/>
            </a:xfrm>
            <a:custGeom>
              <a:rect b="b" l="l" r="r" t="t"/>
              <a:pathLst>
                <a:path extrusionOk="0" h="5593" w="5856">
                  <a:moveTo>
                    <a:pt x="5737" y="0"/>
                  </a:moveTo>
                  <a:cubicBezTo>
                    <a:pt x="5716" y="0"/>
                    <a:pt x="5693" y="7"/>
                    <a:pt x="5671" y="22"/>
                  </a:cubicBezTo>
                  <a:lnTo>
                    <a:pt x="33" y="5426"/>
                  </a:lnTo>
                  <a:cubicBezTo>
                    <a:pt x="0" y="5459"/>
                    <a:pt x="0" y="5526"/>
                    <a:pt x="33" y="5559"/>
                  </a:cubicBezTo>
                  <a:cubicBezTo>
                    <a:pt x="33" y="5592"/>
                    <a:pt x="67" y="5592"/>
                    <a:pt x="100" y="5592"/>
                  </a:cubicBezTo>
                  <a:cubicBezTo>
                    <a:pt x="100" y="5592"/>
                    <a:pt x="133" y="5559"/>
                    <a:pt x="133" y="5559"/>
                  </a:cubicBezTo>
                  <a:lnTo>
                    <a:pt x="5804" y="155"/>
                  </a:lnTo>
                  <a:cubicBezTo>
                    <a:pt x="5856" y="78"/>
                    <a:pt x="5807" y="0"/>
                    <a:pt x="573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55"/>
            <p:cNvSpPr/>
            <p:nvPr/>
          </p:nvSpPr>
          <p:spPr>
            <a:xfrm>
              <a:off x="4209000" y="960050"/>
              <a:ext cx="53400" cy="68900"/>
            </a:xfrm>
            <a:custGeom>
              <a:rect b="b" l="l" r="r" t="t"/>
              <a:pathLst>
                <a:path extrusionOk="0" h="2756" w="2136">
                  <a:moveTo>
                    <a:pt x="1548" y="1"/>
                  </a:moveTo>
                  <a:cubicBezTo>
                    <a:pt x="1405" y="1"/>
                    <a:pt x="1242" y="47"/>
                    <a:pt x="1068" y="144"/>
                  </a:cubicBezTo>
                  <a:cubicBezTo>
                    <a:pt x="435" y="544"/>
                    <a:pt x="34" y="1245"/>
                    <a:pt x="1" y="2012"/>
                  </a:cubicBezTo>
                  <a:cubicBezTo>
                    <a:pt x="1" y="2484"/>
                    <a:pt x="252" y="2756"/>
                    <a:pt x="599" y="2756"/>
                  </a:cubicBezTo>
                  <a:cubicBezTo>
                    <a:pt x="743" y="2756"/>
                    <a:pt x="903" y="2710"/>
                    <a:pt x="1068" y="2612"/>
                  </a:cubicBezTo>
                  <a:cubicBezTo>
                    <a:pt x="1702" y="2212"/>
                    <a:pt x="2102" y="1511"/>
                    <a:pt x="2136" y="778"/>
                  </a:cubicBezTo>
                  <a:cubicBezTo>
                    <a:pt x="2136" y="280"/>
                    <a:pt x="1900" y="1"/>
                    <a:pt x="154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55"/>
            <p:cNvSpPr/>
            <p:nvPr/>
          </p:nvSpPr>
          <p:spPr>
            <a:xfrm>
              <a:off x="4388300" y="1128950"/>
              <a:ext cx="29225" cy="37825"/>
            </a:xfrm>
            <a:custGeom>
              <a:rect b="b" l="l" r="r" t="t"/>
              <a:pathLst>
                <a:path extrusionOk="0" h="1513" w="1169">
                  <a:moveTo>
                    <a:pt x="852" y="1"/>
                  </a:moveTo>
                  <a:cubicBezTo>
                    <a:pt x="768" y="1"/>
                    <a:pt x="671" y="31"/>
                    <a:pt x="568" y="93"/>
                  </a:cubicBezTo>
                  <a:cubicBezTo>
                    <a:pt x="234" y="293"/>
                    <a:pt x="1" y="660"/>
                    <a:pt x="1" y="1093"/>
                  </a:cubicBezTo>
                  <a:cubicBezTo>
                    <a:pt x="1" y="1353"/>
                    <a:pt x="134" y="1512"/>
                    <a:pt x="319" y="1512"/>
                  </a:cubicBezTo>
                  <a:cubicBezTo>
                    <a:pt x="395" y="1512"/>
                    <a:pt x="480" y="1485"/>
                    <a:pt x="568" y="1427"/>
                  </a:cubicBezTo>
                  <a:cubicBezTo>
                    <a:pt x="935" y="1193"/>
                    <a:pt x="1135" y="826"/>
                    <a:pt x="1168" y="426"/>
                  </a:cubicBezTo>
                  <a:cubicBezTo>
                    <a:pt x="1168" y="150"/>
                    <a:pt x="1041" y="1"/>
                    <a:pt x="85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55"/>
            <p:cNvSpPr/>
            <p:nvPr/>
          </p:nvSpPr>
          <p:spPr>
            <a:xfrm>
              <a:off x="4116450" y="1268775"/>
              <a:ext cx="29200" cy="37725"/>
            </a:xfrm>
            <a:custGeom>
              <a:rect b="b" l="l" r="r" t="t"/>
              <a:pathLst>
                <a:path extrusionOk="0" h="1509" w="1168">
                  <a:moveTo>
                    <a:pt x="829" y="0"/>
                  </a:moveTo>
                  <a:cubicBezTo>
                    <a:pt x="750" y="0"/>
                    <a:pt x="661" y="23"/>
                    <a:pt x="567" y="70"/>
                  </a:cubicBezTo>
                  <a:cubicBezTo>
                    <a:pt x="234" y="304"/>
                    <a:pt x="34" y="671"/>
                    <a:pt x="0" y="1104"/>
                  </a:cubicBezTo>
                  <a:cubicBezTo>
                    <a:pt x="0" y="1366"/>
                    <a:pt x="136" y="1509"/>
                    <a:pt x="323" y="1509"/>
                  </a:cubicBezTo>
                  <a:cubicBezTo>
                    <a:pt x="398" y="1509"/>
                    <a:pt x="481" y="1486"/>
                    <a:pt x="567" y="1438"/>
                  </a:cubicBezTo>
                  <a:cubicBezTo>
                    <a:pt x="934" y="1204"/>
                    <a:pt x="1134" y="837"/>
                    <a:pt x="1168" y="437"/>
                  </a:cubicBezTo>
                  <a:cubicBezTo>
                    <a:pt x="1168" y="150"/>
                    <a:pt x="1030" y="0"/>
                    <a:pt x="82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55"/>
            <p:cNvSpPr/>
            <p:nvPr/>
          </p:nvSpPr>
          <p:spPr>
            <a:xfrm>
              <a:off x="4402475" y="1534400"/>
              <a:ext cx="29225" cy="37675"/>
            </a:xfrm>
            <a:custGeom>
              <a:rect b="b" l="l" r="r" t="t"/>
              <a:pathLst>
                <a:path extrusionOk="0" h="1507" w="1169">
                  <a:moveTo>
                    <a:pt x="850" y="1"/>
                  </a:moveTo>
                  <a:cubicBezTo>
                    <a:pt x="774" y="1"/>
                    <a:pt x="689" y="28"/>
                    <a:pt x="601" y="86"/>
                  </a:cubicBezTo>
                  <a:cubicBezTo>
                    <a:pt x="234" y="286"/>
                    <a:pt x="34" y="687"/>
                    <a:pt x="1" y="1087"/>
                  </a:cubicBezTo>
                  <a:cubicBezTo>
                    <a:pt x="1" y="1347"/>
                    <a:pt x="134" y="1506"/>
                    <a:pt x="331" y="1506"/>
                  </a:cubicBezTo>
                  <a:cubicBezTo>
                    <a:pt x="412" y="1506"/>
                    <a:pt x="504" y="1479"/>
                    <a:pt x="601" y="1420"/>
                  </a:cubicBezTo>
                  <a:cubicBezTo>
                    <a:pt x="935" y="1187"/>
                    <a:pt x="1168" y="820"/>
                    <a:pt x="1168" y="420"/>
                  </a:cubicBezTo>
                  <a:cubicBezTo>
                    <a:pt x="1168" y="160"/>
                    <a:pt x="1035" y="1"/>
                    <a:pt x="85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55"/>
            <p:cNvSpPr/>
            <p:nvPr/>
          </p:nvSpPr>
          <p:spPr>
            <a:xfrm>
              <a:off x="4600125" y="1618625"/>
              <a:ext cx="29200" cy="37675"/>
            </a:xfrm>
            <a:custGeom>
              <a:rect b="b" l="l" r="r" t="t"/>
              <a:pathLst>
                <a:path extrusionOk="0" h="1507" w="1168">
                  <a:moveTo>
                    <a:pt x="850" y="1"/>
                  </a:moveTo>
                  <a:cubicBezTo>
                    <a:pt x="773" y="1"/>
                    <a:pt x="689" y="28"/>
                    <a:pt x="601" y="86"/>
                  </a:cubicBezTo>
                  <a:cubicBezTo>
                    <a:pt x="234" y="320"/>
                    <a:pt x="34" y="687"/>
                    <a:pt x="0" y="1087"/>
                  </a:cubicBezTo>
                  <a:cubicBezTo>
                    <a:pt x="0" y="1347"/>
                    <a:pt x="134" y="1506"/>
                    <a:pt x="331" y="1506"/>
                  </a:cubicBezTo>
                  <a:cubicBezTo>
                    <a:pt x="412" y="1506"/>
                    <a:pt x="503" y="1479"/>
                    <a:pt x="601" y="1421"/>
                  </a:cubicBezTo>
                  <a:cubicBezTo>
                    <a:pt x="934" y="1187"/>
                    <a:pt x="1168" y="820"/>
                    <a:pt x="1168" y="420"/>
                  </a:cubicBezTo>
                  <a:cubicBezTo>
                    <a:pt x="1168" y="160"/>
                    <a:pt x="1034" y="1"/>
                    <a:pt x="85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55"/>
            <p:cNvSpPr/>
            <p:nvPr/>
          </p:nvSpPr>
          <p:spPr>
            <a:xfrm>
              <a:off x="4580100" y="1915500"/>
              <a:ext cx="29225" cy="37675"/>
            </a:xfrm>
            <a:custGeom>
              <a:rect b="b" l="l" r="r" t="t"/>
              <a:pathLst>
                <a:path extrusionOk="0" h="1507" w="1169">
                  <a:moveTo>
                    <a:pt x="838" y="1"/>
                  </a:moveTo>
                  <a:cubicBezTo>
                    <a:pt x="757" y="1"/>
                    <a:pt x="665" y="28"/>
                    <a:pt x="568" y="86"/>
                  </a:cubicBezTo>
                  <a:cubicBezTo>
                    <a:pt x="234" y="320"/>
                    <a:pt x="34" y="687"/>
                    <a:pt x="1" y="1087"/>
                  </a:cubicBezTo>
                  <a:cubicBezTo>
                    <a:pt x="1" y="1347"/>
                    <a:pt x="135" y="1506"/>
                    <a:pt x="319" y="1506"/>
                  </a:cubicBezTo>
                  <a:cubicBezTo>
                    <a:pt x="395" y="1506"/>
                    <a:pt x="480" y="1479"/>
                    <a:pt x="568" y="1421"/>
                  </a:cubicBezTo>
                  <a:cubicBezTo>
                    <a:pt x="935" y="1221"/>
                    <a:pt x="1135" y="820"/>
                    <a:pt x="1168" y="420"/>
                  </a:cubicBezTo>
                  <a:cubicBezTo>
                    <a:pt x="1168" y="160"/>
                    <a:pt x="1035" y="1"/>
                    <a:pt x="83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55"/>
            <p:cNvSpPr/>
            <p:nvPr/>
          </p:nvSpPr>
          <p:spPr>
            <a:xfrm>
              <a:off x="4656000" y="1733925"/>
              <a:ext cx="44225" cy="56950"/>
            </a:xfrm>
            <a:custGeom>
              <a:rect b="b" l="l" r="r" t="t"/>
              <a:pathLst>
                <a:path extrusionOk="0" h="2278" w="1769">
                  <a:moveTo>
                    <a:pt x="1288" y="0"/>
                  </a:moveTo>
                  <a:cubicBezTo>
                    <a:pt x="1173" y="0"/>
                    <a:pt x="1042" y="35"/>
                    <a:pt x="901" y="111"/>
                  </a:cubicBezTo>
                  <a:cubicBezTo>
                    <a:pt x="367" y="444"/>
                    <a:pt x="34" y="1012"/>
                    <a:pt x="0" y="1645"/>
                  </a:cubicBezTo>
                  <a:cubicBezTo>
                    <a:pt x="0" y="2043"/>
                    <a:pt x="198" y="2277"/>
                    <a:pt x="488" y="2277"/>
                  </a:cubicBezTo>
                  <a:cubicBezTo>
                    <a:pt x="612" y="2277"/>
                    <a:pt x="752" y="2235"/>
                    <a:pt x="901" y="2146"/>
                  </a:cubicBezTo>
                  <a:cubicBezTo>
                    <a:pt x="1435" y="1812"/>
                    <a:pt x="1735" y="1245"/>
                    <a:pt x="1768" y="611"/>
                  </a:cubicBezTo>
                  <a:cubicBezTo>
                    <a:pt x="1768" y="228"/>
                    <a:pt x="1579" y="0"/>
                    <a:pt x="128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55"/>
            <p:cNvSpPr/>
            <p:nvPr/>
          </p:nvSpPr>
          <p:spPr>
            <a:xfrm>
              <a:off x="4479200" y="1835975"/>
              <a:ext cx="44225" cy="56925"/>
            </a:xfrm>
            <a:custGeom>
              <a:rect b="b" l="l" r="r" t="t"/>
              <a:pathLst>
                <a:path extrusionOk="0" h="2277" w="1769">
                  <a:moveTo>
                    <a:pt x="1307" y="0"/>
                  </a:moveTo>
                  <a:cubicBezTo>
                    <a:pt x="1188" y="0"/>
                    <a:pt x="1050" y="42"/>
                    <a:pt x="901" y="132"/>
                  </a:cubicBezTo>
                  <a:cubicBezTo>
                    <a:pt x="368" y="465"/>
                    <a:pt x="34" y="1032"/>
                    <a:pt x="1" y="1633"/>
                  </a:cubicBezTo>
                  <a:cubicBezTo>
                    <a:pt x="1" y="2041"/>
                    <a:pt x="208" y="2277"/>
                    <a:pt x="511" y="2277"/>
                  </a:cubicBezTo>
                  <a:cubicBezTo>
                    <a:pt x="629" y="2277"/>
                    <a:pt x="761" y="2241"/>
                    <a:pt x="901" y="2167"/>
                  </a:cubicBezTo>
                  <a:cubicBezTo>
                    <a:pt x="1435" y="1833"/>
                    <a:pt x="1735" y="1266"/>
                    <a:pt x="1769" y="632"/>
                  </a:cubicBezTo>
                  <a:cubicBezTo>
                    <a:pt x="1769" y="234"/>
                    <a:pt x="1588" y="0"/>
                    <a:pt x="130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55"/>
            <p:cNvSpPr/>
            <p:nvPr/>
          </p:nvSpPr>
          <p:spPr>
            <a:xfrm>
              <a:off x="5503275" y="668475"/>
              <a:ext cx="44225" cy="56950"/>
            </a:xfrm>
            <a:custGeom>
              <a:rect b="b" l="l" r="r" t="t"/>
              <a:pathLst>
                <a:path extrusionOk="0" h="2278" w="1769">
                  <a:moveTo>
                    <a:pt x="1280" y="0"/>
                  </a:moveTo>
                  <a:cubicBezTo>
                    <a:pt x="1157" y="0"/>
                    <a:pt x="1017" y="42"/>
                    <a:pt x="867" y="132"/>
                  </a:cubicBezTo>
                  <a:cubicBezTo>
                    <a:pt x="334" y="465"/>
                    <a:pt x="34" y="1032"/>
                    <a:pt x="0" y="1666"/>
                  </a:cubicBezTo>
                  <a:cubicBezTo>
                    <a:pt x="0" y="2049"/>
                    <a:pt x="206" y="2277"/>
                    <a:pt x="495" y="2277"/>
                  </a:cubicBezTo>
                  <a:cubicBezTo>
                    <a:pt x="609" y="2277"/>
                    <a:pt x="736" y="2242"/>
                    <a:pt x="867" y="2167"/>
                  </a:cubicBezTo>
                  <a:cubicBezTo>
                    <a:pt x="1401" y="1833"/>
                    <a:pt x="1735" y="1266"/>
                    <a:pt x="1768" y="632"/>
                  </a:cubicBezTo>
                  <a:cubicBezTo>
                    <a:pt x="1768" y="234"/>
                    <a:pt x="1571" y="0"/>
                    <a:pt x="128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55"/>
            <p:cNvSpPr/>
            <p:nvPr/>
          </p:nvSpPr>
          <p:spPr>
            <a:xfrm>
              <a:off x="4654325" y="1297450"/>
              <a:ext cx="206850" cy="262475"/>
            </a:xfrm>
            <a:custGeom>
              <a:rect b="b" l="l" r="r" t="t"/>
              <a:pathLst>
                <a:path extrusionOk="0" h="10499" w="8274">
                  <a:moveTo>
                    <a:pt x="5827" y="673"/>
                  </a:moveTo>
                  <a:cubicBezTo>
                    <a:pt x="6135" y="673"/>
                    <a:pt x="6419" y="745"/>
                    <a:pt x="6672" y="891"/>
                  </a:cubicBezTo>
                  <a:cubicBezTo>
                    <a:pt x="7272" y="1225"/>
                    <a:pt x="7606" y="1992"/>
                    <a:pt x="7606" y="3060"/>
                  </a:cubicBezTo>
                  <a:cubicBezTo>
                    <a:pt x="7606" y="5361"/>
                    <a:pt x="5972" y="8197"/>
                    <a:pt x="3970" y="9331"/>
                  </a:cubicBezTo>
                  <a:cubicBezTo>
                    <a:pt x="3428" y="9652"/>
                    <a:pt x="2911" y="9816"/>
                    <a:pt x="2454" y="9816"/>
                  </a:cubicBezTo>
                  <a:cubicBezTo>
                    <a:pt x="2151" y="9816"/>
                    <a:pt x="1874" y="9744"/>
                    <a:pt x="1635" y="9598"/>
                  </a:cubicBezTo>
                  <a:cubicBezTo>
                    <a:pt x="1001" y="9264"/>
                    <a:pt x="668" y="8497"/>
                    <a:pt x="668" y="7429"/>
                  </a:cubicBezTo>
                  <a:cubicBezTo>
                    <a:pt x="668" y="5128"/>
                    <a:pt x="2302" y="2292"/>
                    <a:pt x="4304" y="1158"/>
                  </a:cubicBezTo>
                  <a:cubicBezTo>
                    <a:pt x="4845" y="837"/>
                    <a:pt x="5363" y="673"/>
                    <a:pt x="5827" y="673"/>
                  </a:cubicBezTo>
                  <a:close/>
                  <a:moveTo>
                    <a:pt x="5853" y="0"/>
                  </a:moveTo>
                  <a:cubicBezTo>
                    <a:pt x="5270" y="0"/>
                    <a:pt x="4631" y="188"/>
                    <a:pt x="3970" y="558"/>
                  </a:cubicBezTo>
                  <a:cubicBezTo>
                    <a:pt x="1802" y="1825"/>
                    <a:pt x="1" y="4894"/>
                    <a:pt x="1" y="7429"/>
                  </a:cubicBezTo>
                  <a:cubicBezTo>
                    <a:pt x="1" y="8730"/>
                    <a:pt x="468" y="9698"/>
                    <a:pt x="1302" y="10198"/>
                  </a:cubicBezTo>
                  <a:cubicBezTo>
                    <a:pt x="1635" y="10398"/>
                    <a:pt x="2035" y="10498"/>
                    <a:pt x="2436" y="10498"/>
                  </a:cubicBezTo>
                  <a:cubicBezTo>
                    <a:pt x="3103" y="10465"/>
                    <a:pt x="3737" y="10265"/>
                    <a:pt x="4304" y="9931"/>
                  </a:cubicBezTo>
                  <a:cubicBezTo>
                    <a:pt x="6505" y="8664"/>
                    <a:pt x="8273" y="5561"/>
                    <a:pt x="8273" y="3060"/>
                  </a:cubicBezTo>
                  <a:cubicBezTo>
                    <a:pt x="8273" y="1759"/>
                    <a:pt x="7806" y="791"/>
                    <a:pt x="7006" y="291"/>
                  </a:cubicBezTo>
                  <a:cubicBezTo>
                    <a:pt x="6658" y="96"/>
                    <a:pt x="6270" y="0"/>
                    <a:pt x="585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55"/>
            <p:cNvSpPr/>
            <p:nvPr/>
          </p:nvSpPr>
          <p:spPr>
            <a:xfrm>
              <a:off x="4701850" y="1356425"/>
              <a:ext cx="111775" cy="144650"/>
            </a:xfrm>
            <a:custGeom>
              <a:rect b="b" l="l" r="r" t="t"/>
              <a:pathLst>
                <a:path extrusionOk="0" h="5786" w="4471">
                  <a:moveTo>
                    <a:pt x="3245" y="1"/>
                  </a:moveTo>
                  <a:cubicBezTo>
                    <a:pt x="2945" y="1"/>
                    <a:pt x="2603" y="97"/>
                    <a:pt x="2236" y="300"/>
                  </a:cubicBezTo>
                  <a:cubicBezTo>
                    <a:pt x="902" y="1168"/>
                    <a:pt x="68" y="2602"/>
                    <a:pt x="1" y="4203"/>
                  </a:cubicBezTo>
                  <a:cubicBezTo>
                    <a:pt x="1" y="5195"/>
                    <a:pt x="503" y="5785"/>
                    <a:pt x="1233" y="5785"/>
                  </a:cubicBezTo>
                  <a:cubicBezTo>
                    <a:pt x="1535" y="5785"/>
                    <a:pt x="1875" y="5685"/>
                    <a:pt x="2236" y="5471"/>
                  </a:cubicBezTo>
                  <a:cubicBezTo>
                    <a:pt x="3570" y="4603"/>
                    <a:pt x="4404" y="3169"/>
                    <a:pt x="4471" y="1601"/>
                  </a:cubicBezTo>
                  <a:cubicBezTo>
                    <a:pt x="4471" y="582"/>
                    <a:pt x="3983" y="1"/>
                    <a:pt x="324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55"/>
            <p:cNvSpPr/>
            <p:nvPr/>
          </p:nvSpPr>
          <p:spPr>
            <a:xfrm>
              <a:off x="5094650" y="458825"/>
              <a:ext cx="170150" cy="217125"/>
            </a:xfrm>
            <a:custGeom>
              <a:rect b="b" l="l" r="r" t="t"/>
              <a:pathLst>
                <a:path extrusionOk="0" h="8685" w="6806">
                  <a:moveTo>
                    <a:pt x="4873" y="397"/>
                  </a:moveTo>
                  <a:cubicBezTo>
                    <a:pt x="5143" y="397"/>
                    <a:pt x="5390" y="458"/>
                    <a:pt x="5604" y="579"/>
                  </a:cubicBezTo>
                  <a:cubicBezTo>
                    <a:pt x="6138" y="912"/>
                    <a:pt x="6438" y="1579"/>
                    <a:pt x="6438" y="2513"/>
                  </a:cubicBezTo>
                  <a:cubicBezTo>
                    <a:pt x="6305" y="4682"/>
                    <a:pt x="5171" y="6683"/>
                    <a:pt x="3336" y="7884"/>
                  </a:cubicBezTo>
                  <a:cubicBezTo>
                    <a:pt x="2857" y="8163"/>
                    <a:pt x="2390" y="8299"/>
                    <a:pt x="1978" y="8299"/>
                  </a:cubicBezTo>
                  <a:cubicBezTo>
                    <a:pt x="1701" y="8299"/>
                    <a:pt x="1449" y="8238"/>
                    <a:pt x="1234" y="8117"/>
                  </a:cubicBezTo>
                  <a:cubicBezTo>
                    <a:pt x="701" y="7817"/>
                    <a:pt x="400" y="7117"/>
                    <a:pt x="400" y="6216"/>
                  </a:cubicBezTo>
                  <a:cubicBezTo>
                    <a:pt x="534" y="4015"/>
                    <a:pt x="1668" y="2013"/>
                    <a:pt x="3536" y="812"/>
                  </a:cubicBezTo>
                  <a:cubicBezTo>
                    <a:pt x="4015" y="533"/>
                    <a:pt x="4470" y="397"/>
                    <a:pt x="4873" y="397"/>
                  </a:cubicBezTo>
                  <a:close/>
                  <a:moveTo>
                    <a:pt x="4856" y="1"/>
                  </a:moveTo>
                  <a:cubicBezTo>
                    <a:pt x="4379" y="1"/>
                    <a:pt x="3852" y="164"/>
                    <a:pt x="3303" y="479"/>
                  </a:cubicBezTo>
                  <a:cubicBezTo>
                    <a:pt x="1501" y="1513"/>
                    <a:pt x="0" y="4115"/>
                    <a:pt x="0" y="6216"/>
                  </a:cubicBezTo>
                  <a:cubicBezTo>
                    <a:pt x="0" y="7250"/>
                    <a:pt x="367" y="8051"/>
                    <a:pt x="1034" y="8451"/>
                  </a:cubicBezTo>
                  <a:cubicBezTo>
                    <a:pt x="1334" y="8618"/>
                    <a:pt x="1635" y="8685"/>
                    <a:pt x="1968" y="8685"/>
                  </a:cubicBezTo>
                  <a:cubicBezTo>
                    <a:pt x="2535" y="8651"/>
                    <a:pt x="3036" y="8518"/>
                    <a:pt x="3503" y="8218"/>
                  </a:cubicBezTo>
                  <a:cubicBezTo>
                    <a:pt x="5337" y="7183"/>
                    <a:pt x="6805" y="4582"/>
                    <a:pt x="6805" y="2480"/>
                  </a:cubicBezTo>
                  <a:cubicBezTo>
                    <a:pt x="6805" y="1446"/>
                    <a:pt x="6438" y="645"/>
                    <a:pt x="5771" y="245"/>
                  </a:cubicBezTo>
                  <a:cubicBezTo>
                    <a:pt x="5497" y="81"/>
                    <a:pt x="5188" y="1"/>
                    <a:pt x="485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55"/>
            <p:cNvSpPr/>
            <p:nvPr/>
          </p:nvSpPr>
          <p:spPr>
            <a:xfrm>
              <a:off x="5133000" y="506125"/>
              <a:ext cx="94250" cy="122825"/>
            </a:xfrm>
            <a:custGeom>
              <a:rect b="b" l="l" r="r" t="t"/>
              <a:pathLst>
                <a:path extrusionOk="0" h="4913" w="3770">
                  <a:moveTo>
                    <a:pt x="2718" y="0"/>
                  </a:moveTo>
                  <a:cubicBezTo>
                    <a:pt x="2464" y="0"/>
                    <a:pt x="2176" y="82"/>
                    <a:pt x="1869" y="255"/>
                  </a:cubicBezTo>
                  <a:cubicBezTo>
                    <a:pt x="768" y="988"/>
                    <a:pt x="67" y="2223"/>
                    <a:pt x="1" y="3557"/>
                  </a:cubicBezTo>
                  <a:cubicBezTo>
                    <a:pt x="1" y="4412"/>
                    <a:pt x="424" y="4912"/>
                    <a:pt x="1041" y="4912"/>
                  </a:cubicBezTo>
                  <a:cubicBezTo>
                    <a:pt x="1290" y="4912"/>
                    <a:pt x="1571" y="4830"/>
                    <a:pt x="1869" y="4658"/>
                  </a:cubicBezTo>
                  <a:cubicBezTo>
                    <a:pt x="3003" y="3924"/>
                    <a:pt x="3703" y="2690"/>
                    <a:pt x="3770" y="1355"/>
                  </a:cubicBezTo>
                  <a:cubicBezTo>
                    <a:pt x="3770" y="500"/>
                    <a:pt x="3347" y="0"/>
                    <a:pt x="271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55"/>
            <p:cNvSpPr/>
            <p:nvPr/>
          </p:nvSpPr>
          <p:spPr>
            <a:xfrm>
              <a:off x="4732725" y="752950"/>
              <a:ext cx="124125" cy="150675"/>
            </a:xfrm>
            <a:custGeom>
              <a:rect b="b" l="l" r="r" t="t"/>
              <a:pathLst>
                <a:path extrusionOk="0" h="6027" w="4965">
                  <a:moveTo>
                    <a:pt x="3403" y="422"/>
                  </a:moveTo>
                  <a:cubicBezTo>
                    <a:pt x="3569" y="422"/>
                    <a:pt x="3736" y="455"/>
                    <a:pt x="3870" y="522"/>
                  </a:cubicBezTo>
                  <a:cubicBezTo>
                    <a:pt x="4270" y="822"/>
                    <a:pt x="4470" y="1289"/>
                    <a:pt x="4403" y="1790"/>
                  </a:cubicBezTo>
                  <a:cubicBezTo>
                    <a:pt x="4337" y="3224"/>
                    <a:pt x="3569" y="4558"/>
                    <a:pt x="2335" y="5359"/>
                  </a:cubicBezTo>
                  <a:cubicBezTo>
                    <a:pt x="2100" y="5575"/>
                    <a:pt x="1828" y="5670"/>
                    <a:pt x="1564" y="5670"/>
                  </a:cubicBezTo>
                  <a:cubicBezTo>
                    <a:pt x="892" y="5670"/>
                    <a:pt x="276" y="5058"/>
                    <a:pt x="467" y="4291"/>
                  </a:cubicBezTo>
                  <a:cubicBezTo>
                    <a:pt x="534" y="2824"/>
                    <a:pt x="1301" y="1489"/>
                    <a:pt x="2535" y="689"/>
                  </a:cubicBezTo>
                  <a:cubicBezTo>
                    <a:pt x="2802" y="522"/>
                    <a:pt x="3102" y="422"/>
                    <a:pt x="3403" y="422"/>
                  </a:cubicBezTo>
                  <a:close/>
                  <a:moveTo>
                    <a:pt x="3287" y="0"/>
                  </a:moveTo>
                  <a:cubicBezTo>
                    <a:pt x="2961" y="0"/>
                    <a:pt x="2627" y="109"/>
                    <a:pt x="2335" y="355"/>
                  </a:cubicBezTo>
                  <a:cubicBezTo>
                    <a:pt x="1001" y="1223"/>
                    <a:pt x="167" y="2690"/>
                    <a:pt x="67" y="4291"/>
                  </a:cubicBezTo>
                  <a:cubicBezTo>
                    <a:pt x="0" y="4892"/>
                    <a:pt x="300" y="5492"/>
                    <a:pt x="801" y="5859"/>
                  </a:cubicBezTo>
                  <a:cubicBezTo>
                    <a:pt x="1001" y="5959"/>
                    <a:pt x="1234" y="6026"/>
                    <a:pt x="1468" y="6026"/>
                  </a:cubicBezTo>
                  <a:cubicBezTo>
                    <a:pt x="1835" y="5993"/>
                    <a:pt x="2202" y="5893"/>
                    <a:pt x="2535" y="5692"/>
                  </a:cubicBezTo>
                  <a:cubicBezTo>
                    <a:pt x="3836" y="4792"/>
                    <a:pt x="4704" y="3357"/>
                    <a:pt x="4770" y="1790"/>
                  </a:cubicBezTo>
                  <a:cubicBezTo>
                    <a:pt x="4964" y="772"/>
                    <a:pt x="4154" y="0"/>
                    <a:pt x="328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55"/>
            <p:cNvSpPr/>
            <p:nvPr/>
          </p:nvSpPr>
          <p:spPr>
            <a:xfrm>
              <a:off x="4761900" y="787225"/>
              <a:ext cx="63400" cy="82775"/>
            </a:xfrm>
            <a:custGeom>
              <a:rect b="b" l="l" r="r" t="t"/>
              <a:pathLst>
                <a:path extrusionOk="0" h="3311" w="2536">
                  <a:moveTo>
                    <a:pt x="1834" y="1"/>
                  </a:moveTo>
                  <a:cubicBezTo>
                    <a:pt x="1664" y="1"/>
                    <a:pt x="1472" y="59"/>
                    <a:pt x="1268" y="185"/>
                  </a:cubicBezTo>
                  <a:cubicBezTo>
                    <a:pt x="501" y="686"/>
                    <a:pt x="34" y="1486"/>
                    <a:pt x="1" y="2387"/>
                  </a:cubicBezTo>
                  <a:cubicBezTo>
                    <a:pt x="1" y="2972"/>
                    <a:pt x="280" y="3311"/>
                    <a:pt x="689" y="3311"/>
                  </a:cubicBezTo>
                  <a:cubicBezTo>
                    <a:pt x="863" y="3311"/>
                    <a:pt x="1059" y="3250"/>
                    <a:pt x="1268" y="3121"/>
                  </a:cubicBezTo>
                  <a:cubicBezTo>
                    <a:pt x="2035" y="2654"/>
                    <a:pt x="2502" y="1820"/>
                    <a:pt x="2536" y="919"/>
                  </a:cubicBezTo>
                  <a:cubicBezTo>
                    <a:pt x="2536" y="351"/>
                    <a:pt x="2250" y="1"/>
                    <a:pt x="183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55"/>
            <p:cNvSpPr/>
            <p:nvPr/>
          </p:nvSpPr>
          <p:spPr>
            <a:xfrm>
              <a:off x="5092975" y="1267450"/>
              <a:ext cx="124350" cy="149875"/>
            </a:xfrm>
            <a:custGeom>
              <a:rect b="b" l="l" r="r" t="t"/>
              <a:pathLst>
                <a:path extrusionOk="0" h="5995" w="4974">
                  <a:moveTo>
                    <a:pt x="3292" y="380"/>
                  </a:moveTo>
                  <a:cubicBezTo>
                    <a:pt x="3961" y="380"/>
                    <a:pt x="4595" y="991"/>
                    <a:pt x="4404" y="1758"/>
                  </a:cubicBezTo>
                  <a:cubicBezTo>
                    <a:pt x="4337" y="3225"/>
                    <a:pt x="3536" y="4560"/>
                    <a:pt x="2335" y="5360"/>
                  </a:cubicBezTo>
                  <a:cubicBezTo>
                    <a:pt x="2101" y="5576"/>
                    <a:pt x="1830" y="5670"/>
                    <a:pt x="1567" y="5670"/>
                  </a:cubicBezTo>
                  <a:cubicBezTo>
                    <a:pt x="892" y="5670"/>
                    <a:pt x="266" y="5051"/>
                    <a:pt x="434" y="4260"/>
                  </a:cubicBezTo>
                  <a:cubicBezTo>
                    <a:pt x="534" y="2792"/>
                    <a:pt x="1301" y="1491"/>
                    <a:pt x="2536" y="690"/>
                  </a:cubicBezTo>
                  <a:cubicBezTo>
                    <a:pt x="2761" y="474"/>
                    <a:pt x="3030" y="380"/>
                    <a:pt x="3292" y="380"/>
                  </a:cubicBezTo>
                  <a:close/>
                  <a:moveTo>
                    <a:pt x="3291" y="1"/>
                  </a:moveTo>
                  <a:cubicBezTo>
                    <a:pt x="2963" y="1"/>
                    <a:pt x="2628" y="110"/>
                    <a:pt x="2335" y="357"/>
                  </a:cubicBezTo>
                  <a:cubicBezTo>
                    <a:pt x="1001" y="1224"/>
                    <a:pt x="167" y="2658"/>
                    <a:pt x="67" y="4260"/>
                  </a:cubicBezTo>
                  <a:cubicBezTo>
                    <a:pt x="0" y="4893"/>
                    <a:pt x="301" y="5494"/>
                    <a:pt x="801" y="5827"/>
                  </a:cubicBezTo>
                  <a:cubicBezTo>
                    <a:pt x="1001" y="5961"/>
                    <a:pt x="1235" y="5994"/>
                    <a:pt x="1468" y="5994"/>
                  </a:cubicBezTo>
                  <a:cubicBezTo>
                    <a:pt x="1835" y="5994"/>
                    <a:pt x="2202" y="5894"/>
                    <a:pt x="2536" y="5694"/>
                  </a:cubicBezTo>
                  <a:cubicBezTo>
                    <a:pt x="3870" y="4827"/>
                    <a:pt x="4704" y="3359"/>
                    <a:pt x="4804" y="1758"/>
                  </a:cubicBezTo>
                  <a:cubicBezTo>
                    <a:pt x="4973" y="765"/>
                    <a:pt x="4159" y="1"/>
                    <a:pt x="329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55"/>
            <p:cNvSpPr/>
            <p:nvPr/>
          </p:nvSpPr>
          <p:spPr>
            <a:xfrm>
              <a:off x="5122150" y="1301625"/>
              <a:ext cx="63425" cy="82400"/>
            </a:xfrm>
            <a:custGeom>
              <a:rect b="b" l="l" r="r" t="t"/>
              <a:pathLst>
                <a:path extrusionOk="0" h="3296" w="2537">
                  <a:moveTo>
                    <a:pt x="1848" y="0"/>
                  </a:moveTo>
                  <a:cubicBezTo>
                    <a:pt x="1674" y="0"/>
                    <a:pt x="1477" y="61"/>
                    <a:pt x="1269" y="191"/>
                  </a:cubicBezTo>
                  <a:cubicBezTo>
                    <a:pt x="501" y="658"/>
                    <a:pt x="34" y="1492"/>
                    <a:pt x="1" y="2392"/>
                  </a:cubicBezTo>
                  <a:cubicBezTo>
                    <a:pt x="1" y="2962"/>
                    <a:pt x="289" y="3296"/>
                    <a:pt x="707" y="3296"/>
                  </a:cubicBezTo>
                  <a:cubicBezTo>
                    <a:pt x="876" y="3296"/>
                    <a:pt x="1067" y="3241"/>
                    <a:pt x="1269" y="3126"/>
                  </a:cubicBezTo>
                  <a:cubicBezTo>
                    <a:pt x="2036" y="2626"/>
                    <a:pt x="2503" y="1825"/>
                    <a:pt x="2536" y="924"/>
                  </a:cubicBezTo>
                  <a:cubicBezTo>
                    <a:pt x="2536" y="339"/>
                    <a:pt x="2257" y="0"/>
                    <a:pt x="184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55"/>
            <p:cNvSpPr/>
            <p:nvPr/>
          </p:nvSpPr>
          <p:spPr>
            <a:xfrm>
              <a:off x="5272275" y="806675"/>
              <a:ext cx="122925" cy="150300"/>
            </a:xfrm>
            <a:custGeom>
              <a:rect b="b" l="l" r="r" t="t"/>
              <a:pathLst>
                <a:path extrusionOk="0" h="6012" w="4917">
                  <a:moveTo>
                    <a:pt x="3271" y="365"/>
                  </a:moveTo>
                  <a:cubicBezTo>
                    <a:pt x="3946" y="365"/>
                    <a:pt x="4571" y="984"/>
                    <a:pt x="4403" y="1776"/>
                  </a:cubicBezTo>
                  <a:cubicBezTo>
                    <a:pt x="4303" y="3210"/>
                    <a:pt x="3536" y="4544"/>
                    <a:pt x="2302" y="5345"/>
                  </a:cubicBezTo>
                  <a:cubicBezTo>
                    <a:pt x="2067" y="5561"/>
                    <a:pt x="1794" y="5655"/>
                    <a:pt x="1531" y="5655"/>
                  </a:cubicBezTo>
                  <a:cubicBezTo>
                    <a:pt x="859" y="5655"/>
                    <a:pt x="242" y="5044"/>
                    <a:pt x="434" y="4277"/>
                  </a:cubicBezTo>
                  <a:cubicBezTo>
                    <a:pt x="501" y="2810"/>
                    <a:pt x="1268" y="1475"/>
                    <a:pt x="2502" y="675"/>
                  </a:cubicBezTo>
                  <a:cubicBezTo>
                    <a:pt x="2736" y="459"/>
                    <a:pt x="3007" y="365"/>
                    <a:pt x="3271" y="365"/>
                  </a:cubicBezTo>
                  <a:close/>
                  <a:moveTo>
                    <a:pt x="3258" y="0"/>
                  </a:moveTo>
                  <a:cubicBezTo>
                    <a:pt x="2935" y="0"/>
                    <a:pt x="2601" y="105"/>
                    <a:pt x="2302" y="341"/>
                  </a:cubicBezTo>
                  <a:cubicBezTo>
                    <a:pt x="968" y="1208"/>
                    <a:pt x="134" y="2676"/>
                    <a:pt x="67" y="4277"/>
                  </a:cubicBezTo>
                  <a:cubicBezTo>
                    <a:pt x="0" y="4878"/>
                    <a:pt x="267" y="5478"/>
                    <a:pt x="801" y="5845"/>
                  </a:cubicBezTo>
                  <a:cubicBezTo>
                    <a:pt x="968" y="5945"/>
                    <a:pt x="1201" y="6012"/>
                    <a:pt x="1435" y="6012"/>
                  </a:cubicBezTo>
                  <a:cubicBezTo>
                    <a:pt x="1802" y="5979"/>
                    <a:pt x="2168" y="5878"/>
                    <a:pt x="2502" y="5678"/>
                  </a:cubicBezTo>
                  <a:cubicBezTo>
                    <a:pt x="3836" y="4811"/>
                    <a:pt x="4670" y="3343"/>
                    <a:pt x="4770" y="1776"/>
                  </a:cubicBezTo>
                  <a:cubicBezTo>
                    <a:pt x="4916" y="755"/>
                    <a:pt x="4124" y="0"/>
                    <a:pt x="325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55"/>
            <p:cNvSpPr/>
            <p:nvPr/>
          </p:nvSpPr>
          <p:spPr>
            <a:xfrm>
              <a:off x="5300625" y="840600"/>
              <a:ext cx="64225" cy="82775"/>
            </a:xfrm>
            <a:custGeom>
              <a:rect b="b" l="l" r="r" t="t"/>
              <a:pathLst>
                <a:path extrusionOk="0" h="3311" w="2569">
                  <a:moveTo>
                    <a:pt x="1840" y="1"/>
                  </a:moveTo>
                  <a:cubicBezTo>
                    <a:pt x="1666" y="1"/>
                    <a:pt x="1471" y="59"/>
                    <a:pt x="1268" y="185"/>
                  </a:cubicBezTo>
                  <a:cubicBezTo>
                    <a:pt x="534" y="685"/>
                    <a:pt x="34" y="1486"/>
                    <a:pt x="0" y="2387"/>
                  </a:cubicBezTo>
                  <a:cubicBezTo>
                    <a:pt x="0" y="2972"/>
                    <a:pt x="280" y="3311"/>
                    <a:pt x="689" y="3311"/>
                  </a:cubicBezTo>
                  <a:cubicBezTo>
                    <a:pt x="862" y="3311"/>
                    <a:pt x="1059" y="3250"/>
                    <a:pt x="1268" y="3120"/>
                  </a:cubicBezTo>
                  <a:cubicBezTo>
                    <a:pt x="2035" y="2653"/>
                    <a:pt x="2502" y="1820"/>
                    <a:pt x="2569" y="919"/>
                  </a:cubicBezTo>
                  <a:cubicBezTo>
                    <a:pt x="2569" y="351"/>
                    <a:pt x="2266" y="1"/>
                    <a:pt x="18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55"/>
            <p:cNvSpPr/>
            <p:nvPr/>
          </p:nvSpPr>
          <p:spPr>
            <a:xfrm>
              <a:off x="4440850" y="1249125"/>
              <a:ext cx="124350" cy="150675"/>
            </a:xfrm>
            <a:custGeom>
              <a:rect b="b" l="l" r="r" t="t"/>
              <a:pathLst>
                <a:path extrusionOk="0" h="6027" w="4974">
                  <a:moveTo>
                    <a:pt x="3289" y="380"/>
                  </a:moveTo>
                  <a:cubicBezTo>
                    <a:pt x="3959" y="380"/>
                    <a:pt x="4595" y="999"/>
                    <a:pt x="4403" y="1790"/>
                  </a:cubicBezTo>
                  <a:cubicBezTo>
                    <a:pt x="4337" y="3225"/>
                    <a:pt x="3536" y="4559"/>
                    <a:pt x="2335" y="5359"/>
                  </a:cubicBezTo>
                  <a:cubicBezTo>
                    <a:pt x="2100" y="5576"/>
                    <a:pt x="1828" y="5670"/>
                    <a:pt x="1563" y="5670"/>
                  </a:cubicBezTo>
                  <a:cubicBezTo>
                    <a:pt x="890" y="5670"/>
                    <a:pt x="266" y="5058"/>
                    <a:pt x="434" y="4292"/>
                  </a:cubicBezTo>
                  <a:cubicBezTo>
                    <a:pt x="534" y="2824"/>
                    <a:pt x="1301" y="1490"/>
                    <a:pt x="2535" y="689"/>
                  </a:cubicBezTo>
                  <a:cubicBezTo>
                    <a:pt x="2760" y="474"/>
                    <a:pt x="3027" y="380"/>
                    <a:pt x="3289" y="380"/>
                  </a:cubicBezTo>
                  <a:close/>
                  <a:moveTo>
                    <a:pt x="3288" y="1"/>
                  </a:moveTo>
                  <a:cubicBezTo>
                    <a:pt x="2961" y="1"/>
                    <a:pt x="2627" y="110"/>
                    <a:pt x="2335" y="356"/>
                  </a:cubicBezTo>
                  <a:cubicBezTo>
                    <a:pt x="1001" y="1223"/>
                    <a:pt x="167" y="2691"/>
                    <a:pt x="67" y="4292"/>
                  </a:cubicBezTo>
                  <a:cubicBezTo>
                    <a:pt x="0" y="4892"/>
                    <a:pt x="300" y="5493"/>
                    <a:pt x="801" y="5860"/>
                  </a:cubicBezTo>
                  <a:cubicBezTo>
                    <a:pt x="1001" y="5960"/>
                    <a:pt x="1234" y="6027"/>
                    <a:pt x="1468" y="6027"/>
                  </a:cubicBezTo>
                  <a:cubicBezTo>
                    <a:pt x="1835" y="5993"/>
                    <a:pt x="2202" y="5893"/>
                    <a:pt x="2535" y="5693"/>
                  </a:cubicBezTo>
                  <a:cubicBezTo>
                    <a:pt x="3870" y="4826"/>
                    <a:pt x="4704" y="3358"/>
                    <a:pt x="4804" y="1790"/>
                  </a:cubicBezTo>
                  <a:cubicBezTo>
                    <a:pt x="4973" y="772"/>
                    <a:pt x="4157" y="1"/>
                    <a:pt x="328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55"/>
            <p:cNvSpPr/>
            <p:nvPr/>
          </p:nvSpPr>
          <p:spPr>
            <a:xfrm>
              <a:off x="4470025" y="1283425"/>
              <a:ext cx="63400" cy="82775"/>
            </a:xfrm>
            <a:custGeom>
              <a:rect b="b" l="l" r="r" t="t"/>
              <a:pathLst>
                <a:path extrusionOk="0" h="3311" w="2536">
                  <a:moveTo>
                    <a:pt x="1834" y="0"/>
                  </a:moveTo>
                  <a:cubicBezTo>
                    <a:pt x="1663" y="0"/>
                    <a:pt x="1471" y="59"/>
                    <a:pt x="1268" y="185"/>
                  </a:cubicBezTo>
                  <a:cubicBezTo>
                    <a:pt x="501" y="685"/>
                    <a:pt x="34" y="1486"/>
                    <a:pt x="1" y="2386"/>
                  </a:cubicBezTo>
                  <a:cubicBezTo>
                    <a:pt x="1" y="2972"/>
                    <a:pt x="280" y="3311"/>
                    <a:pt x="689" y="3311"/>
                  </a:cubicBezTo>
                  <a:cubicBezTo>
                    <a:pt x="863" y="3311"/>
                    <a:pt x="1059" y="3249"/>
                    <a:pt x="1268" y="3120"/>
                  </a:cubicBezTo>
                  <a:cubicBezTo>
                    <a:pt x="2002" y="2653"/>
                    <a:pt x="2502" y="1819"/>
                    <a:pt x="2536" y="919"/>
                  </a:cubicBezTo>
                  <a:cubicBezTo>
                    <a:pt x="2536" y="350"/>
                    <a:pt x="2250" y="0"/>
                    <a:pt x="183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55"/>
            <p:cNvSpPr/>
            <p:nvPr/>
          </p:nvSpPr>
          <p:spPr>
            <a:xfrm>
              <a:off x="4211500" y="1353900"/>
              <a:ext cx="85650" cy="104275"/>
            </a:xfrm>
            <a:custGeom>
              <a:rect b="b" l="l" r="r" t="t"/>
              <a:pathLst>
                <a:path extrusionOk="0" h="4171" w="3426">
                  <a:moveTo>
                    <a:pt x="2336" y="268"/>
                  </a:moveTo>
                  <a:cubicBezTo>
                    <a:pt x="2436" y="268"/>
                    <a:pt x="2569" y="335"/>
                    <a:pt x="2670" y="401"/>
                  </a:cubicBezTo>
                  <a:cubicBezTo>
                    <a:pt x="2936" y="568"/>
                    <a:pt x="3070" y="902"/>
                    <a:pt x="3036" y="1235"/>
                  </a:cubicBezTo>
                  <a:cubicBezTo>
                    <a:pt x="2970" y="2236"/>
                    <a:pt x="2436" y="3170"/>
                    <a:pt x="1602" y="3737"/>
                  </a:cubicBezTo>
                  <a:cubicBezTo>
                    <a:pt x="1443" y="3887"/>
                    <a:pt x="1257" y="3953"/>
                    <a:pt x="1077" y="3953"/>
                  </a:cubicBezTo>
                  <a:cubicBezTo>
                    <a:pt x="613" y="3953"/>
                    <a:pt x="181" y="3522"/>
                    <a:pt x="301" y="2970"/>
                  </a:cubicBezTo>
                  <a:cubicBezTo>
                    <a:pt x="335" y="1969"/>
                    <a:pt x="868" y="1035"/>
                    <a:pt x="1736" y="468"/>
                  </a:cubicBezTo>
                  <a:cubicBezTo>
                    <a:pt x="1902" y="368"/>
                    <a:pt x="2136" y="301"/>
                    <a:pt x="2336" y="301"/>
                  </a:cubicBezTo>
                  <a:lnTo>
                    <a:pt x="2336" y="268"/>
                  </a:lnTo>
                  <a:close/>
                  <a:moveTo>
                    <a:pt x="2250" y="0"/>
                  </a:moveTo>
                  <a:cubicBezTo>
                    <a:pt x="2027" y="0"/>
                    <a:pt x="1800" y="72"/>
                    <a:pt x="1602" y="234"/>
                  </a:cubicBezTo>
                  <a:cubicBezTo>
                    <a:pt x="668" y="835"/>
                    <a:pt x="101" y="1869"/>
                    <a:pt x="34" y="2970"/>
                  </a:cubicBezTo>
                  <a:cubicBezTo>
                    <a:pt x="1" y="3370"/>
                    <a:pt x="201" y="3804"/>
                    <a:pt x="535" y="4037"/>
                  </a:cubicBezTo>
                  <a:cubicBezTo>
                    <a:pt x="668" y="4104"/>
                    <a:pt x="835" y="4171"/>
                    <a:pt x="1002" y="4171"/>
                  </a:cubicBezTo>
                  <a:cubicBezTo>
                    <a:pt x="1269" y="4137"/>
                    <a:pt x="1502" y="4071"/>
                    <a:pt x="1736" y="3937"/>
                  </a:cubicBezTo>
                  <a:cubicBezTo>
                    <a:pt x="2670" y="3337"/>
                    <a:pt x="3237" y="2336"/>
                    <a:pt x="3303" y="1235"/>
                  </a:cubicBezTo>
                  <a:cubicBezTo>
                    <a:pt x="3425" y="529"/>
                    <a:pt x="2853" y="0"/>
                    <a:pt x="225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55"/>
            <p:cNvSpPr/>
            <p:nvPr/>
          </p:nvSpPr>
          <p:spPr>
            <a:xfrm>
              <a:off x="4230700" y="1377300"/>
              <a:ext cx="44225" cy="56975"/>
            </a:xfrm>
            <a:custGeom>
              <a:rect b="b" l="l" r="r" t="t"/>
              <a:pathLst>
                <a:path extrusionOk="0" h="2279" w="1769">
                  <a:moveTo>
                    <a:pt x="1306" y="1"/>
                  </a:moveTo>
                  <a:cubicBezTo>
                    <a:pt x="1187" y="1"/>
                    <a:pt x="1050" y="43"/>
                    <a:pt x="901" y="132"/>
                  </a:cubicBezTo>
                  <a:cubicBezTo>
                    <a:pt x="367" y="466"/>
                    <a:pt x="34" y="1033"/>
                    <a:pt x="0" y="1667"/>
                  </a:cubicBezTo>
                  <a:cubicBezTo>
                    <a:pt x="0" y="2050"/>
                    <a:pt x="206" y="2278"/>
                    <a:pt x="507" y="2278"/>
                  </a:cubicBezTo>
                  <a:cubicBezTo>
                    <a:pt x="626" y="2278"/>
                    <a:pt x="759" y="2243"/>
                    <a:pt x="901" y="2167"/>
                  </a:cubicBezTo>
                  <a:cubicBezTo>
                    <a:pt x="1435" y="1834"/>
                    <a:pt x="1735" y="1267"/>
                    <a:pt x="1768" y="633"/>
                  </a:cubicBezTo>
                  <a:cubicBezTo>
                    <a:pt x="1768" y="235"/>
                    <a:pt x="1587" y="1"/>
                    <a:pt x="130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55"/>
            <p:cNvSpPr/>
            <p:nvPr/>
          </p:nvSpPr>
          <p:spPr>
            <a:xfrm>
              <a:off x="5566650" y="885225"/>
              <a:ext cx="85025" cy="104275"/>
            </a:xfrm>
            <a:custGeom>
              <a:rect b="b" l="l" r="r" t="t"/>
              <a:pathLst>
                <a:path extrusionOk="0" h="4171" w="3401">
                  <a:moveTo>
                    <a:pt x="2261" y="253"/>
                  </a:moveTo>
                  <a:cubicBezTo>
                    <a:pt x="2724" y="253"/>
                    <a:pt x="3156" y="684"/>
                    <a:pt x="3036" y="1235"/>
                  </a:cubicBezTo>
                  <a:cubicBezTo>
                    <a:pt x="2969" y="2203"/>
                    <a:pt x="2435" y="3137"/>
                    <a:pt x="1601" y="3670"/>
                  </a:cubicBezTo>
                  <a:cubicBezTo>
                    <a:pt x="1429" y="3800"/>
                    <a:pt x="1215" y="3873"/>
                    <a:pt x="1004" y="3873"/>
                  </a:cubicBezTo>
                  <a:cubicBezTo>
                    <a:pt x="889" y="3873"/>
                    <a:pt x="774" y="3851"/>
                    <a:pt x="667" y="3804"/>
                  </a:cubicBezTo>
                  <a:cubicBezTo>
                    <a:pt x="401" y="3604"/>
                    <a:pt x="267" y="3270"/>
                    <a:pt x="301" y="2970"/>
                  </a:cubicBezTo>
                  <a:cubicBezTo>
                    <a:pt x="367" y="1936"/>
                    <a:pt x="901" y="1035"/>
                    <a:pt x="1735" y="468"/>
                  </a:cubicBezTo>
                  <a:cubicBezTo>
                    <a:pt x="1894" y="318"/>
                    <a:pt x="2080" y="253"/>
                    <a:pt x="2261" y="253"/>
                  </a:cubicBezTo>
                  <a:close/>
                  <a:moveTo>
                    <a:pt x="2244" y="1"/>
                  </a:moveTo>
                  <a:cubicBezTo>
                    <a:pt x="2024" y="1"/>
                    <a:pt x="1799" y="73"/>
                    <a:pt x="1601" y="235"/>
                  </a:cubicBezTo>
                  <a:cubicBezTo>
                    <a:pt x="667" y="835"/>
                    <a:pt x="100" y="1869"/>
                    <a:pt x="34" y="2970"/>
                  </a:cubicBezTo>
                  <a:cubicBezTo>
                    <a:pt x="0" y="3370"/>
                    <a:pt x="167" y="3804"/>
                    <a:pt x="534" y="4037"/>
                  </a:cubicBezTo>
                  <a:cubicBezTo>
                    <a:pt x="667" y="4104"/>
                    <a:pt x="834" y="4171"/>
                    <a:pt x="1001" y="4171"/>
                  </a:cubicBezTo>
                  <a:cubicBezTo>
                    <a:pt x="1268" y="4137"/>
                    <a:pt x="1501" y="4071"/>
                    <a:pt x="1735" y="3937"/>
                  </a:cubicBezTo>
                  <a:cubicBezTo>
                    <a:pt x="2669" y="3337"/>
                    <a:pt x="3236" y="2303"/>
                    <a:pt x="3303" y="1235"/>
                  </a:cubicBezTo>
                  <a:cubicBezTo>
                    <a:pt x="3400" y="529"/>
                    <a:pt x="2840" y="1"/>
                    <a:pt x="224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55"/>
            <p:cNvSpPr/>
            <p:nvPr/>
          </p:nvSpPr>
          <p:spPr>
            <a:xfrm>
              <a:off x="5585825" y="909150"/>
              <a:ext cx="44225" cy="56950"/>
            </a:xfrm>
            <a:custGeom>
              <a:rect b="b" l="l" r="r" t="t"/>
              <a:pathLst>
                <a:path extrusionOk="0" h="2278" w="1769">
                  <a:moveTo>
                    <a:pt x="1274" y="1"/>
                  </a:moveTo>
                  <a:cubicBezTo>
                    <a:pt x="1160" y="1"/>
                    <a:pt x="1033" y="36"/>
                    <a:pt x="901" y="112"/>
                  </a:cubicBezTo>
                  <a:cubicBezTo>
                    <a:pt x="367" y="445"/>
                    <a:pt x="34" y="1012"/>
                    <a:pt x="1" y="1646"/>
                  </a:cubicBezTo>
                  <a:cubicBezTo>
                    <a:pt x="1" y="2044"/>
                    <a:pt x="198" y="2278"/>
                    <a:pt x="489" y="2278"/>
                  </a:cubicBezTo>
                  <a:cubicBezTo>
                    <a:pt x="612" y="2278"/>
                    <a:pt x="752" y="2236"/>
                    <a:pt x="901" y="2146"/>
                  </a:cubicBezTo>
                  <a:cubicBezTo>
                    <a:pt x="1402" y="1813"/>
                    <a:pt x="1735" y="1246"/>
                    <a:pt x="1768" y="612"/>
                  </a:cubicBezTo>
                  <a:cubicBezTo>
                    <a:pt x="1768" y="229"/>
                    <a:pt x="1563" y="1"/>
                    <a:pt x="127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55"/>
            <p:cNvSpPr/>
            <p:nvPr/>
          </p:nvSpPr>
          <p:spPr>
            <a:xfrm>
              <a:off x="5424875" y="1154925"/>
              <a:ext cx="271225" cy="339100"/>
            </a:xfrm>
            <a:custGeom>
              <a:rect b="b" l="l" r="r" t="t"/>
              <a:pathLst>
                <a:path extrusionOk="0" h="13564" w="10849">
                  <a:moveTo>
                    <a:pt x="10108" y="321"/>
                  </a:moveTo>
                  <a:cubicBezTo>
                    <a:pt x="10175" y="321"/>
                    <a:pt x="10208" y="355"/>
                    <a:pt x="10275" y="388"/>
                  </a:cubicBezTo>
                  <a:cubicBezTo>
                    <a:pt x="10408" y="488"/>
                    <a:pt x="10475" y="655"/>
                    <a:pt x="10475" y="822"/>
                  </a:cubicBezTo>
                  <a:lnTo>
                    <a:pt x="10475" y="6726"/>
                  </a:lnTo>
                  <a:cubicBezTo>
                    <a:pt x="10441" y="7326"/>
                    <a:pt x="10108" y="7860"/>
                    <a:pt x="9641" y="8193"/>
                  </a:cubicBezTo>
                  <a:lnTo>
                    <a:pt x="1068" y="13164"/>
                  </a:lnTo>
                  <a:cubicBezTo>
                    <a:pt x="980" y="13234"/>
                    <a:pt x="883" y="13265"/>
                    <a:pt x="789" y="13265"/>
                  </a:cubicBezTo>
                  <a:cubicBezTo>
                    <a:pt x="527" y="13265"/>
                    <a:pt x="294" y="13025"/>
                    <a:pt x="368" y="12730"/>
                  </a:cubicBezTo>
                  <a:lnTo>
                    <a:pt x="368" y="6859"/>
                  </a:lnTo>
                  <a:cubicBezTo>
                    <a:pt x="401" y="6259"/>
                    <a:pt x="701" y="5725"/>
                    <a:pt x="1201" y="5391"/>
                  </a:cubicBezTo>
                  <a:lnTo>
                    <a:pt x="9774" y="421"/>
                  </a:lnTo>
                  <a:cubicBezTo>
                    <a:pt x="9874" y="388"/>
                    <a:pt x="10008" y="321"/>
                    <a:pt x="10108" y="321"/>
                  </a:cubicBezTo>
                  <a:close/>
                  <a:moveTo>
                    <a:pt x="10058" y="0"/>
                  </a:moveTo>
                  <a:cubicBezTo>
                    <a:pt x="9907" y="0"/>
                    <a:pt x="9750" y="47"/>
                    <a:pt x="9607" y="154"/>
                  </a:cubicBezTo>
                  <a:lnTo>
                    <a:pt x="1035" y="5091"/>
                  </a:lnTo>
                  <a:cubicBezTo>
                    <a:pt x="434" y="5492"/>
                    <a:pt x="67" y="6125"/>
                    <a:pt x="34" y="6859"/>
                  </a:cubicBezTo>
                  <a:lnTo>
                    <a:pt x="34" y="12730"/>
                  </a:lnTo>
                  <a:cubicBezTo>
                    <a:pt x="1" y="13030"/>
                    <a:pt x="134" y="13297"/>
                    <a:pt x="401" y="13464"/>
                  </a:cubicBezTo>
                  <a:cubicBezTo>
                    <a:pt x="501" y="13531"/>
                    <a:pt x="601" y="13564"/>
                    <a:pt x="701" y="13564"/>
                  </a:cubicBezTo>
                  <a:cubicBezTo>
                    <a:pt x="901" y="13564"/>
                    <a:pt x="1068" y="13497"/>
                    <a:pt x="1201" y="13397"/>
                  </a:cubicBezTo>
                  <a:lnTo>
                    <a:pt x="9774" y="8460"/>
                  </a:lnTo>
                  <a:cubicBezTo>
                    <a:pt x="10375" y="8060"/>
                    <a:pt x="10742" y="7426"/>
                    <a:pt x="10775" y="6726"/>
                  </a:cubicBezTo>
                  <a:lnTo>
                    <a:pt x="10775" y="822"/>
                  </a:lnTo>
                  <a:cubicBezTo>
                    <a:pt x="10848" y="357"/>
                    <a:pt x="10474" y="0"/>
                    <a:pt x="1005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55"/>
            <p:cNvSpPr/>
            <p:nvPr/>
          </p:nvSpPr>
          <p:spPr>
            <a:xfrm>
              <a:off x="5468250" y="1230775"/>
              <a:ext cx="184500" cy="108150"/>
            </a:xfrm>
            <a:custGeom>
              <a:rect b="b" l="l" r="r" t="t"/>
              <a:pathLst>
                <a:path extrusionOk="0" h="4326" w="7380">
                  <a:moveTo>
                    <a:pt x="7148" y="0"/>
                  </a:moveTo>
                  <a:cubicBezTo>
                    <a:pt x="7123" y="0"/>
                    <a:pt x="7098" y="7"/>
                    <a:pt x="7072" y="22"/>
                  </a:cubicBezTo>
                  <a:lnTo>
                    <a:pt x="134" y="4025"/>
                  </a:lnTo>
                  <a:cubicBezTo>
                    <a:pt x="0" y="4125"/>
                    <a:pt x="34" y="4326"/>
                    <a:pt x="200" y="4326"/>
                  </a:cubicBezTo>
                  <a:lnTo>
                    <a:pt x="267" y="4326"/>
                  </a:lnTo>
                  <a:lnTo>
                    <a:pt x="7239" y="289"/>
                  </a:lnTo>
                  <a:cubicBezTo>
                    <a:pt x="7380" y="205"/>
                    <a:pt x="7282" y="0"/>
                    <a:pt x="714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55"/>
            <p:cNvSpPr/>
            <p:nvPr/>
          </p:nvSpPr>
          <p:spPr>
            <a:xfrm>
              <a:off x="5468250" y="1271625"/>
              <a:ext cx="184500" cy="108175"/>
            </a:xfrm>
            <a:custGeom>
              <a:rect b="b" l="l" r="r" t="t"/>
              <a:pathLst>
                <a:path extrusionOk="0" h="4327" w="7380">
                  <a:moveTo>
                    <a:pt x="7148" y="1"/>
                  </a:moveTo>
                  <a:cubicBezTo>
                    <a:pt x="7123" y="1"/>
                    <a:pt x="7098" y="8"/>
                    <a:pt x="7072" y="23"/>
                  </a:cubicBezTo>
                  <a:lnTo>
                    <a:pt x="134" y="4026"/>
                  </a:lnTo>
                  <a:cubicBezTo>
                    <a:pt x="0" y="4126"/>
                    <a:pt x="34" y="4326"/>
                    <a:pt x="200" y="4326"/>
                  </a:cubicBezTo>
                  <a:lnTo>
                    <a:pt x="267" y="4326"/>
                  </a:lnTo>
                  <a:lnTo>
                    <a:pt x="7239" y="290"/>
                  </a:lnTo>
                  <a:cubicBezTo>
                    <a:pt x="7380" y="205"/>
                    <a:pt x="7282" y="1"/>
                    <a:pt x="714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55"/>
            <p:cNvSpPr/>
            <p:nvPr/>
          </p:nvSpPr>
          <p:spPr>
            <a:xfrm>
              <a:off x="5469075" y="1312725"/>
              <a:ext cx="182650" cy="107925"/>
            </a:xfrm>
            <a:custGeom>
              <a:rect b="b" l="l" r="r" t="t"/>
              <a:pathLst>
                <a:path extrusionOk="0" h="4317" w="7306">
                  <a:moveTo>
                    <a:pt x="7098" y="0"/>
                  </a:moveTo>
                  <a:cubicBezTo>
                    <a:pt x="7077" y="0"/>
                    <a:pt x="7057" y="5"/>
                    <a:pt x="7039" y="13"/>
                  </a:cubicBezTo>
                  <a:lnTo>
                    <a:pt x="101" y="4016"/>
                  </a:lnTo>
                  <a:cubicBezTo>
                    <a:pt x="1" y="4083"/>
                    <a:pt x="1" y="4183"/>
                    <a:pt x="34" y="4250"/>
                  </a:cubicBezTo>
                  <a:cubicBezTo>
                    <a:pt x="67" y="4283"/>
                    <a:pt x="101" y="4317"/>
                    <a:pt x="167" y="4317"/>
                  </a:cubicBezTo>
                  <a:lnTo>
                    <a:pt x="234" y="4317"/>
                  </a:lnTo>
                  <a:lnTo>
                    <a:pt x="7206" y="280"/>
                  </a:lnTo>
                  <a:cubicBezTo>
                    <a:pt x="7272" y="247"/>
                    <a:pt x="7306" y="147"/>
                    <a:pt x="7272" y="80"/>
                  </a:cubicBezTo>
                  <a:cubicBezTo>
                    <a:pt x="7224" y="31"/>
                    <a:pt x="7157" y="0"/>
                    <a:pt x="709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55"/>
            <p:cNvSpPr/>
            <p:nvPr/>
          </p:nvSpPr>
          <p:spPr>
            <a:xfrm>
              <a:off x="5741775" y="2234875"/>
              <a:ext cx="271225" cy="338275"/>
            </a:xfrm>
            <a:custGeom>
              <a:rect b="b" l="l" r="r" t="t"/>
              <a:pathLst>
                <a:path extrusionOk="0" h="13531" w="10849">
                  <a:moveTo>
                    <a:pt x="10053" y="299"/>
                  </a:moveTo>
                  <a:cubicBezTo>
                    <a:pt x="10293" y="299"/>
                    <a:pt x="10513" y="534"/>
                    <a:pt x="10441" y="821"/>
                  </a:cubicBezTo>
                  <a:lnTo>
                    <a:pt x="10441" y="6725"/>
                  </a:lnTo>
                  <a:cubicBezTo>
                    <a:pt x="10408" y="7292"/>
                    <a:pt x="10108" y="7859"/>
                    <a:pt x="9607" y="8193"/>
                  </a:cubicBezTo>
                  <a:lnTo>
                    <a:pt x="1034" y="13130"/>
                  </a:lnTo>
                  <a:cubicBezTo>
                    <a:pt x="955" y="13200"/>
                    <a:pt x="862" y="13231"/>
                    <a:pt x="770" y="13231"/>
                  </a:cubicBezTo>
                  <a:cubicBezTo>
                    <a:pt x="514" y="13231"/>
                    <a:pt x="269" y="12991"/>
                    <a:pt x="367" y="12696"/>
                  </a:cubicBezTo>
                  <a:lnTo>
                    <a:pt x="367" y="6825"/>
                  </a:lnTo>
                  <a:cubicBezTo>
                    <a:pt x="401" y="6225"/>
                    <a:pt x="701" y="5691"/>
                    <a:pt x="1201" y="5358"/>
                  </a:cubicBezTo>
                  <a:lnTo>
                    <a:pt x="9774" y="421"/>
                  </a:lnTo>
                  <a:cubicBezTo>
                    <a:pt x="9859" y="336"/>
                    <a:pt x="9958" y="299"/>
                    <a:pt x="10053" y="299"/>
                  </a:cubicBezTo>
                  <a:close/>
                  <a:moveTo>
                    <a:pt x="10041" y="0"/>
                  </a:moveTo>
                  <a:cubicBezTo>
                    <a:pt x="9892" y="0"/>
                    <a:pt x="9740" y="48"/>
                    <a:pt x="9607" y="154"/>
                  </a:cubicBezTo>
                  <a:lnTo>
                    <a:pt x="1034" y="5124"/>
                  </a:lnTo>
                  <a:cubicBezTo>
                    <a:pt x="434" y="5491"/>
                    <a:pt x="67" y="6158"/>
                    <a:pt x="34" y="6859"/>
                  </a:cubicBezTo>
                  <a:lnTo>
                    <a:pt x="34" y="12696"/>
                  </a:lnTo>
                  <a:cubicBezTo>
                    <a:pt x="0" y="12996"/>
                    <a:pt x="134" y="13297"/>
                    <a:pt x="367" y="13463"/>
                  </a:cubicBezTo>
                  <a:cubicBezTo>
                    <a:pt x="467" y="13497"/>
                    <a:pt x="567" y="13530"/>
                    <a:pt x="701" y="13530"/>
                  </a:cubicBezTo>
                  <a:cubicBezTo>
                    <a:pt x="868" y="13530"/>
                    <a:pt x="1034" y="13497"/>
                    <a:pt x="1201" y="13430"/>
                  </a:cubicBezTo>
                  <a:lnTo>
                    <a:pt x="9774" y="8460"/>
                  </a:lnTo>
                  <a:cubicBezTo>
                    <a:pt x="10374" y="8093"/>
                    <a:pt x="10741" y="7426"/>
                    <a:pt x="10775" y="6725"/>
                  </a:cubicBezTo>
                  <a:lnTo>
                    <a:pt x="10775" y="854"/>
                  </a:lnTo>
                  <a:cubicBezTo>
                    <a:pt x="10848" y="364"/>
                    <a:pt x="10454" y="0"/>
                    <a:pt x="1004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55"/>
            <p:cNvSpPr/>
            <p:nvPr/>
          </p:nvSpPr>
          <p:spPr>
            <a:xfrm>
              <a:off x="5785125" y="2310400"/>
              <a:ext cx="182675" cy="108475"/>
            </a:xfrm>
            <a:custGeom>
              <a:rect b="b" l="l" r="r" t="t"/>
              <a:pathLst>
                <a:path extrusionOk="0" h="4339" w="7307">
                  <a:moveTo>
                    <a:pt x="7152" y="0"/>
                  </a:moveTo>
                  <a:cubicBezTo>
                    <a:pt x="7124" y="0"/>
                    <a:pt x="7096" y="11"/>
                    <a:pt x="7073" y="35"/>
                  </a:cubicBezTo>
                  <a:lnTo>
                    <a:pt x="101" y="4038"/>
                  </a:lnTo>
                  <a:cubicBezTo>
                    <a:pt x="34" y="4071"/>
                    <a:pt x="1" y="4171"/>
                    <a:pt x="34" y="4271"/>
                  </a:cubicBezTo>
                  <a:cubicBezTo>
                    <a:pt x="68" y="4305"/>
                    <a:pt x="134" y="4338"/>
                    <a:pt x="201" y="4338"/>
                  </a:cubicBezTo>
                  <a:cubicBezTo>
                    <a:pt x="201" y="4338"/>
                    <a:pt x="234" y="4338"/>
                    <a:pt x="268" y="4305"/>
                  </a:cubicBezTo>
                  <a:lnTo>
                    <a:pt x="7206" y="302"/>
                  </a:lnTo>
                  <a:cubicBezTo>
                    <a:pt x="7306" y="269"/>
                    <a:pt x="7306" y="168"/>
                    <a:pt x="7273" y="102"/>
                  </a:cubicBezTo>
                  <a:cubicBezTo>
                    <a:pt x="7251" y="37"/>
                    <a:pt x="7202" y="0"/>
                    <a:pt x="715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55"/>
            <p:cNvSpPr/>
            <p:nvPr/>
          </p:nvSpPr>
          <p:spPr>
            <a:xfrm>
              <a:off x="5784300" y="2351625"/>
              <a:ext cx="183500" cy="108100"/>
            </a:xfrm>
            <a:custGeom>
              <a:rect b="b" l="l" r="r" t="t"/>
              <a:pathLst>
                <a:path extrusionOk="0" h="4324" w="7340">
                  <a:moveTo>
                    <a:pt x="7187" y="1"/>
                  </a:moveTo>
                  <a:cubicBezTo>
                    <a:pt x="7159" y="1"/>
                    <a:pt x="7130" y="8"/>
                    <a:pt x="7106" y="21"/>
                  </a:cubicBezTo>
                  <a:lnTo>
                    <a:pt x="134" y="4023"/>
                  </a:lnTo>
                  <a:cubicBezTo>
                    <a:pt x="1" y="4123"/>
                    <a:pt x="67" y="4324"/>
                    <a:pt x="234" y="4324"/>
                  </a:cubicBezTo>
                  <a:cubicBezTo>
                    <a:pt x="234" y="4324"/>
                    <a:pt x="267" y="4324"/>
                    <a:pt x="301" y="4290"/>
                  </a:cubicBezTo>
                  <a:lnTo>
                    <a:pt x="7239" y="287"/>
                  </a:lnTo>
                  <a:cubicBezTo>
                    <a:pt x="7339" y="254"/>
                    <a:pt x="7339" y="154"/>
                    <a:pt x="7306" y="87"/>
                  </a:cubicBezTo>
                  <a:cubicBezTo>
                    <a:pt x="7285" y="24"/>
                    <a:pt x="7237" y="1"/>
                    <a:pt x="718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55"/>
            <p:cNvSpPr/>
            <p:nvPr/>
          </p:nvSpPr>
          <p:spPr>
            <a:xfrm>
              <a:off x="5785125" y="2391825"/>
              <a:ext cx="182675" cy="108775"/>
            </a:xfrm>
            <a:custGeom>
              <a:rect b="b" l="l" r="r" t="t"/>
              <a:pathLst>
                <a:path extrusionOk="0" h="4351" w="7307">
                  <a:moveTo>
                    <a:pt x="7132" y="1"/>
                  </a:moveTo>
                  <a:cubicBezTo>
                    <a:pt x="7111" y="1"/>
                    <a:pt x="7091" y="5"/>
                    <a:pt x="7073" y="14"/>
                  </a:cubicBezTo>
                  <a:lnTo>
                    <a:pt x="101" y="4050"/>
                  </a:lnTo>
                  <a:cubicBezTo>
                    <a:pt x="34" y="4083"/>
                    <a:pt x="1" y="4183"/>
                    <a:pt x="34" y="4250"/>
                  </a:cubicBezTo>
                  <a:cubicBezTo>
                    <a:pt x="68" y="4317"/>
                    <a:pt x="134" y="4317"/>
                    <a:pt x="201" y="4350"/>
                  </a:cubicBezTo>
                  <a:lnTo>
                    <a:pt x="268" y="4350"/>
                  </a:lnTo>
                  <a:lnTo>
                    <a:pt x="7206" y="314"/>
                  </a:lnTo>
                  <a:cubicBezTo>
                    <a:pt x="7306" y="247"/>
                    <a:pt x="7306" y="147"/>
                    <a:pt x="7273" y="80"/>
                  </a:cubicBezTo>
                  <a:cubicBezTo>
                    <a:pt x="7248" y="32"/>
                    <a:pt x="7188" y="1"/>
                    <a:pt x="713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55"/>
            <p:cNvSpPr/>
            <p:nvPr/>
          </p:nvSpPr>
          <p:spPr>
            <a:xfrm>
              <a:off x="5294775" y="3726250"/>
              <a:ext cx="271200" cy="338800"/>
            </a:xfrm>
            <a:custGeom>
              <a:rect b="b" l="l" r="r" t="t"/>
              <a:pathLst>
                <a:path extrusionOk="0" h="13552" w="10848">
                  <a:moveTo>
                    <a:pt x="10090" y="307"/>
                  </a:moveTo>
                  <a:cubicBezTo>
                    <a:pt x="10153" y="307"/>
                    <a:pt x="10216" y="318"/>
                    <a:pt x="10275" y="342"/>
                  </a:cubicBezTo>
                  <a:cubicBezTo>
                    <a:pt x="10408" y="475"/>
                    <a:pt x="10475" y="642"/>
                    <a:pt x="10475" y="809"/>
                  </a:cubicBezTo>
                  <a:lnTo>
                    <a:pt x="10475" y="6713"/>
                  </a:lnTo>
                  <a:cubicBezTo>
                    <a:pt x="10442" y="7280"/>
                    <a:pt x="10108" y="7847"/>
                    <a:pt x="9641" y="8181"/>
                  </a:cubicBezTo>
                  <a:lnTo>
                    <a:pt x="1068" y="13118"/>
                  </a:lnTo>
                  <a:cubicBezTo>
                    <a:pt x="985" y="13192"/>
                    <a:pt x="888" y="13225"/>
                    <a:pt x="793" y="13225"/>
                  </a:cubicBezTo>
                  <a:cubicBezTo>
                    <a:pt x="549" y="13225"/>
                    <a:pt x="320" y="13006"/>
                    <a:pt x="368" y="12717"/>
                  </a:cubicBezTo>
                  <a:lnTo>
                    <a:pt x="368" y="6846"/>
                  </a:lnTo>
                  <a:cubicBezTo>
                    <a:pt x="401" y="6246"/>
                    <a:pt x="735" y="5712"/>
                    <a:pt x="1202" y="5379"/>
                  </a:cubicBezTo>
                  <a:lnTo>
                    <a:pt x="9775" y="409"/>
                  </a:lnTo>
                  <a:cubicBezTo>
                    <a:pt x="9861" y="344"/>
                    <a:pt x="9975" y="307"/>
                    <a:pt x="10090" y="307"/>
                  </a:cubicBezTo>
                  <a:close/>
                  <a:moveTo>
                    <a:pt x="10078" y="1"/>
                  </a:moveTo>
                  <a:cubicBezTo>
                    <a:pt x="9920" y="1"/>
                    <a:pt x="9756" y="54"/>
                    <a:pt x="9608" y="175"/>
                  </a:cubicBezTo>
                  <a:lnTo>
                    <a:pt x="1035" y="5079"/>
                  </a:lnTo>
                  <a:cubicBezTo>
                    <a:pt x="435" y="5479"/>
                    <a:pt x="68" y="6113"/>
                    <a:pt x="34" y="6846"/>
                  </a:cubicBezTo>
                  <a:lnTo>
                    <a:pt x="34" y="12717"/>
                  </a:lnTo>
                  <a:cubicBezTo>
                    <a:pt x="1" y="13018"/>
                    <a:pt x="134" y="13284"/>
                    <a:pt x="401" y="13451"/>
                  </a:cubicBezTo>
                  <a:cubicBezTo>
                    <a:pt x="501" y="13518"/>
                    <a:pt x="601" y="13551"/>
                    <a:pt x="701" y="13551"/>
                  </a:cubicBezTo>
                  <a:cubicBezTo>
                    <a:pt x="902" y="13551"/>
                    <a:pt x="1068" y="13485"/>
                    <a:pt x="1202" y="13418"/>
                  </a:cubicBezTo>
                  <a:lnTo>
                    <a:pt x="9775" y="8448"/>
                  </a:lnTo>
                  <a:cubicBezTo>
                    <a:pt x="10375" y="8081"/>
                    <a:pt x="10742" y="7414"/>
                    <a:pt x="10775" y="6713"/>
                  </a:cubicBezTo>
                  <a:lnTo>
                    <a:pt x="10775" y="842"/>
                  </a:lnTo>
                  <a:cubicBezTo>
                    <a:pt x="10848" y="361"/>
                    <a:pt x="10485" y="1"/>
                    <a:pt x="1007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55"/>
            <p:cNvSpPr/>
            <p:nvPr/>
          </p:nvSpPr>
          <p:spPr>
            <a:xfrm>
              <a:off x="5338975" y="3802025"/>
              <a:ext cx="183825" cy="107900"/>
            </a:xfrm>
            <a:custGeom>
              <a:rect b="b" l="l" r="r" t="t"/>
              <a:pathLst>
                <a:path extrusionOk="0" h="4316" w="7353">
                  <a:moveTo>
                    <a:pt x="7100" y="1"/>
                  </a:moveTo>
                  <a:cubicBezTo>
                    <a:pt x="7080" y="1"/>
                    <a:pt x="7060" y="5"/>
                    <a:pt x="7039" y="13"/>
                  </a:cubicBezTo>
                  <a:lnTo>
                    <a:pt x="101" y="4016"/>
                  </a:lnTo>
                  <a:cubicBezTo>
                    <a:pt x="1" y="4082"/>
                    <a:pt x="1" y="4182"/>
                    <a:pt x="34" y="4249"/>
                  </a:cubicBezTo>
                  <a:cubicBezTo>
                    <a:pt x="68" y="4282"/>
                    <a:pt x="101" y="4316"/>
                    <a:pt x="168" y="4316"/>
                  </a:cubicBezTo>
                  <a:lnTo>
                    <a:pt x="268" y="4316"/>
                  </a:lnTo>
                  <a:lnTo>
                    <a:pt x="7206" y="280"/>
                  </a:lnTo>
                  <a:cubicBezTo>
                    <a:pt x="7352" y="192"/>
                    <a:pt x="7242" y="1"/>
                    <a:pt x="710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55"/>
            <p:cNvSpPr/>
            <p:nvPr/>
          </p:nvSpPr>
          <p:spPr>
            <a:xfrm>
              <a:off x="5338975" y="3842700"/>
              <a:ext cx="182675" cy="108100"/>
            </a:xfrm>
            <a:custGeom>
              <a:rect b="b" l="l" r="r" t="t"/>
              <a:pathLst>
                <a:path extrusionOk="0" h="4324" w="7307">
                  <a:moveTo>
                    <a:pt x="7123" y="0"/>
                  </a:moveTo>
                  <a:cubicBezTo>
                    <a:pt x="7093" y="0"/>
                    <a:pt x="7064" y="8"/>
                    <a:pt x="7039" y="20"/>
                  </a:cubicBezTo>
                  <a:lnTo>
                    <a:pt x="101" y="4023"/>
                  </a:lnTo>
                  <a:cubicBezTo>
                    <a:pt x="1" y="4090"/>
                    <a:pt x="1" y="4157"/>
                    <a:pt x="34" y="4257"/>
                  </a:cubicBezTo>
                  <a:cubicBezTo>
                    <a:pt x="68" y="4290"/>
                    <a:pt x="101" y="4323"/>
                    <a:pt x="168" y="4323"/>
                  </a:cubicBezTo>
                  <a:lnTo>
                    <a:pt x="268" y="4323"/>
                  </a:lnTo>
                  <a:lnTo>
                    <a:pt x="7206" y="287"/>
                  </a:lnTo>
                  <a:cubicBezTo>
                    <a:pt x="7273" y="254"/>
                    <a:pt x="7306" y="154"/>
                    <a:pt x="7273" y="87"/>
                  </a:cubicBezTo>
                  <a:cubicBezTo>
                    <a:pt x="7230" y="24"/>
                    <a:pt x="7175" y="0"/>
                    <a:pt x="712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55"/>
            <p:cNvSpPr/>
            <p:nvPr/>
          </p:nvSpPr>
          <p:spPr>
            <a:xfrm>
              <a:off x="5338975" y="3883550"/>
              <a:ext cx="182675" cy="108100"/>
            </a:xfrm>
            <a:custGeom>
              <a:rect b="b" l="l" r="r" t="t"/>
              <a:pathLst>
                <a:path extrusionOk="0" h="4324" w="7307">
                  <a:moveTo>
                    <a:pt x="7123" y="1"/>
                  </a:moveTo>
                  <a:cubicBezTo>
                    <a:pt x="7093" y="1"/>
                    <a:pt x="7064" y="9"/>
                    <a:pt x="7039" y="21"/>
                  </a:cubicBezTo>
                  <a:lnTo>
                    <a:pt x="101" y="4024"/>
                  </a:lnTo>
                  <a:cubicBezTo>
                    <a:pt x="1" y="4090"/>
                    <a:pt x="1" y="4157"/>
                    <a:pt x="34" y="4257"/>
                  </a:cubicBezTo>
                  <a:cubicBezTo>
                    <a:pt x="68" y="4290"/>
                    <a:pt x="101" y="4324"/>
                    <a:pt x="168" y="4324"/>
                  </a:cubicBezTo>
                  <a:cubicBezTo>
                    <a:pt x="201" y="4324"/>
                    <a:pt x="234" y="4324"/>
                    <a:pt x="268" y="4290"/>
                  </a:cubicBezTo>
                  <a:lnTo>
                    <a:pt x="7206" y="288"/>
                  </a:lnTo>
                  <a:cubicBezTo>
                    <a:pt x="7273" y="254"/>
                    <a:pt x="7306" y="154"/>
                    <a:pt x="7273" y="87"/>
                  </a:cubicBezTo>
                  <a:cubicBezTo>
                    <a:pt x="7230" y="24"/>
                    <a:pt x="7175" y="1"/>
                    <a:pt x="712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55"/>
            <p:cNvSpPr/>
            <p:nvPr/>
          </p:nvSpPr>
          <p:spPr>
            <a:xfrm>
              <a:off x="3495175" y="4514325"/>
              <a:ext cx="271175" cy="338775"/>
            </a:xfrm>
            <a:custGeom>
              <a:rect b="b" l="l" r="r" t="t"/>
              <a:pathLst>
                <a:path extrusionOk="0" h="13551" w="10847">
                  <a:moveTo>
                    <a:pt x="10144" y="328"/>
                  </a:moveTo>
                  <a:cubicBezTo>
                    <a:pt x="10180" y="328"/>
                    <a:pt x="10227" y="351"/>
                    <a:pt x="10274" y="375"/>
                  </a:cubicBezTo>
                  <a:cubicBezTo>
                    <a:pt x="10408" y="475"/>
                    <a:pt x="10474" y="642"/>
                    <a:pt x="10474" y="842"/>
                  </a:cubicBezTo>
                  <a:lnTo>
                    <a:pt x="10474" y="6713"/>
                  </a:lnTo>
                  <a:cubicBezTo>
                    <a:pt x="10408" y="7313"/>
                    <a:pt x="10107" y="7847"/>
                    <a:pt x="9640" y="8180"/>
                  </a:cubicBezTo>
                  <a:lnTo>
                    <a:pt x="1068" y="13151"/>
                  </a:lnTo>
                  <a:cubicBezTo>
                    <a:pt x="976" y="13206"/>
                    <a:pt x="884" y="13230"/>
                    <a:pt x="792" y="13230"/>
                  </a:cubicBezTo>
                  <a:cubicBezTo>
                    <a:pt x="717" y="13230"/>
                    <a:pt x="642" y="13214"/>
                    <a:pt x="567" y="13184"/>
                  </a:cubicBezTo>
                  <a:cubicBezTo>
                    <a:pt x="434" y="13084"/>
                    <a:pt x="334" y="12917"/>
                    <a:pt x="367" y="12750"/>
                  </a:cubicBezTo>
                  <a:lnTo>
                    <a:pt x="367" y="6846"/>
                  </a:lnTo>
                  <a:cubicBezTo>
                    <a:pt x="400" y="6246"/>
                    <a:pt x="701" y="5712"/>
                    <a:pt x="1201" y="5378"/>
                  </a:cubicBezTo>
                  <a:lnTo>
                    <a:pt x="9774" y="441"/>
                  </a:lnTo>
                  <a:cubicBezTo>
                    <a:pt x="9874" y="375"/>
                    <a:pt x="9974" y="341"/>
                    <a:pt x="10107" y="341"/>
                  </a:cubicBezTo>
                  <a:cubicBezTo>
                    <a:pt x="10117" y="332"/>
                    <a:pt x="10130" y="328"/>
                    <a:pt x="10144" y="328"/>
                  </a:cubicBezTo>
                  <a:close/>
                  <a:moveTo>
                    <a:pt x="10062" y="0"/>
                  </a:moveTo>
                  <a:cubicBezTo>
                    <a:pt x="9906" y="0"/>
                    <a:pt x="9746" y="54"/>
                    <a:pt x="9607" y="175"/>
                  </a:cubicBezTo>
                  <a:lnTo>
                    <a:pt x="1034" y="5111"/>
                  </a:lnTo>
                  <a:cubicBezTo>
                    <a:pt x="434" y="5478"/>
                    <a:pt x="67" y="6146"/>
                    <a:pt x="34" y="6846"/>
                  </a:cubicBezTo>
                  <a:lnTo>
                    <a:pt x="34" y="12750"/>
                  </a:lnTo>
                  <a:cubicBezTo>
                    <a:pt x="0" y="13017"/>
                    <a:pt x="134" y="13317"/>
                    <a:pt x="367" y="13484"/>
                  </a:cubicBezTo>
                  <a:cubicBezTo>
                    <a:pt x="467" y="13517"/>
                    <a:pt x="567" y="13551"/>
                    <a:pt x="701" y="13551"/>
                  </a:cubicBezTo>
                  <a:cubicBezTo>
                    <a:pt x="867" y="13551"/>
                    <a:pt x="1034" y="13517"/>
                    <a:pt x="1201" y="13417"/>
                  </a:cubicBezTo>
                  <a:lnTo>
                    <a:pt x="9774" y="8447"/>
                  </a:lnTo>
                  <a:cubicBezTo>
                    <a:pt x="10374" y="8080"/>
                    <a:pt x="10741" y="7413"/>
                    <a:pt x="10775" y="6713"/>
                  </a:cubicBezTo>
                  <a:lnTo>
                    <a:pt x="10775" y="842"/>
                  </a:lnTo>
                  <a:cubicBezTo>
                    <a:pt x="10847" y="360"/>
                    <a:pt x="10467" y="0"/>
                    <a:pt x="1006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55"/>
            <p:cNvSpPr/>
            <p:nvPr/>
          </p:nvSpPr>
          <p:spPr>
            <a:xfrm>
              <a:off x="3538525" y="4590900"/>
              <a:ext cx="183750" cy="107925"/>
            </a:xfrm>
            <a:custGeom>
              <a:rect b="b" l="l" r="r" t="t"/>
              <a:pathLst>
                <a:path extrusionOk="0" h="4317" w="7350">
                  <a:moveTo>
                    <a:pt x="7138" y="0"/>
                  </a:moveTo>
                  <a:cubicBezTo>
                    <a:pt x="7117" y="0"/>
                    <a:pt x="7095" y="5"/>
                    <a:pt x="7072" y="14"/>
                  </a:cubicBezTo>
                  <a:lnTo>
                    <a:pt x="101" y="4017"/>
                  </a:lnTo>
                  <a:cubicBezTo>
                    <a:pt x="34" y="4050"/>
                    <a:pt x="1" y="4150"/>
                    <a:pt x="34" y="4217"/>
                  </a:cubicBezTo>
                  <a:cubicBezTo>
                    <a:pt x="67" y="4283"/>
                    <a:pt x="134" y="4317"/>
                    <a:pt x="201" y="4317"/>
                  </a:cubicBezTo>
                  <a:cubicBezTo>
                    <a:pt x="201" y="4317"/>
                    <a:pt x="234" y="4317"/>
                    <a:pt x="268" y="4283"/>
                  </a:cubicBezTo>
                  <a:lnTo>
                    <a:pt x="7206" y="281"/>
                  </a:lnTo>
                  <a:cubicBezTo>
                    <a:pt x="7350" y="165"/>
                    <a:pt x="7270" y="0"/>
                    <a:pt x="713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55"/>
            <p:cNvSpPr/>
            <p:nvPr/>
          </p:nvSpPr>
          <p:spPr>
            <a:xfrm>
              <a:off x="3538525" y="4631750"/>
              <a:ext cx="183750" cy="107950"/>
            </a:xfrm>
            <a:custGeom>
              <a:rect b="b" l="l" r="r" t="t"/>
              <a:pathLst>
                <a:path extrusionOk="0" h="4318" w="7350">
                  <a:moveTo>
                    <a:pt x="7138" y="1"/>
                  </a:moveTo>
                  <a:cubicBezTo>
                    <a:pt x="7117" y="1"/>
                    <a:pt x="7095" y="5"/>
                    <a:pt x="7072" y="14"/>
                  </a:cubicBezTo>
                  <a:lnTo>
                    <a:pt x="101" y="4017"/>
                  </a:lnTo>
                  <a:cubicBezTo>
                    <a:pt x="34" y="4050"/>
                    <a:pt x="1" y="4150"/>
                    <a:pt x="34" y="4217"/>
                  </a:cubicBezTo>
                  <a:cubicBezTo>
                    <a:pt x="67" y="4284"/>
                    <a:pt x="134" y="4317"/>
                    <a:pt x="201" y="4317"/>
                  </a:cubicBezTo>
                  <a:cubicBezTo>
                    <a:pt x="201" y="4317"/>
                    <a:pt x="234" y="4317"/>
                    <a:pt x="268" y="4284"/>
                  </a:cubicBezTo>
                  <a:lnTo>
                    <a:pt x="7206" y="281"/>
                  </a:lnTo>
                  <a:cubicBezTo>
                    <a:pt x="7350" y="166"/>
                    <a:pt x="7270" y="1"/>
                    <a:pt x="713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55"/>
            <p:cNvSpPr/>
            <p:nvPr/>
          </p:nvSpPr>
          <p:spPr>
            <a:xfrm>
              <a:off x="3538525" y="4672050"/>
              <a:ext cx="182650" cy="108500"/>
            </a:xfrm>
            <a:custGeom>
              <a:rect b="b" l="l" r="r" t="t"/>
              <a:pathLst>
                <a:path extrusionOk="0" h="4340" w="7306">
                  <a:moveTo>
                    <a:pt x="7158" y="0"/>
                  </a:moveTo>
                  <a:cubicBezTo>
                    <a:pt x="7128" y="0"/>
                    <a:pt x="7098" y="11"/>
                    <a:pt x="7072" y="37"/>
                  </a:cubicBezTo>
                  <a:lnTo>
                    <a:pt x="101" y="4040"/>
                  </a:lnTo>
                  <a:cubicBezTo>
                    <a:pt x="34" y="4073"/>
                    <a:pt x="1" y="4173"/>
                    <a:pt x="34" y="4240"/>
                  </a:cubicBezTo>
                  <a:cubicBezTo>
                    <a:pt x="67" y="4306"/>
                    <a:pt x="134" y="4340"/>
                    <a:pt x="201" y="4340"/>
                  </a:cubicBezTo>
                  <a:cubicBezTo>
                    <a:pt x="201" y="4340"/>
                    <a:pt x="234" y="4340"/>
                    <a:pt x="268" y="4306"/>
                  </a:cubicBezTo>
                  <a:lnTo>
                    <a:pt x="7206" y="304"/>
                  </a:lnTo>
                  <a:cubicBezTo>
                    <a:pt x="7306" y="237"/>
                    <a:pt x="7306" y="170"/>
                    <a:pt x="7273" y="70"/>
                  </a:cubicBezTo>
                  <a:cubicBezTo>
                    <a:pt x="7252" y="29"/>
                    <a:pt x="7206" y="0"/>
                    <a:pt x="715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55"/>
            <p:cNvSpPr/>
            <p:nvPr/>
          </p:nvSpPr>
          <p:spPr>
            <a:xfrm>
              <a:off x="4530075" y="1997525"/>
              <a:ext cx="271175" cy="338775"/>
            </a:xfrm>
            <a:custGeom>
              <a:rect b="b" l="l" r="r" t="t"/>
              <a:pathLst>
                <a:path extrusionOk="0" h="13551" w="10847">
                  <a:moveTo>
                    <a:pt x="10022" y="334"/>
                  </a:moveTo>
                  <a:cubicBezTo>
                    <a:pt x="10274" y="334"/>
                    <a:pt x="10513" y="553"/>
                    <a:pt x="10441" y="842"/>
                  </a:cubicBezTo>
                  <a:lnTo>
                    <a:pt x="10441" y="6713"/>
                  </a:lnTo>
                  <a:cubicBezTo>
                    <a:pt x="10408" y="7313"/>
                    <a:pt x="10108" y="7847"/>
                    <a:pt x="9607" y="8180"/>
                  </a:cubicBezTo>
                  <a:lnTo>
                    <a:pt x="1034" y="13150"/>
                  </a:lnTo>
                  <a:cubicBezTo>
                    <a:pt x="954" y="13222"/>
                    <a:pt x="863" y="13252"/>
                    <a:pt x="773" y="13252"/>
                  </a:cubicBezTo>
                  <a:cubicBezTo>
                    <a:pt x="526" y="13252"/>
                    <a:pt x="294" y="13019"/>
                    <a:pt x="367" y="12750"/>
                  </a:cubicBezTo>
                  <a:lnTo>
                    <a:pt x="367" y="6846"/>
                  </a:lnTo>
                  <a:cubicBezTo>
                    <a:pt x="401" y="6279"/>
                    <a:pt x="701" y="5712"/>
                    <a:pt x="1201" y="5378"/>
                  </a:cubicBezTo>
                  <a:lnTo>
                    <a:pt x="9741" y="441"/>
                  </a:lnTo>
                  <a:cubicBezTo>
                    <a:pt x="9825" y="367"/>
                    <a:pt x="9924" y="334"/>
                    <a:pt x="10022" y="334"/>
                  </a:cubicBezTo>
                  <a:close/>
                  <a:moveTo>
                    <a:pt x="10063" y="0"/>
                  </a:moveTo>
                  <a:cubicBezTo>
                    <a:pt x="9906" y="0"/>
                    <a:pt x="9747" y="54"/>
                    <a:pt x="9607" y="175"/>
                  </a:cubicBezTo>
                  <a:lnTo>
                    <a:pt x="1034" y="5111"/>
                  </a:lnTo>
                  <a:cubicBezTo>
                    <a:pt x="434" y="5512"/>
                    <a:pt x="67" y="6145"/>
                    <a:pt x="34" y="6846"/>
                  </a:cubicBezTo>
                  <a:lnTo>
                    <a:pt x="34" y="12750"/>
                  </a:lnTo>
                  <a:cubicBezTo>
                    <a:pt x="0" y="13017"/>
                    <a:pt x="134" y="13317"/>
                    <a:pt x="367" y="13484"/>
                  </a:cubicBezTo>
                  <a:cubicBezTo>
                    <a:pt x="467" y="13551"/>
                    <a:pt x="567" y="13551"/>
                    <a:pt x="701" y="13551"/>
                  </a:cubicBezTo>
                  <a:cubicBezTo>
                    <a:pt x="868" y="13551"/>
                    <a:pt x="1034" y="13517"/>
                    <a:pt x="1201" y="13451"/>
                  </a:cubicBezTo>
                  <a:lnTo>
                    <a:pt x="9774" y="8480"/>
                  </a:lnTo>
                  <a:cubicBezTo>
                    <a:pt x="10341" y="8080"/>
                    <a:pt x="10741" y="7446"/>
                    <a:pt x="10775" y="6713"/>
                  </a:cubicBezTo>
                  <a:lnTo>
                    <a:pt x="10775" y="842"/>
                  </a:lnTo>
                  <a:cubicBezTo>
                    <a:pt x="10847" y="360"/>
                    <a:pt x="10467" y="0"/>
                    <a:pt x="1006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55"/>
            <p:cNvSpPr/>
            <p:nvPr/>
          </p:nvSpPr>
          <p:spPr>
            <a:xfrm>
              <a:off x="4573425" y="2073875"/>
              <a:ext cx="184400" cy="108150"/>
            </a:xfrm>
            <a:custGeom>
              <a:rect b="b" l="l" r="r" t="t"/>
              <a:pathLst>
                <a:path extrusionOk="0" h="4326" w="7376">
                  <a:moveTo>
                    <a:pt x="7128" y="1"/>
                  </a:moveTo>
                  <a:cubicBezTo>
                    <a:pt x="7100" y="1"/>
                    <a:pt x="7070" y="7"/>
                    <a:pt x="7039" y="23"/>
                  </a:cubicBezTo>
                  <a:lnTo>
                    <a:pt x="101" y="4025"/>
                  </a:lnTo>
                  <a:cubicBezTo>
                    <a:pt x="34" y="4059"/>
                    <a:pt x="1" y="4159"/>
                    <a:pt x="34" y="4259"/>
                  </a:cubicBezTo>
                  <a:cubicBezTo>
                    <a:pt x="68" y="4292"/>
                    <a:pt x="134" y="4326"/>
                    <a:pt x="201" y="4326"/>
                  </a:cubicBezTo>
                  <a:cubicBezTo>
                    <a:pt x="201" y="4326"/>
                    <a:pt x="234" y="4326"/>
                    <a:pt x="268" y="4292"/>
                  </a:cubicBezTo>
                  <a:lnTo>
                    <a:pt x="7206" y="289"/>
                  </a:lnTo>
                  <a:cubicBezTo>
                    <a:pt x="7376" y="205"/>
                    <a:pt x="7282" y="1"/>
                    <a:pt x="712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55"/>
            <p:cNvSpPr/>
            <p:nvPr/>
          </p:nvSpPr>
          <p:spPr>
            <a:xfrm>
              <a:off x="4573425" y="2114150"/>
              <a:ext cx="184875" cy="108750"/>
            </a:xfrm>
            <a:custGeom>
              <a:rect b="b" l="l" r="r" t="t"/>
              <a:pathLst>
                <a:path extrusionOk="0" h="4350" w="7395">
                  <a:moveTo>
                    <a:pt x="7153" y="0"/>
                  </a:moveTo>
                  <a:cubicBezTo>
                    <a:pt x="7117" y="0"/>
                    <a:pt x="7078" y="14"/>
                    <a:pt x="7039" y="46"/>
                  </a:cubicBezTo>
                  <a:lnTo>
                    <a:pt x="101" y="4049"/>
                  </a:lnTo>
                  <a:cubicBezTo>
                    <a:pt x="34" y="4082"/>
                    <a:pt x="1" y="4182"/>
                    <a:pt x="34" y="4282"/>
                  </a:cubicBezTo>
                  <a:cubicBezTo>
                    <a:pt x="68" y="4316"/>
                    <a:pt x="134" y="4349"/>
                    <a:pt x="201" y="4349"/>
                  </a:cubicBezTo>
                  <a:cubicBezTo>
                    <a:pt x="201" y="4349"/>
                    <a:pt x="234" y="4349"/>
                    <a:pt x="268" y="4316"/>
                  </a:cubicBezTo>
                  <a:lnTo>
                    <a:pt x="7206" y="313"/>
                  </a:lnTo>
                  <a:cubicBezTo>
                    <a:pt x="7394" y="232"/>
                    <a:pt x="7301" y="0"/>
                    <a:pt x="715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55"/>
            <p:cNvSpPr/>
            <p:nvPr/>
          </p:nvSpPr>
          <p:spPr>
            <a:xfrm>
              <a:off x="4573425" y="2155850"/>
              <a:ext cx="183825" cy="107900"/>
            </a:xfrm>
            <a:custGeom>
              <a:rect b="b" l="l" r="r" t="t"/>
              <a:pathLst>
                <a:path extrusionOk="0" h="4316" w="7353">
                  <a:moveTo>
                    <a:pt x="7109" y="1"/>
                  </a:moveTo>
                  <a:cubicBezTo>
                    <a:pt x="7087" y="1"/>
                    <a:pt x="7064" y="4"/>
                    <a:pt x="7039" y="13"/>
                  </a:cubicBezTo>
                  <a:lnTo>
                    <a:pt x="101" y="4015"/>
                  </a:lnTo>
                  <a:cubicBezTo>
                    <a:pt x="34" y="4049"/>
                    <a:pt x="1" y="4149"/>
                    <a:pt x="34" y="4249"/>
                  </a:cubicBezTo>
                  <a:cubicBezTo>
                    <a:pt x="68" y="4282"/>
                    <a:pt x="134" y="4316"/>
                    <a:pt x="201" y="4316"/>
                  </a:cubicBezTo>
                  <a:lnTo>
                    <a:pt x="268" y="4316"/>
                  </a:lnTo>
                  <a:lnTo>
                    <a:pt x="7206" y="279"/>
                  </a:lnTo>
                  <a:cubicBezTo>
                    <a:pt x="7353" y="192"/>
                    <a:pt x="7268" y="1"/>
                    <a:pt x="710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55"/>
            <p:cNvSpPr/>
            <p:nvPr/>
          </p:nvSpPr>
          <p:spPr>
            <a:xfrm>
              <a:off x="3527700" y="1049250"/>
              <a:ext cx="140950" cy="179600"/>
            </a:xfrm>
            <a:custGeom>
              <a:rect b="b" l="l" r="r" t="t"/>
              <a:pathLst>
                <a:path extrusionOk="0" h="7184" w="5638">
                  <a:moveTo>
                    <a:pt x="3970" y="445"/>
                  </a:moveTo>
                  <a:cubicBezTo>
                    <a:pt x="4170" y="445"/>
                    <a:pt x="4370" y="479"/>
                    <a:pt x="4537" y="579"/>
                  </a:cubicBezTo>
                  <a:cubicBezTo>
                    <a:pt x="4970" y="845"/>
                    <a:pt x="5204" y="1346"/>
                    <a:pt x="5204" y="2080"/>
                  </a:cubicBezTo>
                  <a:cubicBezTo>
                    <a:pt x="5104" y="3848"/>
                    <a:pt x="4170" y="5449"/>
                    <a:pt x="2702" y="6416"/>
                  </a:cubicBezTo>
                  <a:cubicBezTo>
                    <a:pt x="2327" y="6633"/>
                    <a:pt x="1975" y="6745"/>
                    <a:pt x="1661" y="6745"/>
                  </a:cubicBezTo>
                  <a:cubicBezTo>
                    <a:pt x="1444" y="6745"/>
                    <a:pt x="1245" y="6692"/>
                    <a:pt x="1068" y="6583"/>
                  </a:cubicBezTo>
                  <a:cubicBezTo>
                    <a:pt x="667" y="6349"/>
                    <a:pt x="434" y="5816"/>
                    <a:pt x="434" y="5082"/>
                  </a:cubicBezTo>
                  <a:cubicBezTo>
                    <a:pt x="500" y="3347"/>
                    <a:pt x="1434" y="1713"/>
                    <a:pt x="2936" y="779"/>
                  </a:cubicBezTo>
                  <a:cubicBezTo>
                    <a:pt x="3236" y="579"/>
                    <a:pt x="3603" y="445"/>
                    <a:pt x="3970" y="445"/>
                  </a:cubicBezTo>
                  <a:close/>
                  <a:moveTo>
                    <a:pt x="3969" y="1"/>
                  </a:moveTo>
                  <a:cubicBezTo>
                    <a:pt x="3575" y="1"/>
                    <a:pt x="3144" y="129"/>
                    <a:pt x="2702" y="378"/>
                  </a:cubicBezTo>
                  <a:cubicBezTo>
                    <a:pt x="1101" y="1446"/>
                    <a:pt x="100" y="3181"/>
                    <a:pt x="0" y="5082"/>
                  </a:cubicBezTo>
                  <a:cubicBezTo>
                    <a:pt x="0" y="5983"/>
                    <a:pt x="300" y="6650"/>
                    <a:pt x="867" y="6950"/>
                  </a:cubicBezTo>
                  <a:cubicBezTo>
                    <a:pt x="1101" y="7083"/>
                    <a:pt x="1368" y="7183"/>
                    <a:pt x="1635" y="7183"/>
                  </a:cubicBezTo>
                  <a:cubicBezTo>
                    <a:pt x="2102" y="7150"/>
                    <a:pt x="2535" y="7017"/>
                    <a:pt x="2936" y="6783"/>
                  </a:cubicBezTo>
                  <a:cubicBezTo>
                    <a:pt x="4537" y="5749"/>
                    <a:pt x="5537" y="3981"/>
                    <a:pt x="5637" y="2080"/>
                  </a:cubicBezTo>
                  <a:cubicBezTo>
                    <a:pt x="5637" y="1212"/>
                    <a:pt x="5337" y="545"/>
                    <a:pt x="4770" y="212"/>
                  </a:cubicBezTo>
                  <a:cubicBezTo>
                    <a:pt x="4530" y="70"/>
                    <a:pt x="4259" y="1"/>
                    <a:pt x="396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55"/>
            <p:cNvSpPr/>
            <p:nvPr/>
          </p:nvSpPr>
          <p:spPr>
            <a:xfrm>
              <a:off x="3559375" y="1089175"/>
              <a:ext cx="77575" cy="99500"/>
            </a:xfrm>
            <a:custGeom>
              <a:rect b="b" l="l" r="r" t="t"/>
              <a:pathLst>
                <a:path extrusionOk="0" h="3980" w="3103">
                  <a:moveTo>
                    <a:pt x="2251" y="0"/>
                  </a:moveTo>
                  <a:cubicBezTo>
                    <a:pt x="2044" y="0"/>
                    <a:pt x="1812" y="70"/>
                    <a:pt x="1568" y="216"/>
                  </a:cubicBezTo>
                  <a:cubicBezTo>
                    <a:pt x="634" y="816"/>
                    <a:pt x="67" y="1817"/>
                    <a:pt x="1" y="2884"/>
                  </a:cubicBezTo>
                  <a:cubicBezTo>
                    <a:pt x="1" y="3578"/>
                    <a:pt x="378" y="3980"/>
                    <a:pt x="899" y="3980"/>
                  </a:cubicBezTo>
                  <a:cubicBezTo>
                    <a:pt x="1104" y="3980"/>
                    <a:pt x="1332" y="3917"/>
                    <a:pt x="1568" y="3785"/>
                  </a:cubicBezTo>
                  <a:cubicBezTo>
                    <a:pt x="2469" y="3185"/>
                    <a:pt x="3036" y="2184"/>
                    <a:pt x="3103" y="1117"/>
                  </a:cubicBezTo>
                  <a:cubicBezTo>
                    <a:pt x="3103" y="408"/>
                    <a:pt x="2752" y="0"/>
                    <a:pt x="225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55"/>
            <p:cNvSpPr/>
            <p:nvPr/>
          </p:nvSpPr>
          <p:spPr>
            <a:xfrm>
              <a:off x="3415950" y="582075"/>
              <a:ext cx="357775" cy="431625"/>
            </a:xfrm>
            <a:custGeom>
              <a:rect b="b" l="l" r="r" t="t"/>
              <a:pathLst>
                <a:path extrusionOk="0" h="17265" w="14311">
                  <a:moveTo>
                    <a:pt x="13619" y="322"/>
                  </a:moveTo>
                  <a:cubicBezTo>
                    <a:pt x="13841" y="322"/>
                    <a:pt x="14047" y="530"/>
                    <a:pt x="13977" y="786"/>
                  </a:cubicBezTo>
                  <a:lnTo>
                    <a:pt x="13977" y="8391"/>
                  </a:lnTo>
                  <a:cubicBezTo>
                    <a:pt x="13910" y="8958"/>
                    <a:pt x="13610" y="9492"/>
                    <a:pt x="13143" y="9792"/>
                  </a:cubicBezTo>
                  <a:lnTo>
                    <a:pt x="8873" y="12261"/>
                  </a:lnTo>
                  <a:lnTo>
                    <a:pt x="7639" y="16530"/>
                  </a:lnTo>
                  <a:cubicBezTo>
                    <a:pt x="7639" y="16564"/>
                    <a:pt x="7606" y="16597"/>
                    <a:pt x="7572" y="16597"/>
                  </a:cubicBezTo>
                  <a:cubicBezTo>
                    <a:pt x="7539" y="16597"/>
                    <a:pt x="7506" y="16564"/>
                    <a:pt x="7506" y="16530"/>
                  </a:cubicBezTo>
                  <a:lnTo>
                    <a:pt x="6305" y="13762"/>
                  </a:lnTo>
                  <a:lnTo>
                    <a:pt x="1001" y="16797"/>
                  </a:lnTo>
                  <a:cubicBezTo>
                    <a:pt x="915" y="16862"/>
                    <a:pt x="815" y="16899"/>
                    <a:pt x="710" y="16899"/>
                  </a:cubicBezTo>
                  <a:cubicBezTo>
                    <a:pt x="652" y="16899"/>
                    <a:pt x="593" y="16888"/>
                    <a:pt x="534" y="16864"/>
                  </a:cubicBezTo>
                  <a:cubicBezTo>
                    <a:pt x="401" y="16764"/>
                    <a:pt x="334" y="16597"/>
                    <a:pt x="367" y="16464"/>
                  </a:cubicBezTo>
                  <a:lnTo>
                    <a:pt x="367" y="8858"/>
                  </a:lnTo>
                  <a:cubicBezTo>
                    <a:pt x="401" y="8291"/>
                    <a:pt x="701" y="7757"/>
                    <a:pt x="1168" y="7457"/>
                  </a:cubicBezTo>
                  <a:lnTo>
                    <a:pt x="13310" y="419"/>
                  </a:lnTo>
                  <a:lnTo>
                    <a:pt x="13343" y="452"/>
                  </a:lnTo>
                  <a:cubicBezTo>
                    <a:pt x="13424" y="361"/>
                    <a:pt x="13523" y="322"/>
                    <a:pt x="13619" y="322"/>
                  </a:cubicBezTo>
                  <a:close/>
                  <a:moveTo>
                    <a:pt x="13582" y="0"/>
                  </a:moveTo>
                  <a:cubicBezTo>
                    <a:pt x="13426" y="0"/>
                    <a:pt x="13274" y="44"/>
                    <a:pt x="13143" y="119"/>
                  </a:cubicBezTo>
                  <a:lnTo>
                    <a:pt x="1001" y="7157"/>
                  </a:lnTo>
                  <a:cubicBezTo>
                    <a:pt x="401" y="7524"/>
                    <a:pt x="34" y="8158"/>
                    <a:pt x="0" y="8858"/>
                  </a:cubicBezTo>
                  <a:lnTo>
                    <a:pt x="0" y="16464"/>
                  </a:lnTo>
                  <a:cubicBezTo>
                    <a:pt x="0" y="16730"/>
                    <a:pt x="134" y="16997"/>
                    <a:pt x="367" y="17164"/>
                  </a:cubicBezTo>
                  <a:cubicBezTo>
                    <a:pt x="467" y="17231"/>
                    <a:pt x="567" y="17264"/>
                    <a:pt x="667" y="17264"/>
                  </a:cubicBezTo>
                  <a:cubicBezTo>
                    <a:pt x="868" y="17231"/>
                    <a:pt x="1034" y="17197"/>
                    <a:pt x="1168" y="17097"/>
                  </a:cubicBezTo>
                  <a:lnTo>
                    <a:pt x="6138" y="14262"/>
                  </a:lnTo>
                  <a:lnTo>
                    <a:pt x="7172" y="16697"/>
                  </a:lnTo>
                  <a:cubicBezTo>
                    <a:pt x="7251" y="16856"/>
                    <a:pt x="7406" y="16931"/>
                    <a:pt x="7560" y="16931"/>
                  </a:cubicBezTo>
                  <a:cubicBezTo>
                    <a:pt x="7731" y="16931"/>
                    <a:pt x="7903" y="16839"/>
                    <a:pt x="7973" y="16664"/>
                  </a:cubicBezTo>
                  <a:lnTo>
                    <a:pt x="9173" y="12527"/>
                  </a:lnTo>
                  <a:lnTo>
                    <a:pt x="13310" y="10092"/>
                  </a:lnTo>
                  <a:cubicBezTo>
                    <a:pt x="13910" y="9725"/>
                    <a:pt x="14277" y="9092"/>
                    <a:pt x="14310" y="8391"/>
                  </a:cubicBezTo>
                  <a:lnTo>
                    <a:pt x="14310" y="786"/>
                  </a:lnTo>
                  <a:cubicBezTo>
                    <a:pt x="14310" y="519"/>
                    <a:pt x="14177" y="219"/>
                    <a:pt x="13944" y="85"/>
                  </a:cubicBezTo>
                  <a:cubicBezTo>
                    <a:pt x="13827" y="27"/>
                    <a:pt x="13703" y="0"/>
                    <a:pt x="1358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55"/>
            <p:cNvSpPr/>
            <p:nvPr/>
          </p:nvSpPr>
          <p:spPr>
            <a:xfrm>
              <a:off x="3485150" y="692600"/>
              <a:ext cx="220150" cy="129300"/>
            </a:xfrm>
            <a:custGeom>
              <a:rect b="b" l="l" r="r" t="t"/>
              <a:pathLst>
                <a:path extrusionOk="0" h="5172" w="8806">
                  <a:moveTo>
                    <a:pt x="8574" y="1"/>
                  </a:moveTo>
                  <a:cubicBezTo>
                    <a:pt x="8543" y="1"/>
                    <a:pt x="8509" y="11"/>
                    <a:pt x="8474" y="34"/>
                  </a:cubicBezTo>
                  <a:lnTo>
                    <a:pt x="134" y="4837"/>
                  </a:lnTo>
                  <a:cubicBezTo>
                    <a:pt x="34" y="4904"/>
                    <a:pt x="1" y="5004"/>
                    <a:pt x="68" y="5071"/>
                  </a:cubicBezTo>
                  <a:cubicBezTo>
                    <a:pt x="101" y="5138"/>
                    <a:pt x="134" y="5171"/>
                    <a:pt x="201" y="5171"/>
                  </a:cubicBezTo>
                  <a:cubicBezTo>
                    <a:pt x="234" y="5171"/>
                    <a:pt x="268" y="5171"/>
                    <a:pt x="301" y="5138"/>
                  </a:cubicBezTo>
                  <a:lnTo>
                    <a:pt x="8640" y="334"/>
                  </a:lnTo>
                  <a:cubicBezTo>
                    <a:pt x="8806" y="224"/>
                    <a:pt x="8721" y="1"/>
                    <a:pt x="857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55"/>
            <p:cNvSpPr/>
            <p:nvPr/>
          </p:nvSpPr>
          <p:spPr>
            <a:xfrm>
              <a:off x="3485150" y="733150"/>
              <a:ext cx="219350" cy="129600"/>
            </a:xfrm>
            <a:custGeom>
              <a:rect b="b" l="l" r="r" t="t"/>
              <a:pathLst>
                <a:path extrusionOk="0" h="5184" w="8774">
                  <a:moveTo>
                    <a:pt x="8553" y="0"/>
                  </a:moveTo>
                  <a:cubicBezTo>
                    <a:pt x="8527" y="0"/>
                    <a:pt x="8500" y="4"/>
                    <a:pt x="8474" y="13"/>
                  </a:cubicBezTo>
                  <a:lnTo>
                    <a:pt x="134" y="4850"/>
                  </a:lnTo>
                  <a:cubicBezTo>
                    <a:pt x="34" y="4883"/>
                    <a:pt x="1" y="4983"/>
                    <a:pt x="68" y="5083"/>
                  </a:cubicBezTo>
                  <a:cubicBezTo>
                    <a:pt x="101" y="5150"/>
                    <a:pt x="134" y="5184"/>
                    <a:pt x="201" y="5184"/>
                  </a:cubicBezTo>
                  <a:cubicBezTo>
                    <a:pt x="234" y="5184"/>
                    <a:pt x="268" y="5150"/>
                    <a:pt x="301" y="5150"/>
                  </a:cubicBezTo>
                  <a:lnTo>
                    <a:pt x="8640" y="313"/>
                  </a:lnTo>
                  <a:cubicBezTo>
                    <a:pt x="8740" y="280"/>
                    <a:pt x="8774" y="147"/>
                    <a:pt x="8707" y="80"/>
                  </a:cubicBezTo>
                  <a:cubicBezTo>
                    <a:pt x="8683" y="31"/>
                    <a:pt x="8623" y="0"/>
                    <a:pt x="855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55"/>
            <p:cNvSpPr/>
            <p:nvPr/>
          </p:nvSpPr>
          <p:spPr>
            <a:xfrm>
              <a:off x="3485150" y="773500"/>
              <a:ext cx="220150" cy="129275"/>
            </a:xfrm>
            <a:custGeom>
              <a:rect b="b" l="l" r="r" t="t"/>
              <a:pathLst>
                <a:path extrusionOk="0" h="5171" w="8806">
                  <a:moveTo>
                    <a:pt x="8574" y="0"/>
                  </a:moveTo>
                  <a:cubicBezTo>
                    <a:pt x="8543" y="0"/>
                    <a:pt x="8509" y="10"/>
                    <a:pt x="8474" y="34"/>
                  </a:cubicBezTo>
                  <a:lnTo>
                    <a:pt x="134" y="4837"/>
                  </a:lnTo>
                  <a:cubicBezTo>
                    <a:pt x="34" y="4904"/>
                    <a:pt x="1" y="5004"/>
                    <a:pt x="68" y="5071"/>
                  </a:cubicBezTo>
                  <a:cubicBezTo>
                    <a:pt x="101" y="5137"/>
                    <a:pt x="134" y="5171"/>
                    <a:pt x="201" y="5171"/>
                  </a:cubicBezTo>
                  <a:cubicBezTo>
                    <a:pt x="234" y="5171"/>
                    <a:pt x="268" y="5171"/>
                    <a:pt x="301" y="5137"/>
                  </a:cubicBezTo>
                  <a:lnTo>
                    <a:pt x="8640" y="334"/>
                  </a:lnTo>
                  <a:cubicBezTo>
                    <a:pt x="8806" y="224"/>
                    <a:pt x="8721" y="0"/>
                    <a:pt x="857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55"/>
            <p:cNvSpPr/>
            <p:nvPr/>
          </p:nvSpPr>
          <p:spPr>
            <a:xfrm>
              <a:off x="2327675" y="942775"/>
              <a:ext cx="73400" cy="162650"/>
            </a:xfrm>
            <a:custGeom>
              <a:rect b="b" l="l" r="r" t="t"/>
              <a:pathLst>
                <a:path extrusionOk="0" h="6506" w="2936">
                  <a:moveTo>
                    <a:pt x="2702" y="1"/>
                  </a:moveTo>
                  <a:lnTo>
                    <a:pt x="0" y="1535"/>
                  </a:lnTo>
                  <a:lnTo>
                    <a:pt x="0" y="3136"/>
                  </a:lnTo>
                  <a:lnTo>
                    <a:pt x="1168" y="5438"/>
                  </a:lnTo>
                  <a:cubicBezTo>
                    <a:pt x="1168" y="5471"/>
                    <a:pt x="1201" y="5505"/>
                    <a:pt x="1234" y="5505"/>
                  </a:cubicBezTo>
                  <a:lnTo>
                    <a:pt x="2936" y="6506"/>
                  </a:lnTo>
                  <a:lnTo>
                    <a:pt x="1835" y="4104"/>
                  </a:lnTo>
                  <a:lnTo>
                    <a:pt x="2702" y="1569"/>
                  </a:lnTo>
                  <a:lnTo>
                    <a:pt x="270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55"/>
            <p:cNvSpPr/>
            <p:nvPr/>
          </p:nvSpPr>
          <p:spPr>
            <a:xfrm>
              <a:off x="2327675" y="942775"/>
              <a:ext cx="73400" cy="162650"/>
            </a:xfrm>
            <a:custGeom>
              <a:rect b="b" l="l" r="r" t="t"/>
              <a:pathLst>
                <a:path extrusionOk="0" h="6506" w="2936">
                  <a:moveTo>
                    <a:pt x="2702" y="1"/>
                  </a:moveTo>
                  <a:lnTo>
                    <a:pt x="0" y="1535"/>
                  </a:lnTo>
                  <a:lnTo>
                    <a:pt x="0" y="3136"/>
                  </a:lnTo>
                  <a:lnTo>
                    <a:pt x="1168" y="5438"/>
                  </a:lnTo>
                  <a:cubicBezTo>
                    <a:pt x="1168" y="5471"/>
                    <a:pt x="1201" y="5505"/>
                    <a:pt x="1234" y="5505"/>
                  </a:cubicBezTo>
                  <a:lnTo>
                    <a:pt x="2936" y="6506"/>
                  </a:lnTo>
                  <a:lnTo>
                    <a:pt x="1835" y="4104"/>
                  </a:lnTo>
                  <a:lnTo>
                    <a:pt x="2702" y="1569"/>
                  </a:lnTo>
                  <a:lnTo>
                    <a:pt x="270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55"/>
            <p:cNvSpPr/>
            <p:nvPr/>
          </p:nvSpPr>
          <p:spPr>
            <a:xfrm>
              <a:off x="2210075" y="581475"/>
              <a:ext cx="352775" cy="524075"/>
            </a:xfrm>
            <a:custGeom>
              <a:rect b="b" l="l" r="r" t="t"/>
              <a:pathLst>
                <a:path extrusionOk="0" h="20963" w="14111">
                  <a:moveTo>
                    <a:pt x="11813" y="1"/>
                  </a:moveTo>
                  <a:cubicBezTo>
                    <a:pt x="11534" y="1"/>
                    <a:pt x="11259" y="59"/>
                    <a:pt x="11009" y="176"/>
                  </a:cubicBezTo>
                  <a:lnTo>
                    <a:pt x="835" y="6080"/>
                  </a:lnTo>
                  <a:cubicBezTo>
                    <a:pt x="368" y="6380"/>
                    <a:pt x="34" y="6914"/>
                    <a:pt x="1" y="7481"/>
                  </a:cubicBezTo>
                  <a:lnTo>
                    <a:pt x="1" y="18656"/>
                  </a:lnTo>
                  <a:cubicBezTo>
                    <a:pt x="34" y="19223"/>
                    <a:pt x="368" y="19757"/>
                    <a:pt x="835" y="20057"/>
                  </a:cubicBezTo>
                  <a:lnTo>
                    <a:pt x="1502" y="20457"/>
                  </a:lnTo>
                  <a:cubicBezTo>
                    <a:pt x="1752" y="20591"/>
                    <a:pt x="2036" y="20657"/>
                    <a:pt x="2319" y="20657"/>
                  </a:cubicBezTo>
                  <a:cubicBezTo>
                    <a:pt x="2603" y="20657"/>
                    <a:pt x="2886" y="20591"/>
                    <a:pt x="3136" y="20457"/>
                  </a:cubicBezTo>
                  <a:lnTo>
                    <a:pt x="6405" y="18556"/>
                  </a:lnTo>
                  <a:lnTo>
                    <a:pt x="7573" y="20891"/>
                  </a:lnTo>
                  <a:cubicBezTo>
                    <a:pt x="7604" y="20937"/>
                    <a:pt x="7664" y="20962"/>
                    <a:pt x="7725" y="20962"/>
                  </a:cubicBezTo>
                  <a:cubicBezTo>
                    <a:pt x="7797" y="20962"/>
                    <a:pt x="7871" y="20929"/>
                    <a:pt x="7906" y="20857"/>
                  </a:cubicBezTo>
                  <a:lnTo>
                    <a:pt x="9141" y="16988"/>
                  </a:lnTo>
                  <a:lnTo>
                    <a:pt x="13310" y="14553"/>
                  </a:lnTo>
                  <a:cubicBezTo>
                    <a:pt x="13777" y="14253"/>
                    <a:pt x="14078" y="13719"/>
                    <a:pt x="14111" y="13152"/>
                  </a:cubicBezTo>
                  <a:lnTo>
                    <a:pt x="14111" y="1977"/>
                  </a:lnTo>
                  <a:cubicBezTo>
                    <a:pt x="14078" y="1410"/>
                    <a:pt x="13777" y="876"/>
                    <a:pt x="13310" y="576"/>
                  </a:cubicBezTo>
                  <a:lnTo>
                    <a:pt x="12643" y="176"/>
                  </a:lnTo>
                  <a:cubicBezTo>
                    <a:pt x="12376" y="59"/>
                    <a:pt x="12093" y="1"/>
                    <a:pt x="1181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55"/>
            <p:cNvSpPr/>
            <p:nvPr/>
          </p:nvSpPr>
          <p:spPr>
            <a:xfrm>
              <a:off x="2210925" y="747650"/>
              <a:ext cx="74225" cy="349875"/>
            </a:xfrm>
            <a:custGeom>
              <a:rect b="b" l="l" r="r" t="t"/>
              <a:pathLst>
                <a:path extrusionOk="0" h="13995" w="2969">
                  <a:moveTo>
                    <a:pt x="2969" y="13877"/>
                  </a:moveTo>
                  <a:cubicBezTo>
                    <a:pt x="2964" y="13878"/>
                    <a:pt x="2960" y="13880"/>
                    <a:pt x="2955" y="13882"/>
                  </a:cubicBezTo>
                  <a:lnTo>
                    <a:pt x="2955" y="13882"/>
                  </a:lnTo>
                  <a:cubicBezTo>
                    <a:pt x="2960" y="13880"/>
                    <a:pt x="2964" y="13879"/>
                    <a:pt x="2969" y="13877"/>
                  </a:cubicBezTo>
                  <a:close/>
                  <a:moveTo>
                    <a:pt x="267" y="0"/>
                  </a:moveTo>
                  <a:cubicBezTo>
                    <a:pt x="100" y="267"/>
                    <a:pt x="34" y="534"/>
                    <a:pt x="34" y="801"/>
                  </a:cubicBezTo>
                  <a:lnTo>
                    <a:pt x="0" y="12009"/>
                  </a:lnTo>
                  <a:cubicBezTo>
                    <a:pt x="34" y="12576"/>
                    <a:pt x="334" y="13110"/>
                    <a:pt x="834" y="13410"/>
                  </a:cubicBezTo>
                  <a:lnTo>
                    <a:pt x="1501" y="13810"/>
                  </a:lnTo>
                  <a:cubicBezTo>
                    <a:pt x="1754" y="13937"/>
                    <a:pt x="2027" y="13995"/>
                    <a:pt x="2298" y="13995"/>
                  </a:cubicBezTo>
                  <a:cubicBezTo>
                    <a:pt x="2522" y="13995"/>
                    <a:pt x="2745" y="13955"/>
                    <a:pt x="2955" y="13882"/>
                  </a:cubicBezTo>
                  <a:lnTo>
                    <a:pt x="2955" y="13882"/>
                  </a:lnTo>
                  <a:cubicBezTo>
                    <a:pt x="2885" y="13906"/>
                    <a:pt x="2818" y="13917"/>
                    <a:pt x="2755" y="13917"/>
                  </a:cubicBezTo>
                  <a:cubicBezTo>
                    <a:pt x="2492" y="13917"/>
                    <a:pt x="2302" y="13715"/>
                    <a:pt x="2302" y="13343"/>
                  </a:cubicBezTo>
                  <a:lnTo>
                    <a:pt x="2302" y="2135"/>
                  </a:lnTo>
                  <a:cubicBezTo>
                    <a:pt x="2302" y="1835"/>
                    <a:pt x="2402" y="1568"/>
                    <a:pt x="2535" y="1335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55"/>
            <p:cNvSpPr/>
            <p:nvPr/>
          </p:nvSpPr>
          <p:spPr>
            <a:xfrm>
              <a:off x="2216750" y="581700"/>
              <a:ext cx="345275" cy="200150"/>
            </a:xfrm>
            <a:custGeom>
              <a:rect b="b" l="l" r="r" t="t"/>
              <a:pathLst>
                <a:path extrusionOk="0" h="8006" w="13811">
                  <a:moveTo>
                    <a:pt x="11546" y="0"/>
                  </a:moveTo>
                  <a:cubicBezTo>
                    <a:pt x="11267" y="0"/>
                    <a:pt x="10992" y="67"/>
                    <a:pt x="10742" y="200"/>
                  </a:cubicBezTo>
                  <a:lnTo>
                    <a:pt x="568" y="6071"/>
                  </a:lnTo>
                  <a:cubicBezTo>
                    <a:pt x="334" y="6238"/>
                    <a:pt x="134" y="6438"/>
                    <a:pt x="1" y="6705"/>
                  </a:cubicBezTo>
                  <a:lnTo>
                    <a:pt x="2302" y="8006"/>
                  </a:lnTo>
                  <a:cubicBezTo>
                    <a:pt x="2436" y="7739"/>
                    <a:pt x="2636" y="7539"/>
                    <a:pt x="2869" y="7372"/>
                  </a:cubicBezTo>
                  <a:lnTo>
                    <a:pt x="13043" y="1501"/>
                  </a:lnTo>
                  <a:cubicBezTo>
                    <a:pt x="13171" y="1432"/>
                    <a:pt x="13290" y="1399"/>
                    <a:pt x="13395" y="1399"/>
                  </a:cubicBezTo>
                  <a:cubicBezTo>
                    <a:pt x="13594" y="1399"/>
                    <a:pt x="13745" y="1517"/>
                    <a:pt x="13811" y="1735"/>
                  </a:cubicBezTo>
                  <a:cubicBezTo>
                    <a:pt x="13710" y="1268"/>
                    <a:pt x="13444" y="834"/>
                    <a:pt x="13043" y="601"/>
                  </a:cubicBezTo>
                  <a:lnTo>
                    <a:pt x="12376" y="200"/>
                  </a:lnTo>
                  <a:cubicBezTo>
                    <a:pt x="12109" y="67"/>
                    <a:pt x="11826" y="0"/>
                    <a:pt x="115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55"/>
            <p:cNvSpPr/>
            <p:nvPr/>
          </p:nvSpPr>
          <p:spPr>
            <a:xfrm>
              <a:off x="2312650" y="723450"/>
              <a:ext cx="206000" cy="273575"/>
            </a:xfrm>
            <a:custGeom>
              <a:rect b="b" l="l" r="r" t="t"/>
              <a:pathLst>
                <a:path extrusionOk="0" h="10943" w="8240">
                  <a:moveTo>
                    <a:pt x="4914" y="3061"/>
                  </a:moveTo>
                  <a:cubicBezTo>
                    <a:pt x="4955" y="3061"/>
                    <a:pt x="4996" y="3064"/>
                    <a:pt x="5038" y="3070"/>
                  </a:cubicBezTo>
                  <a:lnTo>
                    <a:pt x="5138" y="3070"/>
                  </a:lnTo>
                  <a:cubicBezTo>
                    <a:pt x="5438" y="3103"/>
                    <a:pt x="5705" y="3303"/>
                    <a:pt x="5838" y="3603"/>
                  </a:cubicBezTo>
                  <a:cubicBezTo>
                    <a:pt x="6239" y="4437"/>
                    <a:pt x="5772" y="5972"/>
                    <a:pt x="4871" y="6939"/>
                  </a:cubicBezTo>
                  <a:cubicBezTo>
                    <a:pt x="4537" y="7339"/>
                    <a:pt x="4104" y="7606"/>
                    <a:pt x="3637" y="7773"/>
                  </a:cubicBezTo>
                  <a:lnTo>
                    <a:pt x="3303" y="7773"/>
                  </a:lnTo>
                  <a:cubicBezTo>
                    <a:pt x="2936" y="7740"/>
                    <a:pt x="2603" y="7540"/>
                    <a:pt x="2469" y="7173"/>
                  </a:cubicBezTo>
                  <a:cubicBezTo>
                    <a:pt x="2402" y="7039"/>
                    <a:pt x="2336" y="6872"/>
                    <a:pt x="2336" y="6706"/>
                  </a:cubicBezTo>
                  <a:cubicBezTo>
                    <a:pt x="2336" y="6606"/>
                    <a:pt x="2336" y="6539"/>
                    <a:pt x="2336" y="6439"/>
                  </a:cubicBezTo>
                  <a:cubicBezTo>
                    <a:pt x="2402" y="5471"/>
                    <a:pt x="2803" y="4571"/>
                    <a:pt x="3470" y="3870"/>
                  </a:cubicBezTo>
                  <a:cubicBezTo>
                    <a:pt x="3670" y="3637"/>
                    <a:pt x="3904" y="3470"/>
                    <a:pt x="4137" y="3303"/>
                  </a:cubicBezTo>
                  <a:cubicBezTo>
                    <a:pt x="4237" y="3270"/>
                    <a:pt x="4304" y="3237"/>
                    <a:pt x="4371" y="3203"/>
                  </a:cubicBezTo>
                  <a:cubicBezTo>
                    <a:pt x="4535" y="3121"/>
                    <a:pt x="4722" y="3061"/>
                    <a:pt x="4914" y="3061"/>
                  </a:cubicBezTo>
                  <a:close/>
                  <a:moveTo>
                    <a:pt x="6172" y="1"/>
                  </a:moveTo>
                  <a:lnTo>
                    <a:pt x="5271" y="101"/>
                  </a:lnTo>
                  <a:cubicBezTo>
                    <a:pt x="5171" y="101"/>
                    <a:pt x="5104" y="168"/>
                    <a:pt x="5071" y="234"/>
                  </a:cubicBezTo>
                  <a:lnTo>
                    <a:pt x="4571" y="1535"/>
                  </a:lnTo>
                  <a:cubicBezTo>
                    <a:pt x="4537" y="1635"/>
                    <a:pt x="4471" y="1702"/>
                    <a:pt x="4371" y="1735"/>
                  </a:cubicBezTo>
                  <a:cubicBezTo>
                    <a:pt x="4170" y="1836"/>
                    <a:pt x="4004" y="1936"/>
                    <a:pt x="3803" y="2069"/>
                  </a:cubicBezTo>
                  <a:cubicBezTo>
                    <a:pt x="3770" y="2102"/>
                    <a:pt x="3737" y="2119"/>
                    <a:pt x="3708" y="2119"/>
                  </a:cubicBezTo>
                  <a:cubicBezTo>
                    <a:pt x="3678" y="2119"/>
                    <a:pt x="3653" y="2102"/>
                    <a:pt x="3637" y="2069"/>
                  </a:cubicBezTo>
                  <a:lnTo>
                    <a:pt x="3170" y="1369"/>
                  </a:lnTo>
                  <a:cubicBezTo>
                    <a:pt x="3156" y="1340"/>
                    <a:pt x="3130" y="1330"/>
                    <a:pt x="3102" y="1330"/>
                  </a:cubicBezTo>
                  <a:cubicBezTo>
                    <a:pt x="3064" y="1330"/>
                    <a:pt x="3022" y="1349"/>
                    <a:pt x="3003" y="1369"/>
                  </a:cubicBezTo>
                  <a:lnTo>
                    <a:pt x="2002" y="2436"/>
                  </a:lnTo>
                  <a:cubicBezTo>
                    <a:pt x="1935" y="2503"/>
                    <a:pt x="1902" y="2569"/>
                    <a:pt x="1902" y="2636"/>
                  </a:cubicBezTo>
                  <a:lnTo>
                    <a:pt x="2202" y="3603"/>
                  </a:lnTo>
                  <a:cubicBezTo>
                    <a:pt x="2202" y="3670"/>
                    <a:pt x="2202" y="3737"/>
                    <a:pt x="2136" y="3804"/>
                  </a:cubicBezTo>
                  <a:cubicBezTo>
                    <a:pt x="1969" y="4070"/>
                    <a:pt x="1835" y="4337"/>
                    <a:pt x="1702" y="4604"/>
                  </a:cubicBezTo>
                  <a:cubicBezTo>
                    <a:pt x="1635" y="4704"/>
                    <a:pt x="1569" y="4738"/>
                    <a:pt x="1468" y="4771"/>
                  </a:cubicBezTo>
                  <a:lnTo>
                    <a:pt x="635" y="4971"/>
                  </a:lnTo>
                  <a:cubicBezTo>
                    <a:pt x="534" y="5004"/>
                    <a:pt x="468" y="5071"/>
                    <a:pt x="434" y="5138"/>
                  </a:cubicBezTo>
                  <a:lnTo>
                    <a:pt x="34" y="6572"/>
                  </a:lnTo>
                  <a:cubicBezTo>
                    <a:pt x="1" y="6639"/>
                    <a:pt x="67" y="6706"/>
                    <a:pt x="134" y="6706"/>
                  </a:cubicBezTo>
                  <a:lnTo>
                    <a:pt x="901" y="6772"/>
                  </a:lnTo>
                  <a:cubicBezTo>
                    <a:pt x="914" y="6766"/>
                    <a:pt x="926" y="6764"/>
                    <a:pt x="938" y="6764"/>
                  </a:cubicBezTo>
                  <a:cubicBezTo>
                    <a:pt x="990" y="6764"/>
                    <a:pt x="1035" y="6818"/>
                    <a:pt x="1035" y="6872"/>
                  </a:cubicBezTo>
                  <a:cubicBezTo>
                    <a:pt x="1001" y="7139"/>
                    <a:pt x="1001" y="7373"/>
                    <a:pt x="1035" y="7640"/>
                  </a:cubicBezTo>
                  <a:cubicBezTo>
                    <a:pt x="1035" y="7706"/>
                    <a:pt x="1001" y="7806"/>
                    <a:pt x="968" y="7873"/>
                  </a:cubicBezTo>
                  <a:lnTo>
                    <a:pt x="67" y="8907"/>
                  </a:lnTo>
                  <a:cubicBezTo>
                    <a:pt x="34" y="8974"/>
                    <a:pt x="1" y="9041"/>
                    <a:pt x="34" y="9141"/>
                  </a:cubicBezTo>
                  <a:lnTo>
                    <a:pt x="434" y="10041"/>
                  </a:lnTo>
                  <a:cubicBezTo>
                    <a:pt x="468" y="10041"/>
                    <a:pt x="468" y="10075"/>
                    <a:pt x="468" y="10075"/>
                  </a:cubicBezTo>
                  <a:lnTo>
                    <a:pt x="501" y="10075"/>
                  </a:lnTo>
                  <a:cubicBezTo>
                    <a:pt x="534" y="10075"/>
                    <a:pt x="568" y="10041"/>
                    <a:pt x="601" y="10041"/>
                  </a:cubicBezTo>
                  <a:lnTo>
                    <a:pt x="1535" y="9207"/>
                  </a:lnTo>
                  <a:cubicBezTo>
                    <a:pt x="1584" y="9159"/>
                    <a:pt x="1633" y="9128"/>
                    <a:pt x="1682" y="9128"/>
                  </a:cubicBezTo>
                  <a:cubicBezTo>
                    <a:pt x="1700" y="9128"/>
                    <a:pt x="1717" y="9132"/>
                    <a:pt x="1735" y="9141"/>
                  </a:cubicBezTo>
                  <a:cubicBezTo>
                    <a:pt x="1869" y="9241"/>
                    <a:pt x="2002" y="9341"/>
                    <a:pt x="2169" y="9374"/>
                  </a:cubicBezTo>
                  <a:cubicBezTo>
                    <a:pt x="2236" y="9408"/>
                    <a:pt x="2269" y="9474"/>
                    <a:pt x="2236" y="9541"/>
                  </a:cubicBezTo>
                  <a:lnTo>
                    <a:pt x="1969" y="10842"/>
                  </a:lnTo>
                  <a:cubicBezTo>
                    <a:pt x="1935" y="10875"/>
                    <a:pt x="1969" y="10909"/>
                    <a:pt x="2002" y="10942"/>
                  </a:cubicBezTo>
                  <a:lnTo>
                    <a:pt x="2102" y="10942"/>
                  </a:lnTo>
                  <a:lnTo>
                    <a:pt x="3003" y="10842"/>
                  </a:lnTo>
                  <a:cubicBezTo>
                    <a:pt x="3070" y="10842"/>
                    <a:pt x="3136" y="10775"/>
                    <a:pt x="3203" y="10709"/>
                  </a:cubicBezTo>
                  <a:lnTo>
                    <a:pt x="3670" y="9408"/>
                  </a:lnTo>
                  <a:cubicBezTo>
                    <a:pt x="3737" y="9308"/>
                    <a:pt x="3803" y="9241"/>
                    <a:pt x="3870" y="9207"/>
                  </a:cubicBezTo>
                  <a:cubicBezTo>
                    <a:pt x="3970" y="9141"/>
                    <a:pt x="4070" y="9107"/>
                    <a:pt x="4170" y="9041"/>
                  </a:cubicBezTo>
                  <a:cubicBezTo>
                    <a:pt x="4270" y="9007"/>
                    <a:pt x="4337" y="8941"/>
                    <a:pt x="4437" y="8874"/>
                  </a:cubicBezTo>
                  <a:cubicBezTo>
                    <a:pt x="4487" y="8841"/>
                    <a:pt x="4529" y="8824"/>
                    <a:pt x="4562" y="8824"/>
                  </a:cubicBezTo>
                  <a:cubicBezTo>
                    <a:pt x="4596" y="8824"/>
                    <a:pt x="4621" y="8841"/>
                    <a:pt x="4637" y="8874"/>
                  </a:cubicBezTo>
                  <a:lnTo>
                    <a:pt x="5104" y="9574"/>
                  </a:lnTo>
                  <a:cubicBezTo>
                    <a:pt x="5114" y="9584"/>
                    <a:pt x="5127" y="9588"/>
                    <a:pt x="5141" y="9588"/>
                  </a:cubicBezTo>
                  <a:cubicBezTo>
                    <a:pt x="5174" y="9588"/>
                    <a:pt x="5214" y="9565"/>
                    <a:pt x="5238" y="9541"/>
                  </a:cubicBezTo>
                  <a:lnTo>
                    <a:pt x="6239" y="8507"/>
                  </a:lnTo>
                  <a:cubicBezTo>
                    <a:pt x="6305" y="8440"/>
                    <a:pt x="6339" y="8340"/>
                    <a:pt x="6305" y="8273"/>
                  </a:cubicBezTo>
                  <a:lnTo>
                    <a:pt x="6038" y="7339"/>
                  </a:lnTo>
                  <a:cubicBezTo>
                    <a:pt x="6038" y="7273"/>
                    <a:pt x="6038" y="7173"/>
                    <a:pt x="6105" y="7106"/>
                  </a:cubicBezTo>
                  <a:cubicBezTo>
                    <a:pt x="6272" y="6839"/>
                    <a:pt x="6405" y="6572"/>
                    <a:pt x="6539" y="6305"/>
                  </a:cubicBezTo>
                  <a:cubicBezTo>
                    <a:pt x="6605" y="6239"/>
                    <a:pt x="6672" y="6172"/>
                    <a:pt x="6772" y="6172"/>
                  </a:cubicBezTo>
                  <a:lnTo>
                    <a:pt x="7606" y="5938"/>
                  </a:lnTo>
                  <a:cubicBezTo>
                    <a:pt x="7673" y="5938"/>
                    <a:pt x="7773" y="5872"/>
                    <a:pt x="7806" y="5805"/>
                  </a:cubicBezTo>
                  <a:lnTo>
                    <a:pt x="8207" y="4337"/>
                  </a:lnTo>
                  <a:cubicBezTo>
                    <a:pt x="8240" y="4304"/>
                    <a:pt x="8207" y="4271"/>
                    <a:pt x="8173" y="4237"/>
                  </a:cubicBezTo>
                  <a:lnTo>
                    <a:pt x="8140" y="4237"/>
                  </a:lnTo>
                  <a:lnTo>
                    <a:pt x="7339" y="4204"/>
                  </a:lnTo>
                  <a:cubicBezTo>
                    <a:pt x="7273" y="4204"/>
                    <a:pt x="7206" y="4137"/>
                    <a:pt x="7239" y="4070"/>
                  </a:cubicBezTo>
                  <a:lnTo>
                    <a:pt x="7239" y="3704"/>
                  </a:lnTo>
                  <a:lnTo>
                    <a:pt x="7239" y="3303"/>
                  </a:lnTo>
                  <a:cubicBezTo>
                    <a:pt x="7239" y="3237"/>
                    <a:pt x="7239" y="3136"/>
                    <a:pt x="7306" y="3070"/>
                  </a:cubicBezTo>
                  <a:lnTo>
                    <a:pt x="8173" y="2036"/>
                  </a:lnTo>
                  <a:cubicBezTo>
                    <a:pt x="8240" y="1969"/>
                    <a:pt x="8240" y="1902"/>
                    <a:pt x="8240" y="1802"/>
                  </a:cubicBezTo>
                  <a:lnTo>
                    <a:pt x="7806" y="902"/>
                  </a:lnTo>
                  <a:cubicBezTo>
                    <a:pt x="7806" y="902"/>
                    <a:pt x="7806" y="868"/>
                    <a:pt x="7773" y="868"/>
                  </a:cubicBezTo>
                  <a:cubicBezTo>
                    <a:pt x="7740" y="868"/>
                    <a:pt x="7706" y="868"/>
                    <a:pt x="7640" y="902"/>
                  </a:cubicBezTo>
                  <a:lnTo>
                    <a:pt x="6739" y="1735"/>
                  </a:lnTo>
                  <a:cubicBezTo>
                    <a:pt x="6698" y="1777"/>
                    <a:pt x="6656" y="1805"/>
                    <a:pt x="6615" y="1805"/>
                  </a:cubicBezTo>
                  <a:cubicBezTo>
                    <a:pt x="6590" y="1805"/>
                    <a:pt x="6564" y="1794"/>
                    <a:pt x="6539" y="1769"/>
                  </a:cubicBezTo>
                  <a:cubicBezTo>
                    <a:pt x="6405" y="1669"/>
                    <a:pt x="6272" y="1602"/>
                    <a:pt x="6105" y="1569"/>
                  </a:cubicBezTo>
                  <a:cubicBezTo>
                    <a:pt x="6038" y="1535"/>
                    <a:pt x="6005" y="1469"/>
                    <a:pt x="6005" y="1402"/>
                  </a:cubicBezTo>
                  <a:lnTo>
                    <a:pt x="6305" y="101"/>
                  </a:lnTo>
                  <a:cubicBezTo>
                    <a:pt x="6305" y="68"/>
                    <a:pt x="6305" y="34"/>
                    <a:pt x="62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6" name="Shape 2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7" name="Google Shape;2817;p56"/>
          <p:cNvSpPr txBox="1"/>
          <p:nvPr>
            <p:ph idx="2" type="title"/>
          </p:nvPr>
        </p:nvSpPr>
        <p:spPr>
          <a:xfrm flipH="1">
            <a:off x="616300" y="3795175"/>
            <a:ext cx="1635300" cy="988500"/>
          </a:xfrm>
          <a:prstGeom prst="rect">
            <a:avLst/>
          </a:prstGeom>
        </p:spPr>
        <p:txBody>
          <a:bodyPr anchorCtr="0" anchor="b" bIns="91425" lIns="91425" spcFirstLastPara="1" rIns="11255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09</a:t>
            </a:r>
            <a:endParaRPr/>
          </a:p>
        </p:txBody>
      </p:sp>
      <p:sp>
        <p:nvSpPr>
          <p:cNvPr id="2818" name="Google Shape;2818;p56"/>
          <p:cNvSpPr txBox="1"/>
          <p:nvPr>
            <p:ph type="title"/>
          </p:nvPr>
        </p:nvSpPr>
        <p:spPr>
          <a:xfrm flipH="1">
            <a:off x="238125" y="1008775"/>
            <a:ext cx="8287500" cy="26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4500">
                <a:solidFill>
                  <a:schemeClr val="dk1"/>
                </a:solidFill>
              </a:rPr>
              <a:t>MEJORAS </a:t>
            </a:r>
            <a:endParaRPr sz="4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500">
                <a:solidFill>
                  <a:schemeClr val="dk1"/>
                </a:solidFill>
              </a:rPr>
              <a:t>FUTURAS</a:t>
            </a:r>
            <a:endParaRPr sz="4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chemeClr val="dk1"/>
              </a:solidFill>
            </a:endParaRPr>
          </a:p>
        </p:txBody>
      </p:sp>
      <p:grpSp>
        <p:nvGrpSpPr>
          <p:cNvPr id="2819" name="Google Shape;2819;p56"/>
          <p:cNvGrpSpPr/>
          <p:nvPr/>
        </p:nvGrpSpPr>
        <p:grpSpPr>
          <a:xfrm>
            <a:off x="5313079" y="871955"/>
            <a:ext cx="3093441" cy="2952953"/>
            <a:chOff x="1410350" y="458825"/>
            <a:chExt cx="4602650" cy="4394275"/>
          </a:xfrm>
        </p:grpSpPr>
        <p:sp>
          <p:nvSpPr>
            <p:cNvPr id="2820" name="Google Shape;2820;p56"/>
            <p:cNvSpPr/>
            <p:nvPr/>
          </p:nvSpPr>
          <p:spPr>
            <a:xfrm>
              <a:off x="1758925" y="3935750"/>
              <a:ext cx="1210050" cy="698875"/>
            </a:xfrm>
            <a:custGeom>
              <a:rect b="b" l="l" r="r" t="t"/>
              <a:pathLst>
                <a:path extrusionOk="0" h="27955" w="48402">
                  <a:moveTo>
                    <a:pt x="24185" y="1"/>
                  </a:moveTo>
                  <a:cubicBezTo>
                    <a:pt x="10842" y="1"/>
                    <a:pt x="1" y="6272"/>
                    <a:pt x="1" y="13978"/>
                  </a:cubicBezTo>
                  <a:cubicBezTo>
                    <a:pt x="1" y="21716"/>
                    <a:pt x="10842" y="27954"/>
                    <a:pt x="24185" y="27954"/>
                  </a:cubicBezTo>
                  <a:cubicBezTo>
                    <a:pt x="37561" y="27954"/>
                    <a:pt x="48402" y="21716"/>
                    <a:pt x="48402" y="13978"/>
                  </a:cubicBezTo>
                  <a:cubicBezTo>
                    <a:pt x="48402" y="6272"/>
                    <a:pt x="37561" y="1"/>
                    <a:pt x="24185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56"/>
            <p:cNvSpPr/>
            <p:nvPr/>
          </p:nvSpPr>
          <p:spPr>
            <a:xfrm>
              <a:off x="1522225" y="3195650"/>
              <a:ext cx="531950" cy="799350"/>
            </a:xfrm>
            <a:custGeom>
              <a:rect b="b" l="l" r="r" t="t"/>
              <a:pathLst>
                <a:path extrusionOk="0" h="31974" w="21278">
                  <a:moveTo>
                    <a:pt x="6424" y="0"/>
                  </a:moveTo>
                  <a:cubicBezTo>
                    <a:pt x="2958" y="0"/>
                    <a:pt x="1" y="2810"/>
                    <a:pt x="2797" y="6522"/>
                  </a:cubicBezTo>
                  <a:cubicBezTo>
                    <a:pt x="6366" y="11258"/>
                    <a:pt x="16374" y="17830"/>
                    <a:pt x="15973" y="29872"/>
                  </a:cubicBezTo>
                  <a:lnTo>
                    <a:pt x="20677" y="31973"/>
                  </a:lnTo>
                  <a:cubicBezTo>
                    <a:pt x="20677" y="31973"/>
                    <a:pt x="21277" y="23267"/>
                    <a:pt x="20043" y="16462"/>
                  </a:cubicBezTo>
                  <a:cubicBezTo>
                    <a:pt x="18775" y="9691"/>
                    <a:pt x="13605" y="2852"/>
                    <a:pt x="9302" y="684"/>
                  </a:cubicBezTo>
                  <a:cubicBezTo>
                    <a:pt x="8377" y="215"/>
                    <a:pt x="7381" y="0"/>
                    <a:pt x="642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56"/>
            <p:cNvSpPr/>
            <p:nvPr/>
          </p:nvSpPr>
          <p:spPr>
            <a:xfrm>
              <a:off x="1522225" y="3195650"/>
              <a:ext cx="531950" cy="799350"/>
            </a:xfrm>
            <a:custGeom>
              <a:rect b="b" l="l" r="r" t="t"/>
              <a:pathLst>
                <a:path extrusionOk="0" h="31974" w="21278">
                  <a:moveTo>
                    <a:pt x="6424" y="0"/>
                  </a:moveTo>
                  <a:cubicBezTo>
                    <a:pt x="2958" y="0"/>
                    <a:pt x="1" y="2810"/>
                    <a:pt x="2797" y="6522"/>
                  </a:cubicBezTo>
                  <a:cubicBezTo>
                    <a:pt x="6366" y="11258"/>
                    <a:pt x="16374" y="17830"/>
                    <a:pt x="15973" y="29872"/>
                  </a:cubicBezTo>
                  <a:lnTo>
                    <a:pt x="20677" y="31973"/>
                  </a:lnTo>
                  <a:cubicBezTo>
                    <a:pt x="20677" y="31973"/>
                    <a:pt x="21277" y="23267"/>
                    <a:pt x="20043" y="16462"/>
                  </a:cubicBezTo>
                  <a:cubicBezTo>
                    <a:pt x="18775" y="9691"/>
                    <a:pt x="13605" y="2852"/>
                    <a:pt x="9302" y="684"/>
                  </a:cubicBezTo>
                  <a:cubicBezTo>
                    <a:pt x="8377" y="215"/>
                    <a:pt x="7381" y="0"/>
                    <a:pt x="642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56"/>
            <p:cNvSpPr/>
            <p:nvPr/>
          </p:nvSpPr>
          <p:spPr>
            <a:xfrm>
              <a:off x="1704725" y="3274425"/>
              <a:ext cx="308575" cy="560450"/>
            </a:xfrm>
            <a:custGeom>
              <a:rect b="b" l="l" r="r" t="t"/>
              <a:pathLst>
                <a:path extrusionOk="0" h="22418" w="12343">
                  <a:moveTo>
                    <a:pt x="253" y="0"/>
                  </a:moveTo>
                  <a:cubicBezTo>
                    <a:pt x="181" y="0"/>
                    <a:pt x="110" y="37"/>
                    <a:pt x="67" y="102"/>
                  </a:cubicBezTo>
                  <a:cubicBezTo>
                    <a:pt x="0" y="202"/>
                    <a:pt x="34" y="335"/>
                    <a:pt x="134" y="402"/>
                  </a:cubicBezTo>
                  <a:cubicBezTo>
                    <a:pt x="7172" y="5506"/>
                    <a:pt x="11509" y="13545"/>
                    <a:pt x="11876" y="22218"/>
                  </a:cubicBezTo>
                  <a:cubicBezTo>
                    <a:pt x="11876" y="22351"/>
                    <a:pt x="11976" y="22418"/>
                    <a:pt x="12109" y="22418"/>
                  </a:cubicBezTo>
                  <a:cubicBezTo>
                    <a:pt x="12242" y="22418"/>
                    <a:pt x="12343" y="22318"/>
                    <a:pt x="12309" y="22184"/>
                  </a:cubicBezTo>
                  <a:cubicBezTo>
                    <a:pt x="11942" y="13378"/>
                    <a:pt x="7539" y="5205"/>
                    <a:pt x="367" y="35"/>
                  </a:cubicBezTo>
                  <a:cubicBezTo>
                    <a:pt x="332" y="11"/>
                    <a:pt x="292" y="0"/>
                    <a:pt x="2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56"/>
            <p:cNvSpPr/>
            <p:nvPr/>
          </p:nvSpPr>
          <p:spPr>
            <a:xfrm>
              <a:off x="1410350" y="3567025"/>
              <a:ext cx="682175" cy="701325"/>
            </a:xfrm>
            <a:custGeom>
              <a:rect b="b" l="l" r="r" t="t"/>
              <a:pathLst>
                <a:path extrusionOk="0" h="28053" w="27287">
                  <a:moveTo>
                    <a:pt x="4462" y="1"/>
                  </a:moveTo>
                  <a:cubicBezTo>
                    <a:pt x="3571" y="1"/>
                    <a:pt x="2727" y="247"/>
                    <a:pt x="2035" y="873"/>
                  </a:cubicBezTo>
                  <a:cubicBezTo>
                    <a:pt x="0" y="2641"/>
                    <a:pt x="2736" y="6244"/>
                    <a:pt x="4870" y="7878"/>
                  </a:cubicBezTo>
                  <a:cubicBezTo>
                    <a:pt x="5971" y="8712"/>
                    <a:pt x="6271" y="9379"/>
                    <a:pt x="5471" y="10480"/>
                  </a:cubicBezTo>
                  <a:cubicBezTo>
                    <a:pt x="5004" y="11114"/>
                    <a:pt x="4770" y="11514"/>
                    <a:pt x="4303" y="12148"/>
                  </a:cubicBezTo>
                  <a:cubicBezTo>
                    <a:pt x="3870" y="12748"/>
                    <a:pt x="3670" y="13516"/>
                    <a:pt x="3736" y="14250"/>
                  </a:cubicBezTo>
                  <a:cubicBezTo>
                    <a:pt x="3903" y="15384"/>
                    <a:pt x="4837" y="16184"/>
                    <a:pt x="5871" y="16651"/>
                  </a:cubicBezTo>
                  <a:cubicBezTo>
                    <a:pt x="6905" y="17085"/>
                    <a:pt x="8006" y="17285"/>
                    <a:pt x="9007" y="17785"/>
                  </a:cubicBezTo>
                  <a:cubicBezTo>
                    <a:pt x="9841" y="18186"/>
                    <a:pt x="10474" y="18886"/>
                    <a:pt x="10741" y="19787"/>
                  </a:cubicBezTo>
                  <a:cubicBezTo>
                    <a:pt x="10975" y="20721"/>
                    <a:pt x="10808" y="21688"/>
                    <a:pt x="10741" y="22656"/>
                  </a:cubicBezTo>
                  <a:cubicBezTo>
                    <a:pt x="10608" y="24890"/>
                    <a:pt x="11709" y="26258"/>
                    <a:pt x="13243" y="27192"/>
                  </a:cubicBezTo>
                  <a:cubicBezTo>
                    <a:pt x="14207" y="27802"/>
                    <a:pt x="15264" y="28052"/>
                    <a:pt x="16345" y="28052"/>
                  </a:cubicBezTo>
                  <a:cubicBezTo>
                    <a:pt x="17097" y="28052"/>
                    <a:pt x="17861" y="27931"/>
                    <a:pt x="18614" y="27726"/>
                  </a:cubicBezTo>
                  <a:cubicBezTo>
                    <a:pt x="20815" y="27059"/>
                    <a:pt x="22817" y="25891"/>
                    <a:pt x="24451" y="24290"/>
                  </a:cubicBezTo>
                  <a:cubicBezTo>
                    <a:pt x="26152" y="22656"/>
                    <a:pt x="27286" y="20254"/>
                    <a:pt x="26819" y="17919"/>
                  </a:cubicBezTo>
                  <a:cubicBezTo>
                    <a:pt x="26453" y="16151"/>
                    <a:pt x="25185" y="14650"/>
                    <a:pt x="23717" y="13582"/>
                  </a:cubicBezTo>
                  <a:cubicBezTo>
                    <a:pt x="22850" y="12949"/>
                    <a:pt x="21849" y="12382"/>
                    <a:pt x="21349" y="11414"/>
                  </a:cubicBezTo>
                  <a:cubicBezTo>
                    <a:pt x="20715" y="10213"/>
                    <a:pt x="21082" y="8746"/>
                    <a:pt x="20882" y="7411"/>
                  </a:cubicBezTo>
                  <a:cubicBezTo>
                    <a:pt x="20648" y="5977"/>
                    <a:pt x="19748" y="4743"/>
                    <a:pt x="18480" y="4076"/>
                  </a:cubicBezTo>
                  <a:cubicBezTo>
                    <a:pt x="17012" y="3308"/>
                    <a:pt x="15311" y="3375"/>
                    <a:pt x="13710" y="3275"/>
                  </a:cubicBezTo>
                  <a:cubicBezTo>
                    <a:pt x="12242" y="3242"/>
                    <a:pt x="10808" y="2741"/>
                    <a:pt x="9607" y="1941"/>
                  </a:cubicBezTo>
                  <a:cubicBezTo>
                    <a:pt x="8287" y="1023"/>
                    <a:pt x="6277" y="1"/>
                    <a:pt x="446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56"/>
            <p:cNvSpPr/>
            <p:nvPr/>
          </p:nvSpPr>
          <p:spPr>
            <a:xfrm>
              <a:off x="1524875" y="3615475"/>
              <a:ext cx="405875" cy="535475"/>
            </a:xfrm>
            <a:custGeom>
              <a:rect b="b" l="l" r="r" t="t"/>
              <a:pathLst>
                <a:path extrusionOk="0" h="21419" w="16235">
                  <a:moveTo>
                    <a:pt x="394" y="1"/>
                  </a:moveTo>
                  <a:cubicBezTo>
                    <a:pt x="156" y="1"/>
                    <a:pt x="0" y="361"/>
                    <a:pt x="256" y="503"/>
                  </a:cubicBezTo>
                  <a:cubicBezTo>
                    <a:pt x="356" y="536"/>
                    <a:pt x="8095" y="4940"/>
                    <a:pt x="12698" y="12845"/>
                  </a:cubicBezTo>
                  <a:cubicBezTo>
                    <a:pt x="10497" y="11719"/>
                    <a:pt x="8070" y="11157"/>
                    <a:pt x="5615" y="11157"/>
                  </a:cubicBezTo>
                  <a:cubicBezTo>
                    <a:pt x="4797" y="11157"/>
                    <a:pt x="3975" y="11219"/>
                    <a:pt x="3158" y="11344"/>
                  </a:cubicBezTo>
                  <a:cubicBezTo>
                    <a:pt x="2821" y="11375"/>
                    <a:pt x="2906" y="11856"/>
                    <a:pt x="3181" y="11856"/>
                  </a:cubicBezTo>
                  <a:cubicBezTo>
                    <a:pt x="3206" y="11856"/>
                    <a:pt x="3231" y="11853"/>
                    <a:pt x="3258" y="11845"/>
                  </a:cubicBezTo>
                  <a:cubicBezTo>
                    <a:pt x="4029" y="11724"/>
                    <a:pt x="4803" y="11664"/>
                    <a:pt x="5574" y="11664"/>
                  </a:cubicBezTo>
                  <a:cubicBezTo>
                    <a:pt x="8208" y="11664"/>
                    <a:pt x="10810" y="12356"/>
                    <a:pt x="13132" y="13646"/>
                  </a:cubicBezTo>
                  <a:cubicBezTo>
                    <a:pt x="14433" y="16014"/>
                    <a:pt x="15300" y="18583"/>
                    <a:pt x="15734" y="21218"/>
                  </a:cubicBezTo>
                  <a:cubicBezTo>
                    <a:pt x="15734" y="21318"/>
                    <a:pt x="15834" y="21418"/>
                    <a:pt x="15934" y="21418"/>
                  </a:cubicBezTo>
                  <a:lnTo>
                    <a:pt x="16034" y="21418"/>
                  </a:lnTo>
                  <a:cubicBezTo>
                    <a:pt x="16167" y="21418"/>
                    <a:pt x="16234" y="21285"/>
                    <a:pt x="16234" y="21151"/>
                  </a:cubicBezTo>
                  <a:cubicBezTo>
                    <a:pt x="15767" y="18449"/>
                    <a:pt x="14900" y="15847"/>
                    <a:pt x="13599" y="13446"/>
                  </a:cubicBezTo>
                  <a:cubicBezTo>
                    <a:pt x="13566" y="13379"/>
                    <a:pt x="13566" y="13346"/>
                    <a:pt x="13532" y="13312"/>
                  </a:cubicBezTo>
                  <a:cubicBezTo>
                    <a:pt x="13032" y="12412"/>
                    <a:pt x="12465" y="11511"/>
                    <a:pt x="11898" y="10644"/>
                  </a:cubicBezTo>
                  <a:cubicBezTo>
                    <a:pt x="11931" y="10243"/>
                    <a:pt x="12131" y="7308"/>
                    <a:pt x="13032" y="5040"/>
                  </a:cubicBezTo>
                  <a:cubicBezTo>
                    <a:pt x="13095" y="4851"/>
                    <a:pt x="12946" y="4715"/>
                    <a:pt x="12794" y="4715"/>
                  </a:cubicBezTo>
                  <a:cubicBezTo>
                    <a:pt x="12705" y="4715"/>
                    <a:pt x="12614" y="4762"/>
                    <a:pt x="12565" y="4873"/>
                  </a:cubicBezTo>
                  <a:cubicBezTo>
                    <a:pt x="11964" y="6541"/>
                    <a:pt x="11598" y="8242"/>
                    <a:pt x="11431" y="10010"/>
                  </a:cubicBezTo>
                  <a:cubicBezTo>
                    <a:pt x="8462" y="6007"/>
                    <a:pt x="4759" y="2638"/>
                    <a:pt x="523" y="36"/>
                  </a:cubicBezTo>
                  <a:cubicBezTo>
                    <a:pt x="479" y="11"/>
                    <a:pt x="435" y="1"/>
                    <a:pt x="3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56"/>
            <p:cNvSpPr/>
            <p:nvPr/>
          </p:nvSpPr>
          <p:spPr>
            <a:xfrm>
              <a:off x="1974075" y="2335450"/>
              <a:ext cx="836375" cy="2011275"/>
            </a:xfrm>
            <a:custGeom>
              <a:rect b="b" l="l" r="r" t="t"/>
              <a:pathLst>
                <a:path extrusionOk="0" h="80451" w="33455">
                  <a:moveTo>
                    <a:pt x="7473" y="0"/>
                  </a:moveTo>
                  <a:cubicBezTo>
                    <a:pt x="4671" y="5905"/>
                    <a:pt x="4170" y="9440"/>
                    <a:pt x="4037" y="14444"/>
                  </a:cubicBezTo>
                  <a:cubicBezTo>
                    <a:pt x="3837" y="24818"/>
                    <a:pt x="2869" y="37060"/>
                    <a:pt x="2869" y="37060"/>
                  </a:cubicBezTo>
                  <a:cubicBezTo>
                    <a:pt x="2736" y="38228"/>
                    <a:pt x="1702" y="40596"/>
                    <a:pt x="935" y="45766"/>
                  </a:cubicBezTo>
                  <a:cubicBezTo>
                    <a:pt x="34" y="51804"/>
                    <a:pt x="601" y="67716"/>
                    <a:pt x="601" y="67716"/>
                  </a:cubicBezTo>
                  <a:lnTo>
                    <a:pt x="568" y="68449"/>
                  </a:lnTo>
                  <a:cubicBezTo>
                    <a:pt x="534" y="69283"/>
                    <a:pt x="1" y="76122"/>
                    <a:pt x="334" y="78356"/>
                  </a:cubicBezTo>
                  <a:cubicBezTo>
                    <a:pt x="556" y="79687"/>
                    <a:pt x="1415" y="80451"/>
                    <a:pt x="2281" y="80451"/>
                  </a:cubicBezTo>
                  <a:cubicBezTo>
                    <a:pt x="3109" y="80451"/>
                    <a:pt x="3944" y="79754"/>
                    <a:pt x="4237" y="78190"/>
                  </a:cubicBezTo>
                  <a:cubicBezTo>
                    <a:pt x="4537" y="76655"/>
                    <a:pt x="4904" y="69350"/>
                    <a:pt x="4938" y="68650"/>
                  </a:cubicBezTo>
                  <a:lnTo>
                    <a:pt x="5004" y="68116"/>
                  </a:lnTo>
                  <a:cubicBezTo>
                    <a:pt x="5204" y="66615"/>
                    <a:pt x="5538" y="65581"/>
                    <a:pt x="6172" y="63312"/>
                  </a:cubicBezTo>
                  <a:cubicBezTo>
                    <a:pt x="7906" y="57208"/>
                    <a:pt x="10675" y="43765"/>
                    <a:pt x="11509" y="39162"/>
                  </a:cubicBezTo>
                  <a:cubicBezTo>
                    <a:pt x="12176" y="35392"/>
                    <a:pt x="14211" y="27987"/>
                    <a:pt x="15312" y="24051"/>
                  </a:cubicBezTo>
                  <a:lnTo>
                    <a:pt x="17914" y="39962"/>
                  </a:lnTo>
                  <a:cubicBezTo>
                    <a:pt x="17914" y="39962"/>
                    <a:pt x="17713" y="43131"/>
                    <a:pt x="17713" y="45433"/>
                  </a:cubicBezTo>
                  <a:cubicBezTo>
                    <a:pt x="17713" y="50236"/>
                    <a:pt x="21149" y="63879"/>
                    <a:pt x="21283" y="65547"/>
                  </a:cubicBezTo>
                  <a:cubicBezTo>
                    <a:pt x="21082" y="66348"/>
                    <a:pt x="20615" y="66882"/>
                    <a:pt x="20615" y="68283"/>
                  </a:cubicBezTo>
                  <a:cubicBezTo>
                    <a:pt x="20615" y="69083"/>
                    <a:pt x="21316" y="70117"/>
                    <a:pt x="23084" y="72586"/>
                  </a:cubicBezTo>
                  <a:cubicBezTo>
                    <a:pt x="23618" y="73286"/>
                    <a:pt x="23951" y="75788"/>
                    <a:pt x="24452" y="76488"/>
                  </a:cubicBezTo>
                  <a:cubicBezTo>
                    <a:pt x="25219" y="77589"/>
                    <a:pt x="27921" y="78290"/>
                    <a:pt x="29689" y="78523"/>
                  </a:cubicBezTo>
                  <a:cubicBezTo>
                    <a:pt x="29903" y="78553"/>
                    <a:pt x="30127" y="78568"/>
                    <a:pt x="30352" y="78568"/>
                  </a:cubicBezTo>
                  <a:cubicBezTo>
                    <a:pt x="31876" y="78568"/>
                    <a:pt x="33454" y="77898"/>
                    <a:pt x="32524" y="76822"/>
                  </a:cubicBezTo>
                  <a:cubicBezTo>
                    <a:pt x="32190" y="76355"/>
                    <a:pt x="29722" y="74153"/>
                    <a:pt x="29355" y="73720"/>
                  </a:cubicBezTo>
                  <a:cubicBezTo>
                    <a:pt x="28221" y="72352"/>
                    <a:pt x="27320" y="70818"/>
                    <a:pt x="26686" y="69183"/>
                  </a:cubicBezTo>
                  <a:cubicBezTo>
                    <a:pt x="26186" y="67882"/>
                    <a:pt x="26019" y="67315"/>
                    <a:pt x="26019" y="66548"/>
                  </a:cubicBezTo>
                  <a:lnTo>
                    <a:pt x="26053" y="65814"/>
                  </a:lnTo>
                  <a:cubicBezTo>
                    <a:pt x="26053" y="65814"/>
                    <a:pt x="26553" y="53872"/>
                    <a:pt x="26453" y="40196"/>
                  </a:cubicBezTo>
                  <a:cubicBezTo>
                    <a:pt x="26353" y="24585"/>
                    <a:pt x="24952" y="6739"/>
                    <a:pt x="24618" y="4103"/>
                  </a:cubicBezTo>
                  <a:lnTo>
                    <a:pt x="7473" y="0"/>
                  </a:ln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56"/>
            <p:cNvSpPr/>
            <p:nvPr/>
          </p:nvSpPr>
          <p:spPr>
            <a:xfrm>
              <a:off x="1978250" y="2292075"/>
              <a:ext cx="671350" cy="1469500"/>
            </a:xfrm>
            <a:custGeom>
              <a:rect b="b" l="l" r="r" t="t"/>
              <a:pathLst>
                <a:path extrusionOk="0" h="58780" w="26854">
                  <a:moveTo>
                    <a:pt x="6372" y="1"/>
                  </a:moveTo>
                  <a:lnTo>
                    <a:pt x="6272" y="1102"/>
                  </a:lnTo>
                  <a:cubicBezTo>
                    <a:pt x="5404" y="3136"/>
                    <a:pt x="3370" y="5805"/>
                    <a:pt x="2369" y="11042"/>
                  </a:cubicBezTo>
                  <a:cubicBezTo>
                    <a:pt x="1869" y="13644"/>
                    <a:pt x="2069" y="16179"/>
                    <a:pt x="2035" y="19748"/>
                  </a:cubicBezTo>
                  <a:cubicBezTo>
                    <a:pt x="2002" y="24952"/>
                    <a:pt x="2669" y="35560"/>
                    <a:pt x="2469" y="37961"/>
                  </a:cubicBezTo>
                  <a:cubicBezTo>
                    <a:pt x="2269" y="40363"/>
                    <a:pt x="1035" y="43198"/>
                    <a:pt x="534" y="46834"/>
                  </a:cubicBezTo>
                  <a:cubicBezTo>
                    <a:pt x="1" y="50504"/>
                    <a:pt x="67" y="57175"/>
                    <a:pt x="67" y="57175"/>
                  </a:cubicBezTo>
                  <a:cubicBezTo>
                    <a:pt x="67" y="57175"/>
                    <a:pt x="1068" y="58376"/>
                    <a:pt x="3570" y="58743"/>
                  </a:cubicBezTo>
                  <a:cubicBezTo>
                    <a:pt x="3808" y="58768"/>
                    <a:pt x="4047" y="58780"/>
                    <a:pt x="4285" y="58780"/>
                  </a:cubicBezTo>
                  <a:cubicBezTo>
                    <a:pt x="5643" y="58780"/>
                    <a:pt x="6976" y="58380"/>
                    <a:pt x="8140" y="57642"/>
                  </a:cubicBezTo>
                  <a:cubicBezTo>
                    <a:pt x="8140" y="57642"/>
                    <a:pt x="11442" y="44633"/>
                    <a:pt x="11809" y="42831"/>
                  </a:cubicBezTo>
                  <a:cubicBezTo>
                    <a:pt x="12209" y="40997"/>
                    <a:pt x="15111" y="26553"/>
                    <a:pt x="15111" y="26553"/>
                  </a:cubicBezTo>
                  <a:lnTo>
                    <a:pt x="17280" y="41831"/>
                  </a:lnTo>
                  <a:cubicBezTo>
                    <a:pt x="17079" y="43832"/>
                    <a:pt x="17046" y="45800"/>
                    <a:pt x="17179" y="47768"/>
                  </a:cubicBezTo>
                  <a:cubicBezTo>
                    <a:pt x="17380" y="51438"/>
                    <a:pt x="18914" y="56641"/>
                    <a:pt x="18914" y="56641"/>
                  </a:cubicBezTo>
                  <a:cubicBezTo>
                    <a:pt x="18914" y="56641"/>
                    <a:pt x="19719" y="57417"/>
                    <a:pt x="22006" y="57417"/>
                  </a:cubicBezTo>
                  <a:cubicBezTo>
                    <a:pt x="22138" y="57417"/>
                    <a:pt x="22275" y="57414"/>
                    <a:pt x="22417" y="57409"/>
                  </a:cubicBezTo>
                  <a:cubicBezTo>
                    <a:pt x="25018" y="57342"/>
                    <a:pt x="26186" y="56508"/>
                    <a:pt x="26186" y="56508"/>
                  </a:cubicBezTo>
                  <a:cubicBezTo>
                    <a:pt x="26186" y="56508"/>
                    <a:pt x="26620" y="42998"/>
                    <a:pt x="26753" y="30323"/>
                  </a:cubicBezTo>
                  <a:cubicBezTo>
                    <a:pt x="26853" y="20983"/>
                    <a:pt x="26019" y="7840"/>
                    <a:pt x="23984" y="1635"/>
                  </a:cubicBezTo>
                  <a:lnTo>
                    <a:pt x="24018" y="334"/>
                  </a:lnTo>
                  <a:lnTo>
                    <a:pt x="24018" y="334"/>
                  </a:lnTo>
                  <a:cubicBezTo>
                    <a:pt x="21847" y="1734"/>
                    <a:pt x="18833" y="2290"/>
                    <a:pt x="15867" y="2290"/>
                  </a:cubicBezTo>
                  <a:cubicBezTo>
                    <a:pt x="11906" y="2290"/>
                    <a:pt x="8031" y="1298"/>
                    <a:pt x="637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56"/>
            <p:cNvSpPr/>
            <p:nvPr/>
          </p:nvSpPr>
          <p:spPr>
            <a:xfrm>
              <a:off x="1939900" y="4028325"/>
              <a:ext cx="185150" cy="429850"/>
            </a:xfrm>
            <a:custGeom>
              <a:rect b="b" l="l" r="r" t="t"/>
              <a:pathLst>
                <a:path extrusionOk="0" h="17194" w="7406">
                  <a:moveTo>
                    <a:pt x="1968" y="1"/>
                  </a:moveTo>
                  <a:cubicBezTo>
                    <a:pt x="1168" y="1"/>
                    <a:pt x="1668" y="3136"/>
                    <a:pt x="1434" y="5138"/>
                  </a:cubicBezTo>
                  <a:cubicBezTo>
                    <a:pt x="1201" y="7272"/>
                    <a:pt x="467" y="8840"/>
                    <a:pt x="234" y="10608"/>
                  </a:cubicBezTo>
                  <a:cubicBezTo>
                    <a:pt x="0" y="12643"/>
                    <a:pt x="167" y="13477"/>
                    <a:pt x="867" y="15145"/>
                  </a:cubicBezTo>
                  <a:cubicBezTo>
                    <a:pt x="1238" y="16048"/>
                    <a:pt x="2720" y="17194"/>
                    <a:pt x="3948" y="17194"/>
                  </a:cubicBezTo>
                  <a:cubicBezTo>
                    <a:pt x="4487" y="17194"/>
                    <a:pt x="4978" y="16972"/>
                    <a:pt x="5304" y="16412"/>
                  </a:cubicBezTo>
                  <a:cubicBezTo>
                    <a:pt x="6405" y="14544"/>
                    <a:pt x="6672" y="12443"/>
                    <a:pt x="6571" y="10441"/>
                  </a:cubicBezTo>
                  <a:cubicBezTo>
                    <a:pt x="6471" y="8373"/>
                    <a:pt x="6338" y="6839"/>
                    <a:pt x="6338" y="5271"/>
                  </a:cubicBezTo>
                  <a:cubicBezTo>
                    <a:pt x="6338" y="3870"/>
                    <a:pt x="7405" y="601"/>
                    <a:pt x="6371" y="401"/>
                  </a:cubicBezTo>
                  <a:lnTo>
                    <a:pt x="6371" y="401"/>
                  </a:lnTo>
                  <a:lnTo>
                    <a:pt x="6305" y="935"/>
                  </a:lnTo>
                  <a:cubicBezTo>
                    <a:pt x="6110" y="1341"/>
                    <a:pt x="5008" y="1663"/>
                    <a:pt x="3955" y="1663"/>
                  </a:cubicBezTo>
                  <a:cubicBezTo>
                    <a:pt x="3020" y="1663"/>
                    <a:pt x="2123" y="1409"/>
                    <a:pt x="1935" y="734"/>
                  </a:cubicBezTo>
                  <a:lnTo>
                    <a:pt x="1968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56"/>
            <p:cNvSpPr/>
            <p:nvPr/>
          </p:nvSpPr>
          <p:spPr>
            <a:xfrm>
              <a:off x="2477775" y="4085025"/>
              <a:ext cx="73400" cy="134300"/>
            </a:xfrm>
            <a:custGeom>
              <a:rect b="b" l="l" r="r" t="t"/>
              <a:pathLst>
                <a:path extrusionOk="0" h="5372" w="2936">
                  <a:moveTo>
                    <a:pt x="267" y="1"/>
                  </a:moveTo>
                  <a:cubicBezTo>
                    <a:pt x="0" y="1035"/>
                    <a:pt x="234" y="3770"/>
                    <a:pt x="234" y="3770"/>
                  </a:cubicBezTo>
                  <a:cubicBezTo>
                    <a:pt x="234" y="3770"/>
                    <a:pt x="668" y="4738"/>
                    <a:pt x="2202" y="5371"/>
                  </a:cubicBezTo>
                  <a:lnTo>
                    <a:pt x="2936" y="1535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56"/>
            <p:cNvSpPr/>
            <p:nvPr/>
          </p:nvSpPr>
          <p:spPr>
            <a:xfrm>
              <a:off x="2532825" y="4116725"/>
              <a:ext cx="107600" cy="103425"/>
            </a:xfrm>
            <a:custGeom>
              <a:rect b="b" l="l" r="r" t="t"/>
              <a:pathLst>
                <a:path extrusionOk="0" h="4137" w="4304">
                  <a:moveTo>
                    <a:pt x="4303" y="0"/>
                  </a:moveTo>
                  <a:lnTo>
                    <a:pt x="434" y="1902"/>
                  </a:lnTo>
                  <a:lnTo>
                    <a:pt x="0" y="4137"/>
                  </a:lnTo>
                  <a:lnTo>
                    <a:pt x="3436" y="3036"/>
                  </a:lnTo>
                  <a:lnTo>
                    <a:pt x="43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56"/>
            <p:cNvSpPr/>
            <p:nvPr/>
          </p:nvSpPr>
          <p:spPr>
            <a:xfrm>
              <a:off x="2479450" y="3973950"/>
              <a:ext cx="350900" cy="353150"/>
            </a:xfrm>
            <a:custGeom>
              <a:rect b="b" l="l" r="r" t="t"/>
              <a:pathLst>
                <a:path extrusionOk="0" h="14126" w="14036">
                  <a:moveTo>
                    <a:pt x="1028" y="1"/>
                  </a:moveTo>
                  <a:cubicBezTo>
                    <a:pt x="744" y="1"/>
                    <a:pt x="489" y="1013"/>
                    <a:pt x="234" y="1842"/>
                  </a:cubicBezTo>
                  <a:cubicBezTo>
                    <a:pt x="0" y="2676"/>
                    <a:pt x="0" y="3610"/>
                    <a:pt x="200" y="4444"/>
                  </a:cubicBezTo>
                  <a:cubicBezTo>
                    <a:pt x="467" y="5411"/>
                    <a:pt x="1801" y="6379"/>
                    <a:pt x="2369" y="7246"/>
                  </a:cubicBezTo>
                  <a:cubicBezTo>
                    <a:pt x="2936" y="8080"/>
                    <a:pt x="3136" y="10148"/>
                    <a:pt x="3803" y="11315"/>
                  </a:cubicBezTo>
                  <a:cubicBezTo>
                    <a:pt x="4503" y="12450"/>
                    <a:pt x="7039" y="13550"/>
                    <a:pt x="8706" y="13951"/>
                  </a:cubicBezTo>
                  <a:cubicBezTo>
                    <a:pt x="9265" y="14071"/>
                    <a:pt x="9788" y="14125"/>
                    <a:pt x="10268" y="14125"/>
                  </a:cubicBezTo>
                  <a:cubicBezTo>
                    <a:pt x="12713" y="14125"/>
                    <a:pt x="14035" y="12725"/>
                    <a:pt x="13143" y="11582"/>
                  </a:cubicBezTo>
                  <a:cubicBezTo>
                    <a:pt x="12342" y="10548"/>
                    <a:pt x="9874" y="9214"/>
                    <a:pt x="8640" y="6879"/>
                  </a:cubicBezTo>
                  <a:cubicBezTo>
                    <a:pt x="7272" y="4277"/>
                    <a:pt x="6305" y="508"/>
                    <a:pt x="5838" y="274"/>
                  </a:cubicBezTo>
                  <a:lnTo>
                    <a:pt x="5804" y="1008"/>
                  </a:lnTo>
                  <a:cubicBezTo>
                    <a:pt x="5462" y="1635"/>
                    <a:pt x="4852" y="1824"/>
                    <a:pt x="4162" y="1824"/>
                  </a:cubicBezTo>
                  <a:cubicBezTo>
                    <a:pt x="4044" y="1824"/>
                    <a:pt x="3924" y="1818"/>
                    <a:pt x="3803" y="1809"/>
                  </a:cubicBezTo>
                  <a:cubicBezTo>
                    <a:pt x="2102" y="1709"/>
                    <a:pt x="1301" y="1141"/>
                    <a:pt x="1068" y="674"/>
                  </a:cubicBezTo>
                  <a:lnTo>
                    <a:pt x="1068" y="7"/>
                  </a:lnTo>
                  <a:cubicBezTo>
                    <a:pt x="1054" y="3"/>
                    <a:pt x="1041" y="1"/>
                    <a:pt x="102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56"/>
            <p:cNvSpPr/>
            <p:nvPr/>
          </p:nvSpPr>
          <p:spPr>
            <a:xfrm>
              <a:off x="1985750" y="2318775"/>
              <a:ext cx="212675" cy="1192550"/>
            </a:xfrm>
            <a:custGeom>
              <a:rect b="b" l="l" r="r" t="t"/>
              <a:pathLst>
                <a:path extrusionOk="0" h="47702" w="8507">
                  <a:moveTo>
                    <a:pt x="8107" y="0"/>
                  </a:moveTo>
                  <a:cubicBezTo>
                    <a:pt x="5605" y="5337"/>
                    <a:pt x="3670" y="10107"/>
                    <a:pt x="3503" y="18614"/>
                  </a:cubicBezTo>
                  <a:cubicBezTo>
                    <a:pt x="3470" y="20448"/>
                    <a:pt x="3437" y="22250"/>
                    <a:pt x="3437" y="23984"/>
                  </a:cubicBezTo>
                  <a:cubicBezTo>
                    <a:pt x="3370" y="30088"/>
                    <a:pt x="3303" y="35359"/>
                    <a:pt x="2436" y="37927"/>
                  </a:cubicBezTo>
                  <a:cubicBezTo>
                    <a:pt x="2269" y="38461"/>
                    <a:pt x="2069" y="39028"/>
                    <a:pt x="1835" y="39595"/>
                  </a:cubicBezTo>
                  <a:cubicBezTo>
                    <a:pt x="1569" y="40329"/>
                    <a:pt x="1302" y="41096"/>
                    <a:pt x="1001" y="41964"/>
                  </a:cubicBezTo>
                  <a:cubicBezTo>
                    <a:pt x="668" y="43198"/>
                    <a:pt x="401" y="44465"/>
                    <a:pt x="201" y="45766"/>
                  </a:cubicBezTo>
                  <a:cubicBezTo>
                    <a:pt x="134" y="46367"/>
                    <a:pt x="67" y="47001"/>
                    <a:pt x="1" y="47701"/>
                  </a:cubicBezTo>
                  <a:cubicBezTo>
                    <a:pt x="501" y="44999"/>
                    <a:pt x="1235" y="42331"/>
                    <a:pt x="2236" y="39729"/>
                  </a:cubicBezTo>
                  <a:cubicBezTo>
                    <a:pt x="2469" y="39128"/>
                    <a:pt x="2669" y="38595"/>
                    <a:pt x="2869" y="38027"/>
                  </a:cubicBezTo>
                  <a:cubicBezTo>
                    <a:pt x="3737" y="35426"/>
                    <a:pt x="3803" y="30122"/>
                    <a:pt x="3870" y="23984"/>
                  </a:cubicBezTo>
                  <a:cubicBezTo>
                    <a:pt x="3870" y="22216"/>
                    <a:pt x="3904" y="20415"/>
                    <a:pt x="3937" y="18614"/>
                  </a:cubicBezTo>
                  <a:cubicBezTo>
                    <a:pt x="4104" y="10174"/>
                    <a:pt x="6005" y="5437"/>
                    <a:pt x="8507" y="134"/>
                  </a:cubicBezTo>
                  <a:lnTo>
                    <a:pt x="8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56"/>
            <p:cNvSpPr/>
            <p:nvPr/>
          </p:nvSpPr>
          <p:spPr>
            <a:xfrm>
              <a:off x="2356025" y="2645675"/>
              <a:ext cx="175150" cy="576275"/>
            </a:xfrm>
            <a:custGeom>
              <a:rect b="b" l="l" r="r" t="t"/>
              <a:pathLst>
                <a:path extrusionOk="0" h="23051" w="7006">
                  <a:moveTo>
                    <a:pt x="7005" y="0"/>
                  </a:moveTo>
                  <a:lnTo>
                    <a:pt x="7005" y="0"/>
                  </a:lnTo>
                  <a:cubicBezTo>
                    <a:pt x="5404" y="2035"/>
                    <a:pt x="2035" y="2869"/>
                    <a:pt x="2035" y="2869"/>
                  </a:cubicBezTo>
                  <a:lnTo>
                    <a:pt x="0" y="12409"/>
                  </a:lnTo>
                  <a:lnTo>
                    <a:pt x="1501" y="23050"/>
                  </a:lnTo>
                  <a:lnTo>
                    <a:pt x="1168" y="12910"/>
                  </a:lnTo>
                  <a:lnTo>
                    <a:pt x="3236" y="3903"/>
                  </a:lnTo>
                  <a:cubicBezTo>
                    <a:pt x="6738" y="2502"/>
                    <a:pt x="7005" y="0"/>
                    <a:pt x="70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56"/>
            <p:cNvSpPr/>
            <p:nvPr/>
          </p:nvSpPr>
          <p:spPr>
            <a:xfrm>
              <a:off x="1969075" y="3628050"/>
              <a:ext cx="240200" cy="156850"/>
            </a:xfrm>
            <a:custGeom>
              <a:rect b="b" l="l" r="r" t="t"/>
              <a:pathLst>
                <a:path extrusionOk="0" h="6274" w="9608">
                  <a:moveTo>
                    <a:pt x="434" y="0"/>
                  </a:moveTo>
                  <a:cubicBezTo>
                    <a:pt x="34" y="234"/>
                    <a:pt x="67" y="834"/>
                    <a:pt x="34" y="2102"/>
                  </a:cubicBezTo>
                  <a:cubicBezTo>
                    <a:pt x="1" y="2936"/>
                    <a:pt x="67" y="3769"/>
                    <a:pt x="201" y="4603"/>
                  </a:cubicBezTo>
                  <a:cubicBezTo>
                    <a:pt x="301" y="4904"/>
                    <a:pt x="1068" y="5904"/>
                    <a:pt x="4037" y="6205"/>
                  </a:cubicBezTo>
                  <a:cubicBezTo>
                    <a:pt x="4459" y="6252"/>
                    <a:pt x="4845" y="6273"/>
                    <a:pt x="5198" y="6273"/>
                  </a:cubicBezTo>
                  <a:cubicBezTo>
                    <a:pt x="7328" y="6273"/>
                    <a:pt x="8240" y="5504"/>
                    <a:pt x="8440" y="5104"/>
                  </a:cubicBezTo>
                  <a:cubicBezTo>
                    <a:pt x="8840" y="4003"/>
                    <a:pt x="9174" y="2902"/>
                    <a:pt x="9441" y="1768"/>
                  </a:cubicBezTo>
                  <a:cubicBezTo>
                    <a:pt x="9607" y="1101"/>
                    <a:pt x="9307" y="1001"/>
                    <a:pt x="9307" y="1001"/>
                  </a:cubicBezTo>
                  <a:lnTo>
                    <a:pt x="9107" y="1768"/>
                  </a:lnTo>
                  <a:cubicBezTo>
                    <a:pt x="9107" y="1768"/>
                    <a:pt x="8055" y="2621"/>
                    <a:pt x="5454" y="2621"/>
                  </a:cubicBezTo>
                  <a:cubicBezTo>
                    <a:pt x="5237" y="2621"/>
                    <a:pt x="5009" y="2615"/>
                    <a:pt x="4771" y="2602"/>
                  </a:cubicBezTo>
                  <a:cubicBezTo>
                    <a:pt x="1668" y="2435"/>
                    <a:pt x="468" y="901"/>
                    <a:pt x="468" y="901"/>
                  </a:cubicBezTo>
                  <a:lnTo>
                    <a:pt x="434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56"/>
            <p:cNvSpPr/>
            <p:nvPr/>
          </p:nvSpPr>
          <p:spPr>
            <a:xfrm>
              <a:off x="1969075" y="3628050"/>
              <a:ext cx="240200" cy="156850"/>
            </a:xfrm>
            <a:custGeom>
              <a:rect b="b" l="l" r="r" t="t"/>
              <a:pathLst>
                <a:path extrusionOk="0" h="6274" w="9608">
                  <a:moveTo>
                    <a:pt x="434" y="0"/>
                  </a:moveTo>
                  <a:cubicBezTo>
                    <a:pt x="34" y="234"/>
                    <a:pt x="67" y="834"/>
                    <a:pt x="34" y="2102"/>
                  </a:cubicBezTo>
                  <a:cubicBezTo>
                    <a:pt x="1" y="2936"/>
                    <a:pt x="67" y="3769"/>
                    <a:pt x="201" y="4603"/>
                  </a:cubicBezTo>
                  <a:cubicBezTo>
                    <a:pt x="301" y="4904"/>
                    <a:pt x="1068" y="5904"/>
                    <a:pt x="4037" y="6205"/>
                  </a:cubicBezTo>
                  <a:cubicBezTo>
                    <a:pt x="4459" y="6252"/>
                    <a:pt x="4845" y="6273"/>
                    <a:pt x="5198" y="6273"/>
                  </a:cubicBezTo>
                  <a:cubicBezTo>
                    <a:pt x="7328" y="6273"/>
                    <a:pt x="8240" y="5504"/>
                    <a:pt x="8440" y="5104"/>
                  </a:cubicBezTo>
                  <a:cubicBezTo>
                    <a:pt x="8840" y="4003"/>
                    <a:pt x="9174" y="2902"/>
                    <a:pt x="9441" y="1768"/>
                  </a:cubicBezTo>
                  <a:cubicBezTo>
                    <a:pt x="9607" y="1101"/>
                    <a:pt x="9307" y="1001"/>
                    <a:pt x="9307" y="1001"/>
                  </a:cubicBezTo>
                  <a:lnTo>
                    <a:pt x="9107" y="1768"/>
                  </a:lnTo>
                  <a:cubicBezTo>
                    <a:pt x="9107" y="1768"/>
                    <a:pt x="8055" y="2621"/>
                    <a:pt x="5454" y="2621"/>
                  </a:cubicBezTo>
                  <a:cubicBezTo>
                    <a:pt x="5237" y="2621"/>
                    <a:pt x="5009" y="2615"/>
                    <a:pt x="4771" y="2602"/>
                  </a:cubicBezTo>
                  <a:cubicBezTo>
                    <a:pt x="1668" y="2435"/>
                    <a:pt x="468" y="901"/>
                    <a:pt x="468" y="901"/>
                  </a:cubicBezTo>
                  <a:lnTo>
                    <a:pt x="4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56"/>
            <p:cNvSpPr/>
            <p:nvPr/>
          </p:nvSpPr>
          <p:spPr>
            <a:xfrm>
              <a:off x="2430250" y="3649725"/>
              <a:ext cx="213500" cy="131525"/>
            </a:xfrm>
            <a:custGeom>
              <a:rect b="b" l="l" r="r" t="t"/>
              <a:pathLst>
                <a:path extrusionOk="0" h="5261" w="8540">
                  <a:moveTo>
                    <a:pt x="8173" y="0"/>
                  </a:moveTo>
                  <a:lnTo>
                    <a:pt x="8139" y="734"/>
                  </a:lnTo>
                  <a:cubicBezTo>
                    <a:pt x="8139" y="734"/>
                    <a:pt x="7606" y="1702"/>
                    <a:pt x="4703" y="1802"/>
                  </a:cubicBezTo>
                  <a:cubicBezTo>
                    <a:pt x="4574" y="1806"/>
                    <a:pt x="4447" y="1808"/>
                    <a:pt x="4323" y="1808"/>
                  </a:cubicBezTo>
                  <a:cubicBezTo>
                    <a:pt x="1682" y="1808"/>
                    <a:pt x="434" y="834"/>
                    <a:pt x="434" y="834"/>
                  </a:cubicBezTo>
                  <a:lnTo>
                    <a:pt x="267" y="234"/>
                  </a:lnTo>
                  <a:cubicBezTo>
                    <a:pt x="0" y="334"/>
                    <a:pt x="0" y="668"/>
                    <a:pt x="134" y="1368"/>
                  </a:cubicBezTo>
                  <a:cubicBezTo>
                    <a:pt x="234" y="2035"/>
                    <a:pt x="634" y="3570"/>
                    <a:pt x="734" y="4070"/>
                  </a:cubicBezTo>
                  <a:cubicBezTo>
                    <a:pt x="821" y="4476"/>
                    <a:pt x="2170" y="5261"/>
                    <a:pt x="4231" y="5261"/>
                  </a:cubicBezTo>
                  <a:cubicBezTo>
                    <a:pt x="4540" y="5261"/>
                    <a:pt x="4865" y="5243"/>
                    <a:pt x="5204" y="5204"/>
                  </a:cubicBezTo>
                  <a:cubicBezTo>
                    <a:pt x="7772" y="4904"/>
                    <a:pt x="8273" y="4237"/>
                    <a:pt x="8373" y="3570"/>
                  </a:cubicBezTo>
                  <a:cubicBezTo>
                    <a:pt x="8439" y="2869"/>
                    <a:pt x="8540" y="1101"/>
                    <a:pt x="8540" y="634"/>
                  </a:cubicBezTo>
                  <a:cubicBezTo>
                    <a:pt x="8540" y="167"/>
                    <a:pt x="8506" y="100"/>
                    <a:pt x="817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56"/>
            <p:cNvSpPr/>
            <p:nvPr/>
          </p:nvSpPr>
          <p:spPr>
            <a:xfrm>
              <a:off x="2430250" y="3649725"/>
              <a:ext cx="213500" cy="131525"/>
            </a:xfrm>
            <a:custGeom>
              <a:rect b="b" l="l" r="r" t="t"/>
              <a:pathLst>
                <a:path extrusionOk="0" h="5261" w="8540">
                  <a:moveTo>
                    <a:pt x="8173" y="0"/>
                  </a:moveTo>
                  <a:lnTo>
                    <a:pt x="8139" y="734"/>
                  </a:lnTo>
                  <a:cubicBezTo>
                    <a:pt x="8139" y="734"/>
                    <a:pt x="7606" y="1702"/>
                    <a:pt x="4703" y="1802"/>
                  </a:cubicBezTo>
                  <a:cubicBezTo>
                    <a:pt x="4574" y="1806"/>
                    <a:pt x="4447" y="1808"/>
                    <a:pt x="4323" y="1808"/>
                  </a:cubicBezTo>
                  <a:cubicBezTo>
                    <a:pt x="1682" y="1808"/>
                    <a:pt x="434" y="834"/>
                    <a:pt x="434" y="834"/>
                  </a:cubicBezTo>
                  <a:lnTo>
                    <a:pt x="267" y="234"/>
                  </a:lnTo>
                  <a:cubicBezTo>
                    <a:pt x="0" y="334"/>
                    <a:pt x="0" y="668"/>
                    <a:pt x="134" y="1368"/>
                  </a:cubicBezTo>
                  <a:cubicBezTo>
                    <a:pt x="234" y="2035"/>
                    <a:pt x="634" y="3570"/>
                    <a:pt x="734" y="4070"/>
                  </a:cubicBezTo>
                  <a:cubicBezTo>
                    <a:pt x="821" y="4476"/>
                    <a:pt x="2170" y="5261"/>
                    <a:pt x="4231" y="5261"/>
                  </a:cubicBezTo>
                  <a:cubicBezTo>
                    <a:pt x="4540" y="5261"/>
                    <a:pt x="4865" y="5243"/>
                    <a:pt x="5204" y="5204"/>
                  </a:cubicBezTo>
                  <a:cubicBezTo>
                    <a:pt x="7772" y="4904"/>
                    <a:pt x="8273" y="4237"/>
                    <a:pt x="8373" y="3570"/>
                  </a:cubicBezTo>
                  <a:cubicBezTo>
                    <a:pt x="8439" y="2869"/>
                    <a:pt x="8540" y="1101"/>
                    <a:pt x="8540" y="634"/>
                  </a:cubicBezTo>
                  <a:cubicBezTo>
                    <a:pt x="8540" y="167"/>
                    <a:pt x="8506" y="100"/>
                    <a:pt x="81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56"/>
            <p:cNvSpPr/>
            <p:nvPr/>
          </p:nvSpPr>
          <p:spPr>
            <a:xfrm>
              <a:off x="2003275" y="1376525"/>
              <a:ext cx="679675" cy="480475"/>
            </a:xfrm>
            <a:custGeom>
              <a:rect b="b" l="l" r="r" t="t"/>
              <a:pathLst>
                <a:path extrusionOk="0" h="19219" w="27187">
                  <a:moveTo>
                    <a:pt x="8267" y="0"/>
                  </a:moveTo>
                  <a:cubicBezTo>
                    <a:pt x="7705" y="0"/>
                    <a:pt x="7164" y="104"/>
                    <a:pt x="6672" y="364"/>
                  </a:cubicBezTo>
                  <a:cubicBezTo>
                    <a:pt x="5704" y="897"/>
                    <a:pt x="5004" y="1765"/>
                    <a:pt x="4637" y="2799"/>
                  </a:cubicBezTo>
                  <a:cubicBezTo>
                    <a:pt x="4070" y="4366"/>
                    <a:pt x="4203" y="6068"/>
                    <a:pt x="4237" y="7735"/>
                  </a:cubicBezTo>
                  <a:cubicBezTo>
                    <a:pt x="4270" y="8303"/>
                    <a:pt x="4170" y="8870"/>
                    <a:pt x="3970" y="9403"/>
                  </a:cubicBezTo>
                  <a:cubicBezTo>
                    <a:pt x="3764" y="9873"/>
                    <a:pt x="3300" y="10188"/>
                    <a:pt x="2804" y="10188"/>
                  </a:cubicBezTo>
                  <a:cubicBezTo>
                    <a:pt x="2737" y="10188"/>
                    <a:pt x="2670" y="10182"/>
                    <a:pt x="2602" y="10171"/>
                  </a:cubicBezTo>
                  <a:cubicBezTo>
                    <a:pt x="2035" y="10037"/>
                    <a:pt x="1768" y="9203"/>
                    <a:pt x="2202" y="8870"/>
                  </a:cubicBezTo>
                  <a:cubicBezTo>
                    <a:pt x="2155" y="8865"/>
                    <a:pt x="2110" y="8863"/>
                    <a:pt x="2065" y="8863"/>
                  </a:cubicBezTo>
                  <a:cubicBezTo>
                    <a:pt x="835" y="8863"/>
                    <a:pt x="409" y="10592"/>
                    <a:pt x="1568" y="11171"/>
                  </a:cubicBezTo>
                  <a:cubicBezTo>
                    <a:pt x="534" y="11338"/>
                    <a:pt x="0" y="12706"/>
                    <a:pt x="501" y="13606"/>
                  </a:cubicBezTo>
                  <a:cubicBezTo>
                    <a:pt x="913" y="14248"/>
                    <a:pt x="1593" y="14591"/>
                    <a:pt x="2303" y="14591"/>
                  </a:cubicBezTo>
                  <a:cubicBezTo>
                    <a:pt x="2627" y="14591"/>
                    <a:pt x="2956" y="14520"/>
                    <a:pt x="3269" y="14374"/>
                  </a:cubicBezTo>
                  <a:lnTo>
                    <a:pt x="3269" y="14374"/>
                  </a:lnTo>
                  <a:cubicBezTo>
                    <a:pt x="2869" y="15241"/>
                    <a:pt x="2635" y="16408"/>
                    <a:pt x="3770" y="17442"/>
                  </a:cubicBezTo>
                  <a:cubicBezTo>
                    <a:pt x="4365" y="17978"/>
                    <a:pt x="5160" y="18242"/>
                    <a:pt x="5869" y="18242"/>
                  </a:cubicBezTo>
                  <a:cubicBezTo>
                    <a:pt x="6352" y="18242"/>
                    <a:pt x="6794" y="18119"/>
                    <a:pt x="7105" y="17876"/>
                  </a:cubicBezTo>
                  <a:cubicBezTo>
                    <a:pt x="7601" y="18816"/>
                    <a:pt x="8179" y="18918"/>
                    <a:pt x="9062" y="18918"/>
                  </a:cubicBezTo>
                  <a:cubicBezTo>
                    <a:pt x="9308" y="18918"/>
                    <a:pt x="9577" y="18910"/>
                    <a:pt x="9874" y="18910"/>
                  </a:cubicBezTo>
                  <a:cubicBezTo>
                    <a:pt x="11242" y="18910"/>
                    <a:pt x="12509" y="18210"/>
                    <a:pt x="13243" y="17009"/>
                  </a:cubicBezTo>
                  <a:cubicBezTo>
                    <a:pt x="13243" y="18426"/>
                    <a:pt x="14819" y="19219"/>
                    <a:pt x="16090" y="19219"/>
                  </a:cubicBezTo>
                  <a:cubicBezTo>
                    <a:pt x="16165" y="19219"/>
                    <a:pt x="16239" y="19216"/>
                    <a:pt x="16312" y="19210"/>
                  </a:cubicBezTo>
                  <a:cubicBezTo>
                    <a:pt x="17146" y="19144"/>
                    <a:pt x="17946" y="18743"/>
                    <a:pt x="18547" y="18110"/>
                  </a:cubicBezTo>
                  <a:cubicBezTo>
                    <a:pt x="19177" y="18674"/>
                    <a:pt x="19907" y="18922"/>
                    <a:pt x="20619" y="18922"/>
                  </a:cubicBezTo>
                  <a:cubicBezTo>
                    <a:pt x="22433" y="18922"/>
                    <a:pt x="24124" y="17306"/>
                    <a:pt x="23717" y="15174"/>
                  </a:cubicBezTo>
                  <a:cubicBezTo>
                    <a:pt x="26186" y="15007"/>
                    <a:pt x="27186" y="11905"/>
                    <a:pt x="25285" y="10337"/>
                  </a:cubicBezTo>
                  <a:cubicBezTo>
                    <a:pt x="26219" y="9937"/>
                    <a:pt x="26819" y="9003"/>
                    <a:pt x="26352" y="7969"/>
                  </a:cubicBezTo>
                  <a:lnTo>
                    <a:pt x="26352" y="7969"/>
                  </a:lnTo>
                  <a:cubicBezTo>
                    <a:pt x="26167" y="8525"/>
                    <a:pt x="25792" y="8745"/>
                    <a:pt x="25295" y="8745"/>
                  </a:cubicBezTo>
                  <a:cubicBezTo>
                    <a:pt x="25166" y="8745"/>
                    <a:pt x="25029" y="8730"/>
                    <a:pt x="24885" y="8703"/>
                  </a:cubicBezTo>
                  <a:cubicBezTo>
                    <a:pt x="23484" y="8469"/>
                    <a:pt x="23183" y="7135"/>
                    <a:pt x="23083" y="6334"/>
                  </a:cubicBezTo>
                  <a:cubicBezTo>
                    <a:pt x="22983" y="5601"/>
                    <a:pt x="22283" y="5834"/>
                    <a:pt x="21749" y="5300"/>
                  </a:cubicBezTo>
                  <a:cubicBezTo>
                    <a:pt x="21182" y="4733"/>
                    <a:pt x="20515" y="4300"/>
                    <a:pt x="19781" y="3966"/>
                  </a:cubicBezTo>
                  <a:cubicBezTo>
                    <a:pt x="19414" y="3799"/>
                    <a:pt x="19014" y="3666"/>
                    <a:pt x="18647" y="3566"/>
                  </a:cubicBezTo>
                  <a:cubicBezTo>
                    <a:pt x="18247" y="3499"/>
                    <a:pt x="17880" y="3399"/>
                    <a:pt x="17546" y="3266"/>
                  </a:cubicBezTo>
                  <a:cubicBezTo>
                    <a:pt x="16779" y="2932"/>
                    <a:pt x="16045" y="2532"/>
                    <a:pt x="15278" y="2198"/>
                  </a:cubicBezTo>
                  <a:cubicBezTo>
                    <a:pt x="14511" y="1865"/>
                    <a:pt x="13610" y="1498"/>
                    <a:pt x="12776" y="1231"/>
                  </a:cubicBezTo>
                  <a:cubicBezTo>
                    <a:pt x="11483" y="767"/>
                    <a:pt x="9797" y="0"/>
                    <a:pt x="82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56"/>
            <p:cNvSpPr/>
            <p:nvPr/>
          </p:nvSpPr>
          <p:spPr>
            <a:xfrm>
              <a:off x="2502800" y="1427100"/>
              <a:ext cx="970700" cy="564800"/>
            </a:xfrm>
            <a:custGeom>
              <a:rect b="b" l="l" r="r" t="t"/>
              <a:pathLst>
                <a:path extrusionOk="0" h="22592" w="38828">
                  <a:moveTo>
                    <a:pt x="38053" y="0"/>
                  </a:moveTo>
                  <a:cubicBezTo>
                    <a:pt x="37359" y="0"/>
                    <a:pt x="36247" y="1251"/>
                    <a:pt x="35225" y="2410"/>
                  </a:cubicBezTo>
                  <a:cubicBezTo>
                    <a:pt x="34081" y="3620"/>
                    <a:pt x="32775" y="5247"/>
                    <a:pt x="32348" y="5247"/>
                  </a:cubicBezTo>
                  <a:cubicBezTo>
                    <a:pt x="32339" y="5247"/>
                    <a:pt x="32331" y="5247"/>
                    <a:pt x="32323" y="5245"/>
                  </a:cubicBezTo>
                  <a:cubicBezTo>
                    <a:pt x="31823" y="5179"/>
                    <a:pt x="32223" y="3511"/>
                    <a:pt x="31656" y="2610"/>
                  </a:cubicBezTo>
                  <a:cubicBezTo>
                    <a:pt x="31409" y="2193"/>
                    <a:pt x="31119" y="1998"/>
                    <a:pt x="30875" y="1998"/>
                  </a:cubicBezTo>
                  <a:cubicBezTo>
                    <a:pt x="30593" y="1998"/>
                    <a:pt x="30373" y="2260"/>
                    <a:pt x="30355" y="2744"/>
                  </a:cubicBezTo>
                  <a:cubicBezTo>
                    <a:pt x="30355" y="3511"/>
                    <a:pt x="29855" y="4645"/>
                    <a:pt x="29855" y="5946"/>
                  </a:cubicBezTo>
                  <a:cubicBezTo>
                    <a:pt x="29855" y="6580"/>
                    <a:pt x="30055" y="7947"/>
                    <a:pt x="29388" y="8581"/>
                  </a:cubicBezTo>
                  <a:cubicBezTo>
                    <a:pt x="28854" y="9115"/>
                    <a:pt x="18447" y="15419"/>
                    <a:pt x="18447" y="15419"/>
                  </a:cubicBezTo>
                  <a:cubicBezTo>
                    <a:pt x="18447" y="15419"/>
                    <a:pt x="12565" y="15578"/>
                    <a:pt x="9166" y="15578"/>
                  </a:cubicBezTo>
                  <a:cubicBezTo>
                    <a:pt x="8438" y="15578"/>
                    <a:pt x="7823" y="15571"/>
                    <a:pt x="7405" y="15553"/>
                  </a:cubicBezTo>
                  <a:cubicBezTo>
                    <a:pt x="5115" y="15469"/>
                    <a:pt x="4018" y="15222"/>
                    <a:pt x="1881" y="15222"/>
                  </a:cubicBezTo>
                  <a:cubicBezTo>
                    <a:pt x="1465" y="15222"/>
                    <a:pt x="1011" y="15231"/>
                    <a:pt x="501" y="15253"/>
                  </a:cubicBezTo>
                  <a:cubicBezTo>
                    <a:pt x="0" y="15920"/>
                    <a:pt x="1234" y="22191"/>
                    <a:pt x="4870" y="22591"/>
                  </a:cubicBezTo>
                  <a:cubicBezTo>
                    <a:pt x="4870" y="22591"/>
                    <a:pt x="13476" y="22424"/>
                    <a:pt x="16745" y="22291"/>
                  </a:cubicBezTo>
                  <a:cubicBezTo>
                    <a:pt x="19948" y="22158"/>
                    <a:pt x="20782" y="22158"/>
                    <a:pt x="21983" y="21324"/>
                  </a:cubicBezTo>
                  <a:cubicBezTo>
                    <a:pt x="24184" y="19823"/>
                    <a:pt x="26286" y="18188"/>
                    <a:pt x="28287" y="16453"/>
                  </a:cubicBezTo>
                  <a:cubicBezTo>
                    <a:pt x="31089" y="14118"/>
                    <a:pt x="32357" y="13118"/>
                    <a:pt x="32724" y="12918"/>
                  </a:cubicBezTo>
                  <a:cubicBezTo>
                    <a:pt x="33758" y="12250"/>
                    <a:pt x="34725" y="12117"/>
                    <a:pt x="35559" y="11583"/>
                  </a:cubicBezTo>
                  <a:cubicBezTo>
                    <a:pt x="36493" y="11050"/>
                    <a:pt x="37360" y="10349"/>
                    <a:pt x="38027" y="9482"/>
                  </a:cubicBezTo>
                  <a:cubicBezTo>
                    <a:pt x="38261" y="9215"/>
                    <a:pt x="38361" y="8848"/>
                    <a:pt x="38328" y="8514"/>
                  </a:cubicBezTo>
                  <a:cubicBezTo>
                    <a:pt x="38294" y="8348"/>
                    <a:pt x="38194" y="8181"/>
                    <a:pt x="38161" y="8014"/>
                  </a:cubicBezTo>
                  <a:cubicBezTo>
                    <a:pt x="38127" y="7714"/>
                    <a:pt x="38094" y="7414"/>
                    <a:pt x="38027" y="7147"/>
                  </a:cubicBezTo>
                  <a:cubicBezTo>
                    <a:pt x="37894" y="6780"/>
                    <a:pt x="37360" y="6613"/>
                    <a:pt x="37227" y="6246"/>
                  </a:cubicBezTo>
                  <a:cubicBezTo>
                    <a:pt x="37160" y="6079"/>
                    <a:pt x="37227" y="5579"/>
                    <a:pt x="37127" y="5446"/>
                  </a:cubicBezTo>
                  <a:cubicBezTo>
                    <a:pt x="36893" y="5179"/>
                    <a:pt x="36693" y="5145"/>
                    <a:pt x="36493" y="4979"/>
                  </a:cubicBezTo>
                  <a:cubicBezTo>
                    <a:pt x="36359" y="4879"/>
                    <a:pt x="36059" y="4712"/>
                    <a:pt x="36159" y="4512"/>
                  </a:cubicBezTo>
                  <a:cubicBezTo>
                    <a:pt x="36226" y="4311"/>
                    <a:pt x="36660" y="3878"/>
                    <a:pt x="37394" y="2744"/>
                  </a:cubicBezTo>
                  <a:cubicBezTo>
                    <a:pt x="38127" y="1610"/>
                    <a:pt x="38828" y="642"/>
                    <a:pt x="38428" y="175"/>
                  </a:cubicBezTo>
                  <a:cubicBezTo>
                    <a:pt x="38324" y="54"/>
                    <a:pt x="38198" y="0"/>
                    <a:pt x="38053" y="0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56"/>
            <p:cNvSpPr/>
            <p:nvPr/>
          </p:nvSpPr>
          <p:spPr>
            <a:xfrm>
              <a:off x="3326725" y="1561550"/>
              <a:ext cx="83400" cy="127625"/>
            </a:xfrm>
            <a:custGeom>
              <a:rect b="b" l="l" r="r" t="t"/>
              <a:pathLst>
                <a:path extrusionOk="0" h="5105" w="3336">
                  <a:moveTo>
                    <a:pt x="1835" y="1"/>
                  </a:moveTo>
                  <a:lnTo>
                    <a:pt x="1835" y="1"/>
                  </a:lnTo>
                  <a:cubicBezTo>
                    <a:pt x="1834" y="1"/>
                    <a:pt x="0" y="1469"/>
                    <a:pt x="67" y="2236"/>
                  </a:cubicBezTo>
                  <a:cubicBezTo>
                    <a:pt x="133" y="2703"/>
                    <a:pt x="467" y="3070"/>
                    <a:pt x="901" y="3237"/>
                  </a:cubicBezTo>
                  <a:cubicBezTo>
                    <a:pt x="867" y="3937"/>
                    <a:pt x="600" y="4604"/>
                    <a:pt x="133" y="5105"/>
                  </a:cubicBezTo>
                  <a:cubicBezTo>
                    <a:pt x="1245" y="4425"/>
                    <a:pt x="1328" y="3575"/>
                    <a:pt x="1334" y="3452"/>
                  </a:cubicBezTo>
                  <a:lnTo>
                    <a:pt x="1334" y="3452"/>
                  </a:lnTo>
                  <a:cubicBezTo>
                    <a:pt x="1313" y="4272"/>
                    <a:pt x="2268" y="4404"/>
                    <a:pt x="2268" y="4404"/>
                  </a:cubicBezTo>
                  <a:cubicBezTo>
                    <a:pt x="2290" y="4858"/>
                    <a:pt x="2592" y="4990"/>
                    <a:pt x="2893" y="4990"/>
                  </a:cubicBezTo>
                  <a:cubicBezTo>
                    <a:pt x="3056" y="4990"/>
                    <a:pt x="3219" y="4951"/>
                    <a:pt x="3336" y="4904"/>
                  </a:cubicBezTo>
                  <a:cubicBezTo>
                    <a:pt x="2869" y="4871"/>
                    <a:pt x="2502" y="4437"/>
                    <a:pt x="2535" y="3970"/>
                  </a:cubicBezTo>
                  <a:lnTo>
                    <a:pt x="2535" y="3970"/>
                  </a:lnTo>
                  <a:cubicBezTo>
                    <a:pt x="2483" y="3982"/>
                    <a:pt x="2431" y="3988"/>
                    <a:pt x="2379" y="3988"/>
                  </a:cubicBezTo>
                  <a:cubicBezTo>
                    <a:pt x="2134" y="3988"/>
                    <a:pt x="1906" y="3863"/>
                    <a:pt x="1768" y="3670"/>
                  </a:cubicBezTo>
                  <a:cubicBezTo>
                    <a:pt x="1601" y="3403"/>
                    <a:pt x="1568" y="3070"/>
                    <a:pt x="1701" y="2803"/>
                  </a:cubicBezTo>
                  <a:lnTo>
                    <a:pt x="1701" y="2803"/>
                  </a:lnTo>
                  <a:cubicBezTo>
                    <a:pt x="1568" y="2879"/>
                    <a:pt x="1424" y="2915"/>
                    <a:pt x="1282" y="2915"/>
                  </a:cubicBezTo>
                  <a:cubicBezTo>
                    <a:pt x="927" y="2915"/>
                    <a:pt x="586" y="2693"/>
                    <a:pt x="467" y="2336"/>
                  </a:cubicBezTo>
                  <a:cubicBezTo>
                    <a:pt x="267" y="1735"/>
                    <a:pt x="1201" y="902"/>
                    <a:pt x="1835" y="1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56"/>
            <p:cNvSpPr/>
            <p:nvPr/>
          </p:nvSpPr>
          <p:spPr>
            <a:xfrm>
              <a:off x="2101675" y="1807575"/>
              <a:ext cx="589600" cy="564400"/>
            </a:xfrm>
            <a:custGeom>
              <a:rect b="b" l="l" r="r" t="t"/>
              <a:pathLst>
                <a:path extrusionOk="0" h="22576" w="23584">
                  <a:moveTo>
                    <a:pt x="7272" y="0"/>
                  </a:moveTo>
                  <a:lnTo>
                    <a:pt x="2269" y="501"/>
                  </a:lnTo>
                  <a:cubicBezTo>
                    <a:pt x="3103" y="5838"/>
                    <a:pt x="467" y="11142"/>
                    <a:pt x="467" y="11142"/>
                  </a:cubicBezTo>
                  <a:cubicBezTo>
                    <a:pt x="334" y="14544"/>
                    <a:pt x="0" y="18480"/>
                    <a:pt x="1468" y="19247"/>
                  </a:cubicBezTo>
                  <a:cubicBezTo>
                    <a:pt x="1468" y="19714"/>
                    <a:pt x="1535" y="20148"/>
                    <a:pt x="1635" y="20582"/>
                  </a:cubicBezTo>
                  <a:cubicBezTo>
                    <a:pt x="3811" y="21709"/>
                    <a:pt x="7537" y="22575"/>
                    <a:pt x="11265" y="22575"/>
                  </a:cubicBezTo>
                  <a:cubicBezTo>
                    <a:pt x="13937" y="22575"/>
                    <a:pt x="16610" y="22130"/>
                    <a:pt x="18714" y="21015"/>
                  </a:cubicBezTo>
                  <a:lnTo>
                    <a:pt x="19081" y="19548"/>
                  </a:lnTo>
                  <a:cubicBezTo>
                    <a:pt x="20315" y="18714"/>
                    <a:pt x="20048" y="15178"/>
                    <a:pt x="20282" y="12643"/>
                  </a:cubicBezTo>
                  <a:cubicBezTo>
                    <a:pt x="23584" y="8139"/>
                    <a:pt x="19081" y="2369"/>
                    <a:pt x="16512" y="34"/>
                  </a:cubicBezTo>
                  <a:lnTo>
                    <a:pt x="13343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56"/>
            <p:cNvSpPr/>
            <p:nvPr/>
          </p:nvSpPr>
          <p:spPr>
            <a:xfrm>
              <a:off x="2135875" y="2288750"/>
              <a:ext cx="442825" cy="96450"/>
            </a:xfrm>
            <a:custGeom>
              <a:rect b="b" l="l" r="r" t="t"/>
              <a:pathLst>
                <a:path extrusionOk="0" h="3858" w="17713">
                  <a:moveTo>
                    <a:pt x="100" y="0"/>
                  </a:moveTo>
                  <a:lnTo>
                    <a:pt x="0" y="1235"/>
                  </a:lnTo>
                  <a:cubicBezTo>
                    <a:pt x="0" y="1235"/>
                    <a:pt x="1301" y="3570"/>
                    <a:pt x="8573" y="3836"/>
                  </a:cubicBezTo>
                  <a:cubicBezTo>
                    <a:pt x="8966" y="3851"/>
                    <a:pt x="9343" y="3858"/>
                    <a:pt x="9705" y="3858"/>
                  </a:cubicBezTo>
                  <a:cubicBezTo>
                    <a:pt x="16038" y="3858"/>
                    <a:pt x="17679" y="1768"/>
                    <a:pt x="17679" y="1768"/>
                  </a:cubicBezTo>
                  <a:lnTo>
                    <a:pt x="17713" y="301"/>
                  </a:lnTo>
                  <a:lnTo>
                    <a:pt x="17713" y="301"/>
                  </a:lnTo>
                  <a:cubicBezTo>
                    <a:pt x="15528" y="1709"/>
                    <a:pt x="12489" y="2269"/>
                    <a:pt x="9508" y="2269"/>
                  </a:cubicBezTo>
                  <a:cubicBezTo>
                    <a:pt x="5570" y="2269"/>
                    <a:pt x="1733" y="1291"/>
                    <a:pt x="100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56"/>
            <p:cNvSpPr/>
            <p:nvPr/>
          </p:nvSpPr>
          <p:spPr>
            <a:xfrm>
              <a:off x="2100000" y="1215475"/>
              <a:ext cx="543750" cy="548750"/>
            </a:xfrm>
            <a:custGeom>
              <a:rect b="b" l="l" r="r" t="t"/>
              <a:pathLst>
                <a:path extrusionOk="0" h="21950" w="21750">
                  <a:moveTo>
                    <a:pt x="8440" y="1"/>
                  </a:moveTo>
                  <a:lnTo>
                    <a:pt x="8440" y="1"/>
                  </a:lnTo>
                  <a:cubicBezTo>
                    <a:pt x="8640" y="668"/>
                    <a:pt x="8140" y="1368"/>
                    <a:pt x="7539" y="1735"/>
                  </a:cubicBezTo>
                  <a:cubicBezTo>
                    <a:pt x="6939" y="2102"/>
                    <a:pt x="6238" y="2269"/>
                    <a:pt x="5638" y="2636"/>
                  </a:cubicBezTo>
                  <a:cubicBezTo>
                    <a:pt x="5138" y="2936"/>
                    <a:pt x="4771" y="3370"/>
                    <a:pt x="4504" y="3870"/>
                  </a:cubicBezTo>
                  <a:cubicBezTo>
                    <a:pt x="4170" y="4471"/>
                    <a:pt x="3803" y="5771"/>
                    <a:pt x="4270" y="6439"/>
                  </a:cubicBezTo>
                  <a:cubicBezTo>
                    <a:pt x="1" y="8807"/>
                    <a:pt x="1535" y="14211"/>
                    <a:pt x="2903" y="16312"/>
                  </a:cubicBezTo>
                  <a:cubicBezTo>
                    <a:pt x="4337" y="18581"/>
                    <a:pt x="7306" y="21082"/>
                    <a:pt x="7306" y="21950"/>
                  </a:cubicBezTo>
                  <a:lnTo>
                    <a:pt x="18147" y="10808"/>
                  </a:lnTo>
                  <a:cubicBezTo>
                    <a:pt x="18147" y="10808"/>
                    <a:pt x="19081" y="12243"/>
                    <a:pt x="20115" y="12309"/>
                  </a:cubicBezTo>
                  <a:cubicBezTo>
                    <a:pt x="20156" y="12312"/>
                    <a:pt x="20196" y="12313"/>
                    <a:pt x="20234" y="12313"/>
                  </a:cubicBezTo>
                  <a:cubicBezTo>
                    <a:pt x="21190" y="12313"/>
                    <a:pt x="21283" y="11542"/>
                    <a:pt x="21283" y="11542"/>
                  </a:cubicBezTo>
                  <a:lnTo>
                    <a:pt x="21283" y="11542"/>
                  </a:lnTo>
                  <a:cubicBezTo>
                    <a:pt x="21189" y="11667"/>
                    <a:pt x="21062" y="11721"/>
                    <a:pt x="20936" y="11721"/>
                  </a:cubicBezTo>
                  <a:cubicBezTo>
                    <a:pt x="20658" y="11721"/>
                    <a:pt x="20380" y="11463"/>
                    <a:pt x="20449" y="11142"/>
                  </a:cubicBezTo>
                  <a:cubicBezTo>
                    <a:pt x="20615" y="10608"/>
                    <a:pt x="21549" y="10408"/>
                    <a:pt x="21683" y="9407"/>
                  </a:cubicBezTo>
                  <a:cubicBezTo>
                    <a:pt x="21750" y="8974"/>
                    <a:pt x="21616" y="8507"/>
                    <a:pt x="21349" y="8140"/>
                  </a:cubicBezTo>
                  <a:cubicBezTo>
                    <a:pt x="21016" y="7673"/>
                    <a:pt x="20849" y="7606"/>
                    <a:pt x="21049" y="7006"/>
                  </a:cubicBezTo>
                  <a:cubicBezTo>
                    <a:pt x="21483" y="5538"/>
                    <a:pt x="21016" y="3470"/>
                    <a:pt x="19448" y="2803"/>
                  </a:cubicBezTo>
                  <a:cubicBezTo>
                    <a:pt x="19137" y="2684"/>
                    <a:pt x="18812" y="2625"/>
                    <a:pt x="18489" y="2625"/>
                  </a:cubicBezTo>
                  <a:cubicBezTo>
                    <a:pt x="18085" y="2625"/>
                    <a:pt x="17684" y="2717"/>
                    <a:pt x="17313" y="2903"/>
                  </a:cubicBezTo>
                  <a:cubicBezTo>
                    <a:pt x="17246" y="2836"/>
                    <a:pt x="17180" y="2769"/>
                    <a:pt x="17113" y="2703"/>
                  </a:cubicBezTo>
                  <a:cubicBezTo>
                    <a:pt x="16919" y="2561"/>
                    <a:pt x="16701" y="2494"/>
                    <a:pt x="16487" y="2494"/>
                  </a:cubicBezTo>
                  <a:cubicBezTo>
                    <a:pt x="16147" y="2494"/>
                    <a:pt x="15816" y="2663"/>
                    <a:pt x="15612" y="2969"/>
                  </a:cubicBezTo>
                  <a:cubicBezTo>
                    <a:pt x="15779" y="2302"/>
                    <a:pt x="15545" y="1635"/>
                    <a:pt x="15011" y="1235"/>
                  </a:cubicBezTo>
                  <a:cubicBezTo>
                    <a:pt x="14681" y="987"/>
                    <a:pt x="14287" y="867"/>
                    <a:pt x="13884" y="867"/>
                  </a:cubicBezTo>
                  <a:cubicBezTo>
                    <a:pt x="13636" y="867"/>
                    <a:pt x="13385" y="912"/>
                    <a:pt x="13143" y="1001"/>
                  </a:cubicBezTo>
                  <a:cubicBezTo>
                    <a:pt x="12543" y="1235"/>
                    <a:pt x="12043" y="1702"/>
                    <a:pt x="11742" y="2302"/>
                  </a:cubicBezTo>
                  <a:cubicBezTo>
                    <a:pt x="11876" y="1869"/>
                    <a:pt x="11676" y="1402"/>
                    <a:pt x="11309" y="1202"/>
                  </a:cubicBezTo>
                  <a:cubicBezTo>
                    <a:pt x="11109" y="1118"/>
                    <a:pt x="10892" y="1076"/>
                    <a:pt x="10675" y="1076"/>
                  </a:cubicBezTo>
                  <a:cubicBezTo>
                    <a:pt x="10458" y="1076"/>
                    <a:pt x="10241" y="1118"/>
                    <a:pt x="10041" y="1202"/>
                  </a:cubicBezTo>
                  <a:cubicBezTo>
                    <a:pt x="9641" y="1402"/>
                    <a:pt x="9307" y="1635"/>
                    <a:pt x="9007" y="1935"/>
                  </a:cubicBezTo>
                  <a:cubicBezTo>
                    <a:pt x="9407" y="1268"/>
                    <a:pt x="9141" y="368"/>
                    <a:pt x="84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56"/>
            <p:cNvSpPr/>
            <p:nvPr/>
          </p:nvSpPr>
          <p:spPr>
            <a:xfrm>
              <a:off x="2184225" y="1371425"/>
              <a:ext cx="407825" cy="543275"/>
            </a:xfrm>
            <a:custGeom>
              <a:rect b="b" l="l" r="r" t="t"/>
              <a:pathLst>
                <a:path extrusionOk="0" h="21731" w="16313">
                  <a:moveTo>
                    <a:pt x="13711" y="0"/>
                  </a:moveTo>
                  <a:cubicBezTo>
                    <a:pt x="13410" y="1902"/>
                    <a:pt x="12977" y="3870"/>
                    <a:pt x="9975" y="5671"/>
                  </a:cubicBezTo>
                  <a:cubicBezTo>
                    <a:pt x="8401" y="6604"/>
                    <a:pt x="6623" y="7104"/>
                    <a:pt x="4819" y="7104"/>
                  </a:cubicBezTo>
                  <a:cubicBezTo>
                    <a:pt x="4559" y="7104"/>
                    <a:pt x="4298" y="7093"/>
                    <a:pt x="4037" y="7072"/>
                  </a:cubicBezTo>
                  <a:cubicBezTo>
                    <a:pt x="3520" y="6505"/>
                    <a:pt x="2970" y="6238"/>
                    <a:pt x="2436" y="6238"/>
                  </a:cubicBezTo>
                  <a:cubicBezTo>
                    <a:pt x="1902" y="6238"/>
                    <a:pt x="1385" y="6505"/>
                    <a:pt x="935" y="7005"/>
                  </a:cubicBezTo>
                  <a:cubicBezTo>
                    <a:pt x="1" y="7973"/>
                    <a:pt x="368" y="9874"/>
                    <a:pt x="1602" y="10842"/>
                  </a:cubicBezTo>
                  <a:cubicBezTo>
                    <a:pt x="1971" y="11137"/>
                    <a:pt x="2412" y="11279"/>
                    <a:pt x="2857" y="11279"/>
                  </a:cubicBezTo>
                  <a:cubicBezTo>
                    <a:pt x="3215" y="11279"/>
                    <a:pt x="3576" y="11187"/>
                    <a:pt x="3904" y="11008"/>
                  </a:cubicBezTo>
                  <a:lnTo>
                    <a:pt x="3937" y="17413"/>
                  </a:lnTo>
                  <a:lnTo>
                    <a:pt x="1969" y="17613"/>
                  </a:lnTo>
                  <a:cubicBezTo>
                    <a:pt x="1969" y="17613"/>
                    <a:pt x="4694" y="21731"/>
                    <a:pt x="9866" y="21731"/>
                  </a:cubicBezTo>
                  <a:cubicBezTo>
                    <a:pt x="10182" y="21731"/>
                    <a:pt x="10507" y="21715"/>
                    <a:pt x="10842" y="21683"/>
                  </a:cubicBezTo>
                  <a:cubicBezTo>
                    <a:pt x="14811" y="21316"/>
                    <a:pt x="11676" y="17446"/>
                    <a:pt x="11676" y="17446"/>
                  </a:cubicBezTo>
                  <a:lnTo>
                    <a:pt x="10175" y="17446"/>
                  </a:lnTo>
                  <a:lnTo>
                    <a:pt x="10175" y="14844"/>
                  </a:lnTo>
                  <a:cubicBezTo>
                    <a:pt x="11064" y="14989"/>
                    <a:pt x="11978" y="15121"/>
                    <a:pt x="12720" y="15121"/>
                  </a:cubicBezTo>
                  <a:cubicBezTo>
                    <a:pt x="13175" y="15121"/>
                    <a:pt x="13565" y="15071"/>
                    <a:pt x="13844" y="14944"/>
                  </a:cubicBezTo>
                  <a:cubicBezTo>
                    <a:pt x="14611" y="14578"/>
                    <a:pt x="16146" y="13377"/>
                    <a:pt x="16212" y="8473"/>
                  </a:cubicBezTo>
                  <a:cubicBezTo>
                    <a:pt x="16312" y="2702"/>
                    <a:pt x="15045" y="601"/>
                    <a:pt x="13711" y="0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56"/>
            <p:cNvSpPr/>
            <p:nvPr/>
          </p:nvSpPr>
          <p:spPr>
            <a:xfrm>
              <a:off x="2286800" y="1506525"/>
              <a:ext cx="40050" cy="81775"/>
            </a:xfrm>
            <a:custGeom>
              <a:rect b="b" l="l" r="r" t="t"/>
              <a:pathLst>
                <a:path extrusionOk="0" h="3271" w="1602">
                  <a:moveTo>
                    <a:pt x="1" y="0"/>
                  </a:moveTo>
                  <a:lnTo>
                    <a:pt x="1" y="3269"/>
                  </a:lnTo>
                  <a:cubicBezTo>
                    <a:pt x="20" y="3270"/>
                    <a:pt x="39" y="3270"/>
                    <a:pt x="58" y="3270"/>
                  </a:cubicBezTo>
                  <a:cubicBezTo>
                    <a:pt x="900" y="3270"/>
                    <a:pt x="1601" y="2550"/>
                    <a:pt x="1568" y="1702"/>
                  </a:cubicBezTo>
                  <a:cubicBezTo>
                    <a:pt x="1602" y="801"/>
                    <a:pt x="901" y="34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56"/>
            <p:cNvSpPr/>
            <p:nvPr/>
          </p:nvSpPr>
          <p:spPr>
            <a:xfrm>
              <a:off x="2533650" y="1521525"/>
              <a:ext cx="37550" cy="32125"/>
            </a:xfrm>
            <a:custGeom>
              <a:rect b="b" l="l" r="r" t="t"/>
              <a:pathLst>
                <a:path extrusionOk="0" h="1285" w="1502">
                  <a:moveTo>
                    <a:pt x="668" y="1"/>
                  </a:moveTo>
                  <a:cubicBezTo>
                    <a:pt x="301" y="1"/>
                    <a:pt x="0" y="268"/>
                    <a:pt x="0" y="635"/>
                  </a:cubicBezTo>
                  <a:cubicBezTo>
                    <a:pt x="0" y="1022"/>
                    <a:pt x="312" y="1285"/>
                    <a:pt x="647" y="1285"/>
                  </a:cubicBezTo>
                  <a:cubicBezTo>
                    <a:pt x="803" y="1285"/>
                    <a:pt x="964" y="1228"/>
                    <a:pt x="1101" y="1102"/>
                  </a:cubicBezTo>
                  <a:cubicBezTo>
                    <a:pt x="1501" y="735"/>
                    <a:pt x="1235" y="34"/>
                    <a:pt x="6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56"/>
            <p:cNvSpPr/>
            <p:nvPr/>
          </p:nvSpPr>
          <p:spPr>
            <a:xfrm>
              <a:off x="2416900" y="1533200"/>
              <a:ext cx="40875" cy="35425"/>
            </a:xfrm>
            <a:custGeom>
              <a:rect b="b" l="l" r="r" t="t"/>
              <a:pathLst>
                <a:path extrusionOk="0" h="1417" w="1635">
                  <a:moveTo>
                    <a:pt x="734" y="1"/>
                  </a:moveTo>
                  <a:cubicBezTo>
                    <a:pt x="334" y="1"/>
                    <a:pt x="0" y="301"/>
                    <a:pt x="0" y="701"/>
                  </a:cubicBezTo>
                  <a:cubicBezTo>
                    <a:pt x="0" y="1138"/>
                    <a:pt x="349" y="1416"/>
                    <a:pt x="707" y="1416"/>
                  </a:cubicBezTo>
                  <a:cubicBezTo>
                    <a:pt x="869" y="1416"/>
                    <a:pt x="1033" y="1359"/>
                    <a:pt x="1168" y="1235"/>
                  </a:cubicBezTo>
                  <a:cubicBezTo>
                    <a:pt x="1635" y="801"/>
                    <a:pt x="1335" y="34"/>
                    <a:pt x="7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56"/>
            <p:cNvSpPr/>
            <p:nvPr/>
          </p:nvSpPr>
          <p:spPr>
            <a:xfrm>
              <a:off x="2430250" y="1642450"/>
              <a:ext cx="63400" cy="42175"/>
            </a:xfrm>
            <a:custGeom>
              <a:rect b="b" l="l" r="r" t="t"/>
              <a:pathLst>
                <a:path extrusionOk="0" h="1687" w="2536">
                  <a:moveTo>
                    <a:pt x="200" y="1"/>
                  </a:moveTo>
                  <a:cubicBezTo>
                    <a:pt x="0" y="668"/>
                    <a:pt x="367" y="1402"/>
                    <a:pt x="1034" y="1635"/>
                  </a:cubicBezTo>
                  <a:cubicBezTo>
                    <a:pt x="1151" y="1670"/>
                    <a:pt x="1269" y="1687"/>
                    <a:pt x="1385" y="1687"/>
                  </a:cubicBezTo>
                  <a:cubicBezTo>
                    <a:pt x="1929" y="1687"/>
                    <a:pt x="2425" y="1318"/>
                    <a:pt x="2535" y="768"/>
                  </a:cubicBezTo>
                  <a:lnTo>
                    <a:pt x="200" y="1"/>
                  </a:ln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56"/>
            <p:cNvSpPr/>
            <p:nvPr/>
          </p:nvSpPr>
          <p:spPr>
            <a:xfrm>
              <a:off x="2434400" y="1655800"/>
              <a:ext cx="33400" cy="29200"/>
            </a:xfrm>
            <a:custGeom>
              <a:rect b="b" l="l" r="r" t="t"/>
              <a:pathLst>
                <a:path extrusionOk="0" h="1168" w="1336">
                  <a:moveTo>
                    <a:pt x="1" y="0"/>
                  </a:moveTo>
                  <a:cubicBezTo>
                    <a:pt x="68" y="501"/>
                    <a:pt x="401" y="934"/>
                    <a:pt x="868" y="1101"/>
                  </a:cubicBezTo>
                  <a:cubicBezTo>
                    <a:pt x="1035" y="1134"/>
                    <a:pt x="1202" y="1168"/>
                    <a:pt x="1335" y="1168"/>
                  </a:cubicBezTo>
                  <a:cubicBezTo>
                    <a:pt x="1335" y="501"/>
                    <a:pt x="835" y="0"/>
                    <a:pt x="201" y="0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56"/>
            <p:cNvSpPr/>
            <p:nvPr/>
          </p:nvSpPr>
          <p:spPr>
            <a:xfrm>
              <a:off x="2533650" y="1470550"/>
              <a:ext cx="45050" cy="33500"/>
            </a:xfrm>
            <a:custGeom>
              <a:rect b="b" l="l" r="r" t="t"/>
              <a:pathLst>
                <a:path extrusionOk="0" h="1340" w="1802">
                  <a:moveTo>
                    <a:pt x="784" y="0"/>
                  </a:moveTo>
                  <a:cubicBezTo>
                    <a:pt x="457" y="0"/>
                    <a:pt x="140" y="180"/>
                    <a:pt x="0" y="505"/>
                  </a:cubicBezTo>
                  <a:lnTo>
                    <a:pt x="1602" y="1339"/>
                  </a:lnTo>
                  <a:cubicBezTo>
                    <a:pt x="1802" y="906"/>
                    <a:pt x="1635" y="372"/>
                    <a:pt x="1201" y="105"/>
                  </a:cubicBezTo>
                  <a:cubicBezTo>
                    <a:pt x="1070" y="34"/>
                    <a:pt x="926" y="0"/>
                    <a:pt x="7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56"/>
            <p:cNvSpPr/>
            <p:nvPr/>
          </p:nvSpPr>
          <p:spPr>
            <a:xfrm>
              <a:off x="2489450" y="1533200"/>
              <a:ext cx="65075" cy="100100"/>
            </a:xfrm>
            <a:custGeom>
              <a:rect b="b" l="l" r="r" t="t"/>
              <a:pathLst>
                <a:path extrusionOk="0" h="4004" w="2603">
                  <a:moveTo>
                    <a:pt x="0" y="1"/>
                  </a:moveTo>
                  <a:lnTo>
                    <a:pt x="501" y="4004"/>
                  </a:lnTo>
                  <a:lnTo>
                    <a:pt x="2602" y="31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56"/>
            <p:cNvSpPr/>
            <p:nvPr/>
          </p:nvSpPr>
          <p:spPr>
            <a:xfrm>
              <a:off x="2311000" y="1683325"/>
              <a:ext cx="128450" cy="83400"/>
            </a:xfrm>
            <a:custGeom>
              <a:rect b="b" l="l" r="r" t="t"/>
              <a:pathLst>
                <a:path extrusionOk="0" h="3336" w="5138">
                  <a:moveTo>
                    <a:pt x="0" y="0"/>
                  </a:moveTo>
                  <a:cubicBezTo>
                    <a:pt x="200" y="634"/>
                    <a:pt x="567" y="1201"/>
                    <a:pt x="1101" y="1635"/>
                  </a:cubicBezTo>
                  <a:cubicBezTo>
                    <a:pt x="2035" y="2468"/>
                    <a:pt x="5137" y="3336"/>
                    <a:pt x="5137" y="3336"/>
                  </a:cubicBezTo>
                  <a:lnTo>
                    <a:pt x="5137" y="2368"/>
                  </a:lnTo>
                  <a:cubicBezTo>
                    <a:pt x="3603" y="2202"/>
                    <a:pt x="500" y="1268"/>
                    <a:pt x="0" y="0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56"/>
            <p:cNvSpPr/>
            <p:nvPr/>
          </p:nvSpPr>
          <p:spPr>
            <a:xfrm>
              <a:off x="2292650" y="2383275"/>
              <a:ext cx="161800" cy="57275"/>
            </a:xfrm>
            <a:custGeom>
              <a:rect b="b" l="l" r="r" t="t"/>
              <a:pathLst>
                <a:path extrusionOk="0" h="2291" w="6472">
                  <a:moveTo>
                    <a:pt x="6078" y="1"/>
                  </a:moveTo>
                  <a:cubicBezTo>
                    <a:pt x="5854" y="1"/>
                    <a:pt x="5426" y="294"/>
                    <a:pt x="4670" y="456"/>
                  </a:cubicBezTo>
                  <a:cubicBezTo>
                    <a:pt x="3469" y="723"/>
                    <a:pt x="3002" y="689"/>
                    <a:pt x="1768" y="1023"/>
                  </a:cubicBezTo>
                  <a:cubicBezTo>
                    <a:pt x="1201" y="1190"/>
                    <a:pt x="601" y="1323"/>
                    <a:pt x="0" y="1323"/>
                  </a:cubicBezTo>
                  <a:lnTo>
                    <a:pt x="4570" y="2290"/>
                  </a:lnTo>
                  <a:cubicBezTo>
                    <a:pt x="5037" y="2090"/>
                    <a:pt x="5471" y="1823"/>
                    <a:pt x="5871" y="1490"/>
                  </a:cubicBezTo>
                  <a:cubicBezTo>
                    <a:pt x="6338" y="1156"/>
                    <a:pt x="6471" y="522"/>
                    <a:pt x="6205" y="55"/>
                  </a:cubicBezTo>
                  <a:cubicBezTo>
                    <a:pt x="6173" y="17"/>
                    <a:pt x="6131" y="1"/>
                    <a:pt x="6078" y="1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56"/>
            <p:cNvSpPr/>
            <p:nvPr/>
          </p:nvSpPr>
          <p:spPr>
            <a:xfrm>
              <a:off x="2351850" y="2123625"/>
              <a:ext cx="488700" cy="570425"/>
            </a:xfrm>
            <a:custGeom>
              <a:rect b="b" l="l" r="r" t="t"/>
              <a:pathLst>
                <a:path extrusionOk="0" h="22817" w="19548">
                  <a:moveTo>
                    <a:pt x="19281" y="1"/>
                  </a:moveTo>
                  <a:lnTo>
                    <a:pt x="4337" y="3403"/>
                  </a:lnTo>
                  <a:lnTo>
                    <a:pt x="1" y="22450"/>
                  </a:lnTo>
                  <a:lnTo>
                    <a:pt x="301" y="22817"/>
                  </a:lnTo>
                  <a:lnTo>
                    <a:pt x="14544" y="19281"/>
                  </a:lnTo>
                  <a:lnTo>
                    <a:pt x="19548" y="368"/>
                  </a:lnTo>
                  <a:lnTo>
                    <a:pt x="1928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56"/>
            <p:cNvSpPr/>
            <p:nvPr/>
          </p:nvSpPr>
          <p:spPr>
            <a:xfrm>
              <a:off x="2359350" y="2132800"/>
              <a:ext cx="481200" cy="561250"/>
            </a:xfrm>
            <a:custGeom>
              <a:rect b="b" l="l" r="r" t="t"/>
              <a:pathLst>
                <a:path extrusionOk="0" h="22450" w="19248">
                  <a:moveTo>
                    <a:pt x="19248" y="1"/>
                  </a:moveTo>
                  <a:lnTo>
                    <a:pt x="4304" y="3436"/>
                  </a:lnTo>
                  <a:lnTo>
                    <a:pt x="1" y="22450"/>
                  </a:lnTo>
                  <a:lnTo>
                    <a:pt x="14244" y="18914"/>
                  </a:lnTo>
                  <a:lnTo>
                    <a:pt x="1924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56"/>
            <p:cNvSpPr/>
            <p:nvPr/>
          </p:nvSpPr>
          <p:spPr>
            <a:xfrm>
              <a:off x="2351850" y="2208700"/>
              <a:ext cx="115100" cy="485350"/>
            </a:xfrm>
            <a:custGeom>
              <a:rect b="b" l="l" r="r" t="t"/>
              <a:pathLst>
                <a:path extrusionOk="0" h="19414" w="4604">
                  <a:moveTo>
                    <a:pt x="4337" y="0"/>
                  </a:moveTo>
                  <a:lnTo>
                    <a:pt x="1" y="19047"/>
                  </a:lnTo>
                  <a:lnTo>
                    <a:pt x="301" y="19414"/>
                  </a:lnTo>
                  <a:lnTo>
                    <a:pt x="4604" y="400"/>
                  </a:lnTo>
                  <a:lnTo>
                    <a:pt x="43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56"/>
            <p:cNvSpPr/>
            <p:nvPr/>
          </p:nvSpPr>
          <p:spPr>
            <a:xfrm>
              <a:off x="2359350" y="2132800"/>
              <a:ext cx="481200" cy="561250"/>
            </a:xfrm>
            <a:custGeom>
              <a:rect b="b" l="l" r="r" t="t"/>
              <a:pathLst>
                <a:path extrusionOk="0" h="22450" w="19248">
                  <a:moveTo>
                    <a:pt x="19248" y="1"/>
                  </a:moveTo>
                  <a:lnTo>
                    <a:pt x="4304" y="3436"/>
                  </a:lnTo>
                  <a:lnTo>
                    <a:pt x="1" y="22450"/>
                  </a:lnTo>
                  <a:lnTo>
                    <a:pt x="14244" y="18914"/>
                  </a:lnTo>
                  <a:lnTo>
                    <a:pt x="1924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56"/>
            <p:cNvSpPr/>
            <p:nvPr/>
          </p:nvSpPr>
          <p:spPr>
            <a:xfrm>
              <a:off x="2548650" y="2189425"/>
              <a:ext cx="179550" cy="59325"/>
            </a:xfrm>
            <a:custGeom>
              <a:rect b="b" l="l" r="r" t="t"/>
              <a:pathLst>
                <a:path extrusionOk="0" h="2373" w="7182">
                  <a:moveTo>
                    <a:pt x="6806" y="1"/>
                  </a:moveTo>
                  <a:cubicBezTo>
                    <a:pt x="6461" y="1"/>
                    <a:pt x="5884" y="124"/>
                    <a:pt x="5205" y="337"/>
                  </a:cubicBezTo>
                  <a:lnTo>
                    <a:pt x="2536" y="838"/>
                  </a:lnTo>
                  <a:cubicBezTo>
                    <a:pt x="1368" y="1271"/>
                    <a:pt x="268" y="1505"/>
                    <a:pt x="168" y="1805"/>
                  </a:cubicBezTo>
                  <a:lnTo>
                    <a:pt x="1" y="2372"/>
                  </a:lnTo>
                  <a:lnTo>
                    <a:pt x="6972" y="771"/>
                  </a:lnTo>
                  <a:cubicBezTo>
                    <a:pt x="6972" y="771"/>
                    <a:pt x="7039" y="504"/>
                    <a:pt x="7139" y="204"/>
                  </a:cubicBezTo>
                  <a:cubicBezTo>
                    <a:pt x="7181" y="65"/>
                    <a:pt x="7054" y="1"/>
                    <a:pt x="68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56"/>
            <p:cNvSpPr/>
            <p:nvPr/>
          </p:nvSpPr>
          <p:spPr>
            <a:xfrm>
              <a:off x="2557825" y="2133625"/>
              <a:ext cx="194550" cy="64250"/>
            </a:xfrm>
            <a:custGeom>
              <a:rect b="b" l="l" r="r" t="t"/>
              <a:pathLst>
                <a:path extrusionOk="0" h="2570" w="7782">
                  <a:moveTo>
                    <a:pt x="5317" y="0"/>
                  </a:moveTo>
                  <a:cubicBezTo>
                    <a:pt x="5109" y="0"/>
                    <a:pt x="4853" y="20"/>
                    <a:pt x="4537" y="68"/>
                  </a:cubicBezTo>
                  <a:cubicBezTo>
                    <a:pt x="2336" y="401"/>
                    <a:pt x="2169" y="1469"/>
                    <a:pt x="2169" y="1469"/>
                  </a:cubicBezTo>
                  <a:cubicBezTo>
                    <a:pt x="1802" y="1569"/>
                    <a:pt x="1435" y="1669"/>
                    <a:pt x="1068" y="1736"/>
                  </a:cubicBezTo>
                  <a:cubicBezTo>
                    <a:pt x="334" y="1902"/>
                    <a:pt x="234" y="2002"/>
                    <a:pt x="168" y="2203"/>
                  </a:cubicBezTo>
                  <a:lnTo>
                    <a:pt x="1" y="2569"/>
                  </a:lnTo>
                  <a:lnTo>
                    <a:pt x="7640" y="835"/>
                  </a:lnTo>
                  <a:cubicBezTo>
                    <a:pt x="7640" y="835"/>
                    <a:pt x="7673" y="668"/>
                    <a:pt x="7740" y="501"/>
                  </a:cubicBezTo>
                  <a:cubicBezTo>
                    <a:pt x="7782" y="374"/>
                    <a:pt x="7663" y="328"/>
                    <a:pt x="7452" y="328"/>
                  </a:cubicBezTo>
                  <a:cubicBezTo>
                    <a:pt x="7330" y="328"/>
                    <a:pt x="7177" y="343"/>
                    <a:pt x="7006" y="368"/>
                  </a:cubicBezTo>
                  <a:lnTo>
                    <a:pt x="6138" y="568"/>
                  </a:lnTo>
                  <a:cubicBezTo>
                    <a:pt x="6138" y="568"/>
                    <a:pt x="6422" y="0"/>
                    <a:pt x="5317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0" name="Google Shape;2860;p56"/>
            <p:cNvSpPr/>
            <p:nvPr/>
          </p:nvSpPr>
          <p:spPr>
            <a:xfrm>
              <a:off x="2553650" y="2156975"/>
              <a:ext cx="181000" cy="92600"/>
            </a:xfrm>
            <a:custGeom>
              <a:rect b="b" l="l" r="r" t="t"/>
              <a:pathLst>
                <a:path extrusionOk="0" h="3704" w="7240">
                  <a:moveTo>
                    <a:pt x="7239" y="1"/>
                  </a:moveTo>
                  <a:lnTo>
                    <a:pt x="1135" y="1402"/>
                  </a:lnTo>
                  <a:lnTo>
                    <a:pt x="902" y="2069"/>
                  </a:lnTo>
                  <a:cubicBezTo>
                    <a:pt x="1180" y="1971"/>
                    <a:pt x="1436" y="1926"/>
                    <a:pt x="1632" y="1926"/>
                  </a:cubicBezTo>
                  <a:cubicBezTo>
                    <a:pt x="1904" y="1926"/>
                    <a:pt x="2061" y="2014"/>
                    <a:pt x="2002" y="2169"/>
                  </a:cubicBezTo>
                  <a:cubicBezTo>
                    <a:pt x="2002" y="2203"/>
                    <a:pt x="1969" y="2269"/>
                    <a:pt x="1936" y="2336"/>
                  </a:cubicBezTo>
                  <a:cubicBezTo>
                    <a:pt x="1035" y="2636"/>
                    <a:pt x="268" y="2870"/>
                    <a:pt x="168" y="3137"/>
                  </a:cubicBezTo>
                  <a:lnTo>
                    <a:pt x="1" y="3704"/>
                  </a:lnTo>
                  <a:lnTo>
                    <a:pt x="6939" y="2069"/>
                  </a:lnTo>
                  <a:lnTo>
                    <a:pt x="7139" y="1502"/>
                  </a:lnTo>
                  <a:cubicBezTo>
                    <a:pt x="7173" y="1385"/>
                    <a:pt x="7048" y="1327"/>
                    <a:pt x="6810" y="1327"/>
                  </a:cubicBezTo>
                  <a:cubicBezTo>
                    <a:pt x="6572" y="1327"/>
                    <a:pt x="6222" y="1385"/>
                    <a:pt x="5805" y="1502"/>
                  </a:cubicBezTo>
                  <a:lnTo>
                    <a:pt x="5838" y="1369"/>
                  </a:lnTo>
                  <a:cubicBezTo>
                    <a:pt x="6005" y="902"/>
                    <a:pt x="6239" y="902"/>
                    <a:pt x="6939" y="668"/>
                  </a:cubicBezTo>
                  <a:lnTo>
                    <a:pt x="723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56"/>
            <p:cNvSpPr/>
            <p:nvPr/>
          </p:nvSpPr>
          <p:spPr>
            <a:xfrm>
              <a:off x="1863175" y="1819000"/>
              <a:ext cx="693850" cy="753475"/>
            </a:xfrm>
            <a:custGeom>
              <a:rect b="b" l="l" r="r" t="t"/>
              <a:pathLst>
                <a:path extrusionOk="0" h="30139" w="27754">
                  <a:moveTo>
                    <a:pt x="11669" y="0"/>
                  </a:moveTo>
                  <a:cubicBezTo>
                    <a:pt x="8168" y="0"/>
                    <a:pt x="6880" y="1958"/>
                    <a:pt x="5437" y="5548"/>
                  </a:cubicBezTo>
                  <a:cubicBezTo>
                    <a:pt x="4403" y="8116"/>
                    <a:pt x="1435" y="17256"/>
                    <a:pt x="634" y="20392"/>
                  </a:cubicBezTo>
                  <a:cubicBezTo>
                    <a:pt x="167" y="22193"/>
                    <a:pt x="0" y="23794"/>
                    <a:pt x="1968" y="24895"/>
                  </a:cubicBezTo>
                  <a:cubicBezTo>
                    <a:pt x="3736" y="25895"/>
                    <a:pt x="9207" y="27663"/>
                    <a:pt x="13076" y="28764"/>
                  </a:cubicBezTo>
                  <a:cubicBezTo>
                    <a:pt x="15011" y="29331"/>
                    <a:pt x="16979" y="29732"/>
                    <a:pt x="18980" y="29965"/>
                  </a:cubicBezTo>
                  <a:cubicBezTo>
                    <a:pt x="20180" y="30078"/>
                    <a:pt x="21157" y="30139"/>
                    <a:pt x="21968" y="30139"/>
                  </a:cubicBezTo>
                  <a:cubicBezTo>
                    <a:pt x="24270" y="30139"/>
                    <a:pt x="25231" y="29648"/>
                    <a:pt x="26119" y="28464"/>
                  </a:cubicBezTo>
                  <a:cubicBezTo>
                    <a:pt x="26619" y="27763"/>
                    <a:pt x="26753" y="26729"/>
                    <a:pt x="27186" y="26162"/>
                  </a:cubicBezTo>
                  <a:cubicBezTo>
                    <a:pt x="27620" y="25595"/>
                    <a:pt x="27753" y="25362"/>
                    <a:pt x="27620" y="25062"/>
                  </a:cubicBezTo>
                  <a:cubicBezTo>
                    <a:pt x="27467" y="24772"/>
                    <a:pt x="27224" y="24684"/>
                    <a:pt x="26864" y="24684"/>
                  </a:cubicBezTo>
                  <a:cubicBezTo>
                    <a:pt x="26438" y="24684"/>
                    <a:pt x="25848" y="24807"/>
                    <a:pt x="25051" y="24861"/>
                  </a:cubicBezTo>
                  <a:cubicBezTo>
                    <a:pt x="24501" y="24911"/>
                    <a:pt x="23951" y="24936"/>
                    <a:pt x="23404" y="24936"/>
                  </a:cubicBezTo>
                  <a:cubicBezTo>
                    <a:pt x="22858" y="24936"/>
                    <a:pt x="22316" y="24911"/>
                    <a:pt x="21782" y="24861"/>
                  </a:cubicBezTo>
                  <a:lnTo>
                    <a:pt x="17179" y="23894"/>
                  </a:lnTo>
                  <a:cubicBezTo>
                    <a:pt x="16312" y="23894"/>
                    <a:pt x="14277" y="23327"/>
                    <a:pt x="12042" y="22426"/>
                  </a:cubicBezTo>
                  <a:cubicBezTo>
                    <a:pt x="10608" y="21893"/>
                    <a:pt x="9173" y="21225"/>
                    <a:pt x="7806" y="20492"/>
                  </a:cubicBezTo>
                  <a:cubicBezTo>
                    <a:pt x="8807" y="17156"/>
                    <a:pt x="10007" y="13854"/>
                    <a:pt x="11375" y="10651"/>
                  </a:cubicBezTo>
                  <a:cubicBezTo>
                    <a:pt x="13276" y="7949"/>
                    <a:pt x="14244" y="2479"/>
                    <a:pt x="12109" y="10"/>
                  </a:cubicBezTo>
                  <a:cubicBezTo>
                    <a:pt x="11959" y="4"/>
                    <a:pt x="11812" y="0"/>
                    <a:pt x="11669" y="0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56"/>
            <p:cNvSpPr/>
            <p:nvPr/>
          </p:nvSpPr>
          <p:spPr>
            <a:xfrm>
              <a:off x="1962400" y="2306325"/>
              <a:ext cx="100100" cy="24975"/>
            </a:xfrm>
            <a:custGeom>
              <a:rect b="b" l="l" r="r" t="t"/>
              <a:pathLst>
                <a:path extrusionOk="0" h="999" w="4004">
                  <a:moveTo>
                    <a:pt x="1982" y="1"/>
                  </a:moveTo>
                  <a:cubicBezTo>
                    <a:pt x="560" y="1"/>
                    <a:pt x="1" y="665"/>
                    <a:pt x="1" y="665"/>
                  </a:cubicBezTo>
                  <a:cubicBezTo>
                    <a:pt x="390" y="519"/>
                    <a:pt x="817" y="464"/>
                    <a:pt x="1240" y="464"/>
                  </a:cubicBezTo>
                  <a:cubicBezTo>
                    <a:pt x="2557" y="464"/>
                    <a:pt x="3837" y="999"/>
                    <a:pt x="3837" y="999"/>
                  </a:cubicBezTo>
                  <a:lnTo>
                    <a:pt x="4004" y="365"/>
                  </a:lnTo>
                  <a:cubicBezTo>
                    <a:pt x="3193" y="98"/>
                    <a:pt x="2525" y="1"/>
                    <a:pt x="1982" y="1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56"/>
            <p:cNvSpPr/>
            <p:nvPr/>
          </p:nvSpPr>
          <p:spPr>
            <a:xfrm>
              <a:off x="5432375" y="1740850"/>
              <a:ext cx="127625" cy="306925"/>
            </a:xfrm>
            <a:custGeom>
              <a:rect b="b" l="l" r="r" t="t"/>
              <a:pathLst>
                <a:path extrusionOk="0" h="12277" w="5105">
                  <a:moveTo>
                    <a:pt x="5104" y="1"/>
                  </a:moveTo>
                  <a:cubicBezTo>
                    <a:pt x="4070" y="668"/>
                    <a:pt x="3303" y="1535"/>
                    <a:pt x="2469" y="2903"/>
                  </a:cubicBezTo>
                  <a:cubicBezTo>
                    <a:pt x="368" y="6272"/>
                    <a:pt x="1" y="10542"/>
                    <a:pt x="1335" y="12276"/>
                  </a:cubicBezTo>
                  <a:lnTo>
                    <a:pt x="5104" y="6238"/>
                  </a:lnTo>
                  <a:lnTo>
                    <a:pt x="510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56"/>
            <p:cNvSpPr/>
            <p:nvPr/>
          </p:nvSpPr>
          <p:spPr>
            <a:xfrm>
              <a:off x="5476575" y="1878450"/>
              <a:ext cx="211850" cy="200900"/>
            </a:xfrm>
            <a:custGeom>
              <a:rect b="b" l="l" r="r" t="t"/>
              <a:pathLst>
                <a:path extrusionOk="0" h="8036" w="8474">
                  <a:moveTo>
                    <a:pt x="8473" y="1"/>
                  </a:moveTo>
                  <a:lnTo>
                    <a:pt x="3803" y="1135"/>
                  </a:lnTo>
                  <a:lnTo>
                    <a:pt x="1" y="7306"/>
                  </a:lnTo>
                  <a:cubicBezTo>
                    <a:pt x="475" y="7780"/>
                    <a:pt x="1101" y="8035"/>
                    <a:pt x="1747" y="8035"/>
                  </a:cubicBezTo>
                  <a:cubicBezTo>
                    <a:pt x="2010" y="8035"/>
                    <a:pt x="2276" y="7993"/>
                    <a:pt x="2536" y="7906"/>
                  </a:cubicBezTo>
                  <a:cubicBezTo>
                    <a:pt x="5104" y="7273"/>
                    <a:pt x="7706" y="3770"/>
                    <a:pt x="847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56"/>
            <p:cNvSpPr/>
            <p:nvPr/>
          </p:nvSpPr>
          <p:spPr>
            <a:xfrm>
              <a:off x="5579150" y="1724175"/>
              <a:ext cx="121775" cy="165150"/>
            </a:xfrm>
            <a:custGeom>
              <a:rect b="b" l="l" r="r" t="t"/>
              <a:pathLst>
                <a:path extrusionOk="0" h="6606" w="4871">
                  <a:moveTo>
                    <a:pt x="2502" y="1"/>
                  </a:moveTo>
                  <a:lnTo>
                    <a:pt x="1" y="6605"/>
                  </a:lnTo>
                  <a:lnTo>
                    <a:pt x="1" y="6605"/>
                  </a:lnTo>
                  <a:lnTo>
                    <a:pt x="4471" y="5504"/>
                  </a:lnTo>
                  <a:cubicBezTo>
                    <a:pt x="4871" y="2702"/>
                    <a:pt x="4104" y="601"/>
                    <a:pt x="250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56"/>
            <p:cNvSpPr/>
            <p:nvPr/>
          </p:nvSpPr>
          <p:spPr>
            <a:xfrm>
              <a:off x="5573325" y="1721600"/>
              <a:ext cx="56725" cy="150200"/>
            </a:xfrm>
            <a:custGeom>
              <a:rect b="b" l="l" r="r" t="t"/>
              <a:pathLst>
                <a:path extrusionOk="0" h="6008" w="2269">
                  <a:moveTo>
                    <a:pt x="1604" y="1"/>
                  </a:moveTo>
                  <a:cubicBezTo>
                    <a:pt x="1033" y="1"/>
                    <a:pt x="482" y="157"/>
                    <a:pt x="0" y="470"/>
                  </a:cubicBezTo>
                  <a:lnTo>
                    <a:pt x="0" y="6008"/>
                  </a:lnTo>
                  <a:lnTo>
                    <a:pt x="2268" y="70"/>
                  </a:lnTo>
                  <a:cubicBezTo>
                    <a:pt x="2046" y="24"/>
                    <a:pt x="1824" y="1"/>
                    <a:pt x="160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56"/>
            <p:cNvSpPr/>
            <p:nvPr/>
          </p:nvSpPr>
          <p:spPr>
            <a:xfrm>
              <a:off x="4668500" y="4397750"/>
              <a:ext cx="32550" cy="71550"/>
            </a:xfrm>
            <a:custGeom>
              <a:rect b="b" l="l" r="r" t="t"/>
              <a:pathLst>
                <a:path extrusionOk="0" h="2862" w="1302">
                  <a:moveTo>
                    <a:pt x="1235" y="1"/>
                  </a:moveTo>
                  <a:lnTo>
                    <a:pt x="67" y="701"/>
                  </a:lnTo>
                  <a:cubicBezTo>
                    <a:pt x="34" y="735"/>
                    <a:pt x="1" y="768"/>
                    <a:pt x="1" y="835"/>
                  </a:cubicBezTo>
                  <a:lnTo>
                    <a:pt x="1" y="1135"/>
                  </a:lnTo>
                  <a:lnTo>
                    <a:pt x="1" y="1202"/>
                  </a:lnTo>
                  <a:lnTo>
                    <a:pt x="67" y="1202"/>
                  </a:lnTo>
                  <a:lnTo>
                    <a:pt x="801" y="768"/>
                  </a:lnTo>
                  <a:lnTo>
                    <a:pt x="268" y="2736"/>
                  </a:lnTo>
                  <a:cubicBezTo>
                    <a:pt x="268" y="2769"/>
                    <a:pt x="268" y="2769"/>
                    <a:pt x="268" y="2803"/>
                  </a:cubicBezTo>
                  <a:cubicBezTo>
                    <a:pt x="234" y="2803"/>
                    <a:pt x="268" y="2836"/>
                    <a:pt x="268" y="2836"/>
                  </a:cubicBezTo>
                  <a:cubicBezTo>
                    <a:pt x="284" y="2853"/>
                    <a:pt x="293" y="2861"/>
                    <a:pt x="301" y="2861"/>
                  </a:cubicBezTo>
                  <a:cubicBezTo>
                    <a:pt x="309" y="2861"/>
                    <a:pt x="318" y="2853"/>
                    <a:pt x="334" y="2836"/>
                  </a:cubicBezTo>
                  <a:lnTo>
                    <a:pt x="668" y="2636"/>
                  </a:lnTo>
                  <a:cubicBezTo>
                    <a:pt x="701" y="2636"/>
                    <a:pt x="701" y="2603"/>
                    <a:pt x="701" y="2603"/>
                  </a:cubicBezTo>
                  <a:cubicBezTo>
                    <a:pt x="735" y="2569"/>
                    <a:pt x="735" y="2536"/>
                    <a:pt x="735" y="2536"/>
                  </a:cubicBezTo>
                  <a:lnTo>
                    <a:pt x="1268" y="568"/>
                  </a:lnTo>
                  <a:cubicBezTo>
                    <a:pt x="1302" y="501"/>
                    <a:pt x="1302" y="434"/>
                    <a:pt x="1302" y="368"/>
                  </a:cubicBezTo>
                  <a:lnTo>
                    <a:pt x="1302" y="67"/>
                  </a:lnTo>
                  <a:cubicBezTo>
                    <a:pt x="1302" y="34"/>
                    <a:pt x="1302" y="34"/>
                    <a:pt x="130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56"/>
            <p:cNvSpPr/>
            <p:nvPr/>
          </p:nvSpPr>
          <p:spPr>
            <a:xfrm>
              <a:off x="4706025" y="4380250"/>
              <a:ext cx="35900" cy="64225"/>
            </a:xfrm>
            <a:custGeom>
              <a:rect b="b" l="l" r="r" t="t"/>
              <a:pathLst>
                <a:path extrusionOk="0" h="2569" w="1436">
                  <a:moveTo>
                    <a:pt x="897" y="587"/>
                  </a:moveTo>
                  <a:cubicBezTo>
                    <a:pt x="918" y="587"/>
                    <a:pt x="935" y="610"/>
                    <a:pt x="935" y="634"/>
                  </a:cubicBezTo>
                  <a:cubicBezTo>
                    <a:pt x="968" y="634"/>
                    <a:pt x="968" y="667"/>
                    <a:pt x="968" y="701"/>
                  </a:cubicBezTo>
                  <a:cubicBezTo>
                    <a:pt x="1001" y="767"/>
                    <a:pt x="1001" y="801"/>
                    <a:pt x="968" y="868"/>
                  </a:cubicBezTo>
                  <a:lnTo>
                    <a:pt x="968" y="1401"/>
                  </a:lnTo>
                  <a:cubicBezTo>
                    <a:pt x="1001" y="1468"/>
                    <a:pt x="1001" y="1501"/>
                    <a:pt x="1001" y="1568"/>
                  </a:cubicBezTo>
                  <a:cubicBezTo>
                    <a:pt x="968" y="1601"/>
                    <a:pt x="968" y="1668"/>
                    <a:pt x="935" y="1701"/>
                  </a:cubicBezTo>
                  <a:cubicBezTo>
                    <a:pt x="901" y="1802"/>
                    <a:pt x="835" y="1902"/>
                    <a:pt x="735" y="1935"/>
                  </a:cubicBezTo>
                  <a:cubicBezTo>
                    <a:pt x="701" y="1968"/>
                    <a:pt x="668" y="1968"/>
                    <a:pt x="601" y="1968"/>
                  </a:cubicBezTo>
                  <a:cubicBezTo>
                    <a:pt x="568" y="1968"/>
                    <a:pt x="568" y="1968"/>
                    <a:pt x="534" y="1935"/>
                  </a:cubicBezTo>
                  <a:cubicBezTo>
                    <a:pt x="501" y="1935"/>
                    <a:pt x="501" y="1902"/>
                    <a:pt x="501" y="1868"/>
                  </a:cubicBezTo>
                  <a:cubicBezTo>
                    <a:pt x="468" y="1802"/>
                    <a:pt x="468" y="1768"/>
                    <a:pt x="501" y="1701"/>
                  </a:cubicBezTo>
                  <a:lnTo>
                    <a:pt x="501" y="1168"/>
                  </a:lnTo>
                  <a:cubicBezTo>
                    <a:pt x="501" y="1101"/>
                    <a:pt x="501" y="1034"/>
                    <a:pt x="501" y="1001"/>
                  </a:cubicBezTo>
                  <a:cubicBezTo>
                    <a:pt x="501" y="934"/>
                    <a:pt x="501" y="901"/>
                    <a:pt x="534" y="868"/>
                  </a:cubicBezTo>
                  <a:cubicBezTo>
                    <a:pt x="568" y="801"/>
                    <a:pt x="568" y="767"/>
                    <a:pt x="601" y="734"/>
                  </a:cubicBezTo>
                  <a:cubicBezTo>
                    <a:pt x="635" y="701"/>
                    <a:pt x="701" y="667"/>
                    <a:pt x="735" y="634"/>
                  </a:cubicBezTo>
                  <a:cubicBezTo>
                    <a:pt x="768" y="601"/>
                    <a:pt x="801" y="601"/>
                    <a:pt x="868" y="601"/>
                  </a:cubicBezTo>
                  <a:cubicBezTo>
                    <a:pt x="878" y="591"/>
                    <a:pt x="888" y="587"/>
                    <a:pt x="897" y="587"/>
                  </a:cubicBezTo>
                  <a:close/>
                  <a:moveTo>
                    <a:pt x="1035" y="0"/>
                  </a:moveTo>
                  <a:cubicBezTo>
                    <a:pt x="935" y="0"/>
                    <a:pt x="801" y="34"/>
                    <a:pt x="735" y="100"/>
                  </a:cubicBezTo>
                  <a:cubicBezTo>
                    <a:pt x="601" y="167"/>
                    <a:pt x="501" y="267"/>
                    <a:pt x="401" y="367"/>
                  </a:cubicBezTo>
                  <a:cubicBezTo>
                    <a:pt x="301" y="467"/>
                    <a:pt x="234" y="567"/>
                    <a:pt x="168" y="667"/>
                  </a:cubicBezTo>
                  <a:cubicBezTo>
                    <a:pt x="134" y="801"/>
                    <a:pt x="67" y="901"/>
                    <a:pt x="67" y="1034"/>
                  </a:cubicBezTo>
                  <a:cubicBezTo>
                    <a:pt x="34" y="1168"/>
                    <a:pt x="1" y="1268"/>
                    <a:pt x="1" y="1401"/>
                  </a:cubicBezTo>
                  <a:lnTo>
                    <a:pt x="1" y="1701"/>
                  </a:lnTo>
                  <a:lnTo>
                    <a:pt x="1" y="2002"/>
                  </a:lnTo>
                  <a:cubicBezTo>
                    <a:pt x="1" y="2102"/>
                    <a:pt x="34" y="2202"/>
                    <a:pt x="67" y="2302"/>
                  </a:cubicBezTo>
                  <a:cubicBezTo>
                    <a:pt x="67" y="2369"/>
                    <a:pt x="101" y="2469"/>
                    <a:pt x="168" y="2502"/>
                  </a:cubicBezTo>
                  <a:cubicBezTo>
                    <a:pt x="234" y="2569"/>
                    <a:pt x="334" y="2569"/>
                    <a:pt x="401" y="2569"/>
                  </a:cubicBezTo>
                  <a:cubicBezTo>
                    <a:pt x="501" y="2569"/>
                    <a:pt x="635" y="2535"/>
                    <a:pt x="735" y="2469"/>
                  </a:cubicBezTo>
                  <a:cubicBezTo>
                    <a:pt x="835" y="2402"/>
                    <a:pt x="935" y="2302"/>
                    <a:pt x="1035" y="2202"/>
                  </a:cubicBezTo>
                  <a:cubicBezTo>
                    <a:pt x="1135" y="2102"/>
                    <a:pt x="1202" y="2002"/>
                    <a:pt x="1268" y="1902"/>
                  </a:cubicBezTo>
                  <a:cubicBezTo>
                    <a:pt x="1302" y="1768"/>
                    <a:pt x="1368" y="1668"/>
                    <a:pt x="1402" y="1535"/>
                  </a:cubicBezTo>
                  <a:cubicBezTo>
                    <a:pt x="1402" y="1401"/>
                    <a:pt x="1435" y="1268"/>
                    <a:pt x="1435" y="1168"/>
                  </a:cubicBezTo>
                  <a:lnTo>
                    <a:pt x="1435" y="868"/>
                  </a:lnTo>
                  <a:lnTo>
                    <a:pt x="1435" y="567"/>
                  </a:lnTo>
                  <a:cubicBezTo>
                    <a:pt x="1435" y="467"/>
                    <a:pt x="1402" y="367"/>
                    <a:pt x="1402" y="267"/>
                  </a:cubicBezTo>
                  <a:cubicBezTo>
                    <a:pt x="1368" y="200"/>
                    <a:pt x="1335" y="100"/>
                    <a:pt x="1268" y="67"/>
                  </a:cubicBezTo>
                  <a:cubicBezTo>
                    <a:pt x="1202" y="0"/>
                    <a:pt x="1102" y="0"/>
                    <a:pt x="103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56"/>
            <p:cNvSpPr/>
            <p:nvPr/>
          </p:nvSpPr>
          <p:spPr>
            <a:xfrm>
              <a:off x="4746900" y="4346050"/>
              <a:ext cx="48375" cy="78425"/>
            </a:xfrm>
            <a:custGeom>
              <a:rect b="b" l="l" r="r" t="t"/>
              <a:pathLst>
                <a:path extrusionOk="0" h="3137" w="1935">
                  <a:moveTo>
                    <a:pt x="467" y="1035"/>
                  </a:moveTo>
                  <a:cubicBezTo>
                    <a:pt x="501" y="1068"/>
                    <a:pt x="501" y="1101"/>
                    <a:pt x="501" y="1168"/>
                  </a:cubicBezTo>
                  <a:cubicBezTo>
                    <a:pt x="501" y="1235"/>
                    <a:pt x="501" y="1302"/>
                    <a:pt x="501" y="1368"/>
                  </a:cubicBezTo>
                  <a:cubicBezTo>
                    <a:pt x="501" y="1402"/>
                    <a:pt x="501" y="1468"/>
                    <a:pt x="467" y="1502"/>
                  </a:cubicBezTo>
                  <a:cubicBezTo>
                    <a:pt x="467" y="1535"/>
                    <a:pt x="434" y="1568"/>
                    <a:pt x="401" y="1602"/>
                  </a:cubicBezTo>
                  <a:lnTo>
                    <a:pt x="334" y="1602"/>
                  </a:lnTo>
                  <a:cubicBezTo>
                    <a:pt x="300" y="1568"/>
                    <a:pt x="300" y="1502"/>
                    <a:pt x="300" y="1468"/>
                  </a:cubicBezTo>
                  <a:cubicBezTo>
                    <a:pt x="300" y="1402"/>
                    <a:pt x="300" y="1335"/>
                    <a:pt x="300" y="1268"/>
                  </a:cubicBezTo>
                  <a:cubicBezTo>
                    <a:pt x="300" y="1201"/>
                    <a:pt x="300" y="1168"/>
                    <a:pt x="334" y="1135"/>
                  </a:cubicBezTo>
                  <a:cubicBezTo>
                    <a:pt x="334" y="1101"/>
                    <a:pt x="367" y="1068"/>
                    <a:pt x="401" y="1035"/>
                  </a:cubicBezTo>
                  <a:close/>
                  <a:moveTo>
                    <a:pt x="567" y="668"/>
                  </a:moveTo>
                  <a:cubicBezTo>
                    <a:pt x="501" y="668"/>
                    <a:pt x="467" y="701"/>
                    <a:pt x="401" y="734"/>
                  </a:cubicBezTo>
                  <a:cubicBezTo>
                    <a:pt x="334" y="768"/>
                    <a:pt x="267" y="801"/>
                    <a:pt x="234" y="868"/>
                  </a:cubicBezTo>
                  <a:cubicBezTo>
                    <a:pt x="200" y="901"/>
                    <a:pt x="134" y="968"/>
                    <a:pt x="134" y="1035"/>
                  </a:cubicBezTo>
                  <a:cubicBezTo>
                    <a:pt x="100" y="1101"/>
                    <a:pt x="67" y="1135"/>
                    <a:pt x="34" y="1201"/>
                  </a:cubicBezTo>
                  <a:cubicBezTo>
                    <a:pt x="34" y="1268"/>
                    <a:pt x="34" y="1335"/>
                    <a:pt x="0" y="1402"/>
                  </a:cubicBezTo>
                  <a:lnTo>
                    <a:pt x="0" y="1535"/>
                  </a:lnTo>
                  <a:lnTo>
                    <a:pt x="0" y="1668"/>
                  </a:lnTo>
                  <a:cubicBezTo>
                    <a:pt x="34" y="1735"/>
                    <a:pt x="34" y="1769"/>
                    <a:pt x="34" y="1835"/>
                  </a:cubicBezTo>
                  <a:cubicBezTo>
                    <a:pt x="67" y="1869"/>
                    <a:pt x="67" y="1902"/>
                    <a:pt x="134" y="1935"/>
                  </a:cubicBezTo>
                  <a:cubicBezTo>
                    <a:pt x="134" y="1969"/>
                    <a:pt x="200" y="1969"/>
                    <a:pt x="234" y="1969"/>
                  </a:cubicBezTo>
                  <a:cubicBezTo>
                    <a:pt x="300" y="1969"/>
                    <a:pt x="334" y="1935"/>
                    <a:pt x="401" y="1902"/>
                  </a:cubicBezTo>
                  <a:cubicBezTo>
                    <a:pt x="467" y="1869"/>
                    <a:pt x="534" y="1835"/>
                    <a:pt x="567" y="1769"/>
                  </a:cubicBezTo>
                  <a:cubicBezTo>
                    <a:pt x="601" y="1735"/>
                    <a:pt x="667" y="1668"/>
                    <a:pt x="701" y="1602"/>
                  </a:cubicBezTo>
                  <a:cubicBezTo>
                    <a:pt x="701" y="1535"/>
                    <a:pt x="734" y="1468"/>
                    <a:pt x="767" y="1435"/>
                  </a:cubicBezTo>
                  <a:cubicBezTo>
                    <a:pt x="767" y="1368"/>
                    <a:pt x="801" y="1302"/>
                    <a:pt x="801" y="1235"/>
                  </a:cubicBezTo>
                  <a:lnTo>
                    <a:pt x="801" y="968"/>
                  </a:lnTo>
                  <a:cubicBezTo>
                    <a:pt x="801" y="901"/>
                    <a:pt x="767" y="868"/>
                    <a:pt x="767" y="801"/>
                  </a:cubicBezTo>
                  <a:cubicBezTo>
                    <a:pt x="734" y="768"/>
                    <a:pt x="734" y="734"/>
                    <a:pt x="701" y="701"/>
                  </a:cubicBezTo>
                  <a:cubicBezTo>
                    <a:pt x="667" y="668"/>
                    <a:pt x="601" y="668"/>
                    <a:pt x="567" y="668"/>
                  </a:cubicBezTo>
                  <a:close/>
                  <a:moveTo>
                    <a:pt x="1610" y="1510"/>
                  </a:moveTo>
                  <a:cubicBezTo>
                    <a:pt x="1626" y="1510"/>
                    <a:pt x="1635" y="1518"/>
                    <a:pt x="1635" y="1535"/>
                  </a:cubicBezTo>
                  <a:cubicBezTo>
                    <a:pt x="1635" y="1568"/>
                    <a:pt x="1635" y="1602"/>
                    <a:pt x="1635" y="1635"/>
                  </a:cubicBezTo>
                  <a:cubicBezTo>
                    <a:pt x="1635" y="1702"/>
                    <a:pt x="1635" y="1769"/>
                    <a:pt x="1635" y="1869"/>
                  </a:cubicBezTo>
                  <a:cubicBezTo>
                    <a:pt x="1635" y="1902"/>
                    <a:pt x="1635" y="1935"/>
                    <a:pt x="1635" y="2002"/>
                  </a:cubicBezTo>
                  <a:cubicBezTo>
                    <a:pt x="1601" y="2035"/>
                    <a:pt x="1568" y="2069"/>
                    <a:pt x="1535" y="2069"/>
                  </a:cubicBezTo>
                  <a:cubicBezTo>
                    <a:pt x="1518" y="2085"/>
                    <a:pt x="1501" y="2094"/>
                    <a:pt x="1489" y="2094"/>
                  </a:cubicBezTo>
                  <a:cubicBezTo>
                    <a:pt x="1476" y="2094"/>
                    <a:pt x="1468" y="2085"/>
                    <a:pt x="1468" y="2069"/>
                  </a:cubicBezTo>
                  <a:cubicBezTo>
                    <a:pt x="1435" y="2035"/>
                    <a:pt x="1435" y="2002"/>
                    <a:pt x="1435" y="1969"/>
                  </a:cubicBezTo>
                  <a:cubicBezTo>
                    <a:pt x="1435" y="1902"/>
                    <a:pt x="1435" y="1835"/>
                    <a:pt x="1435" y="1769"/>
                  </a:cubicBezTo>
                  <a:cubicBezTo>
                    <a:pt x="1435" y="1702"/>
                    <a:pt x="1468" y="1668"/>
                    <a:pt x="1468" y="1602"/>
                  </a:cubicBezTo>
                  <a:cubicBezTo>
                    <a:pt x="1468" y="1568"/>
                    <a:pt x="1501" y="1535"/>
                    <a:pt x="1535" y="1535"/>
                  </a:cubicBezTo>
                  <a:cubicBezTo>
                    <a:pt x="1568" y="1518"/>
                    <a:pt x="1593" y="1510"/>
                    <a:pt x="1610" y="1510"/>
                  </a:cubicBezTo>
                  <a:close/>
                  <a:moveTo>
                    <a:pt x="1743" y="1153"/>
                  </a:moveTo>
                  <a:cubicBezTo>
                    <a:pt x="1727" y="1153"/>
                    <a:pt x="1713" y="1157"/>
                    <a:pt x="1701" y="1168"/>
                  </a:cubicBezTo>
                  <a:cubicBezTo>
                    <a:pt x="1635" y="1168"/>
                    <a:pt x="1601" y="1168"/>
                    <a:pt x="1535" y="1201"/>
                  </a:cubicBezTo>
                  <a:cubicBezTo>
                    <a:pt x="1468" y="1235"/>
                    <a:pt x="1435" y="1302"/>
                    <a:pt x="1368" y="1335"/>
                  </a:cubicBezTo>
                  <a:cubicBezTo>
                    <a:pt x="1335" y="1402"/>
                    <a:pt x="1301" y="1435"/>
                    <a:pt x="1268" y="1502"/>
                  </a:cubicBezTo>
                  <a:cubicBezTo>
                    <a:pt x="1234" y="1568"/>
                    <a:pt x="1201" y="1635"/>
                    <a:pt x="1201" y="1702"/>
                  </a:cubicBezTo>
                  <a:cubicBezTo>
                    <a:pt x="1168" y="1769"/>
                    <a:pt x="1168" y="1835"/>
                    <a:pt x="1168" y="1902"/>
                  </a:cubicBezTo>
                  <a:lnTo>
                    <a:pt x="1168" y="2035"/>
                  </a:lnTo>
                  <a:cubicBezTo>
                    <a:pt x="1168" y="2069"/>
                    <a:pt x="1168" y="2102"/>
                    <a:pt x="1168" y="2135"/>
                  </a:cubicBezTo>
                  <a:cubicBezTo>
                    <a:pt x="1168" y="2202"/>
                    <a:pt x="1168" y="2269"/>
                    <a:pt x="1201" y="2302"/>
                  </a:cubicBezTo>
                  <a:cubicBezTo>
                    <a:pt x="1201" y="2369"/>
                    <a:pt x="1234" y="2402"/>
                    <a:pt x="1268" y="2436"/>
                  </a:cubicBezTo>
                  <a:cubicBezTo>
                    <a:pt x="1301" y="2436"/>
                    <a:pt x="1335" y="2469"/>
                    <a:pt x="1368" y="2469"/>
                  </a:cubicBezTo>
                  <a:cubicBezTo>
                    <a:pt x="1435" y="2436"/>
                    <a:pt x="1501" y="2436"/>
                    <a:pt x="1535" y="2402"/>
                  </a:cubicBezTo>
                  <a:cubicBezTo>
                    <a:pt x="1601" y="2369"/>
                    <a:pt x="1668" y="2302"/>
                    <a:pt x="1701" y="2269"/>
                  </a:cubicBezTo>
                  <a:cubicBezTo>
                    <a:pt x="1768" y="2202"/>
                    <a:pt x="1802" y="2135"/>
                    <a:pt x="1835" y="2102"/>
                  </a:cubicBezTo>
                  <a:cubicBezTo>
                    <a:pt x="1868" y="2035"/>
                    <a:pt x="1868" y="1969"/>
                    <a:pt x="1902" y="1902"/>
                  </a:cubicBezTo>
                  <a:cubicBezTo>
                    <a:pt x="1902" y="1835"/>
                    <a:pt x="1935" y="1769"/>
                    <a:pt x="1935" y="1702"/>
                  </a:cubicBezTo>
                  <a:lnTo>
                    <a:pt x="1935" y="1468"/>
                  </a:lnTo>
                  <a:cubicBezTo>
                    <a:pt x="1935" y="1402"/>
                    <a:pt x="1902" y="1335"/>
                    <a:pt x="1902" y="1302"/>
                  </a:cubicBezTo>
                  <a:cubicBezTo>
                    <a:pt x="1902" y="1235"/>
                    <a:pt x="1868" y="1201"/>
                    <a:pt x="1835" y="1168"/>
                  </a:cubicBezTo>
                  <a:cubicBezTo>
                    <a:pt x="1813" y="1168"/>
                    <a:pt x="1776" y="1153"/>
                    <a:pt x="1743" y="1153"/>
                  </a:cubicBezTo>
                  <a:close/>
                  <a:moveTo>
                    <a:pt x="1701" y="1"/>
                  </a:moveTo>
                  <a:lnTo>
                    <a:pt x="1501" y="101"/>
                  </a:lnTo>
                  <a:cubicBezTo>
                    <a:pt x="1468" y="134"/>
                    <a:pt x="1468" y="134"/>
                    <a:pt x="1435" y="167"/>
                  </a:cubicBezTo>
                  <a:cubicBezTo>
                    <a:pt x="1435" y="167"/>
                    <a:pt x="1401" y="201"/>
                    <a:pt x="1401" y="234"/>
                  </a:cubicBezTo>
                  <a:lnTo>
                    <a:pt x="200" y="3069"/>
                  </a:lnTo>
                  <a:cubicBezTo>
                    <a:pt x="167" y="3103"/>
                    <a:pt x="167" y="3103"/>
                    <a:pt x="200" y="3103"/>
                  </a:cubicBezTo>
                  <a:cubicBezTo>
                    <a:pt x="167" y="3103"/>
                    <a:pt x="167" y="3136"/>
                    <a:pt x="200" y="3136"/>
                  </a:cubicBezTo>
                  <a:lnTo>
                    <a:pt x="234" y="3136"/>
                  </a:lnTo>
                  <a:lnTo>
                    <a:pt x="434" y="3036"/>
                  </a:lnTo>
                  <a:cubicBezTo>
                    <a:pt x="467" y="3003"/>
                    <a:pt x="467" y="3003"/>
                    <a:pt x="501" y="2969"/>
                  </a:cubicBezTo>
                  <a:cubicBezTo>
                    <a:pt x="501" y="2969"/>
                    <a:pt x="534" y="2936"/>
                    <a:pt x="534" y="2903"/>
                  </a:cubicBezTo>
                  <a:lnTo>
                    <a:pt x="1735" y="67"/>
                  </a:lnTo>
                  <a:lnTo>
                    <a:pt x="1735" y="34"/>
                  </a:lnTo>
                  <a:cubicBezTo>
                    <a:pt x="1735" y="34"/>
                    <a:pt x="1735" y="1"/>
                    <a:pt x="173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56"/>
            <p:cNvSpPr/>
            <p:nvPr/>
          </p:nvSpPr>
          <p:spPr>
            <a:xfrm>
              <a:off x="4605950" y="4269325"/>
              <a:ext cx="79250" cy="101775"/>
            </a:xfrm>
            <a:custGeom>
              <a:rect b="b" l="l" r="r" t="t"/>
              <a:pathLst>
                <a:path extrusionOk="0" h="4071" w="3170">
                  <a:moveTo>
                    <a:pt x="2636" y="1"/>
                  </a:moveTo>
                  <a:cubicBezTo>
                    <a:pt x="1569" y="1068"/>
                    <a:pt x="668" y="2336"/>
                    <a:pt x="1" y="3703"/>
                  </a:cubicBezTo>
                  <a:lnTo>
                    <a:pt x="1335" y="4070"/>
                  </a:lnTo>
                  <a:cubicBezTo>
                    <a:pt x="1802" y="3136"/>
                    <a:pt x="2403" y="2269"/>
                    <a:pt x="3170" y="1502"/>
                  </a:cubicBezTo>
                  <a:lnTo>
                    <a:pt x="2636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56"/>
            <p:cNvSpPr/>
            <p:nvPr/>
          </p:nvSpPr>
          <p:spPr>
            <a:xfrm>
              <a:off x="4686850" y="4196775"/>
              <a:ext cx="90100" cy="93425"/>
            </a:xfrm>
            <a:custGeom>
              <a:rect b="b" l="l" r="r" t="t"/>
              <a:pathLst>
                <a:path extrusionOk="0" h="3737" w="3604">
                  <a:moveTo>
                    <a:pt x="3603" y="1"/>
                  </a:moveTo>
                  <a:lnTo>
                    <a:pt x="3603" y="1"/>
                  </a:lnTo>
                  <a:cubicBezTo>
                    <a:pt x="2969" y="134"/>
                    <a:pt x="2369" y="401"/>
                    <a:pt x="1802" y="735"/>
                  </a:cubicBezTo>
                  <a:cubicBezTo>
                    <a:pt x="1168" y="1101"/>
                    <a:pt x="534" y="1568"/>
                    <a:pt x="1" y="2069"/>
                  </a:cubicBezTo>
                  <a:lnTo>
                    <a:pt x="534" y="3737"/>
                  </a:lnTo>
                  <a:cubicBezTo>
                    <a:pt x="935" y="3370"/>
                    <a:pt x="1335" y="3070"/>
                    <a:pt x="1802" y="2836"/>
                  </a:cubicBezTo>
                  <a:cubicBezTo>
                    <a:pt x="2169" y="2603"/>
                    <a:pt x="2602" y="2436"/>
                    <a:pt x="3036" y="2302"/>
                  </a:cubicBezTo>
                  <a:lnTo>
                    <a:pt x="3603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56"/>
            <p:cNvSpPr/>
            <p:nvPr/>
          </p:nvSpPr>
          <p:spPr>
            <a:xfrm>
              <a:off x="4772750" y="4192650"/>
              <a:ext cx="86750" cy="72525"/>
            </a:xfrm>
            <a:custGeom>
              <a:rect b="b" l="l" r="r" t="t"/>
              <a:pathLst>
                <a:path extrusionOk="0" h="2901" w="3470">
                  <a:moveTo>
                    <a:pt x="1239" y="1"/>
                  </a:moveTo>
                  <a:cubicBezTo>
                    <a:pt x="1016" y="1"/>
                    <a:pt x="791" y="22"/>
                    <a:pt x="567" y="66"/>
                  </a:cubicBezTo>
                  <a:lnTo>
                    <a:pt x="0" y="2367"/>
                  </a:lnTo>
                  <a:cubicBezTo>
                    <a:pt x="130" y="2349"/>
                    <a:pt x="261" y="2339"/>
                    <a:pt x="392" y="2339"/>
                  </a:cubicBezTo>
                  <a:cubicBezTo>
                    <a:pt x="967" y="2339"/>
                    <a:pt x="1540" y="2521"/>
                    <a:pt x="2002" y="2901"/>
                  </a:cubicBezTo>
                  <a:lnTo>
                    <a:pt x="3469" y="833"/>
                  </a:lnTo>
                  <a:cubicBezTo>
                    <a:pt x="2842" y="284"/>
                    <a:pt x="2050" y="1"/>
                    <a:pt x="123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56"/>
            <p:cNvSpPr/>
            <p:nvPr/>
          </p:nvSpPr>
          <p:spPr>
            <a:xfrm>
              <a:off x="4575100" y="4375250"/>
              <a:ext cx="58400" cy="103425"/>
            </a:xfrm>
            <a:custGeom>
              <a:rect b="b" l="l" r="r" t="t"/>
              <a:pathLst>
                <a:path extrusionOk="0" h="4137" w="2336">
                  <a:moveTo>
                    <a:pt x="1001" y="0"/>
                  </a:moveTo>
                  <a:cubicBezTo>
                    <a:pt x="401" y="1301"/>
                    <a:pt x="67" y="2702"/>
                    <a:pt x="1" y="4136"/>
                  </a:cubicBezTo>
                  <a:lnTo>
                    <a:pt x="1635" y="3202"/>
                  </a:lnTo>
                  <a:cubicBezTo>
                    <a:pt x="1702" y="2202"/>
                    <a:pt x="1935" y="1234"/>
                    <a:pt x="2336" y="334"/>
                  </a:cubicBezTo>
                  <a:lnTo>
                    <a:pt x="100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56"/>
            <p:cNvSpPr/>
            <p:nvPr/>
          </p:nvSpPr>
          <p:spPr>
            <a:xfrm>
              <a:off x="4574275" y="4466975"/>
              <a:ext cx="58400" cy="98425"/>
            </a:xfrm>
            <a:custGeom>
              <a:rect b="b" l="l" r="r" t="t"/>
              <a:pathLst>
                <a:path extrusionOk="0" h="3937" w="2336">
                  <a:moveTo>
                    <a:pt x="1668" y="0"/>
                  </a:moveTo>
                  <a:lnTo>
                    <a:pt x="0" y="968"/>
                  </a:lnTo>
                  <a:cubicBezTo>
                    <a:pt x="0" y="2035"/>
                    <a:pt x="334" y="3103"/>
                    <a:pt x="1001" y="3937"/>
                  </a:cubicBezTo>
                  <a:lnTo>
                    <a:pt x="2335" y="2069"/>
                  </a:lnTo>
                  <a:cubicBezTo>
                    <a:pt x="1902" y="1468"/>
                    <a:pt x="1668" y="734"/>
                    <a:pt x="16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56"/>
            <p:cNvSpPr/>
            <p:nvPr/>
          </p:nvSpPr>
          <p:spPr>
            <a:xfrm>
              <a:off x="4603450" y="4540350"/>
              <a:ext cx="85925" cy="73375"/>
            </a:xfrm>
            <a:custGeom>
              <a:rect b="b" l="l" r="r" t="t"/>
              <a:pathLst>
                <a:path extrusionOk="0" h="2935" w="3437">
                  <a:moveTo>
                    <a:pt x="1469" y="1"/>
                  </a:moveTo>
                  <a:lnTo>
                    <a:pt x="1" y="2102"/>
                  </a:lnTo>
                  <a:cubicBezTo>
                    <a:pt x="602" y="2652"/>
                    <a:pt x="1409" y="2934"/>
                    <a:pt x="2228" y="2934"/>
                  </a:cubicBezTo>
                  <a:cubicBezTo>
                    <a:pt x="2453" y="2934"/>
                    <a:pt x="2680" y="2913"/>
                    <a:pt x="2903" y="2870"/>
                  </a:cubicBezTo>
                  <a:lnTo>
                    <a:pt x="3437" y="535"/>
                  </a:lnTo>
                  <a:lnTo>
                    <a:pt x="3437" y="535"/>
                  </a:lnTo>
                  <a:cubicBezTo>
                    <a:pt x="3294" y="562"/>
                    <a:pt x="3149" y="575"/>
                    <a:pt x="3005" y="575"/>
                  </a:cubicBezTo>
                  <a:cubicBezTo>
                    <a:pt x="2445" y="575"/>
                    <a:pt x="1893" y="373"/>
                    <a:pt x="146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56"/>
            <p:cNvSpPr/>
            <p:nvPr/>
          </p:nvSpPr>
          <p:spPr>
            <a:xfrm>
              <a:off x="4686025" y="4516175"/>
              <a:ext cx="90075" cy="93425"/>
            </a:xfrm>
            <a:custGeom>
              <a:rect b="b" l="l" r="r" t="t"/>
              <a:pathLst>
                <a:path extrusionOk="0" h="3737" w="3603">
                  <a:moveTo>
                    <a:pt x="3036" y="1"/>
                  </a:moveTo>
                  <a:cubicBezTo>
                    <a:pt x="2669" y="334"/>
                    <a:pt x="2235" y="634"/>
                    <a:pt x="1801" y="901"/>
                  </a:cubicBezTo>
                  <a:cubicBezTo>
                    <a:pt x="1401" y="1135"/>
                    <a:pt x="1001" y="1301"/>
                    <a:pt x="567" y="1402"/>
                  </a:cubicBezTo>
                  <a:lnTo>
                    <a:pt x="0" y="3737"/>
                  </a:lnTo>
                  <a:cubicBezTo>
                    <a:pt x="634" y="3570"/>
                    <a:pt x="1234" y="3336"/>
                    <a:pt x="1801" y="3003"/>
                  </a:cubicBezTo>
                  <a:cubicBezTo>
                    <a:pt x="2435" y="2602"/>
                    <a:pt x="3036" y="2169"/>
                    <a:pt x="3603" y="1668"/>
                  </a:cubicBezTo>
                  <a:lnTo>
                    <a:pt x="3036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56"/>
            <p:cNvSpPr/>
            <p:nvPr/>
          </p:nvSpPr>
          <p:spPr>
            <a:xfrm>
              <a:off x="4772750" y="4435275"/>
              <a:ext cx="86750" cy="111775"/>
            </a:xfrm>
            <a:custGeom>
              <a:rect b="b" l="l" r="r" t="t"/>
              <a:pathLst>
                <a:path extrusionOk="0" h="4471" w="3470">
                  <a:moveTo>
                    <a:pt x="2002" y="1"/>
                  </a:moveTo>
                  <a:cubicBezTo>
                    <a:pt x="1501" y="1035"/>
                    <a:pt x="801" y="1969"/>
                    <a:pt x="0" y="2803"/>
                  </a:cubicBezTo>
                  <a:lnTo>
                    <a:pt x="567" y="4471"/>
                  </a:lnTo>
                  <a:cubicBezTo>
                    <a:pt x="1768" y="3270"/>
                    <a:pt x="2736" y="1902"/>
                    <a:pt x="3469" y="368"/>
                  </a:cubicBezTo>
                  <a:lnTo>
                    <a:pt x="200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56"/>
            <p:cNvSpPr/>
            <p:nvPr/>
          </p:nvSpPr>
          <p:spPr>
            <a:xfrm>
              <a:off x="4829450" y="4220125"/>
              <a:ext cx="64250" cy="108450"/>
            </a:xfrm>
            <a:custGeom>
              <a:rect b="b" l="l" r="r" t="t"/>
              <a:pathLst>
                <a:path extrusionOk="0" h="4338" w="2570">
                  <a:moveTo>
                    <a:pt x="1468" y="1"/>
                  </a:moveTo>
                  <a:lnTo>
                    <a:pt x="1" y="2102"/>
                  </a:lnTo>
                  <a:cubicBezTo>
                    <a:pt x="501" y="2736"/>
                    <a:pt x="768" y="3537"/>
                    <a:pt x="768" y="4337"/>
                  </a:cubicBezTo>
                  <a:lnTo>
                    <a:pt x="2569" y="3303"/>
                  </a:lnTo>
                  <a:cubicBezTo>
                    <a:pt x="2536" y="1869"/>
                    <a:pt x="2135" y="735"/>
                    <a:pt x="146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56"/>
            <p:cNvSpPr/>
            <p:nvPr/>
          </p:nvSpPr>
          <p:spPr>
            <a:xfrm>
              <a:off x="4829450" y="4315200"/>
              <a:ext cx="64250" cy="115100"/>
            </a:xfrm>
            <a:custGeom>
              <a:rect b="b" l="l" r="r" t="t"/>
              <a:pathLst>
                <a:path extrusionOk="0" h="4604" w="2570">
                  <a:moveTo>
                    <a:pt x="2569" y="0"/>
                  </a:moveTo>
                  <a:lnTo>
                    <a:pt x="768" y="1068"/>
                  </a:lnTo>
                  <a:cubicBezTo>
                    <a:pt x="701" y="2135"/>
                    <a:pt x="434" y="3203"/>
                    <a:pt x="1" y="4203"/>
                  </a:cubicBezTo>
                  <a:lnTo>
                    <a:pt x="1468" y="4604"/>
                  </a:lnTo>
                  <a:cubicBezTo>
                    <a:pt x="2135" y="3169"/>
                    <a:pt x="2502" y="1602"/>
                    <a:pt x="256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56"/>
            <p:cNvSpPr/>
            <p:nvPr/>
          </p:nvSpPr>
          <p:spPr>
            <a:xfrm>
              <a:off x="3259175" y="2889175"/>
              <a:ext cx="346700" cy="311925"/>
            </a:xfrm>
            <a:custGeom>
              <a:rect b="b" l="l" r="r" t="t"/>
              <a:pathLst>
                <a:path extrusionOk="0" h="12477" w="13868">
                  <a:moveTo>
                    <a:pt x="10908" y="1"/>
                  </a:moveTo>
                  <a:cubicBezTo>
                    <a:pt x="10741" y="1"/>
                    <a:pt x="10574" y="134"/>
                    <a:pt x="10541" y="301"/>
                  </a:cubicBezTo>
                  <a:lnTo>
                    <a:pt x="8273" y="5071"/>
                  </a:lnTo>
                  <a:cubicBezTo>
                    <a:pt x="8273" y="5071"/>
                    <a:pt x="8239" y="5104"/>
                    <a:pt x="8239" y="5104"/>
                  </a:cubicBezTo>
                  <a:cubicBezTo>
                    <a:pt x="8206" y="5104"/>
                    <a:pt x="8173" y="5071"/>
                    <a:pt x="8139" y="5004"/>
                  </a:cubicBezTo>
                  <a:lnTo>
                    <a:pt x="6004" y="1335"/>
                  </a:lnTo>
                  <a:cubicBezTo>
                    <a:pt x="5871" y="1035"/>
                    <a:pt x="5671" y="1035"/>
                    <a:pt x="5571" y="1035"/>
                  </a:cubicBezTo>
                  <a:cubicBezTo>
                    <a:pt x="5404" y="1068"/>
                    <a:pt x="5271" y="1201"/>
                    <a:pt x="5237" y="1368"/>
                  </a:cubicBezTo>
                  <a:lnTo>
                    <a:pt x="2869" y="8140"/>
                  </a:lnTo>
                  <a:cubicBezTo>
                    <a:pt x="2835" y="8206"/>
                    <a:pt x="2802" y="8240"/>
                    <a:pt x="2802" y="8240"/>
                  </a:cubicBezTo>
                  <a:cubicBezTo>
                    <a:pt x="2769" y="8240"/>
                    <a:pt x="2702" y="8240"/>
                    <a:pt x="2669" y="8173"/>
                  </a:cubicBezTo>
                  <a:lnTo>
                    <a:pt x="2068" y="7573"/>
                  </a:lnTo>
                  <a:cubicBezTo>
                    <a:pt x="1966" y="7471"/>
                    <a:pt x="1825" y="7427"/>
                    <a:pt x="1690" y="7427"/>
                  </a:cubicBezTo>
                  <a:cubicBezTo>
                    <a:pt x="1648" y="7427"/>
                    <a:pt x="1607" y="7431"/>
                    <a:pt x="1568" y="7439"/>
                  </a:cubicBezTo>
                  <a:cubicBezTo>
                    <a:pt x="1401" y="7506"/>
                    <a:pt x="1268" y="7639"/>
                    <a:pt x="1234" y="7840"/>
                  </a:cubicBezTo>
                  <a:lnTo>
                    <a:pt x="33" y="12209"/>
                  </a:lnTo>
                  <a:cubicBezTo>
                    <a:pt x="0" y="12343"/>
                    <a:pt x="67" y="12443"/>
                    <a:pt x="167" y="12476"/>
                  </a:cubicBezTo>
                  <a:lnTo>
                    <a:pt x="234" y="12476"/>
                  </a:lnTo>
                  <a:cubicBezTo>
                    <a:pt x="300" y="12476"/>
                    <a:pt x="400" y="12443"/>
                    <a:pt x="434" y="12343"/>
                  </a:cubicBezTo>
                  <a:lnTo>
                    <a:pt x="1635" y="7940"/>
                  </a:lnTo>
                  <a:cubicBezTo>
                    <a:pt x="1668" y="7873"/>
                    <a:pt x="1701" y="7840"/>
                    <a:pt x="1701" y="7840"/>
                  </a:cubicBezTo>
                  <a:cubicBezTo>
                    <a:pt x="1735" y="7840"/>
                    <a:pt x="1768" y="7840"/>
                    <a:pt x="1801" y="7873"/>
                  </a:cubicBezTo>
                  <a:lnTo>
                    <a:pt x="2435" y="8473"/>
                  </a:lnTo>
                  <a:cubicBezTo>
                    <a:pt x="2518" y="8584"/>
                    <a:pt x="2670" y="8649"/>
                    <a:pt x="2814" y="8649"/>
                  </a:cubicBezTo>
                  <a:cubicBezTo>
                    <a:pt x="2844" y="8649"/>
                    <a:pt x="2874" y="8646"/>
                    <a:pt x="2902" y="8640"/>
                  </a:cubicBezTo>
                  <a:cubicBezTo>
                    <a:pt x="3069" y="8573"/>
                    <a:pt x="3236" y="8440"/>
                    <a:pt x="3269" y="8273"/>
                  </a:cubicBezTo>
                  <a:lnTo>
                    <a:pt x="5604" y="1502"/>
                  </a:lnTo>
                  <a:cubicBezTo>
                    <a:pt x="5604" y="1502"/>
                    <a:pt x="5604" y="1468"/>
                    <a:pt x="5604" y="1468"/>
                  </a:cubicBezTo>
                  <a:cubicBezTo>
                    <a:pt x="5637" y="1502"/>
                    <a:pt x="5637" y="1502"/>
                    <a:pt x="5671" y="1535"/>
                  </a:cubicBezTo>
                  <a:lnTo>
                    <a:pt x="7806" y="5238"/>
                  </a:lnTo>
                  <a:cubicBezTo>
                    <a:pt x="7872" y="5404"/>
                    <a:pt x="8073" y="5538"/>
                    <a:pt x="8239" y="5538"/>
                  </a:cubicBezTo>
                  <a:cubicBezTo>
                    <a:pt x="8406" y="5505"/>
                    <a:pt x="8573" y="5404"/>
                    <a:pt x="8640" y="5238"/>
                  </a:cubicBezTo>
                  <a:lnTo>
                    <a:pt x="10875" y="468"/>
                  </a:lnTo>
                  <a:cubicBezTo>
                    <a:pt x="10908" y="434"/>
                    <a:pt x="10908" y="401"/>
                    <a:pt x="10908" y="401"/>
                  </a:cubicBezTo>
                  <a:cubicBezTo>
                    <a:pt x="10975" y="434"/>
                    <a:pt x="10975" y="468"/>
                    <a:pt x="11008" y="501"/>
                  </a:cubicBezTo>
                  <a:lnTo>
                    <a:pt x="13410" y="4671"/>
                  </a:lnTo>
                  <a:cubicBezTo>
                    <a:pt x="13452" y="4744"/>
                    <a:pt x="13517" y="4775"/>
                    <a:pt x="13582" y="4775"/>
                  </a:cubicBezTo>
                  <a:cubicBezTo>
                    <a:pt x="13725" y="4775"/>
                    <a:pt x="13868" y="4630"/>
                    <a:pt x="13777" y="4470"/>
                  </a:cubicBezTo>
                  <a:lnTo>
                    <a:pt x="11375" y="301"/>
                  </a:lnTo>
                  <a:cubicBezTo>
                    <a:pt x="11275" y="134"/>
                    <a:pt x="11108" y="1"/>
                    <a:pt x="1090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56"/>
            <p:cNvSpPr/>
            <p:nvPr/>
          </p:nvSpPr>
          <p:spPr>
            <a:xfrm>
              <a:off x="3265000" y="2973300"/>
              <a:ext cx="333600" cy="368725"/>
            </a:xfrm>
            <a:custGeom>
              <a:rect b="b" l="l" r="r" t="t"/>
              <a:pathLst>
                <a:path extrusionOk="0" h="14749" w="13344">
                  <a:moveTo>
                    <a:pt x="10724" y="0"/>
                  </a:moveTo>
                  <a:cubicBezTo>
                    <a:pt x="10646" y="0"/>
                    <a:pt x="10576" y="67"/>
                    <a:pt x="10541" y="205"/>
                  </a:cubicBezTo>
                  <a:lnTo>
                    <a:pt x="8140" y="7910"/>
                  </a:lnTo>
                  <a:cubicBezTo>
                    <a:pt x="8106" y="8044"/>
                    <a:pt x="8040" y="8110"/>
                    <a:pt x="7960" y="8110"/>
                  </a:cubicBezTo>
                  <a:cubicBezTo>
                    <a:pt x="7881" y="8110"/>
                    <a:pt x="7790" y="8044"/>
                    <a:pt x="7706" y="7910"/>
                  </a:cubicBezTo>
                  <a:lnTo>
                    <a:pt x="5571" y="4241"/>
                  </a:lnTo>
                  <a:cubicBezTo>
                    <a:pt x="5505" y="4108"/>
                    <a:pt x="5421" y="4041"/>
                    <a:pt x="5346" y="4041"/>
                  </a:cubicBezTo>
                  <a:cubicBezTo>
                    <a:pt x="5271" y="4041"/>
                    <a:pt x="5204" y="4108"/>
                    <a:pt x="5171" y="4241"/>
                  </a:cubicBezTo>
                  <a:lnTo>
                    <a:pt x="2803" y="11013"/>
                  </a:lnTo>
                  <a:cubicBezTo>
                    <a:pt x="2771" y="11122"/>
                    <a:pt x="2718" y="11180"/>
                    <a:pt x="2657" y="11180"/>
                  </a:cubicBezTo>
                  <a:cubicBezTo>
                    <a:pt x="2587" y="11180"/>
                    <a:pt x="2507" y="11105"/>
                    <a:pt x="2436" y="10946"/>
                  </a:cubicBezTo>
                  <a:lnTo>
                    <a:pt x="1535" y="8644"/>
                  </a:lnTo>
                  <a:cubicBezTo>
                    <a:pt x="1466" y="8490"/>
                    <a:pt x="1398" y="8415"/>
                    <a:pt x="1334" y="8415"/>
                  </a:cubicBezTo>
                  <a:cubicBezTo>
                    <a:pt x="1273" y="8415"/>
                    <a:pt x="1217" y="8481"/>
                    <a:pt x="1168" y="8611"/>
                  </a:cubicBezTo>
                  <a:lnTo>
                    <a:pt x="1" y="13014"/>
                  </a:lnTo>
                  <a:lnTo>
                    <a:pt x="1" y="14749"/>
                  </a:lnTo>
                  <a:lnTo>
                    <a:pt x="13343" y="7043"/>
                  </a:lnTo>
                  <a:lnTo>
                    <a:pt x="13343" y="3240"/>
                  </a:lnTo>
                  <a:lnTo>
                    <a:pt x="10942" y="171"/>
                  </a:lnTo>
                  <a:cubicBezTo>
                    <a:pt x="10877" y="59"/>
                    <a:pt x="10797" y="0"/>
                    <a:pt x="1072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56"/>
            <p:cNvSpPr/>
            <p:nvPr/>
          </p:nvSpPr>
          <p:spPr>
            <a:xfrm>
              <a:off x="3378425" y="2897600"/>
              <a:ext cx="40050" cy="51250"/>
            </a:xfrm>
            <a:custGeom>
              <a:rect b="b" l="l" r="r" t="t"/>
              <a:pathLst>
                <a:path extrusionOk="0" h="2050" w="1602">
                  <a:moveTo>
                    <a:pt x="1144" y="0"/>
                  </a:moveTo>
                  <a:cubicBezTo>
                    <a:pt x="1040" y="0"/>
                    <a:pt x="923" y="32"/>
                    <a:pt x="801" y="97"/>
                  </a:cubicBezTo>
                  <a:cubicBezTo>
                    <a:pt x="334" y="397"/>
                    <a:pt x="34" y="931"/>
                    <a:pt x="0" y="1465"/>
                  </a:cubicBezTo>
                  <a:cubicBezTo>
                    <a:pt x="0" y="1839"/>
                    <a:pt x="181" y="2050"/>
                    <a:pt x="438" y="2050"/>
                  </a:cubicBezTo>
                  <a:cubicBezTo>
                    <a:pt x="548" y="2050"/>
                    <a:pt x="671" y="2012"/>
                    <a:pt x="801" y="1932"/>
                  </a:cubicBezTo>
                  <a:cubicBezTo>
                    <a:pt x="1268" y="1632"/>
                    <a:pt x="1568" y="1131"/>
                    <a:pt x="1601" y="564"/>
                  </a:cubicBezTo>
                  <a:cubicBezTo>
                    <a:pt x="1601" y="205"/>
                    <a:pt x="1412" y="0"/>
                    <a:pt x="114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56"/>
            <p:cNvSpPr/>
            <p:nvPr/>
          </p:nvSpPr>
          <p:spPr>
            <a:xfrm>
              <a:off x="3246650" y="3171375"/>
              <a:ext cx="401975" cy="235700"/>
            </a:xfrm>
            <a:custGeom>
              <a:rect b="b" l="l" r="r" t="t"/>
              <a:pathLst>
                <a:path extrusionOk="0" h="9428" w="16079">
                  <a:moveTo>
                    <a:pt x="15872" y="1"/>
                  </a:moveTo>
                  <a:cubicBezTo>
                    <a:pt x="15836" y="1"/>
                    <a:pt x="15803" y="8"/>
                    <a:pt x="15779" y="21"/>
                  </a:cubicBezTo>
                  <a:lnTo>
                    <a:pt x="134" y="9060"/>
                  </a:lnTo>
                  <a:cubicBezTo>
                    <a:pt x="34" y="9127"/>
                    <a:pt x="1" y="9227"/>
                    <a:pt x="67" y="9327"/>
                  </a:cubicBezTo>
                  <a:cubicBezTo>
                    <a:pt x="101" y="9394"/>
                    <a:pt x="168" y="9427"/>
                    <a:pt x="234" y="9427"/>
                  </a:cubicBezTo>
                  <a:cubicBezTo>
                    <a:pt x="268" y="9427"/>
                    <a:pt x="301" y="9427"/>
                    <a:pt x="334" y="9394"/>
                  </a:cubicBezTo>
                  <a:lnTo>
                    <a:pt x="15979" y="388"/>
                  </a:lnTo>
                  <a:cubicBezTo>
                    <a:pt x="16079" y="321"/>
                    <a:pt x="16079" y="187"/>
                    <a:pt x="16046" y="87"/>
                  </a:cubicBezTo>
                  <a:cubicBezTo>
                    <a:pt x="16003" y="24"/>
                    <a:pt x="15934" y="1"/>
                    <a:pt x="1587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56"/>
            <p:cNvSpPr/>
            <p:nvPr/>
          </p:nvSpPr>
          <p:spPr>
            <a:xfrm>
              <a:off x="3440950" y="3284675"/>
              <a:ext cx="10875" cy="205800"/>
            </a:xfrm>
            <a:custGeom>
              <a:rect b="b" l="l" r="r" t="t"/>
              <a:pathLst>
                <a:path extrusionOk="0" h="8232" w="435">
                  <a:moveTo>
                    <a:pt x="201" y="0"/>
                  </a:moveTo>
                  <a:cubicBezTo>
                    <a:pt x="101" y="0"/>
                    <a:pt x="1" y="75"/>
                    <a:pt x="1" y="225"/>
                  </a:cubicBezTo>
                  <a:lnTo>
                    <a:pt x="1" y="8031"/>
                  </a:lnTo>
                  <a:cubicBezTo>
                    <a:pt x="1" y="8131"/>
                    <a:pt x="68" y="8231"/>
                    <a:pt x="201" y="8231"/>
                  </a:cubicBezTo>
                  <a:cubicBezTo>
                    <a:pt x="301" y="8231"/>
                    <a:pt x="435" y="8131"/>
                    <a:pt x="401" y="8031"/>
                  </a:cubicBezTo>
                  <a:lnTo>
                    <a:pt x="401" y="225"/>
                  </a:lnTo>
                  <a:cubicBezTo>
                    <a:pt x="401" y="75"/>
                    <a:pt x="301" y="0"/>
                    <a:pt x="20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56"/>
            <p:cNvSpPr/>
            <p:nvPr/>
          </p:nvSpPr>
          <p:spPr>
            <a:xfrm>
              <a:off x="3843750" y="1640775"/>
              <a:ext cx="301900" cy="466775"/>
            </a:xfrm>
            <a:custGeom>
              <a:rect b="b" l="l" r="r" t="t"/>
              <a:pathLst>
                <a:path extrusionOk="0" h="18671" w="12076">
                  <a:moveTo>
                    <a:pt x="7639" y="1"/>
                  </a:moveTo>
                  <a:lnTo>
                    <a:pt x="7638" y="7"/>
                  </a:lnTo>
                  <a:lnTo>
                    <a:pt x="7638" y="7"/>
                  </a:lnTo>
                  <a:cubicBezTo>
                    <a:pt x="7650" y="5"/>
                    <a:pt x="7661" y="3"/>
                    <a:pt x="7673" y="1"/>
                  </a:cubicBezTo>
                  <a:close/>
                  <a:moveTo>
                    <a:pt x="7638" y="7"/>
                  </a:moveTo>
                  <a:lnTo>
                    <a:pt x="7638" y="7"/>
                  </a:lnTo>
                  <a:cubicBezTo>
                    <a:pt x="7116" y="111"/>
                    <a:pt x="6595" y="340"/>
                    <a:pt x="6138" y="601"/>
                  </a:cubicBezTo>
                  <a:cubicBezTo>
                    <a:pt x="2736" y="2569"/>
                    <a:pt x="0" y="8040"/>
                    <a:pt x="0" y="12843"/>
                  </a:cubicBezTo>
                  <a:cubicBezTo>
                    <a:pt x="0" y="16486"/>
                    <a:pt x="1573" y="18670"/>
                    <a:pt x="3817" y="18670"/>
                  </a:cubicBezTo>
                  <a:cubicBezTo>
                    <a:pt x="4532" y="18670"/>
                    <a:pt x="5316" y="18448"/>
                    <a:pt x="6138" y="17980"/>
                  </a:cubicBezTo>
                  <a:cubicBezTo>
                    <a:pt x="9007" y="16313"/>
                    <a:pt x="11409" y="12143"/>
                    <a:pt x="12076" y="8007"/>
                  </a:cubicBezTo>
                  <a:lnTo>
                    <a:pt x="12076" y="8007"/>
                  </a:lnTo>
                  <a:lnTo>
                    <a:pt x="10408" y="8373"/>
                  </a:lnTo>
                  <a:cubicBezTo>
                    <a:pt x="9908" y="11342"/>
                    <a:pt x="8173" y="14311"/>
                    <a:pt x="6138" y="15512"/>
                  </a:cubicBezTo>
                  <a:cubicBezTo>
                    <a:pt x="5552" y="15849"/>
                    <a:pt x="4994" y="16008"/>
                    <a:pt x="4483" y="16008"/>
                  </a:cubicBezTo>
                  <a:cubicBezTo>
                    <a:pt x="2870" y="16008"/>
                    <a:pt x="1735" y="14419"/>
                    <a:pt x="1735" y="11809"/>
                  </a:cubicBezTo>
                  <a:cubicBezTo>
                    <a:pt x="1768" y="8407"/>
                    <a:pt x="3703" y="4471"/>
                    <a:pt x="6138" y="3070"/>
                  </a:cubicBezTo>
                  <a:cubicBezTo>
                    <a:pt x="6472" y="2870"/>
                    <a:pt x="6839" y="2736"/>
                    <a:pt x="7239" y="2636"/>
                  </a:cubicBezTo>
                  <a:lnTo>
                    <a:pt x="7638" y="7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56"/>
            <p:cNvSpPr/>
            <p:nvPr/>
          </p:nvSpPr>
          <p:spPr>
            <a:xfrm>
              <a:off x="3931300" y="1772575"/>
              <a:ext cx="131800" cy="200950"/>
            </a:xfrm>
            <a:custGeom>
              <a:rect b="b" l="l" r="r" t="t"/>
              <a:pathLst>
                <a:path extrusionOk="0" h="8038" w="5272">
                  <a:moveTo>
                    <a:pt x="3640" y="1"/>
                  </a:moveTo>
                  <a:cubicBezTo>
                    <a:pt x="3332" y="1"/>
                    <a:pt x="2993" y="97"/>
                    <a:pt x="2636" y="299"/>
                  </a:cubicBezTo>
                  <a:cubicBezTo>
                    <a:pt x="1168" y="1133"/>
                    <a:pt x="1" y="3502"/>
                    <a:pt x="1" y="5537"/>
                  </a:cubicBezTo>
                  <a:cubicBezTo>
                    <a:pt x="1" y="7102"/>
                    <a:pt x="670" y="8037"/>
                    <a:pt x="1632" y="8037"/>
                  </a:cubicBezTo>
                  <a:cubicBezTo>
                    <a:pt x="1941" y="8037"/>
                    <a:pt x="2280" y="7941"/>
                    <a:pt x="2636" y="7738"/>
                  </a:cubicBezTo>
                  <a:cubicBezTo>
                    <a:pt x="4104" y="6904"/>
                    <a:pt x="5271" y="4536"/>
                    <a:pt x="5271" y="2501"/>
                  </a:cubicBezTo>
                  <a:cubicBezTo>
                    <a:pt x="5271" y="935"/>
                    <a:pt x="4602" y="1"/>
                    <a:pt x="364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56"/>
            <p:cNvSpPr/>
            <p:nvPr/>
          </p:nvSpPr>
          <p:spPr>
            <a:xfrm>
              <a:off x="4046400" y="1614450"/>
              <a:ext cx="125950" cy="211500"/>
            </a:xfrm>
            <a:custGeom>
              <a:rect b="b" l="l" r="r" t="t"/>
              <a:pathLst>
                <a:path extrusionOk="0" h="8460" w="5038">
                  <a:moveTo>
                    <a:pt x="1194" y="0"/>
                  </a:moveTo>
                  <a:cubicBezTo>
                    <a:pt x="937" y="0"/>
                    <a:pt x="673" y="29"/>
                    <a:pt x="401" y="86"/>
                  </a:cubicBezTo>
                  <a:lnTo>
                    <a:pt x="0" y="2755"/>
                  </a:lnTo>
                  <a:cubicBezTo>
                    <a:pt x="204" y="2709"/>
                    <a:pt x="402" y="2686"/>
                    <a:pt x="593" y="2686"/>
                  </a:cubicBezTo>
                  <a:cubicBezTo>
                    <a:pt x="2186" y="2686"/>
                    <a:pt x="3303" y="4267"/>
                    <a:pt x="3303" y="6858"/>
                  </a:cubicBezTo>
                  <a:cubicBezTo>
                    <a:pt x="3269" y="7392"/>
                    <a:pt x="3236" y="7925"/>
                    <a:pt x="3136" y="8459"/>
                  </a:cubicBezTo>
                  <a:lnTo>
                    <a:pt x="4837" y="8092"/>
                  </a:lnTo>
                  <a:cubicBezTo>
                    <a:pt x="4970" y="7325"/>
                    <a:pt x="5037" y="6591"/>
                    <a:pt x="5037" y="5824"/>
                  </a:cubicBezTo>
                  <a:cubicBezTo>
                    <a:pt x="5037" y="2199"/>
                    <a:pt x="3450" y="0"/>
                    <a:pt x="119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56"/>
            <p:cNvSpPr/>
            <p:nvPr/>
          </p:nvSpPr>
          <p:spPr>
            <a:xfrm>
              <a:off x="3926300" y="2398000"/>
              <a:ext cx="45075" cy="356950"/>
            </a:xfrm>
            <a:custGeom>
              <a:rect b="b" l="l" r="r" t="t"/>
              <a:pathLst>
                <a:path extrusionOk="0" h="14278" w="1803">
                  <a:moveTo>
                    <a:pt x="1802" y="0"/>
                  </a:moveTo>
                  <a:lnTo>
                    <a:pt x="1" y="1034"/>
                  </a:lnTo>
                  <a:lnTo>
                    <a:pt x="1" y="14277"/>
                  </a:lnTo>
                  <a:lnTo>
                    <a:pt x="1802" y="13243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56"/>
            <p:cNvSpPr/>
            <p:nvPr/>
          </p:nvSpPr>
          <p:spPr>
            <a:xfrm>
              <a:off x="4179000" y="2428025"/>
              <a:ext cx="45050" cy="180975"/>
            </a:xfrm>
            <a:custGeom>
              <a:rect b="b" l="l" r="r" t="t"/>
              <a:pathLst>
                <a:path extrusionOk="0" h="7239" w="1802">
                  <a:moveTo>
                    <a:pt x="1801" y="0"/>
                  </a:moveTo>
                  <a:lnTo>
                    <a:pt x="0" y="1034"/>
                  </a:lnTo>
                  <a:lnTo>
                    <a:pt x="0" y="7239"/>
                  </a:lnTo>
                  <a:lnTo>
                    <a:pt x="1801" y="6204"/>
                  </a:lnTo>
                  <a:lnTo>
                    <a:pt x="1801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56"/>
            <p:cNvSpPr/>
            <p:nvPr/>
          </p:nvSpPr>
          <p:spPr>
            <a:xfrm>
              <a:off x="4116450" y="2378800"/>
              <a:ext cx="44225" cy="266900"/>
            </a:xfrm>
            <a:custGeom>
              <a:rect b="b" l="l" r="r" t="t"/>
              <a:pathLst>
                <a:path extrusionOk="0" h="10676" w="1769">
                  <a:moveTo>
                    <a:pt x="1768" y="1"/>
                  </a:moveTo>
                  <a:lnTo>
                    <a:pt x="0" y="1035"/>
                  </a:lnTo>
                  <a:lnTo>
                    <a:pt x="0" y="10675"/>
                  </a:lnTo>
                  <a:lnTo>
                    <a:pt x="1768" y="9641"/>
                  </a:lnTo>
                  <a:lnTo>
                    <a:pt x="176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56"/>
            <p:cNvSpPr/>
            <p:nvPr/>
          </p:nvSpPr>
          <p:spPr>
            <a:xfrm>
              <a:off x="4053075" y="2529750"/>
              <a:ext cx="45050" cy="152625"/>
            </a:xfrm>
            <a:custGeom>
              <a:rect b="b" l="l" r="r" t="t"/>
              <a:pathLst>
                <a:path extrusionOk="0" h="6105" w="1802">
                  <a:moveTo>
                    <a:pt x="1801" y="1"/>
                  </a:moveTo>
                  <a:lnTo>
                    <a:pt x="0" y="1035"/>
                  </a:lnTo>
                  <a:lnTo>
                    <a:pt x="0" y="6105"/>
                  </a:lnTo>
                  <a:lnTo>
                    <a:pt x="1801" y="5071"/>
                  </a:lnTo>
                  <a:lnTo>
                    <a:pt x="180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56"/>
            <p:cNvSpPr/>
            <p:nvPr/>
          </p:nvSpPr>
          <p:spPr>
            <a:xfrm>
              <a:off x="3989675" y="2526425"/>
              <a:ext cx="45075" cy="192650"/>
            </a:xfrm>
            <a:custGeom>
              <a:rect b="b" l="l" r="r" t="t"/>
              <a:pathLst>
                <a:path extrusionOk="0" h="7706" w="1803">
                  <a:moveTo>
                    <a:pt x="1802" y="0"/>
                  </a:moveTo>
                  <a:lnTo>
                    <a:pt x="1" y="1034"/>
                  </a:lnTo>
                  <a:lnTo>
                    <a:pt x="1" y="7706"/>
                  </a:lnTo>
                  <a:lnTo>
                    <a:pt x="1802" y="6638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56"/>
            <p:cNvSpPr/>
            <p:nvPr/>
          </p:nvSpPr>
          <p:spPr>
            <a:xfrm>
              <a:off x="3892950" y="2572400"/>
              <a:ext cx="404450" cy="235900"/>
            </a:xfrm>
            <a:custGeom>
              <a:rect b="b" l="l" r="r" t="t"/>
              <a:pathLst>
                <a:path extrusionOk="0" h="9436" w="16178">
                  <a:moveTo>
                    <a:pt x="15880" y="0"/>
                  </a:moveTo>
                  <a:cubicBezTo>
                    <a:pt x="15848" y="0"/>
                    <a:pt x="15813" y="9"/>
                    <a:pt x="15778" y="29"/>
                  </a:cubicBezTo>
                  <a:lnTo>
                    <a:pt x="134" y="9069"/>
                  </a:lnTo>
                  <a:cubicBezTo>
                    <a:pt x="34" y="9102"/>
                    <a:pt x="1" y="9236"/>
                    <a:pt x="67" y="9336"/>
                  </a:cubicBezTo>
                  <a:cubicBezTo>
                    <a:pt x="101" y="9403"/>
                    <a:pt x="167" y="9436"/>
                    <a:pt x="234" y="9436"/>
                  </a:cubicBezTo>
                  <a:cubicBezTo>
                    <a:pt x="267" y="9436"/>
                    <a:pt x="301" y="9436"/>
                    <a:pt x="334" y="9403"/>
                  </a:cubicBezTo>
                  <a:lnTo>
                    <a:pt x="15979" y="396"/>
                  </a:lnTo>
                  <a:cubicBezTo>
                    <a:pt x="16177" y="283"/>
                    <a:pt x="16062" y="0"/>
                    <a:pt x="1588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56"/>
            <p:cNvSpPr/>
            <p:nvPr/>
          </p:nvSpPr>
          <p:spPr>
            <a:xfrm>
              <a:off x="4087250" y="2685900"/>
              <a:ext cx="10875" cy="205800"/>
            </a:xfrm>
            <a:custGeom>
              <a:rect b="b" l="l" r="r" t="t"/>
              <a:pathLst>
                <a:path extrusionOk="0" h="8232" w="435">
                  <a:moveTo>
                    <a:pt x="201" y="1"/>
                  </a:moveTo>
                  <a:cubicBezTo>
                    <a:pt x="101" y="1"/>
                    <a:pt x="1" y="76"/>
                    <a:pt x="1" y="226"/>
                  </a:cubicBezTo>
                  <a:lnTo>
                    <a:pt x="1" y="8032"/>
                  </a:lnTo>
                  <a:cubicBezTo>
                    <a:pt x="1" y="8132"/>
                    <a:pt x="101" y="8232"/>
                    <a:pt x="201" y="8232"/>
                  </a:cubicBezTo>
                  <a:cubicBezTo>
                    <a:pt x="334" y="8232"/>
                    <a:pt x="434" y="8132"/>
                    <a:pt x="401" y="8032"/>
                  </a:cubicBezTo>
                  <a:lnTo>
                    <a:pt x="401" y="226"/>
                  </a:lnTo>
                  <a:cubicBezTo>
                    <a:pt x="401" y="76"/>
                    <a:pt x="301" y="1"/>
                    <a:pt x="20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56"/>
            <p:cNvSpPr/>
            <p:nvPr/>
          </p:nvSpPr>
          <p:spPr>
            <a:xfrm>
              <a:off x="5191375" y="1351250"/>
              <a:ext cx="205175" cy="37700"/>
            </a:xfrm>
            <a:custGeom>
              <a:rect b="b" l="l" r="r" t="t"/>
              <a:pathLst>
                <a:path extrusionOk="0" h="1508" w="8207">
                  <a:moveTo>
                    <a:pt x="194" y="0"/>
                  </a:moveTo>
                  <a:cubicBezTo>
                    <a:pt x="109" y="0"/>
                    <a:pt x="34" y="87"/>
                    <a:pt x="34" y="174"/>
                  </a:cubicBezTo>
                  <a:cubicBezTo>
                    <a:pt x="1" y="274"/>
                    <a:pt x="67" y="374"/>
                    <a:pt x="201" y="374"/>
                  </a:cubicBezTo>
                  <a:lnTo>
                    <a:pt x="8006" y="1508"/>
                  </a:lnTo>
                  <a:lnTo>
                    <a:pt x="8040" y="1508"/>
                  </a:lnTo>
                  <a:cubicBezTo>
                    <a:pt x="8106" y="1508"/>
                    <a:pt x="8206" y="1441"/>
                    <a:pt x="8206" y="1341"/>
                  </a:cubicBezTo>
                  <a:cubicBezTo>
                    <a:pt x="8206" y="1241"/>
                    <a:pt x="8140" y="1141"/>
                    <a:pt x="8040" y="1141"/>
                  </a:cubicBezTo>
                  <a:lnTo>
                    <a:pt x="234" y="7"/>
                  </a:lnTo>
                  <a:cubicBezTo>
                    <a:pt x="221" y="2"/>
                    <a:pt x="207" y="0"/>
                    <a:pt x="19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6" name="Google Shape;2896;p56"/>
            <p:cNvSpPr/>
            <p:nvPr/>
          </p:nvSpPr>
          <p:spPr>
            <a:xfrm>
              <a:off x="5449050" y="2423625"/>
              <a:ext cx="252725" cy="47100"/>
            </a:xfrm>
            <a:custGeom>
              <a:rect b="b" l="l" r="r" t="t"/>
              <a:pathLst>
                <a:path extrusionOk="0" h="1884" w="10109">
                  <a:moveTo>
                    <a:pt x="183" y="1"/>
                  </a:moveTo>
                  <a:cubicBezTo>
                    <a:pt x="103" y="1"/>
                    <a:pt x="34" y="66"/>
                    <a:pt x="34" y="176"/>
                  </a:cubicBezTo>
                  <a:cubicBezTo>
                    <a:pt x="1" y="276"/>
                    <a:pt x="68" y="343"/>
                    <a:pt x="201" y="376"/>
                  </a:cubicBezTo>
                  <a:lnTo>
                    <a:pt x="9841" y="1877"/>
                  </a:lnTo>
                  <a:lnTo>
                    <a:pt x="9875" y="1877"/>
                  </a:lnTo>
                  <a:cubicBezTo>
                    <a:pt x="9888" y="1882"/>
                    <a:pt x="9902" y="1884"/>
                    <a:pt x="9915" y="1884"/>
                  </a:cubicBezTo>
                  <a:cubicBezTo>
                    <a:pt x="10000" y="1884"/>
                    <a:pt x="10075" y="1797"/>
                    <a:pt x="10075" y="1710"/>
                  </a:cubicBezTo>
                  <a:cubicBezTo>
                    <a:pt x="10108" y="1610"/>
                    <a:pt x="10041" y="1510"/>
                    <a:pt x="9908" y="1510"/>
                  </a:cubicBezTo>
                  <a:lnTo>
                    <a:pt x="234" y="9"/>
                  </a:lnTo>
                  <a:cubicBezTo>
                    <a:pt x="217" y="4"/>
                    <a:pt x="200" y="1"/>
                    <a:pt x="18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7" name="Google Shape;2897;p56"/>
            <p:cNvSpPr/>
            <p:nvPr/>
          </p:nvSpPr>
          <p:spPr>
            <a:xfrm>
              <a:off x="4833625" y="1974475"/>
              <a:ext cx="163550" cy="88300"/>
            </a:xfrm>
            <a:custGeom>
              <a:rect b="b" l="l" r="r" t="t"/>
              <a:pathLst>
                <a:path extrusionOk="0" h="3532" w="6542">
                  <a:moveTo>
                    <a:pt x="6272" y="0"/>
                  </a:moveTo>
                  <a:cubicBezTo>
                    <a:pt x="6240" y="0"/>
                    <a:pt x="6207" y="9"/>
                    <a:pt x="6171" y="29"/>
                  </a:cubicBezTo>
                  <a:lnTo>
                    <a:pt x="100" y="3165"/>
                  </a:lnTo>
                  <a:cubicBezTo>
                    <a:pt x="34" y="3231"/>
                    <a:pt x="0" y="3331"/>
                    <a:pt x="34" y="3432"/>
                  </a:cubicBezTo>
                  <a:cubicBezTo>
                    <a:pt x="67" y="3498"/>
                    <a:pt x="134" y="3532"/>
                    <a:pt x="201" y="3532"/>
                  </a:cubicBezTo>
                  <a:lnTo>
                    <a:pt x="301" y="3532"/>
                  </a:lnTo>
                  <a:lnTo>
                    <a:pt x="6372" y="363"/>
                  </a:lnTo>
                  <a:cubicBezTo>
                    <a:pt x="6542" y="278"/>
                    <a:pt x="6447" y="0"/>
                    <a:pt x="627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8" name="Google Shape;2898;p56"/>
            <p:cNvSpPr/>
            <p:nvPr/>
          </p:nvSpPr>
          <p:spPr>
            <a:xfrm>
              <a:off x="4648900" y="2318550"/>
              <a:ext cx="10875" cy="148675"/>
            </a:xfrm>
            <a:custGeom>
              <a:rect b="b" l="l" r="r" t="t"/>
              <a:pathLst>
                <a:path extrusionOk="0" h="5947" w="435">
                  <a:moveTo>
                    <a:pt x="218" y="1"/>
                  </a:moveTo>
                  <a:cubicBezTo>
                    <a:pt x="109" y="1"/>
                    <a:pt x="1" y="59"/>
                    <a:pt x="17" y="176"/>
                  </a:cubicBezTo>
                  <a:lnTo>
                    <a:pt x="17" y="5747"/>
                  </a:lnTo>
                  <a:cubicBezTo>
                    <a:pt x="17" y="5847"/>
                    <a:pt x="118" y="5947"/>
                    <a:pt x="218" y="5947"/>
                  </a:cubicBezTo>
                  <a:cubicBezTo>
                    <a:pt x="318" y="5947"/>
                    <a:pt x="418" y="5847"/>
                    <a:pt x="418" y="5747"/>
                  </a:cubicBezTo>
                  <a:lnTo>
                    <a:pt x="418" y="176"/>
                  </a:lnTo>
                  <a:cubicBezTo>
                    <a:pt x="434" y="59"/>
                    <a:pt x="326" y="1"/>
                    <a:pt x="21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9" name="Google Shape;2899;p56"/>
            <p:cNvSpPr/>
            <p:nvPr/>
          </p:nvSpPr>
          <p:spPr>
            <a:xfrm>
              <a:off x="4799925" y="3728700"/>
              <a:ext cx="454025" cy="229600"/>
            </a:xfrm>
            <a:custGeom>
              <a:rect b="b" l="l" r="r" t="t"/>
              <a:pathLst>
                <a:path extrusionOk="0" h="9184" w="18161">
                  <a:moveTo>
                    <a:pt x="282" y="1"/>
                  </a:moveTo>
                  <a:cubicBezTo>
                    <a:pt x="91" y="1"/>
                    <a:pt x="0" y="254"/>
                    <a:pt x="181" y="344"/>
                  </a:cubicBezTo>
                  <a:lnTo>
                    <a:pt x="17793" y="9184"/>
                  </a:lnTo>
                  <a:lnTo>
                    <a:pt x="17860" y="9184"/>
                  </a:lnTo>
                  <a:cubicBezTo>
                    <a:pt x="18060" y="9184"/>
                    <a:pt x="18160" y="8917"/>
                    <a:pt x="17960" y="8817"/>
                  </a:cubicBezTo>
                  <a:lnTo>
                    <a:pt x="348" y="10"/>
                  </a:lnTo>
                  <a:cubicBezTo>
                    <a:pt x="325" y="4"/>
                    <a:pt x="303" y="1"/>
                    <a:pt x="28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0" name="Google Shape;2900;p56"/>
            <p:cNvSpPr/>
            <p:nvPr/>
          </p:nvSpPr>
          <p:spPr>
            <a:xfrm>
              <a:off x="3429200" y="4345800"/>
              <a:ext cx="178575" cy="208750"/>
            </a:xfrm>
            <a:custGeom>
              <a:rect b="b" l="l" r="r" t="t"/>
              <a:pathLst>
                <a:path extrusionOk="0" h="8350" w="7143">
                  <a:moveTo>
                    <a:pt x="253" y="1"/>
                  </a:moveTo>
                  <a:cubicBezTo>
                    <a:pt x="117" y="1"/>
                    <a:pt x="1" y="156"/>
                    <a:pt x="104" y="311"/>
                  </a:cubicBezTo>
                  <a:lnTo>
                    <a:pt x="6775" y="8283"/>
                  </a:lnTo>
                  <a:cubicBezTo>
                    <a:pt x="6809" y="8350"/>
                    <a:pt x="6876" y="8350"/>
                    <a:pt x="6942" y="8350"/>
                  </a:cubicBezTo>
                  <a:cubicBezTo>
                    <a:pt x="6976" y="8350"/>
                    <a:pt x="7009" y="8350"/>
                    <a:pt x="7042" y="8317"/>
                  </a:cubicBezTo>
                  <a:cubicBezTo>
                    <a:pt x="7142" y="8250"/>
                    <a:pt x="7142" y="8116"/>
                    <a:pt x="7076" y="8050"/>
                  </a:cubicBezTo>
                  <a:lnTo>
                    <a:pt x="371" y="44"/>
                  </a:lnTo>
                  <a:cubicBezTo>
                    <a:pt x="333" y="14"/>
                    <a:pt x="292" y="1"/>
                    <a:pt x="25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1" name="Google Shape;2901;p56"/>
            <p:cNvSpPr/>
            <p:nvPr/>
          </p:nvSpPr>
          <p:spPr>
            <a:xfrm>
              <a:off x="3802050" y="4453300"/>
              <a:ext cx="191000" cy="148800"/>
            </a:xfrm>
            <a:custGeom>
              <a:rect b="b" l="l" r="r" t="t"/>
              <a:pathLst>
                <a:path extrusionOk="0" h="5952" w="7640">
                  <a:moveTo>
                    <a:pt x="7438" y="1"/>
                  </a:moveTo>
                  <a:cubicBezTo>
                    <a:pt x="7396" y="1"/>
                    <a:pt x="7351" y="17"/>
                    <a:pt x="7306" y="47"/>
                  </a:cubicBezTo>
                  <a:lnTo>
                    <a:pt x="101" y="5584"/>
                  </a:lnTo>
                  <a:cubicBezTo>
                    <a:pt x="34" y="5651"/>
                    <a:pt x="1" y="5785"/>
                    <a:pt x="67" y="5851"/>
                  </a:cubicBezTo>
                  <a:cubicBezTo>
                    <a:pt x="101" y="5918"/>
                    <a:pt x="167" y="5951"/>
                    <a:pt x="234" y="5951"/>
                  </a:cubicBezTo>
                  <a:cubicBezTo>
                    <a:pt x="267" y="5951"/>
                    <a:pt x="301" y="5918"/>
                    <a:pt x="334" y="5885"/>
                  </a:cubicBezTo>
                  <a:lnTo>
                    <a:pt x="7539" y="347"/>
                  </a:lnTo>
                  <a:cubicBezTo>
                    <a:pt x="7639" y="281"/>
                    <a:pt x="7639" y="147"/>
                    <a:pt x="7573" y="80"/>
                  </a:cubicBezTo>
                  <a:cubicBezTo>
                    <a:pt x="7536" y="25"/>
                    <a:pt x="7489" y="1"/>
                    <a:pt x="743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2" name="Google Shape;2902;p56"/>
            <p:cNvSpPr/>
            <p:nvPr/>
          </p:nvSpPr>
          <p:spPr>
            <a:xfrm>
              <a:off x="4185650" y="1864275"/>
              <a:ext cx="321100" cy="8375"/>
            </a:xfrm>
            <a:custGeom>
              <a:rect b="b" l="l" r="r" t="t"/>
              <a:pathLst>
                <a:path extrusionOk="0" h="335" w="12844">
                  <a:moveTo>
                    <a:pt x="12643" y="1"/>
                  </a:moveTo>
                  <a:lnTo>
                    <a:pt x="201" y="101"/>
                  </a:lnTo>
                  <a:cubicBezTo>
                    <a:pt x="101" y="101"/>
                    <a:pt x="1" y="134"/>
                    <a:pt x="34" y="201"/>
                  </a:cubicBezTo>
                  <a:cubicBezTo>
                    <a:pt x="34" y="267"/>
                    <a:pt x="101" y="334"/>
                    <a:pt x="201" y="334"/>
                  </a:cubicBezTo>
                  <a:lnTo>
                    <a:pt x="12643" y="234"/>
                  </a:lnTo>
                  <a:cubicBezTo>
                    <a:pt x="12743" y="234"/>
                    <a:pt x="12843" y="201"/>
                    <a:pt x="12843" y="134"/>
                  </a:cubicBezTo>
                  <a:cubicBezTo>
                    <a:pt x="12843" y="67"/>
                    <a:pt x="12743" y="1"/>
                    <a:pt x="1264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3" name="Google Shape;2903;p56"/>
            <p:cNvSpPr/>
            <p:nvPr/>
          </p:nvSpPr>
          <p:spPr>
            <a:xfrm>
              <a:off x="4715200" y="3815500"/>
              <a:ext cx="13375" cy="352950"/>
            </a:xfrm>
            <a:custGeom>
              <a:rect b="b" l="l" r="r" t="t"/>
              <a:pathLst>
                <a:path extrusionOk="0" h="14118" w="535">
                  <a:moveTo>
                    <a:pt x="239" y="1"/>
                  </a:moveTo>
                  <a:cubicBezTo>
                    <a:pt x="227" y="1"/>
                    <a:pt x="214" y="3"/>
                    <a:pt x="201" y="7"/>
                  </a:cubicBezTo>
                  <a:cubicBezTo>
                    <a:pt x="67" y="7"/>
                    <a:pt x="1" y="74"/>
                    <a:pt x="1" y="174"/>
                  </a:cubicBezTo>
                  <a:lnTo>
                    <a:pt x="167" y="13917"/>
                  </a:lnTo>
                  <a:cubicBezTo>
                    <a:pt x="167" y="14017"/>
                    <a:pt x="234" y="14118"/>
                    <a:pt x="368" y="14118"/>
                  </a:cubicBezTo>
                  <a:cubicBezTo>
                    <a:pt x="468" y="14118"/>
                    <a:pt x="534" y="14017"/>
                    <a:pt x="534" y="13917"/>
                  </a:cubicBezTo>
                  <a:lnTo>
                    <a:pt x="368" y="174"/>
                  </a:lnTo>
                  <a:cubicBezTo>
                    <a:pt x="368" y="88"/>
                    <a:pt x="318" y="1"/>
                    <a:pt x="23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56"/>
            <p:cNvSpPr/>
            <p:nvPr/>
          </p:nvSpPr>
          <p:spPr>
            <a:xfrm>
              <a:off x="5424875" y="2105050"/>
              <a:ext cx="79450" cy="231250"/>
            </a:xfrm>
            <a:custGeom>
              <a:rect b="b" l="l" r="r" t="t"/>
              <a:pathLst>
                <a:path extrusionOk="0" h="9250" w="3178">
                  <a:moveTo>
                    <a:pt x="2922" y="1"/>
                  </a:moveTo>
                  <a:cubicBezTo>
                    <a:pt x="2848" y="1"/>
                    <a:pt x="2782" y="33"/>
                    <a:pt x="2769" y="110"/>
                  </a:cubicBezTo>
                  <a:lnTo>
                    <a:pt x="34" y="9016"/>
                  </a:lnTo>
                  <a:cubicBezTo>
                    <a:pt x="1" y="9116"/>
                    <a:pt x="67" y="9216"/>
                    <a:pt x="167" y="9250"/>
                  </a:cubicBezTo>
                  <a:lnTo>
                    <a:pt x="201" y="9250"/>
                  </a:lnTo>
                  <a:cubicBezTo>
                    <a:pt x="301" y="9250"/>
                    <a:pt x="368" y="9183"/>
                    <a:pt x="401" y="9116"/>
                  </a:cubicBezTo>
                  <a:lnTo>
                    <a:pt x="3136" y="210"/>
                  </a:lnTo>
                  <a:cubicBezTo>
                    <a:pt x="3177" y="86"/>
                    <a:pt x="3040" y="1"/>
                    <a:pt x="292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56"/>
            <p:cNvSpPr/>
            <p:nvPr/>
          </p:nvSpPr>
          <p:spPr>
            <a:xfrm>
              <a:off x="4573425" y="3479950"/>
              <a:ext cx="292750" cy="370775"/>
            </a:xfrm>
            <a:custGeom>
              <a:rect b="b" l="l" r="r" t="t"/>
              <a:pathLst>
                <a:path extrusionOk="0" h="14831" w="11710">
                  <a:moveTo>
                    <a:pt x="8274" y="920"/>
                  </a:moveTo>
                  <a:cubicBezTo>
                    <a:pt x="8674" y="920"/>
                    <a:pt x="9074" y="1021"/>
                    <a:pt x="9441" y="1221"/>
                  </a:cubicBezTo>
                  <a:cubicBezTo>
                    <a:pt x="10308" y="1721"/>
                    <a:pt x="10775" y="2822"/>
                    <a:pt x="10775" y="4290"/>
                  </a:cubicBezTo>
                  <a:cubicBezTo>
                    <a:pt x="10775" y="7559"/>
                    <a:pt x="8474" y="11561"/>
                    <a:pt x="5638" y="13196"/>
                  </a:cubicBezTo>
                  <a:cubicBezTo>
                    <a:pt x="4856" y="13637"/>
                    <a:pt x="4123" y="13861"/>
                    <a:pt x="3473" y="13861"/>
                  </a:cubicBezTo>
                  <a:cubicBezTo>
                    <a:pt x="3042" y="13861"/>
                    <a:pt x="2649" y="13762"/>
                    <a:pt x="2303" y="13563"/>
                  </a:cubicBezTo>
                  <a:cubicBezTo>
                    <a:pt x="1435" y="13063"/>
                    <a:pt x="968" y="11995"/>
                    <a:pt x="968" y="10494"/>
                  </a:cubicBezTo>
                  <a:cubicBezTo>
                    <a:pt x="968" y="7225"/>
                    <a:pt x="3270" y="3222"/>
                    <a:pt x="6105" y="1588"/>
                  </a:cubicBezTo>
                  <a:cubicBezTo>
                    <a:pt x="6739" y="1187"/>
                    <a:pt x="7506" y="954"/>
                    <a:pt x="8274" y="920"/>
                  </a:cubicBezTo>
                  <a:close/>
                  <a:moveTo>
                    <a:pt x="8266" y="1"/>
                  </a:moveTo>
                  <a:cubicBezTo>
                    <a:pt x="7445" y="1"/>
                    <a:pt x="6547" y="265"/>
                    <a:pt x="5638" y="787"/>
                  </a:cubicBezTo>
                  <a:cubicBezTo>
                    <a:pt x="2536" y="2588"/>
                    <a:pt x="1" y="6925"/>
                    <a:pt x="1" y="10527"/>
                  </a:cubicBezTo>
                  <a:cubicBezTo>
                    <a:pt x="1" y="12362"/>
                    <a:pt x="668" y="13730"/>
                    <a:pt x="1836" y="14397"/>
                  </a:cubicBezTo>
                  <a:cubicBezTo>
                    <a:pt x="2336" y="14697"/>
                    <a:pt x="2903" y="14830"/>
                    <a:pt x="3470" y="14830"/>
                  </a:cubicBezTo>
                  <a:cubicBezTo>
                    <a:pt x="4404" y="14797"/>
                    <a:pt x="5305" y="14530"/>
                    <a:pt x="6105" y="14030"/>
                  </a:cubicBezTo>
                  <a:cubicBezTo>
                    <a:pt x="9208" y="12229"/>
                    <a:pt x="11709" y="7859"/>
                    <a:pt x="11709" y="4290"/>
                  </a:cubicBezTo>
                  <a:cubicBezTo>
                    <a:pt x="11709" y="2455"/>
                    <a:pt x="11076" y="1087"/>
                    <a:pt x="9908" y="420"/>
                  </a:cubicBezTo>
                  <a:cubicBezTo>
                    <a:pt x="9417" y="140"/>
                    <a:pt x="8862" y="1"/>
                    <a:pt x="826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56"/>
            <p:cNvSpPr/>
            <p:nvPr/>
          </p:nvSpPr>
          <p:spPr>
            <a:xfrm>
              <a:off x="4640975" y="3562400"/>
              <a:ext cx="158475" cy="204850"/>
            </a:xfrm>
            <a:custGeom>
              <a:rect b="b" l="l" r="r" t="t"/>
              <a:pathLst>
                <a:path extrusionOk="0" h="8194" w="6339">
                  <a:moveTo>
                    <a:pt x="4580" y="0"/>
                  </a:moveTo>
                  <a:cubicBezTo>
                    <a:pt x="4157" y="0"/>
                    <a:pt x="3679" y="137"/>
                    <a:pt x="3170" y="424"/>
                  </a:cubicBezTo>
                  <a:cubicBezTo>
                    <a:pt x="1302" y="1659"/>
                    <a:pt x="101" y="3694"/>
                    <a:pt x="1" y="5928"/>
                  </a:cubicBezTo>
                  <a:cubicBezTo>
                    <a:pt x="1" y="7371"/>
                    <a:pt x="705" y="8193"/>
                    <a:pt x="1745" y="8193"/>
                  </a:cubicBezTo>
                  <a:cubicBezTo>
                    <a:pt x="2172" y="8193"/>
                    <a:pt x="2655" y="8054"/>
                    <a:pt x="3170" y="7763"/>
                  </a:cubicBezTo>
                  <a:cubicBezTo>
                    <a:pt x="5038" y="6529"/>
                    <a:pt x="6205" y="4494"/>
                    <a:pt x="6339" y="2259"/>
                  </a:cubicBezTo>
                  <a:cubicBezTo>
                    <a:pt x="6339" y="834"/>
                    <a:pt x="5628" y="0"/>
                    <a:pt x="458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56"/>
            <p:cNvSpPr/>
            <p:nvPr/>
          </p:nvSpPr>
          <p:spPr>
            <a:xfrm>
              <a:off x="3957175" y="4127075"/>
              <a:ext cx="292725" cy="370775"/>
            </a:xfrm>
            <a:custGeom>
              <a:rect b="b" l="l" r="r" t="t"/>
              <a:pathLst>
                <a:path extrusionOk="0" h="14831" w="11709">
                  <a:moveTo>
                    <a:pt x="8274" y="925"/>
                  </a:moveTo>
                  <a:cubicBezTo>
                    <a:pt x="8703" y="925"/>
                    <a:pt x="9098" y="1023"/>
                    <a:pt x="9440" y="1221"/>
                  </a:cubicBezTo>
                  <a:cubicBezTo>
                    <a:pt x="10307" y="1721"/>
                    <a:pt x="10774" y="2822"/>
                    <a:pt x="10774" y="4290"/>
                  </a:cubicBezTo>
                  <a:cubicBezTo>
                    <a:pt x="10774" y="7559"/>
                    <a:pt x="8473" y="11562"/>
                    <a:pt x="5637" y="13196"/>
                  </a:cubicBezTo>
                  <a:cubicBezTo>
                    <a:pt x="4855" y="13637"/>
                    <a:pt x="4122" y="13861"/>
                    <a:pt x="3472" y="13861"/>
                  </a:cubicBezTo>
                  <a:cubicBezTo>
                    <a:pt x="3041" y="13861"/>
                    <a:pt x="2648" y="13763"/>
                    <a:pt x="2302" y="13563"/>
                  </a:cubicBezTo>
                  <a:cubicBezTo>
                    <a:pt x="1434" y="13096"/>
                    <a:pt x="967" y="11995"/>
                    <a:pt x="967" y="10494"/>
                  </a:cubicBezTo>
                  <a:cubicBezTo>
                    <a:pt x="967" y="7225"/>
                    <a:pt x="3269" y="3256"/>
                    <a:pt x="6104" y="1621"/>
                  </a:cubicBezTo>
                  <a:cubicBezTo>
                    <a:pt x="6872" y="1157"/>
                    <a:pt x="7614" y="925"/>
                    <a:pt x="8274" y="925"/>
                  </a:cubicBezTo>
                  <a:close/>
                  <a:moveTo>
                    <a:pt x="8263" y="1"/>
                  </a:moveTo>
                  <a:cubicBezTo>
                    <a:pt x="7438" y="1"/>
                    <a:pt x="6532" y="265"/>
                    <a:pt x="5604" y="787"/>
                  </a:cubicBezTo>
                  <a:cubicBezTo>
                    <a:pt x="2502" y="2589"/>
                    <a:pt x="0" y="6958"/>
                    <a:pt x="0" y="10528"/>
                  </a:cubicBezTo>
                  <a:cubicBezTo>
                    <a:pt x="0" y="12362"/>
                    <a:pt x="634" y="13730"/>
                    <a:pt x="1835" y="14397"/>
                  </a:cubicBezTo>
                  <a:cubicBezTo>
                    <a:pt x="2302" y="14697"/>
                    <a:pt x="2869" y="14831"/>
                    <a:pt x="3469" y="14831"/>
                  </a:cubicBezTo>
                  <a:cubicBezTo>
                    <a:pt x="4403" y="14797"/>
                    <a:pt x="5304" y="14530"/>
                    <a:pt x="6104" y="14030"/>
                  </a:cubicBezTo>
                  <a:cubicBezTo>
                    <a:pt x="9207" y="12229"/>
                    <a:pt x="11708" y="7892"/>
                    <a:pt x="11708" y="4323"/>
                  </a:cubicBezTo>
                  <a:cubicBezTo>
                    <a:pt x="11708" y="2488"/>
                    <a:pt x="11075" y="1087"/>
                    <a:pt x="9907" y="420"/>
                  </a:cubicBezTo>
                  <a:cubicBezTo>
                    <a:pt x="9416" y="140"/>
                    <a:pt x="8861" y="1"/>
                    <a:pt x="826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56"/>
            <p:cNvSpPr/>
            <p:nvPr/>
          </p:nvSpPr>
          <p:spPr>
            <a:xfrm>
              <a:off x="4023875" y="4209375"/>
              <a:ext cx="159300" cy="205000"/>
            </a:xfrm>
            <a:custGeom>
              <a:rect b="b" l="l" r="r" t="t"/>
              <a:pathLst>
                <a:path extrusionOk="0" h="8200" w="6372">
                  <a:moveTo>
                    <a:pt x="4613" y="1"/>
                  </a:moveTo>
                  <a:cubicBezTo>
                    <a:pt x="4187" y="1"/>
                    <a:pt x="3708" y="139"/>
                    <a:pt x="3203" y="431"/>
                  </a:cubicBezTo>
                  <a:cubicBezTo>
                    <a:pt x="1302" y="1665"/>
                    <a:pt x="134" y="3700"/>
                    <a:pt x="1" y="5935"/>
                  </a:cubicBezTo>
                  <a:cubicBezTo>
                    <a:pt x="1" y="7377"/>
                    <a:pt x="721" y="8199"/>
                    <a:pt x="1771" y="8199"/>
                  </a:cubicBezTo>
                  <a:cubicBezTo>
                    <a:pt x="2202" y="8199"/>
                    <a:pt x="2688" y="8061"/>
                    <a:pt x="3203" y="7769"/>
                  </a:cubicBezTo>
                  <a:cubicBezTo>
                    <a:pt x="5071" y="6535"/>
                    <a:pt x="6238" y="4500"/>
                    <a:pt x="6372" y="2265"/>
                  </a:cubicBezTo>
                  <a:cubicBezTo>
                    <a:pt x="6372" y="823"/>
                    <a:pt x="5651" y="1"/>
                    <a:pt x="461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9" name="Google Shape;2909;p56"/>
            <p:cNvSpPr/>
            <p:nvPr/>
          </p:nvSpPr>
          <p:spPr>
            <a:xfrm>
              <a:off x="3278350" y="4134700"/>
              <a:ext cx="220175" cy="278100"/>
            </a:xfrm>
            <a:custGeom>
              <a:rect b="b" l="l" r="r" t="t"/>
              <a:pathLst>
                <a:path extrusionOk="0" h="11124" w="8807">
                  <a:moveTo>
                    <a:pt x="6238" y="682"/>
                  </a:moveTo>
                  <a:lnTo>
                    <a:pt x="6238" y="716"/>
                  </a:lnTo>
                  <a:cubicBezTo>
                    <a:pt x="6288" y="710"/>
                    <a:pt x="6338" y="707"/>
                    <a:pt x="6388" y="707"/>
                  </a:cubicBezTo>
                  <a:cubicBezTo>
                    <a:pt x="6637" y="707"/>
                    <a:pt x="6883" y="777"/>
                    <a:pt x="7105" y="916"/>
                  </a:cubicBezTo>
                  <a:cubicBezTo>
                    <a:pt x="7739" y="1283"/>
                    <a:pt x="8106" y="2117"/>
                    <a:pt x="8106" y="3218"/>
                  </a:cubicBezTo>
                  <a:cubicBezTo>
                    <a:pt x="8106" y="5653"/>
                    <a:pt x="6372" y="8655"/>
                    <a:pt x="4237" y="9889"/>
                  </a:cubicBezTo>
                  <a:cubicBezTo>
                    <a:pt x="3662" y="10226"/>
                    <a:pt x="3122" y="10398"/>
                    <a:pt x="2638" y="10398"/>
                  </a:cubicBezTo>
                  <a:cubicBezTo>
                    <a:pt x="2309" y="10398"/>
                    <a:pt x="2005" y="10318"/>
                    <a:pt x="1735" y="10156"/>
                  </a:cubicBezTo>
                  <a:cubicBezTo>
                    <a:pt x="1101" y="9789"/>
                    <a:pt x="734" y="8988"/>
                    <a:pt x="734" y="7854"/>
                  </a:cubicBezTo>
                  <a:cubicBezTo>
                    <a:pt x="734" y="5419"/>
                    <a:pt x="2469" y="2417"/>
                    <a:pt x="4604" y="1183"/>
                  </a:cubicBezTo>
                  <a:cubicBezTo>
                    <a:pt x="5071" y="883"/>
                    <a:pt x="5638" y="716"/>
                    <a:pt x="6238" y="682"/>
                  </a:cubicBezTo>
                  <a:close/>
                  <a:moveTo>
                    <a:pt x="6204" y="0"/>
                  </a:moveTo>
                  <a:cubicBezTo>
                    <a:pt x="5587" y="0"/>
                    <a:pt x="4912" y="196"/>
                    <a:pt x="4237" y="582"/>
                  </a:cubicBezTo>
                  <a:cubicBezTo>
                    <a:pt x="1902" y="1917"/>
                    <a:pt x="0" y="5186"/>
                    <a:pt x="0" y="7888"/>
                  </a:cubicBezTo>
                  <a:cubicBezTo>
                    <a:pt x="0" y="9255"/>
                    <a:pt x="501" y="10289"/>
                    <a:pt x="1368" y="10790"/>
                  </a:cubicBezTo>
                  <a:cubicBezTo>
                    <a:pt x="1768" y="11023"/>
                    <a:pt x="2169" y="11123"/>
                    <a:pt x="2636" y="11123"/>
                  </a:cubicBezTo>
                  <a:cubicBezTo>
                    <a:pt x="3303" y="11090"/>
                    <a:pt x="4003" y="10890"/>
                    <a:pt x="4570" y="10523"/>
                  </a:cubicBezTo>
                  <a:cubicBezTo>
                    <a:pt x="6905" y="9188"/>
                    <a:pt x="8807" y="5919"/>
                    <a:pt x="8807" y="3218"/>
                  </a:cubicBezTo>
                  <a:cubicBezTo>
                    <a:pt x="8807" y="1850"/>
                    <a:pt x="8306" y="816"/>
                    <a:pt x="7439" y="315"/>
                  </a:cubicBezTo>
                  <a:cubicBezTo>
                    <a:pt x="7073" y="105"/>
                    <a:pt x="6654" y="0"/>
                    <a:pt x="620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0" name="Google Shape;2910;p56"/>
            <p:cNvSpPr/>
            <p:nvPr/>
          </p:nvSpPr>
          <p:spPr>
            <a:xfrm>
              <a:off x="3329225" y="4196800"/>
              <a:ext cx="119275" cy="153425"/>
            </a:xfrm>
            <a:custGeom>
              <a:rect b="b" l="l" r="r" t="t"/>
              <a:pathLst>
                <a:path extrusionOk="0" h="6137" w="4771">
                  <a:moveTo>
                    <a:pt x="3468" y="0"/>
                  </a:moveTo>
                  <a:cubicBezTo>
                    <a:pt x="3147" y="0"/>
                    <a:pt x="2785" y="108"/>
                    <a:pt x="2402" y="333"/>
                  </a:cubicBezTo>
                  <a:cubicBezTo>
                    <a:pt x="967" y="1234"/>
                    <a:pt x="100" y="2768"/>
                    <a:pt x="0" y="4436"/>
                  </a:cubicBezTo>
                  <a:cubicBezTo>
                    <a:pt x="0" y="5519"/>
                    <a:pt x="532" y="6137"/>
                    <a:pt x="1314" y="6137"/>
                  </a:cubicBezTo>
                  <a:cubicBezTo>
                    <a:pt x="1640" y="6137"/>
                    <a:pt x="2009" y="6030"/>
                    <a:pt x="2402" y="5804"/>
                  </a:cubicBezTo>
                  <a:cubicBezTo>
                    <a:pt x="3803" y="4903"/>
                    <a:pt x="4670" y="3369"/>
                    <a:pt x="4770" y="1701"/>
                  </a:cubicBezTo>
                  <a:cubicBezTo>
                    <a:pt x="4770" y="618"/>
                    <a:pt x="4238" y="0"/>
                    <a:pt x="346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56"/>
            <p:cNvSpPr/>
            <p:nvPr/>
          </p:nvSpPr>
          <p:spPr>
            <a:xfrm>
              <a:off x="3658625" y="3716950"/>
              <a:ext cx="225175" cy="285550"/>
            </a:xfrm>
            <a:custGeom>
              <a:rect b="b" l="l" r="r" t="t"/>
              <a:pathLst>
                <a:path extrusionOk="0" h="11422" w="9007">
                  <a:moveTo>
                    <a:pt x="6352" y="731"/>
                  </a:moveTo>
                  <a:cubicBezTo>
                    <a:pt x="6678" y="731"/>
                    <a:pt x="6977" y="803"/>
                    <a:pt x="7239" y="947"/>
                  </a:cubicBezTo>
                  <a:cubicBezTo>
                    <a:pt x="7906" y="1348"/>
                    <a:pt x="8273" y="2182"/>
                    <a:pt x="8273" y="3316"/>
                  </a:cubicBezTo>
                  <a:cubicBezTo>
                    <a:pt x="8273" y="5851"/>
                    <a:pt x="6471" y="8920"/>
                    <a:pt x="4303" y="10154"/>
                  </a:cubicBezTo>
                  <a:cubicBezTo>
                    <a:pt x="3716" y="10498"/>
                    <a:pt x="3141" y="10670"/>
                    <a:pt x="2638" y="10670"/>
                  </a:cubicBezTo>
                  <a:cubicBezTo>
                    <a:pt x="2312" y="10670"/>
                    <a:pt x="2017" y="10598"/>
                    <a:pt x="1768" y="10454"/>
                  </a:cubicBezTo>
                  <a:cubicBezTo>
                    <a:pt x="1101" y="10054"/>
                    <a:pt x="734" y="9220"/>
                    <a:pt x="734" y="8086"/>
                  </a:cubicBezTo>
                  <a:cubicBezTo>
                    <a:pt x="734" y="5584"/>
                    <a:pt x="2502" y="2515"/>
                    <a:pt x="4670" y="1248"/>
                  </a:cubicBezTo>
                  <a:cubicBezTo>
                    <a:pt x="5278" y="903"/>
                    <a:pt x="5848" y="731"/>
                    <a:pt x="6352" y="731"/>
                  </a:cubicBezTo>
                  <a:close/>
                  <a:moveTo>
                    <a:pt x="6358" y="1"/>
                  </a:moveTo>
                  <a:cubicBezTo>
                    <a:pt x="5726" y="1"/>
                    <a:pt x="5037" y="205"/>
                    <a:pt x="4337" y="614"/>
                  </a:cubicBezTo>
                  <a:cubicBezTo>
                    <a:pt x="1935" y="1981"/>
                    <a:pt x="0" y="5350"/>
                    <a:pt x="0" y="8086"/>
                  </a:cubicBezTo>
                  <a:cubicBezTo>
                    <a:pt x="0" y="9487"/>
                    <a:pt x="501" y="10554"/>
                    <a:pt x="1401" y="11088"/>
                  </a:cubicBezTo>
                  <a:cubicBezTo>
                    <a:pt x="1768" y="11288"/>
                    <a:pt x="2202" y="11421"/>
                    <a:pt x="2635" y="11421"/>
                  </a:cubicBezTo>
                  <a:cubicBezTo>
                    <a:pt x="3369" y="11388"/>
                    <a:pt x="4070" y="11188"/>
                    <a:pt x="4670" y="10788"/>
                  </a:cubicBezTo>
                  <a:cubicBezTo>
                    <a:pt x="7072" y="9420"/>
                    <a:pt x="9007" y="6051"/>
                    <a:pt x="9007" y="3316"/>
                  </a:cubicBezTo>
                  <a:cubicBezTo>
                    <a:pt x="9007" y="1915"/>
                    <a:pt x="8506" y="847"/>
                    <a:pt x="7606" y="314"/>
                  </a:cubicBezTo>
                  <a:cubicBezTo>
                    <a:pt x="7230" y="105"/>
                    <a:pt x="6809" y="1"/>
                    <a:pt x="635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56"/>
            <p:cNvSpPr/>
            <p:nvPr/>
          </p:nvSpPr>
          <p:spPr>
            <a:xfrm>
              <a:off x="3710325" y="3780825"/>
              <a:ext cx="121775" cy="157275"/>
            </a:xfrm>
            <a:custGeom>
              <a:rect b="b" l="l" r="r" t="t"/>
              <a:pathLst>
                <a:path extrusionOk="0" h="6291" w="4871">
                  <a:moveTo>
                    <a:pt x="3512" y="1"/>
                  </a:moveTo>
                  <a:cubicBezTo>
                    <a:pt x="3186" y="1"/>
                    <a:pt x="2821" y="106"/>
                    <a:pt x="2435" y="327"/>
                  </a:cubicBezTo>
                  <a:cubicBezTo>
                    <a:pt x="1001" y="1261"/>
                    <a:pt x="67" y="2829"/>
                    <a:pt x="0" y="4563"/>
                  </a:cubicBezTo>
                  <a:cubicBezTo>
                    <a:pt x="0" y="5655"/>
                    <a:pt x="540" y="6291"/>
                    <a:pt x="1344" y="6291"/>
                  </a:cubicBezTo>
                  <a:cubicBezTo>
                    <a:pt x="1671" y="6291"/>
                    <a:pt x="2041" y="6186"/>
                    <a:pt x="2435" y="5964"/>
                  </a:cubicBezTo>
                  <a:cubicBezTo>
                    <a:pt x="3870" y="5030"/>
                    <a:pt x="4770" y="3463"/>
                    <a:pt x="4870" y="1728"/>
                  </a:cubicBezTo>
                  <a:cubicBezTo>
                    <a:pt x="4870" y="637"/>
                    <a:pt x="4314" y="1"/>
                    <a:pt x="351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56"/>
            <p:cNvSpPr/>
            <p:nvPr/>
          </p:nvSpPr>
          <p:spPr>
            <a:xfrm>
              <a:off x="4069750" y="3587475"/>
              <a:ext cx="179325" cy="228225"/>
            </a:xfrm>
            <a:custGeom>
              <a:rect b="b" l="l" r="r" t="t"/>
              <a:pathLst>
                <a:path extrusionOk="0" h="9129" w="7173">
                  <a:moveTo>
                    <a:pt x="5051" y="607"/>
                  </a:moveTo>
                  <a:cubicBezTo>
                    <a:pt x="5315" y="607"/>
                    <a:pt x="5557" y="669"/>
                    <a:pt x="5771" y="789"/>
                  </a:cubicBezTo>
                  <a:cubicBezTo>
                    <a:pt x="6338" y="1089"/>
                    <a:pt x="6605" y="1756"/>
                    <a:pt x="6605" y="2657"/>
                  </a:cubicBezTo>
                  <a:cubicBezTo>
                    <a:pt x="6505" y="4892"/>
                    <a:pt x="5337" y="6894"/>
                    <a:pt x="3469" y="8128"/>
                  </a:cubicBezTo>
                  <a:cubicBezTo>
                    <a:pt x="2990" y="8407"/>
                    <a:pt x="2547" y="8543"/>
                    <a:pt x="2154" y="8543"/>
                  </a:cubicBezTo>
                  <a:cubicBezTo>
                    <a:pt x="1890" y="8543"/>
                    <a:pt x="1649" y="8482"/>
                    <a:pt x="1435" y="8361"/>
                  </a:cubicBezTo>
                  <a:cubicBezTo>
                    <a:pt x="868" y="8061"/>
                    <a:pt x="601" y="7394"/>
                    <a:pt x="601" y="6460"/>
                  </a:cubicBezTo>
                  <a:cubicBezTo>
                    <a:pt x="701" y="4258"/>
                    <a:pt x="1868" y="2224"/>
                    <a:pt x="3736" y="1023"/>
                  </a:cubicBezTo>
                  <a:cubicBezTo>
                    <a:pt x="4215" y="743"/>
                    <a:pt x="4658" y="607"/>
                    <a:pt x="5051" y="607"/>
                  </a:cubicBezTo>
                  <a:close/>
                  <a:moveTo>
                    <a:pt x="5074" y="1"/>
                  </a:moveTo>
                  <a:cubicBezTo>
                    <a:pt x="4576" y="1"/>
                    <a:pt x="4028" y="161"/>
                    <a:pt x="3469" y="489"/>
                  </a:cubicBezTo>
                  <a:cubicBezTo>
                    <a:pt x="1568" y="1590"/>
                    <a:pt x="0" y="4292"/>
                    <a:pt x="0" y="6460"/>
                  </a:cubicBezTo>
                  <a:cubicBezTo>
                    <a:pt x="0" y="7594"/>
                    <a:pt x="401" y="8428"/>
                    <a:pt x="1134" y="8862"/>
                  </a:cubicBezTo>
                  <a:cubicBezTo>
                    <a:pt x="1435" y="9028"/>
                    <a:pt x="1768" y="9128"/>
                    <a:pt x="2135" y="9128"/>
                  </a:cubicBezTo>
                  <a:cubicBezTo>
                    <a:pt x="2702" y="9095"/>
                    <a:pt x="3269" y="8928"/>
                    <a:pt x="3736" y="8628"/>
                  </a:cubicBezTo>
                  <a:cubicBezTo>
                    <a:pt x="5638" y="7527"/>
                    <a:pt x="7172" y="4859"/>
                    <a:pt x="7172" y="2657"/>
                  </a:cubicBezTo>
                  <a:cubicBezTo>
                    <a:pt x="7172" y="1523"/>
                    <a:pt x="6805" y="689"/>
                    <a:pt x="6071" y="255"/>
                  </a:cubicBezTo>
                  <a:cubicBezTo>
                    <a:pt x="5776" y="86"/>
                    <a:pt x="5438" y="1"/>
                    <a:pt x="507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4" name="Google Shape;2914;p56"/>
            <p:cNvSpPr/>
            <p:nvPr/>
          </p:nvSpPr>
          <p:spPr>
            <a:xfrm>
              <a:off x="4111450" y="363870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806" y="0"/>
                  </a:moveTo>
                  <a:cubicBezTo>
                    <a:pt x="2544" y="0"/>
                    <a:pt x="2248" y="89"/>
                    <a:pt x="1935" y="275"/>
                  </a:cubicBezTo>
                  <a:cubicBezTo>
                    <a:pt x="801" y="1008"/>
                    <a:pt x="67" y="2276"/>
                    <a:pt x="0" y="3644"/>
                  </a:cubicBezTo>
                  <a:cubicBezTo>
                    <a:pt x="0" y="4524"/>
                    <a:pt x="442" y="5031"/>
                    <a:pt x="1083" y="5031"/>
                  </a:cubicBezTo>
                  <a:cubicBezTo>
                    <a:pt x="1340" y="5031"/>
                    <a:pt x="1629" y="4950"/>
                    <a:pt x="1935" y="4778"/>
                  </a:cubicBezTo>
                  <a:cubicBezTo>
                    <a:pt x="3069" y="4011"/>
                    <a:pt x="3803" y="2776"/>
                    <a:pt x="3870" y="1409"/>
                  </a:cubicBezTo>
                  <a:cubicBezTo>
                    <a:pt x="3870" y="513"/>
                    <a:pt x="3436" y="0"/>
                    <a:pt x="280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5" name="Google Shape;2915;p56"/>
            <p:cNvSpPr/>
            <p:nvPr/>
          </p:nvSpPr>
          <p:spPr>
            <a:xfrm>
              <a:off x="3350900" y="3468700"/>
              <a:ext cx="180150" cy="227750"/>
            </a:xfrm>
            <a:custGeom>
              <a:rect b="b" l="l" r="r" t="t"/>
              <a:pathLst>
                <a:path extrusionOk="0" h="9110" w="7206">
                  <a:moveTo>
                    <a:pt x="5051" y="588"/>
                  </a:moveTo>
                  <a:cubicBezTo>
                    <a:pt x="5315" y="588"/>
                    <a:pt x="5557" y="649"/>
                    <a:pt x="5771" y="770"/>
                  </a:cubicBezTo>
                  <a:cubicBezTo>
                    <a:pt x="6338" y="1070"/>
                    <a:pt x="6605" y="1737"/>
                    <a:pt x="6605" y="2638"/>
                  </a:cubicBezTo>
                  <a:cubicBezTo>
                    <a:pt x="6505" y="4873"/>
                    <a:pt x="5338" y="6908"/>
                    <a:pt x="3470" y="8109"/>
                  </a:cubicBezTo>
                  <a:cubicBezTo>
                    <a:pt x="2987" y="8390"/>
                    <a:pt x="2540" y="8539"/>
                    <a:pt x="2145" y="8539"/>
                  </a:cubicBezTo>
                  <a:cubicBezTo>
                    <a:pt x="1884" y="8539"/>
                    <a:pt x="1646" y="8474"/>
                    <a:pt x="1435" y="8342"/>
                  </a:cubicBezTo>
                  <a:cubicBezTo>
                    <a:pt x="868" y="8042"/>
                    <a:pt x="601" y="7375"/>
                    <a:pt x="601" y="6474"/>
                  </a:cubicBezTo>
                  <a:cubicBezTo>
                    <a:pt x="701" y="4239"/>
                    <a:pt x="1868" y="2204"/>
                    <a:pt x="3736" y="1004"/>
                  </a:cubicBezTo>
                  <a:cubicBezTo>
                    <a:pt x="4215" y="724"/>
                    <a:pt x="4658" y="588"/>
                    <a:pt x="5051" y="588"/>
                  </a:cubicBezTo>
                  <a:close/>
                  <a:moveTo>
                    <a:pt x="5087" y="1"/>
                  </a:moveTo>
                  <a:cubicBezTo>
                    <a:pt x="4586" y="1"/>
                    <a:pt x="4033" y="173"/>
                    <a:pt x="3470" y="503"/>
                  </a:cubicBezTo>
                  <a:cubicBezTo>
                    <a:pt x="1568" y="1604"/>
                    <a:pt x="0" y="4273"/>
                    <a:pt x="0" y="6474"/>
                  </a:cubicBezTo>
                  <a:cubicBezTo>
                    <a:pt x="0" y="7608"/>
                    <a:pt x="401" y="8442"/>
                    <a:pt x="1135" y="8843"/>
                  </a:cubicBezTo>
                  <a:cubicBezTo>
                    <a:pt x="1435" y="9043"/>
                    <a:pt x="1768" y="9109"/>
                    <a:pt x="2135" y="9109"/>
                  </a:cubicBezTo>
                  <a:cubicBezTo>
                    <a:pt x="2702" y="9076"/>
                    <a:pt x="3269" y="8909"/>
                    <a:pt x="3736" y="8609"/>
                  </a:cubicBezTo>
                  <a:cubicBezTo>
                    <a:pt x="5638" y="7542"/>
                    <a:pt x="7206" y="4840"/>
                    <a:pt x="7206" y="2638"/>
                  </a:cubicBezTo>
                  <a:cubicBezTo>
                    <a:pt x="7206" y="1504"/>
                    <a:pt x="6805" y="670"/>
                    <a:pt x="6071" y="270"/>
                  </a:cubicBezTo>
                  <a:cubicBezTo>
                    <a:pt x="5779" y="89"/>
                    <a:pt x="5446" y="1"/>
                    <a:pt x="508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6" name="Google Shape;2916;p56"/>
            <p:cNvSpPr/>
            <p:nvPr/>
          </p:nvSpPr>
          <p:spPr>
            <a:xfrm>
              <a:off x="3392600" y="351995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787" y="1"/>
                  </a:moveTo>
                  <a:cubicBezTo>
                    <a:pt x="2530" y="1"/>
                    <a:pt x="2241" y="83"/>
                    <a:pt x="1935" y="254"/>
                  </a:cubicBezTo>
                  <a:cubicBezTo>
                    <a:pt x="767" y="1022"/>
                    <a:pt x="67" y="2256"/>
                    <a:pt x="0" y="3624"/>
                  </a:cubicBezTo>
                  <a:cubicBezTo>
                    <a:pt x="0" y="4519"/>
                    <a:pt x="433" y="5032"/>
                    <a:pt x="1064" y="5032"/>
                  </a:cubicBezTo>
                  <a:cubicBezTo>
                    <a:pt x="1326" y="5032"/>
                    <a:pt x="1622" y="4944"/>
                    <a:pt x="1935" y="4758"/>
                  </a:cubicBezTo>
                  <a:cubicBezTo>
                    <a:pt x="3069" y="4024"/>
                    <a:pt x="3803" y="2756"/>
                    <a:pt x="3870" y="1389"/>
                  </a:cubicBezTo>
                  <a:cubicBezTo>
                    <a:pt x="3870" y="508"/>
                    <a:pt x="3428" y="1"/>
                    <a:pt x="278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56"/>
            <p:cNvSpPr/>
            <p:nvPr/>
          </p:nvSpPr>
          <p:spPr>
            <a:xfrm>
              <a:off x="5040425" y="3303925"/>
              <a:ext cx="129925" cy="157350"/>
            </a:xfrm>
            <a:custGeom>
              <a:rect b="b" l="l" r="r" t="t"/>
              <a:pathLst>
                <a:path extrusionOk="0" h="6294" w="5197">
                  <a:moveTo>
                    <a:pt x="3439" y="399"/>
                  </a:moveTo>
                  <a:cubicBezTo>
                    <a:pt x="4144" y="399"/>
                    <a:pt x="4796" y="1042"/>
                    <a:pt x="4604" y="1857"/>
                  </a:cubicBezTo>
                  <a:cubicBezTo>
                    <a:pt x="4504" y="3392"/>
                    <a:pt x="3704" y="4793"/>
                    <a:pt x="2436" y="5626"/>
                  </a:cubicBezTo>
                  <a:cubicBezTo>
                    <a:pt x="2192" y="5852"/>
                    <a:pt x="1908" y="5950"/>
                    <a:pt x="1633" y="5950"/>
                  </a:cubicBezTo>
                  <a:cubicBezTo>
                    <a:pt x="929" y="5950"/>
                    <a:pt x="276" y="5307"/>
                    <a:pt x="468" y="4492"/>
                  </a:cubicBezTo>
                  <a:cubicBezTo>
                    <a:pt x="535" y="2958"/>
                    <a:pt x="1369" y="1557"/>
                    <a:pt x="2636" y="723"/>
                  </a:cubicBezTo>
                  <a:cubicBezTo>
                    <a:pt x="2880" y="498"/>
                    <a:pt x="3164" y="399"/>
                    <a:pt x="3439" y="399"/>
                  </a:cubicBezTo>
                  <a:close/>
                  <a:moveTo>
                    <a:pt x="3462" y="0"/>
                  </a:moveTo>
                  <a:cubicBezTo>
                    <a:pt x="3113" y="0"/>
                    <a:pt x="2752" y="120"/>
                    <a:pt x="2436" y="389"/>
                  </a:cubicBezTo>
                  <a:cubicBezTo>
                    <a:pt x="1035" y="1290"/>
                    <a:pt x="168" y="2824"/>
                    <a:pt x="68" y="4492"/>
                  </a:cubicBezTo>
                  <a:cubicBezTo>
                    <a:pt x="1" y="5126"/>
                    <a:pt x="301" y="5760"/>
                    <a:pt x="835" y="6127"/>
                  </a:cubicBezTo>
                  <a:cubicBezTo>
                    <a:pt x="1035" y="6260"/>
                    <a:pt x="1269" y="6294"/>
                    <a:pt x="1535" y="6294"/>
                  </a:cubicBezTo>
                  <a:cubicBezTo>
                    <a:pt x="1902" y="6294"/>
                    <a:pt x="2303" y="6160"/>
                    <a:pt x="2636" y="5960"/>
                  </a:cubicBezTo>
                  <a:cubicBezTo>
                    <a:pt x="4037" y="5059"/>
                    <a:pt x="4904" y="3525"/>
                    <a:pt x="5005" y="1857"/>
                  </a:cubicBezTo>
                  <a:cubicBezTo>
                    <a:pt x="5197" y="799"/>
                    <a:pt x="4366" y="0"/>
                    <a:pt x="346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56"/>
            <p:cNvSpPr/>
            <p:nvPr/>
          </p:nvSpPr>
          <p:spPr>
            <a:xfrm>
              <a:off x="5070450" y="3340275"/>
              <a:ext cx="67575" cy="86025"/>
            </a:xfrm>
            <a:custGeom>
              <a:rect b="b" l="l" r="r" t="t"/>
              <a:pathLst>
                <a:path extrusionOk="0" h="3441" w="2703">
                  <a:moveTo>
                    <a:pt x="1927" y="1"/>
                  </a:moveTo>
                  <a:cubicBezTo>
                    <a:pt x="1746" y="1"/>
                    <a:pt x="1545" y="55"/>
                    <a:pt x="1335" y="170"/>
                  </a:cubicBezTo>
                  <a:cubicBezTo>
                    <a:pt x="568" y="670"/>
                    <a:pt x="68" y="1537"/>
                    <a:pt x="1" y="2505"/>
                  </a:cubicBezTo>
                  <a:cubicBezTo>
                    <a:pt x="1" y="3100"/>
                    <a:pt x="307" y="3441"/>
                    <a:pt x="750" y="3441"/>
                  </a:cubicBezTo>
                  <a:cubicBezTo>
                    <a:pt x="927" y="3441"/>
                    <a:pt x="1125" y="3386"/>
                    <a:pt x="1335" y="3272"/>
                  </a:cubicBezTo>
                  <a:cubicBezTo>
                    <a:pt x="2136" y="2738"/>
                    <a:pt x="2636" y="1904"/>
                    <a:pt x="2703" y="937"/>
                  </a:cubicBezTo>
                  <a:cubicBezTo>
                    <a:pt x="2703" y="341"/>
                    <a:pt x="2379" y="1"/>
                    <a:pt x="192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56"/>
            <p:cNvSpPr/>
            <p:nvPr/>
          </p:nvSpPr>
          <p:spPr>
            <a:xfrm>
              <a:off x="5323150" y="3266225"/>
              <a:ext cx="130600" cy="157525"/>
            </a:xfrm>
            <a:custGeom>
              <a:rect b="b" l="l" r="r" t="t"/>
              <a:pathLst>
                <a:path extrusionOk="0" h="6301" w="5224">
                  <a:moveTo>
                    <a:pt x="3569" y="430"/>
                  </a:moveTo>
                  <a:cubicBezTo>
                    <a:pt x="3736" y="430"/>
                    <a:pt x="3903" y="496"/>
                    <a:pt x="4036" y="563"/>
                  </a:cubicBezTo>
                  <a:cubicBezTo>
                    <a:pt x="4437" y="863"/>
                    <a:pt x="4670" y="1364"/>
                    <a:pt x="4603" y="1864"/>
                  </a:cubicBezTo>
                  <a:cubicBezTo>
                    <a:pt x="4537" y="3398"/>
                    <a:pt x="3736" y="4799"/>
                    <a:pt x="2435" y="5633"/>
                  </a:cubicBezTo>
                  <a:cubicBezTo>
                    <a:pt x="2193" y="5847"/>
                    <a:pt x="1913" y="5942"/>
                    <a:pt x="1640" y="5942"/>
                  </a:cubicBezTo>
                  <a:cubicBezTo>
                    <a:pt x="932" y="5942"/>
                    <a:pt x="275" y="5308"/>
                    <a:pt x="467" y="4466"/>
                  </a:cubicBezTo>
                  <a:cubicBezTo>
                    <a:pt x="567" y="2965"/>
                    <a:pt x="1368" y="1564"/>
                    <a:pt x="2635" y="730"/>
                  </a:cubicBezTo>
                  <a:cubicBezTo>
                    <a:pt x="2902" y="563"/>
                    <a:pt x="3236" y="463"/>
                    <a:pt x="3569" y="430"/>
                  </a:cubicBezTo>
                  <a:close/>
                  <a:moveTo>
                    <a:pt x="3429" y="1"/>
                  </a:moveTo>
                  <a:cubicBezTo>
                    <a:pt x="3088" y="1"/>
                    <a:pt x="2740" y="112"/>
                    <a:pt x="2435" y="363"/>
                  </a:cubicBezTo>
                  <a:cubicBezTo>
                    <a:pt x="1034" y="1297"/>
                    <a:pt x="167" y="2831"/>
                    <a:pt x="67" y="4499"/>
                  </a:cubicBezTo>
                  <a:cubicBezTo>
                    <a:pt x="0" y="5133"/>
                    <a:pt x="300" y="5767"/>
                    <a:pt x="834" y="6134"/>
                  </a:cubicBezTo>
                  <a:cubicBezTo>
                    <a:pt x="1034" y="6267"/>
                    <a:pt x="1268" y="6301"/>
                    <a:pt x="1534" y="6301"/>
                  </a:cubicBezTo>
                  <a:cubicBezTo>
                    <a:pt x="1901" y="6301"/>
                    <a:pt x="2302" y="6200"/>
                    <a:pt x="2635" y="6000"/>
                  </a:cubicBezTo>
                  <a:cubicBezTo>
                    <a:pt x="4036" y="5066"/>
                    <a:pt x="4937" y="3565"/>
                    <a:pt x="5004" y="1897"/>
                  </a:cubicBezTo>
                  <a:cubicBezTo>
                    <a:pt x="5223" y="824"/>
                    <a:pt x="4355" y="1"/>
                    <a:pt x="342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56"/>
            <p:cNvSpPr/>
            <p:nvPr/>
          </p:nvSpPr>
          <p:spPr>
            <a:xfrm>
              <a:off x="5353150" y="3302400"/>
              <a:ext cx="66750" cy="86350"/>
            </a:xfrm>
            <a:custGeom>
              <a:rect b="b" l="l" r="r" t="t"/>
              <a:pathLst>
                <a:path extrusionOk="0" h="3454" w="2670">
                  <a:moveTo>
                    <a:pt x="1925" y="0"/>
                  </a:moveTo>
                  <a:cubicBezTo>
                    <a:pt x="1747" y="0"/>
                    <a:pt x="1547" y="59"/>
                    <a:pt x="1335" y="184"/>
                  </a:cubicBezTo>
                  <a:cubicBezTo>
                    <a:pt x="535" y="684"/>
                    <a:pt x="34" y="1551"/>
                    <a:pt x="1" y="2485"/>
                  </a:cubicBezTo>
                  <a:cubicBezTo>
                    <a:pt x="1" y="3106"/>
                    <a:pt x="309" y="3454"/>
                    <a:pt x="753" y="3454"/>
                  </a:cubicBezTo>
                  <a:cubicBezTo>
                    <a:pt x="930" y="3454"/>
                    <a:pt x="1127" y="3399"/>
                    <a:pt x="1335" y="3286"/>
                  </a:cubicBezTo>
                  <a:cubicBezTo>
                    <a:pt x="2136" y="2752"/>
                    <a:pt x="2636" y="1885"/>
                    <a:pt x="2669" y="951"/>
                  </a:cubicBezTo>
                  <a:cubicBezTo>
                    <a:pt x="2669" y="357"/>
                    <a:pt x="2365" y="0"/>
                    <a:pt x="192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56"/>
            <p:cNvSpPr/>
            <p:nvPr/>
          </p:nvSpPr>
          <p:spPr>
            <a:xfrm>
              <a:off x="3098225" y="3913675"/>
              <a:ext cx="129950" cy="158050"/>
            </a:xfrm>
            <a:custGeom>
              <a:rect b="b" l="l" r="r" t="t"/>
              <a:pathLst>
                <a:path extrusionOk="0" h="6322" w="5198">
                  <a:moveTo>
                    <a:pt x="3439" y="393"/>
                  </a:moveTo>
                  <a:cubicBezTo>
                    <a:pt x="4143" y="393"/>
                    <a:pt x="4795" y="1036"/>
                    <a:pt x="4603" y="1851"/>
                  </a:cubicBezTo>
                  <a:cubicBezTo>
                    <a:pt x="4537" y="3386"/>
                    <a:pt x="3736" y="4787"/>
                    <a:pt x="2435" y="5621"/>
                  </a:cubicBezTo>
                  <a:cubicBezTo>
                    <a:pt x="2191" y="5846"/>
                    <a:pt x="1908" y="5944"/>
                    <a:pt x="1632" y="5944"/>
                  </a:cubicBezTo>
                  <a:cubicBezTo>
                    <a:pt x="928" y="5944"/>
                    <a:pt x="275" y="5302"/>
                    <a:pt x="467" y="4486"/>
                  </a:cubicBezTo>
                  <a:cubicBezTo>
                    <a:pt x="567" y="2952"/>
                    <a:pt x="1368" y="1551"/>
                    <a:pt x="2635" y="717"/>
                  </a:cubicBezTo>
                  <a:cubicBezTo>
                    <a:pt x="2879" y="492"/>
                    <a:pt x="3163" y="393"/>
                    <a:pt x="3439" y="393"/>
                  </a:cubicBezTo>
                  <a:close/>
                  <a:moveTo>
                    <a:pt x="3448" y="0"/>
                  </a:moveTo>
                  <a:cubicBezTo>
                    <a:pt x="3103" y="0"/>
                    <a:pt x="2747" y="117"/>
                    <a:pt x="2435" y="384"/>
                  </a:cubicBezTo>
                  <a:cubicBezTo>
                    <a:pt x="1034" y="1284"/>
                    <a:pt x="167" y="2819"/>
                    <a:pt x="67" y="4486"/>
                  </a:cubicBezTo>
                  <a:cubicBezTo>
                    <a:pt x="0" y="5120"/>
                    <a:pt x="300" y="5754"/>
                    <a:pt x="834" y="6121"/>
                  </a:cubicBezTo>
                  <a:cubicBezTo>
                    <a:pt x="1034" y="6254"/>
                    <a:pt x="1301" y="6321"/>
                    <a:pt x="1535" y="6321"/>
                  </a:cubicBezTo>
                  <a:cubicBezTo>
                    <a:pt x="1935" y="6288"/>
                    <a:pt x="2302" y="6188"/>
                    <a:pt x="2635" y="5954"/>
                  </a:cubicBezTo>
                  <a:cubicBezTo>
                    <a:pt x="4036" y="5054"/>
                    <a:pt x="4937" y="3519"/>
                    <a:pt x="5004" y="1851"/>
                  </a:cubicBezTo>
                  <a:cubicBezTo>
                    <a:pt x="5197" y="812"/>
                    <a:pt x="4357" y="0"/>
                    <a:pt x="344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56"/>
            <p:cNvSpPr/>
            <p:nvPr/>
          </p:nvSpPr>
          <p:spPr>
            <a:xfrm>
              <a:off x="3128250" y="3949875"/>
              <a:ext cx="67550" cy="86400"/>
            </a:xfrm>
            <a:custGeom>
              <a:rect b="b" l="l" r="r" t="t"/>
              <a:pathLst>
                <a:path extrusionOk="0" h="3456" w="2702">
                  <a:moveTo>
                    <a:pt x="1941" y="1"/>
                  </a:moveTo>
                  <a:cubicBezTo>
                    <a:pt x="1759" y="1"/>
                    <a:pt x="1554" y="55"/>
                    <a:pt x="1334" y="170"/>
                  </a:cubicBezTo>
                  <a:cubicBezTo>
                    <a:pt x="567" y="703"/>
                    <a:pt x="67" y="1537"/>
                    <a:pt x="0" y="2505"/>
                  </a:cubicBezTo>
                  <a:cubicBezTo>
                    <a:pt x="0" y="3098"/>
                    <a:pt x="304" y="3455"/>
                    <a:pt x="744" y="3455"/>
                  </a:cubicBezTo>
                  <a:cubicBezTo>
                    <a:pt x="923" y="3455"/>
                    <a:pt x="1123" y="3397"/>
                    <a:pt x="1334" y="3272"/>
                  </a:cubicBezTo>
                  <a:cubicBezTo>
                    <a:pt x="2135" y="2772"/>
                    <a:pt x="2635" y="1904"/>
                    <a:pt x="2702" y="937"/>
                  </a:cubicBezTo>
                  <a:cubicBezTo>
                    <a:pt x="2702" y="341"/>
                    <a:pt x="2396" y="1"/>
                    <a:pt x="194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3" name="Google Shape;2923;p56"/>
            <p:cNvSpPr/>
            <p:nvPr/>
          </p:nvSpPr>
          <p:spPr>
            <a:xfrm>
              <a:off x="3918800" y="3267750"/>
              <a:ext cx="129350" cy="157675"/>
            </a:xfrm>
            <a:custGeom>
              <a:rect b="b" l="l" r="r" t="t"/>
              <a:pathLst>
                <a:path extrusionOk="0" h="6307" w="5174">
                  <a:moveTo>
                    <a:pt x="3432" y="406"/>
                  </a:moveTo>
                  <a:cubicBezTo>
                    <a:pt x="4121" y="406"/>
                    <a:pt x="4771" y="1036"/>
                    <a:pt x="4604" y="1870"/>
                  </a:cubicBezTo>
                  <a:cubicBezTo>
                    <a:pt x="4504" y="3371"/>
                    <a:pt x="3703" y="4772"/>
                    <a:pt x="2436" y="5606"/>
                  </a:cubicBezTo>
                  <a:cubicBezTo>
                    <a:pt x="2192" y="5831"/>
                    <a:pt x="1908" y="5929"/>
                    <a:pt x="1632" y="5929"/>
                  </a:cubicBezTo>
                  <a:cubicBezTo>
                    <a:pt x="928" y="5929"/>
                    <a:pt x="276" y="5287"/>
                    <a:pt x="468" y="4472"/>
                  </a:cubicBezTo>
                  <a:cubicBezTo>
                    <a:pt x="534" y="2937"/>
                    <a:pt x="1335" y="1570"/>
                    <a:pt x="2636" y="736"/>
                  </a:cubicBezTo>
                  <a:cubicBezTo>
                    <a:pt x="2874" y="507"/>
                    <a:pt x="3156" y="406"/>
                    <a:pt x="3432" y="406"/>
                  </a:cubicBezTo>
                  <a:close/>
                  <a:moveTo>
                    <a:pt x="3435" y="0"/>
                  </a:moveTo>
                  <a:cubicBezTo>
                    <a:pt x="3095" y="0"/>
                    <a:pt x="2745" y="114"/>
                    <a:pt x="2436" y="369"/>
                  </a:cubicBezTo>
                  <a:cubicBezTo>
                    <a:pt x="1035" y="1303"/>
                    <a:pt x="134" y="2804"/>
                    <a:pt x="67" y="4472"/>
                  </a:cubicBezTo>
                  <a:cubicBezTo>
                    <a:pt x="1" y="5139"/>
                    <a:pt x="267" y="5773"/>
                    <a:pt x="801" y="6139"/>
                  </a:cubicBezTo>
                  <a:cubicBezTo>
                    <a:pt x="1035" y="6240"/>
                    <a:pt x="1268" y="6306"/>
                    <a:pt x="1502" y="6306"/>
                  </a:cubicBezTo>
                  <a:cubicBezTo>
                    <a:pt x="1902" y="6306"/>
                    <a:pt x="2302" y="6173"/>
                    <a:pt x="2636" y="5973"/>
                  </a:cubicBezTo>
                  <a:cubicBezTo>
                    <a:pt x="4037" y="5039"/>
                    <a:pt x="4904" y="3538"/>
                    <a:pt x="5004" y="1870"/>
                  </a:cubicBezTo>
                  <a:cubicBezTo>
                    <a:pt x="5174" y="803"/>
                    <a:pt x="4339" y="0"/>
                    <a:pt x="343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56"/>
            <p:cNvSpPr/>
            <p:nvPr/>
          </p:nvSpPr>
          <p:spPr>
            <a:xfrm>
              <a:off x="3948825" y="330390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39" y="1"/>
                  </a:moveTo>
                  <a:cubicBezTo>
                    <a:pt x="1757" y="1"/>
                    <a:pt x="1552" y="62"/>
                    <a:pt x="1335" y="190"/>
                  </a:cubicBezTo>
                  <a:cubicBezTo>
                    <a:pt x="534" y="691"/>
                    <a:pt x="34" y="1558"/>
                    <a:pt x="0" y="2492"/>
                  </a:cubicBezTo>
                  <a:cubicBezTo>
                    <a:pt x="0" y="3103"/>
                    <a:pt x="298" y="3449"/>
                    <a:pt x="730" y="3449"/>
                  </a:cubicBezTo>
                  <a:cubicBezTo>
                    <a:pt x="912" y="3449"/>
                    <a:pt x="1118" y="3387"/>
                    <a:pt x="1335" y="3259"/>
                  </a:cubicBezTo>
                  <a:cubicBezTo>
                    <a:pt x="2102" y="2759"/>
                    <a:pt x="2602" y="1891"/>
                    <a:pt x="2669" y="957"/>
                  </a:cubicBezTo>
                  <a:cubicBezTo>
                    <a:pt x="2669" y="347"/>
                    <a:pt x="2371" y="1"/>
                    <a:pt x="193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56"/>
            <p:cNvSpPr/>
            <p:nvPr/>
          </p:nvSpPr>
          <p:spPr>
            <a:xfrm>
              <a:off x="4306575" y="2740325"/>
              <a:ext cx="129950" cy="158050"/>
            </a:xfrm>
            <a:custGeom>
              <a:rect b="b" l="l" r="r" t="t"/>
              <a:pathLst>
                <a:path extrusionOk="0" h="6322" w="5198">
                  <a:moveTo>
                    <a:pt x="3537" y="451"/>
                  </a:moveTo>
                  <a:cubicBezTo>
                    <a:pt x="3703" y="451"/>
                    <a:pt x="3903" y="484"/>
                    <a:pt x="4037" y="551"/>
                  </a:cubicBezTo>
                  <a:cubicBezTo>
                    <a:pt x="4437" y="851"/>
                    <a:pt x="4671" y="1351"/>
                    <a:pt x="4604" y="1852"/>
                  </a:cubicBezTo>
                  <a:cubicBezTo>
                    <a:pt x="4504" y="3386"/>
                    <a:pt x="3703" y="4787"/>
                    <a:pt x="2436" y="5621"/>
                  </a:cubicBezTo>
                  <a:cubicBezTo>
                    <a:pt x="2192" y="5846"/>
                    <a:pt x="1908" y="5945"/>
                    <a:pt x="1633" y="5945"/>
                  </a:cubicBezTo>
                  <a:cubicBezTo>
                    <a:pt x="928" y="5945"/>
                    <a:pt x="276" y="5302"/>
                    <a:pt x="468" y="4487"/>
                  </a:cubicBezTo>
                  <a:cubicBezTo>
                    <a:pt x="534" y="2952"/>
                    <a:pt x="1368" y="1551"/>
                    <a:pt x="2636" y="717"/>
                  </a:cubicBezTo>
                  <a:cubicBezTo>
                    <a:pt x="2903" y="551"/>
                    <a:pt x="3236" y="451"/>
                    <a:pt x="3537" y="451"/>
                  </a:cubicBezTo>
                  <a:close/>
                  <a:moveTo>
                    <a:pt x="3449" y="0"/>
                  </a:moveTo>
                  <a:cubicBezTo>
                    <a:pt x="3103" y="0"/>
                    <a:pt x="2748" y="118"/>
                    <a:pt x="2436" y="384"/>
                  </a:cubicBezTo>
                  <a:cubicBezTo>
                    <a:pt x="1035" y="1285"/>
                    <a:pt x="134" y="2819"/>
                    <a:pt x="67" y="4487"/>
                  </a:cubicBezTo>
                  <a:cubicBezTo>
                    <a:pt x="1" y="5121"/>
                    <a:pt x="301" y="5754"/>
                    <a:pt x="835" y="6121"/>
                  </a:cubicBezTo>
                  <a:cubicBezTo>
                    <a:pt x="1035" y="6255"/>
                    <a:pt x="1268" y="6322"/>
                    <a:pt x="1535" y="6322"/>
                  </a:cubicBezTo>
                  <a:cubicBezTo>
                    <a:pt x="1902" y="6288"/>
                    <a:pt x="2302" y="6188"/>
                    <a:pt x="2636" y="5988"/>
                  </a:cubicBezTo>
                  <a:cubicBezTo>
                    <a:pt x="4037" y="5054"/>
                    <a:pt x="4904" y="3520"/>
                    <a:pt x="5004" y="1852"/>
                  </a:cubicBezTo>
                  <a:cubicBezTo>
                    <a:pt x="5198" y="812"/>
                    <a:pt x="4357" y="0"/>
                    <a:pt x="344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56"/>
            <p:cNvSpPr/>
            <p:nvPr/>
          </p:nvSpPr>
          <p:spPr>
            <a:xfrm>
              <a:off x="4335775" y="2776575"/>
              <a:ext cx="67575" cy="86500"/>
            </a:xfrm>
            <a:custGeom>
              <a:rect b="b" l="l" r="r" t="t"/>
              <a:pathLst>
                <a:path extrusionOk="0" h="3460" w="2703">
                  <a:moveTo>
                    <a:pt x="1950" y="0"/>
                  </a:moveTo>
                  <a:cubicBezTo>
                    <a:pt x="1773" y="0"/>
                    <a:pt x="1576" y="55"/>
                    <a:pt x="1368" y="168"/>
                  </a:cubicBezTo>
                  <a:cubicBezTo>
                    <a:pt x="567" y="702"/>
                    <a:pt x="67" y="1569"/>
                    <a:pt x="0" y="2503"/>
                  </a:cubicBezTo>
                  <a:cubicBezTo>
                    <a:pt x="0" y="3114"/>
                    <a:pt x="298" y="3460"/>
                    <a:pt x="742" y="3460"/>
                  </a:cubicBezTo>
                  <a:cubicBezTo>
                    <a:pt x="928" y="3460"/>
                    <a:pt x="1141" y="3399"/>
                    <a:pt x="1368" y="3270"/>
                  </a:cubicBezTo>
                  <a:cubicBezTo>
                    <a:pt x="2135" y="2770"/>
                    <a:pt x="2635" y="1903"/>
                    <a:pt x="2702" y="969"/>
                  </a:cubicBezTo>
                  <a:cubicBezTo>
                    <a:pt x="2702" y="347"/>
                    <a:pt x="2394" y="0"/>
                    <a:pt x="195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7" name="Google Shape;2927;p56"/>
            <p:cNvSpPr/>
            <p:nvPr/>
          </p:nvSpPr>
          <p:spPr>
            <a:xfrm>
              <a:off x="4505900" y="3239400"/>
              <a:ext cx="129950" cy="157675"/>
            </a:xfrm>
            <a:custGeom>
              <a:rect b="b" l="l" r="r" t="t"/>
              <a:pathLst>
                <a:path extrusionOk="0" h="6307" w="5198">
                  <a:moveTo>
                    <a:pt x="3451" y="406"/>
                  </a:moveTo>
                  <a:cubicBezTo>
                    <a:pt x="4151" y="406"/>
                    <a:pt x="4794" y="1036"/>
                    <a:pt x="4603" y="1870"/>
                  </a:cubicBezTo>
                  <a:cubicBezTo>
                    <a:pt x="4503" y="3371"/>
                    <a:pt x="3703" y="4772"/>
                    <a:pt x="2435" y="5606"/>
                  </a:cubicBezTo>
                  <a:cubicBezTo>
                    <a:pt x="2191" y="5831"/>
                    <a:pt x="1908" y="5929"/>
                    <a:pt x="1632" y="5929"/>
                  </a:cubicBezTo>
                  <a:cubicBezTo>
                    <a:pt x="928" y="5929"/>
                    <a:pt x="275" y="5287"/>
                    <a:pt x="467" y="4471"/>
                  </a:cubicBezTo>
                  <a:cubicBezTo>
                    <a:pt x="534" y="2937"/>
                    <a:pt x="1368" y="1569"/>
                    <a:pt x="2635" y="735"/>
                  </a:cubicBezTo>
                  <a:cubicBezTo>
                    <a:pt x="2883" y="507"/>
                    <a:pt x="3172" y="406"/>
                    <a:pt x="3451" y="406"/>
                  </a:cubicBezTo>
                  <a:close/>
                  <a:moveTo>
                    <a:pt x="3440" y="0"/>
                  </a:moveTo>
                  <a:cubicBezTo>
                    <a:pt x="3097" y="0"/>
                    <a:pt x="2745" y="113"/>
                    <a:pt x="2435" y="369"/>
                  </a:cubicBezTo>
                  <a:cubicBezTo>
                    <a:pt x="1034" y="1303"/>
                    <a:pt x="167" y="2804"/>
                    <a:pt x="67" y="4471"/>
                  </a:cubicBezTo>
                  <a:cubicBezTo>
                    <a:pt x="0" y="5139"/>
                    <a:pt x="300" y="5772"/>
                    <a:pt x="834" y="6139"/>
                  </a:cubicBezTo>
                  <a:cubicBezTo>
                    <a:pt x="1034" y="6239"/>
                    <a:pt x="1268" y="6306"/>
                    <a:pt x="1534" y="6306"/>
                  </a:cubicBezTo>
                  <a:cubicBezTo>
                    <a:pt x="1901" y="6306"/>
                    <a:pt x="2302" y="6173"/>
                    <a:pt x="2635" y="5973"/>
                  </a:cubicBezTo>
                  <a:cubicBezTo>
                    <a:pt x="4036" y="5072"/>
                    <a:pt x="4904" y="3537"/>
                    <a:pt x="5004" y="1870"/>
                  </a:cubicBezTo>
                  <a:cubicBezTo>
                    <a:pt x="5198" y="803"/>
                    <a:pt x="4352" y="0"/>
                    <a:pt x="344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8" name="Google Shape;2928;p56"/>
            <p:cNvSpPr/>
            <p:nvPr/>
          </p:nvSpPr>
          <p:spPr>
            <a:xfrm>
              <a:off x="4535900" y="3275550"/>
              <a:ext cx="66750" cy="86525"/>
            </a:xfrm>
            <a:custGeom>
              <a:rect b="b" l="l" r="r" t="t"/>
              <a:pathLst>
                <a:path extrusionOk="0" h="3461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0"/>
                    <a:pt x="34" y="1558"/>
                    <a:pt x="1" y="2492"/>
                  </a:cubicBezTo>
                  <a:cubicBezTo>
                    <a:pt x="1" y="3113"/>
                    <a:pt x="309" y="3460"/>
                    <a:pt x="753" y="3460"/>
                  </a:cubicBezTo>
                  <a:cubicBezTo>
                    <a:pt x="930" y="3460"/>
                    <a:pt x="1127" y="3406"/>
                    <a:pt x="1335" y="3292"/>
                  </a:cubicBezTo>
                  <a:cubicBezTo>
                    <a:pt x="2136" y="2759"/>
                    <a:pt x="2636" y="1891"/>
                    <a:pt x="2669" y="957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9" name="Google Shape;2929;p56"/>
            <p:cNvSpPr/>
            <p:nvPr/>
          </p:nvSpPr>
          <p:spPr>
            <a:xfrm>
              <a:off x="4541750" y="2454950"/>
              <a:ext cx="175150" cy="222425"/>
            </a:xfrm>
            <a:custGeom>
              <a:rect b="b" l="l" r="r" t="t"/>
              <a:pathLst>
                <a:path extrusionOk="0" h="8897" w="7006">
                  <a:moveTo>
                    <a:pt x="4937" y="558"/>
                  </a:moveTo>
                  <a:cubicBezTo>
                    <a:pt x="5204" y="558"/>
                    <a:pt x="5438" y="624"/>
                    <a:pt x="5671" y="758"/>
                  </a:cubicBezTo>
                  <a:cubicBezTo>
                    <a:pt x="6171" y="1058"/>
                    <a:pt x="6472" y="1692"/>
                    <a:pt x="6472" y="2592"/>
                  </a:cubicBezTo>
                  <a:cubicBezTo>
                    <a:pt x="6338" y="4761"/>
                    <a:pt x="5204" y="6729"/>
                    <a:pt x="3369" y="7929"/>
                  </a:cubicBezTo>
                  <a:cubicBezTo>
                    <a:pt x="2900" y="8195"/>
                    <a:pt x="2455" y="8336"/>
                    <a:pt x="2058" y="8336"/>
                  </a:cubicBezTo>
                  <a:cubicBezTo>
                    <a:pt x="1807" y="8336"/>
                    <a:pt x="1575" y="8279"/>
                    <a:pt x="1368" y="8163"/>
                  </a:cubicBezTo>
                  <a:cubicBezTo>
                    <a:pt x="868" y="7863"/>
                    <a:pt x="567" y="7196"/>
                    <a:pt x="567" y="6328"/>
                  </a:cubicBezTo>
                  <a:cubicBezTo>
                    <a:pt x="701" y="4127"/>
                    <a:pt x="1835" y="2159"/>
                    <a:pt x="3670" y="991"/>
                  </a:cubicBezTo>
                  <a:cubicBezTo>
                    <a:pt x="4037" y="724"/>
                    <a:pt x="4504" y="591"/>
                    <a:pt x="4937" y="558"/>
                  </a:cubicBezTo>
                  <a:close/>
                  <a:moveTo>
                    <a:pt x="4927" y="0"/>
                  </a:moveTo>
                  <a:cubicBezTo>
                    <a:pt x="4437" y="0"/>
                    <a:pt x="3903" y="152"/>
                    <a:pt x="3369" y="457"/>
                  </a:cubicBezTo>
                  <a:cubicBezTo>
                    <a:pt x="1501" y="1558"/>
                    <a:pt x="0" y="4160"/>
                    <a:pt x="0" y="6295"/>
                  </a:cubicBezTo>
                  <a:cubicBezTo>
                    <a:pt x="0" y="7396"/>
                    <a:pt x="401" y="8230"/>
                    <a:pt x="1101" y="8630"/>
                  </a:cubicBezTo>
                  <a:cubicBezTo>
                    <a:pt x="1401" y="8797"/>
                    <a:pt x="1735" y="8897"/>
                    <a:pt x="2069" y="8897"/>
                  </a:cubicBezTo>
                  <a:cubicBezTo>
                    <a:pt x="2636" y="8863"/>
                    <a:pt x="3169" y="8697"/>
                    <a:pt x="3670" y="8430"/>
                  </a:cubicBezTo>
                  <a:cubicBezTo>
                    <a:pt x="5504" y="7329"/>
                    <a:pt x="7005" y="4727"/>
                    <a:pt x="7005" y="2592"/>
                  </a:cubicBezTo>
                  <a:cubicBezTo>
                    <a:pt x="7005" y="1492"/>
                    <a:pt x="6638" y="658"/>
                    <a:pt x="5938" y="257"/>
                  </a:cubicBezTo>
                  <a:cubicBezTo>
                    <a:pt x="5638" y="86"/>
                    <a:pt x="5295" y="0"/>
                    <a:pt x="492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56"/>
            <p:cNvSpPr/>
            <p:nvPr/>
          </p:nvSpPr>
          <p:spPr>
            <a:xfrm>
              <a:off x="4577600" y="2504850"/>
              <a:ext cx="104275" cy="123200"/>
            </a:xfrm>
            <a:custGeom>
              <a:rect b="b" l="l" r="r" t="t"/>
              <a:pathLst>
                <a:path extrusionOk="0" h="4928" w="4171">
                  <a:moveTo>
                    <a:pt x="2930" y="1"/>
                  </a:moveTo>
                  <a:cubicBezTo>
                    <a:pt x="2206" y="1"/>
                    <a:pt x="1321" y="657"/>
                    <a:pt x="735" y="1697"/>
                  </a:cubicBezTo>
                  <a:cubicBezTo>
                    <a:pt x="1" y="2965"/>
                    <a:pt x="1" y="4366"/>
                    <a:pt x="735" y="4799"/>
                  </a:cubicBezTo>
                  <a:cubicBezTo>
                    <a:pt x="882" y="4886"/>
                    <a:pt x="1048" y="4928"/>
                    <a:pt x="1225" y="4928"/>
                  </a:cubicBezTo>
                  <a:cubicBezTo>
                    <a:pt x="1933" y="4928"/>
                    <a:pt x="2823" y="4271"/>
                    <a:pt x="3437" y="3232"/>
                  </a:cubicBezTo>
                  <a:cubicBezTo>
                    <a:pt x="4170" y="1964"/>
                    <a:pt x="4170" y="563"/>
                    <a:pt x="3437" y="129"/>
                  </a:cubicBezTo>
                  <a:cubicBezTo>
                    <a:pt x="3283" y="42"/>
                    <a:pt x="3111" y="1"/>
                    <a:pt x="293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56"/>
            <p:cNvSpPr/>
            <p:nvPr/>
          </p:nvSpPr>
          <p:spPr>
            <a:xfrm>
              <a:off x="4779425" y="2918650"/>
              <a:ext cx="207875" cy="577650"/>
            </a:xfrm>
            <a:custGeom>
              <a:rect b="b" l="l" r="r" t="t"/>
              <a:pathLst>
                <a:path extrusionOk="0" h="23106" w="8315">
                  <a:moveTo>
                    <a:pt x="8064" y="0"/>
                  </a:moveTo>
                  <a:cubicBezTo>
                    <a:pt x="7995" y="0"/>
                    <a:pt x="7930" y="37"/>
                    <a:pt x="7906" y="123"/>
                  </a:cubicBezTo>
                  <a:lnTo>
                    <a:pt x="34" y="22872"/>
                  </a:lnTo>
                  <a:cubicBezTo>
                    <a:pt x="0" y="22972"/>
                    <a:pt x="34" y="23072"/>
                    <a:pt x="134" y="23106"/>
                  </a:cubicBezTo>
                  <a:lnTo>
                    <a:pt x="200" y="23106"/>
                  </a:lnTo>
                  <a:cubicBezTo>
                    <a:pt x="267" y="23106"/>
                    <a:pt x="367" y="23039"/>
                    <a:pt x="400" y="22972"/>
                  </a:cubicBezTo>
                  <a:lnTo>
                    <a:pt x="8273" y="256"/>
                  </a:lnTo>
                  <a:cubicBezTo>
                    <a:pt x="8315" y="108"/>
                    <a:pt x="8184" y="0"/>
                    <a:pt x="806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56"/>
            <p:cNvSpPr/>
            <p:nvPr/>
          </p:nvSpPr>
          <p:spPr>
            <a:xfrm>
              <a:off x="4576325" y="3370650"/>
              <a:ext cx="92200" cy="191525"/>
            </a:xfrm>
            <a:custGeom>
              <a:rect b="b" l="l" r="r" t="t"/>
              <a:pathLst>
                <a:path extrusionOk="0" h="7661" w="3688">
                  <a:moveTo>
                    <a:pt x="238" y="0"/>
                  </a:moveTo>
                  <a:cubicBezTo>
                    <a:pt x="117" y="0"/>
                    <a:pt x="1" y="108"/>
                    <a:pt x="85" y="256"/>
                  </a:cubicBezTo>
                  <a:lnTo>
                    <a:pt x="3287" y="7561"/>
                  </a:lnTo>
                  <a:cubicBezTo>
                    <a:pt x="3321" y="7627"/>
                    <a:pt x="3387" y="7661"/>
                    <a:pt x="3454" y="7661"/>
                  </a:cubicBezTo>
                  <a:lnTo>
                    <a:pt x="3554" y="7661"/>
                  </a:lnTo>
                  <a:cubicBezTo>
                    <a:pt x="3654" y="7594"/>
                    <a:pt x="3688" y="7494"/>
                    <a:pt x="3654" y="7394"/>
                  </a:cubicBezTo>
                  <a:lnTo>
                    <a:pt x="419" y="122"/>
                  </a:lnTo>
                  <a:cubicBezTo>
                    <a:pt x="382" y="36"/>
                    <a:pt x="309" y="0"/>
                    <a:pt x="23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56"/>
            <p:cNvSpPr/>
            <p:nvPr/>
          </p:nvSpPr>
          <p:spPr>
            <a:xfrm>
              <a:off x="4849475" y="3411650"/>
              <a:ext cx="204300" cy="180550"/>
            </a:xfrm>
            <a:custGeom>
              <a:rect b="b" l="l" r="r" t="t"/>
              <a:pathLst>
                <a:path extrusionOk="0" h="7222" w="8172">
                  <a:moveTo>
                    <a:pt x="7872" y="1"/>
                  </a:moveTo>
                  <a:cubicBezTo>
                    <a:pt x="7835" y="1"/>
                    <a:pt x="7800" y="15"/>
                    <a:pt x="7772" y="50"/>
                  </a:cubicBezTo>
                  <a:lnTo>
                    <a:pt x="67" y="6888"/>
                  </a:lnTo>
                  <a:cubicBezTo>
                    <a:pt x="0" y="6955"/>
                    <a:pt x="0" y="7088"/>
                    <a:pt x="67" y="7155"/>
                  </a:cubicBezTo>
                  <a:cubicBezTo>
                    <a:pt x="100" y="7188"/>
                    <a:pt x="134" y="7222"/>
                    <a:pt x="200" y="7222"/>
                  </a:cubicBezTo>
                  <a:cubicBezTo>
                    <a:pt x="234" y="7222"/>
                    <a:pt x="267" y="7188"/>
                    <a:pt x="300" y="7155"/>
                  </a:cubicBezTo>
                  <a:lnTo>
                    <a:pt x="8039" y="317"/>
                  </a:lnTo>
                  <a:cubicBezTo>
                    <a:pt x="8171" y="211"/>
                    <a:pt x="8010" y="1"/>
                    <a:pt x="787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56"/>
            <p:cNvSpPr/>
            <p:nvPr/>
          </p:nvSpPr>
          <p:spPr>
            <a:xfrm>
              <a:off x="5156350" y="3345325"/>
              <a:ext cx="181000" cy="16725"/>
            </a:xfrm>
            <a:custGeom>
              <a:rect b="b" l="l" r="r" t="t"/>
              <a:pathLst>
                <a:path extrusionOk="0" h="669" w="7240">
                  <a:moveTo>
                    <a:pt x="201" y="1"/>
                  </a:moveTo>
                  <a:cubicBezTo>
                    <a:pt x="67" y="1"/>
                    <a:pt x="1" y="101"/>
                    <a:pt x="1" y="201"/>
                  </a:cubicBezTo>
                  <a:cubicBezTo>
                    <a:pt x="1" y="301"/>
                    <a:pt x="67" y="368"/>
                    <a:pt x="167" y="401"/>
                  </a:cubicBezTo>
                  <a:lnTo>
                    <a:pt x="7039" y="668"/>
                  </a:lnTo>
                  <a:cubicBezTo>
                    <a:pt x="7139" y="668"/>
                    <a:pt x="7239" y="568"/>
                    <a:pt x="7239" y="468"/>
                  </a:cubicBezTo>
                  <a:cubicBezTo>
                    <a:pt x="7239" y="368"/>
                    <a:pt x="7172" y="268"/>
                    <a:pt x="7039" y="268"/>
                  </a:cubicBezTo>
                  <a:lnTo>
                    <a:pt x="20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56"/>
            <p:cNvSpPr/>
            <p:nvPr/>
          </p:nvSpPr>
          <p:spPr>
            <a:xfrm>
              <a:off x="4577600" y="2654850"/>
              <a:ext cx="57575" cy="597950"/>
            </a:xfrm>
            <a:custGeom>
              <a:rect b="b" l="l" r="r" t="t"/>
              <a:pathLst>
                <a:path extrusionOk="0" h="23918" w="2303">
                  <a:moveTo>
                    <a:pt x="2102" y="0"/>
                  </a:moveTo>
                  <a:cubicBezTo>
                    <a:pt x="2002" y="0"/>
                    <a:pt x="1902" y="67"/>
                    <a:pt x="1902" y="167"/>
                  </a:cubicBezTo>
                  <a:lnTo>
                    <a:pt x="1" y="23684"/>
                  </a:lnTo>
                  <a:cubicBezTo>
                    <a:pt x="1" y="23817"/>
                    <a:pt x="67" y="23884"/>
                    <a:pt x="168" y="23917"/>
                  </a:cubicBezTo>
                  <a:cubicBezTo>
                    <a:pt x="268" y="23917"/>
                    <a:pt x="368" y="23817"/>
                    <a:pt x="368" y="23717"/>
                  </a:cubicBezTo>
                  <a:lnTo>
                    <a:pt x="2302" y="200"/>
                  </a:lnTo>
                  <a:cubicBezTo>
                    <a:pt x="2302" y="100"/>
                    <a:pt x="2202" y="0"/>
                    <a:pt x="210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56"/>
            <p:cNvSpPr/>
            <p:nvPr/>
          </p:nvSpPr>
          <p:spPr>
            <a:xfrm>
              <a:off x="4025550" y="2880125"/>
              <a:ext cx="304575" cy="410200"/>
            </a:xfrm>
            <a:custGeom>
              <a:rect b="b" l="l" r="r" t="t"/>
              <a:pathLst>
                <a:path extrusionOk="0" h="16408" w="12183">
                  <a:moveTo>
                    <a:pt x="11918" y="0"/>
                  </a:moveTo>
                  <a:cubicBezTo>
                    <a:pt x="11869" y="0"/>
                    <a:pt x="11819" y="19"/>
                    <a:pt x="11775" y="62"/>
                  </a:cubicBezTo>
                  <a:lnTo>
                    <a:pt x="67" y="16107"/>
                  </a:lnTo>
                  <a:cubicBezTo>
                    <a:pt x="0" y="16174"/>
                    <a:pt x="0" y="16307"/>
                    <a:pt x="100" y="16374"/>
                  </a:cubicBezTo>
                  <a:cubicBezTo>
                    <a:pt x="134" y="16374"/>
                    <a:pt x="167" y="16407"/>
                    <a:pt x="200" y="16407"/>
                  </a:cubicBezTo>
                  <a:cubicBezTo>
                    <a:pt x="267" y="16407"/>
                    <a:pt x="334" y="16374"/>
                    <a:pt x="367" y="16341"/>
                  </a:cubicBezTo>
                  <a:lnTo>
                    <a:pt x="12109" y="296"/>
                  </a:lnTo>
                  <a:cubicBezTo>
                    <a:pt x="12183" y="148"/>
                    <a:pt x="12057" y="0"/>
                    <a:pt x="1191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7" name="Google Shape;2937;p56"/>
            <p:cNvSpPr/>
            <p:nvPr/>
          </p:nvSpPr>
          <p:spPr>
            <a:xfrm>
              <a:off x="3998175" y="3394125"/>
              <a:ext cx="132475" cy="245150"/>
            </a:xfrm>
            <a:custGeom>
              <a:rect b="b" l="l" r="r" t="t"/>
              <a:pathLst>
                <a:path extrusionOk="0" h="9806" w="5299">
                  <a:moveTo>
                    <a:pt x="291" y="1"/>
                  </a:moveTo>
                  <a:cubicBezTo>
                    <a:pt x="156" y="1"/>
                    <a:pt x="0" y="142"/>
                    <a:pt x="95" y="284"/>
                  </a:cubicBezTo>
                  <a:lnTo>
                    <a:pt x="4931" y="9691"/>
                  </a:lnTo>
                  <a:cubicBezTo>
                    <a:pt x="4959" y="9745"/>
                    <a:pt x="5008" y="9800"/>
                    <a:pt x="5062" y="9800"/>
                  </a:cubicBezTo>
                  <a:cubicBezTo>
                    <a:pt x="5074" y="9800"/>
                    <a:pt x="5086" y="9797"/>
                    <a:pt x="5098" y="9791"/>
                  </a:cubicBezTo>
                  <a:cubicBezTo>
                    <a:pt x="5109" y="9802"/>
                    <a:pt x="5120" y="9806"/>
                    <a:pt x="5132" y="9806"/>
                  </a:cubicBezTo>
                  <a:cubicBezTo>
                    <a:pt x="5154" y="9806"/>
                    <a:pt x="5176" y="9791"/>
                    <a:pt x="5198" y="9791"/>
                  </a:cubicBezTo>
                  <a:cubicBezTo>
                    <a:pt x="5265" y="9724"/>
                    <a:pt x="5298" y="9624"/>
                    <a:pt x="5265" y="9524"/>
                  </a:cubicBezTo>
                  <a:lnTo>
                    <a:pt x="428" y="84"/>
                  </a:lnTo>
                  <a:cubicBezTo>
                    <a:pt x="399" y="25"/>
                    <a:pt x="347" y="1"/>
                    <a:pt x="29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8" name="Google Shape;2938;p56"/>
            <p:cNvSpPr/>
            <p:nvPr/>
          </p:nvSpPr>
          <p:spPr>
            <a:xfrm>
              <a:off x="4196500" y="3799750"/>
              <a:ext cx="409700" cy="355350"/>
            </a:xfrm>
            <a:custGeom>
              <a:rect b="b" l="l" r="r" t="t"/>
              <a:pathLst>
                <a:path extrusionOk="0" h="14214" w="16388">
                  <a:moveTo>
                    <a:pt x="16123" y="1"/>
                  </a:moveTo>
                  <a:cubicBezTo>
                    <a:pt x="16088" y="1"/>
                    <a:pt x="16050" y="12"/>
                    <a:pt x="16012" y="37"/>
                  </a:cubicBezTo>
                  <a:lnTo>
                    <a:pt x="134" y="13880"/>
                  </a:lnTo>
                  <a:cubicBezTo>
                    <a:pt x="1" y="13980"/>
                    <a:pt x="67" y="14214"/>
                    <a:pt x="267" y="14214"/>
                  </a:cubicBezTo>
                  <a:cubicBezTo>
                    <a:pt x="301" y="14214"/>
                    <a:pt x="334" y="14180"/>
                    <a:pt x="367" y="14180"/>
                  </a:cubicBezTo>
                  <a:lnTo>
                    <a:pt x="16279" y="337"/>
                  </a:lnTo>
                  <a:cubicBezTo>
                    <a:pt x="16387" y="202"/>
                    <a:pt x="16276" y="1"/>
                    <a:pt x="1612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56"/>
            <p:cNvSpPr/>
            <p:nvPr/>
          </p:nvSpPr>
          <p:spPr>
            <a:xfrm>
              <a:off x="4098100" y="3792100"/>
              <a:ext cx="66725" cy="369675"/>
            </a:xfrm>
            <a:custGeom>
              <a:rect b="b" l="l" r="r" t="t"/>
              <a:pathLst>
                <a:path extrusionOk="0" h="14787" w="2669">
                  <a:moveTo>
                    <a:pt x="2451" y="1"/>
                  </a:moveTo>
                  <a:cubicBezTo>
                    <a:pt x="2370" y="1"/>
                    <a:pt x="2296" y="66"/>
                    <a:pt x="2269" y="176"/>
                  </a:cubicBezTo>
                  <a:lnTo>
                    <a:pt x="34" y="14553"/>
                  </a:lnTo>
                  <a:cubicBezTo>
                    <a:pt x="0" y="14653"/>
                    <a:pt x="67" y="14753"/>
                    <a:pt x="201" y="14787"/>
                  </a:cubicBezTo>
                  <a:lnTo>
                    <a:pt x="234" y="14787"/>
                  </a:lnTo>
                  <a:cubicBezTo>
                    <a:pt x="301" y="14787"/>
                    <a:pt x="401" y="14720"/>
                    <a:pt x="401" y="14620"/>
                  </a:cubicBezTo>
                  <a:lnTo>
                    <a:pt x="2669" y="210"/>
                  </a:lnTo>
                  <a:cubicBezTo>
                    <a:pt x="2669" y="110"/>
                    <a:pt x="2602" y="9"/>
                    <a:pt x="2502" y="9"/>
                  </a:cubicBezTo>
                  <a:cubicBezTo>
                    <a:pt x="2485" y="4"/>
                    <a:pt x="2468" y="1"/>
                    <a:pt x="245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56"/>
            <p:cNvSpPr/>
            <p:nvPr/>
          </p:nvSpPr>
          <p:spPr>
            <a:xfrm>
              <a:off x="3803225" y="3943275"/>
              <a:ext cx="257375" cy="256875"/>
            </a:xfrm>
            <a:custGeom>
              <a:rect b="b" l="l" r="r" t="t"/>
              <a:pathLst>
                <a:path extrusionOk="0" h="10275" w="10295">
                  <a:moveTo>
                    <a:pt x="303" y="0"/>
                  </a:moveTo>
                  <a:cubicBezTo>
                    <a:pt x="160" y="0"/>
                    <a:pt x="1" y="206"/>
                    <a:pt x="154" y="334"/>
                  </a:cubicBezTo>
                  <a:lnTo>
                    <a:pt x="9927" y="10241"/>
                  </a:lnTo>
                  <a:cubicBezTo>
                    <a:pt x="9961" y="10274"/>
                    <a:pt x="10027" y="10274"/>
                    <a:pt x="10061" y="10274"/>
                  </a:cubicBezTo>
                  <a:cubicBezTo>
                    <a:pt x="10128" y="10274"/>
                    <a:pt x="10194" y="10274"/>
                    <a:pt x="10228" y="10241"/>
                  </a:cubicBezTo>
                  <a:cubicBezTo>
                    <a:pt x="10294" y="10141"/>
                    <a:pt x="10294" y="10041"/>
                    <a:pt x="10228" y="9974"/>
                  </a:cubicBezTo>
                  <a:lnTo>
                    <a:pt x="421" y="67"/>
                  </a:lnTo>
                  <a:cubicBezTo>
                    <a:pt x="389" y="20"/>
                    <a:pt x="347" y="0"/>
                    <a:pt x="30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1" name="Google Shape;2941;p56"/>
            <p:cNvSpPr/>
            <p:nvPr/>
          </p:nvSpPr>
          <p:spPr>
            <a:xfrm>
              <a:off x="3512675" y="4239300"/>
              <a:ext cx="472025" cy="89275"/>
            </a:xfrm>
            <a:custGeom>
              <a:rect b="b" l="l" r="r" t="t"/>
              <a:pathLst>
                <a:path extrusionOk="0" h="3571" w="18881">
                  <a:moveTo>
                    <a:pt x="234" y="1"/>
                  </a:moveTo>
                  <a:cubicBezTo>
                    <a:pt x="134" y="1"/>
                    <a:pt x="34" y="68"/>
                    <a:pt x="1" y="168"/>
                  </a:cubicBezTo>
                  <a:cubicBezTo>
                    <a:pt x="1" y="268"/>
                    <a:pt x="67" y="368"/>
                    <a:pt x="167" y="401"/>
                  </a:cubicBezTo>
                  <a:lnTo>
                    <a:pt x="18647" y="3570"/>
                  </a:lnTo>
                  <a:lnTo>
                    <a:pt x="18681" y="3570"/>
                  </a:lnTo>
                  <a:cubicBezTo>
                    <a:pt x="18781" y="3570"/>
                    <a:pt x="18847" y="3503"/>
                    <a:pt x="18881" y="3403"/>
                  </a:cubicBezTo>
                  <a:cubicBezTo>
                    <a:pt x="18881" y="3303"/>
                    <a:pt x="18814" y="3203"/>
                    <a:pt x="18714" y="3203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2" name="Google Shape;2942;p56"/>
            <p:cNvSpPr/>
            <p:nvPr/>
          </p:nvSpPr>
          <p:spPr>
            <a:xfrm>
              <a:off x="3392600" y="3677250"/>
              <a:ext cx="45050" cy="480350"/>
            </a:xfrm>
            <a:custGeom>
              <a:rect b="b" l="l" r="r" t="t"/>
              <a:pathLst>
                <a:path extrusionOk="0" h="19214" w="1802">
                  <a:moveTo>
                    <a:pt x="1635" y="0"/>
                  </a:moveTo>
                  <a:cubicBezTo>
                    <a:pt x="1535" y="0"/>
                    <a:pt x="1435" y="67"/>
                    <a:pt x="1435" y="200"/>
                  </a:cubicBezTo>
                  <a:lnTo>
                    <a:pt x="34" y="19014"/>
                  </a:lnTo>
                  <a:cubicBezTo>
                    <a:pt x="0" y="19114"/>
                    <a:pt x="100" y="19214"/>
                    <a:pt x="200" y="19214"/>
                  </a:cubicBezTo>
                  <a:cubicBezTo>
                    <a:pt x="300" y="19214"/>
                    <a:pt x="401" y="19147"/>
                    <a:pt x="401" y="19047"/>
                  </a:cubicBezTo>
                  <a:lnTo>
                    <a:pt x="1802" y="200"/>
                  </a:lnTo>
                  <a:cubicBezTo>
                    <a:pt x="1802" y="100"/>
                    <a:pt x="1735" y="34"/>
                    <a:pt x="163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3" name="Google Shape;2943;p56"/>
            <p:cNvSpPr/>
            <p:nvPr/>
          </p:nvSpPr>
          <p:spPr>
            <a:xfrm>
              <a:off x="3176600" y="4037925"/>
              <a:ext cx="161825" cy="176400"/>
            </a:xfrm>
            <a:custGeom>
              <a:rect b="b" l="l" r="r" t="t"/>
              <a:pathLst>
                <a:path extrusionOk="0" h="7056" w="6473">
                  <a:moveTo>
                    <a:pt x="201" y="0"/>
                  </a:moveTo>
                  <a:cubicBezTo>
                    <a:pt x="151" y="0"/>
                    <a:pt x="101" y="17"/>
                    <a:pt x="67" y="50"/>
                  </a:cubicBezTo>
                  <a:cubicBezTo>
                    <a:pt x="1" y="117"/>
                    <a:pt x="1" y="250"/>
                    <a:pt x="67" y="317"/>
                  </a:cubicBezTo>
                  <a:lnTo>
                    <a:pt x="6105" y="6988"/>
                  </a:lnTo>
                  <a:cubicBezTo>
                    <a:pt x="6138" y="7022"/>
                    <a:pt x="6172" y="7055"/>
                    <a:pt x="6239" y="7055"/>
                  </a:cubicBezTo>
                  <a:cubicBezTo>
                    <a:pt x="6405" y="7055"/>
                    <a:pt x="6472" y="6855"/>
                    <a:pt x="6372" y="6722"/>
                  </a:cubicBezTo>
                  <a:lnTo>
                    <a:pt x="334" y="50"/>
                  </a:lnTo>
                  <a:cubicBezTo>
                    <a:pt x="301" y="17"/>
                    <a:pt x="251" y="0"/>
                    <a:pt x="20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4" name="Google Shape;2944;p56"/>
            <p:cNvSpPr/>
            <p:nvPr/>
          </p:nvSpPr>
          <p:spPr>
            <a:xfrm>
              <a:off x="5243075" y="3415900"/>
              <a:ext cx="113450" cy="288875"/>
            </a:xfrm>
            <a:custGeom>
              <a:rect b="b" l="l" r="r" t="t"/>
              <a:pathLst>
                <a:path extrusionOk="0" h="11555" w="4538">
                  <a:moveTo>
                    <a:pt x="4391" y="0"/>
                  </a:moveTo>
                  <a:cubicBezTo>
                    <a:pt x="4355" y="0"/>
                    <a:pt x="4337" y="31"/>
                    <a:pt x="4337" y="80"/>
                  </a:cubicBezTo>
                  <a:lnTo>
                    <a:pt x="34" y="11422"/>
                  </a:lnTo>
                  <a:cubicBezTo>
                    <a:pt x="1" y="11488"/>
                    <a:pt x="34" y="11522"/>
                    <a:pt x="101" y="11555"/>
                  </a:cubicBezTo>
                  <a:lnTo>
                    <a:pt x="134" y="11555"/>
                  </a:lnTo>
                  <a:cubicBezTo>
                    <a:pt x="168" y="11555"/>
                    <a:pt x="234" y="11555"/>
                    <a:pt x="234" y="11522"/>
                  </a:cubicBezTo>
                  <a:lnTo>
                    <a:pt x="4504" y="147"/>
                  </a:lnTo>
                  <a:cubicBezTo>
                    <a:pt x="4537" y="113"/>
                    <a:pt x="4471" y="13"/>
                    <a:pt x="4437" y="13"/>
                  </a:cubicBezTo>
                  <a:cubicBezTo>
                    <a:pt x="4419" y="4"/>
                    <a:pt x="4404" y="0"/>
                    <a:pt x="439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5" name="Google Shape;2945;p56"/>
            <p:cNvSpPr/>
            <p:nvPr/>
          </p:nvSpPr>
          <p:spPr>
            <a:xfrm>
              <a:off x="5417375" y="3377025"/>
              <a:ext cx="94250" cy="133450"/>
            </a:xfrm>
            <a:custGeom>
              <a:rect b="b" l="l" r="r" t="t"/>
              <a:pathLst>
                <a:path extrusionOk="0" h="5338" w="3770">
                  <a:moveTo>
                    <a:pt x="67" y="1"/>
                  </a:moveTo>
                  <a:cubicBezTo>
                    <a:pt x="34" y="34"/>
                    <a:pt x="0" y="101"/>
                    <a:pt x="34" y="134"/>
                  </a:cubicBezTo>
                  <a:lnTo>
                    <a:pt x="3603" y="5304"/>
                  </a:lnTo>
                  <a:cubicBezTo>
                    <a:pt x="3603" y="5304"/>
                    <a:pt x="3636" y="5338"/>
                    <a:pt x="3670" y="5338"/>
                  </a:cubicBezTo>
                  <a:cubicBezTo>
                    <a:pt x="3703" y="5338"/>
                    <a:pt x="3703" y="5338"/>
                    <a:pt x="3703" y="5304"/>
                  </a:cubicBezTo>
                  <a:cubicBezTo>
                    <a:pt x="3770" y="5304"/>
                    <a:pt x="3770" y="5238"/>
                    <a:pt x="3736" y="5204"/>
                  </a:cubicBezTo>
                  <a:lnTo>
                    <a:pt x="167" y="34"/>
                  </a:lnTo>
                  <a:cubicBezTo>
                    <a:pt x="167" y="1"/>
                    <a:pt x="100" y="1"/>
                    <a:pt x="6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6" name="Google Shape;2946;p56"/>
            <p:cNvSpPr/>
            <p:nvPr/>
          </p:nvSpPr>
          <p:spPr>
            <a:xfrm>
              <a:off x="4401650" y="3032075"/>
              <a:ext cx="136775" cy="255750"/>
            </a:xfrm>
            <a:custGeom>
              <a:rect b="b" l="l" r="r" t="t"/>
              <a:pathLst>
                <a:path extrusionOk="0" h="10230" w="5471">
                  <a:moveTo>
                    <a:pt x="185" y="0"/>
                  </a:moveTo>
                  <a:cubicBezTo>
                    <a:pt x="167" y="0"/>
                    <a:pt x="148" y="8"/>
                    <a:pt x="134" y="22"/>
                  </a:cubicBezTo>
                  <a:cubicBezTo>
                    <a:pt x="100" y="22"/>
                    <a:pt x="0" y="122"/>
                    <a:pt x="34" y="155"/>
                  </a:cubicBezTo>
                  <a:lnTo>
                    <a:pt x="5204" y="10229"/>
                  </a:lnTo>
                  <a:lnTo>
                    <a:pt x="5371" y="10229"/>
                  </a:lnTo>
                  <a:lnTo>
                    <a:pt x="5404" y="10196"/>
                  </a:lnTo>
                  <a:cubicBezTo>
                    <a:pt x="5438" y="10196"/>
                    <a:pt x="5471" y="10129"/>
                    <a:pt x="5438" y="10096"/>
                  </a:cubicBezTo>
                  <a:lnTo>
                    <a:pt x="234" y="55"/>
                  </a:lnTo>
                  <a:cubicBezTo>
                    <a:pt x="234" y="16"/>
                    <a:pt x="211" y="0"/>
                    <a:pt x="18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7" name="Google Shape;2947;p56"/>
            <p:cNvSpPr/>
            <p:nvPr/>
          </p:nvSpPr>
          <p:spPr>
            <a:xfrm>
              <a:off x="3999700" y="2893000"/>
              <a:ext cx="95075" cy="383150"/>
            </a:xfrm>
            <a:custGeom>
              <a:rect b="b" l="l" r="r" t="t"/>
              <a:pathLst>
                <a:path extrusionOk="0" h="15326" w="3803">
                  <a:moveTo>
                    <a:pt x="3654" y="1"/>
                  </a:moveTo>
                  <a:cubicBezTo>
                    <a:pt x="3603" y="1"/>
                    <a:pt x="3536" y="24"/>
                    <a:pt x="3536" y="48"/>
                  </a:cubicBezTo>
                  <a:lnTo>
                    <a:pt x="0" y="15225"/>
                  </a:lnTo>
                  <a:cubicBezTo>
                    <a:pt x="0" y="15259"/>
                    <a:pt x="100" y="15325"/>
                    <a:pt x="134" y="15325"/>
                  </a:cubicBezTo>
                  <a:cubicBezTo>
                    <a:pt x="167" y="15325"/>
                    <a:pt x="200" y="15292"/>
                    <a:pt x="200" y="15259"/>
                  </a:cubicBezTo>
                  <a:lnTo>
                    <a:pt x="3770" y="114"/>
                  </a:lnTo>
                  <a:cubicBezTo>
                    <a:pt x="3803" y="48"/>
                    <a:pt x="3770" y="14"/>
                    <a:pt x="3703" y="14"/>
                  </a:cubicBezTo>
                  <a:cubicBezTo>
                    <a:pt x="3693" y="5"/>
                    <a:pt x="3675" y="1"/>
                    <a:pt x="365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8" name="Google Shape;2948;p56"/>
            <p:cNvSpPr/>
            <p:nvPr/>
          </p:nvSpPr>
          <p:spPr>
            <a:xfrm>
              <a:off x="4197325" y="3417050"/>
              <a:ext cx="81750" cy="180150"/>
            </a:xfrm>
            <a:custGeom>
              <a:rect b="b" l="l" r="r" t="t"/>
              <a:pathLst>
                <a:path extrusionOk="0" h="7206" w="3270">
                  <a:moveTo>
                    <a:pt x="3103" y="1"/>
                  </a:moveTo>
                  <a:cubicBezTo>
                    <a:pt x="3070" y="1"/>
                    <a:pt x="3003" y="1"/>
                    <a:pt x="3003" y="67"/>
                  </a:cubicBezTo>
                  <a:lnTo>
                    <a:pt x="34" y="7106"/>
                  </a:lnTo>
                  <a:cubicBezTo>
                    <a:pt x="1" y="7139"/>
                    <a:pt x="34" y="7206"/>
                    <a:pt x="68" y="7206"/>
                  </a:cubicBezTo>
                  <a:lnTo>
                    <a:pt x="101" y="7206"/>
                  </a:lnTo>
                  <a:cubicBezTo>
                    <a:pt x="168" y="7206"/>
                    <a:pt x="234" y="7172"/>
                    <a:pt x="268" y="7139"/>
                  </a:cubicBezTo>
                  <a:lnTo>
                    <a:pt x="3237" y="67"/>
                  </a:lnTo>
                  <a:cubicBezTo>
                    <a:pt x="3270" y="34"/>
                    <a:pt x="3136" y="34"/>
                    <a:pt x="310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9" name="Google Shape;2949;p56"/>
            <p:cNvSpPr/>
            <p:nvPr/>
          </p:nvSpPr>
          <p:spPr>
            <a:xfrm>
              <a:off x="5213050" y="365915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1"/>
                    <a:pt x="34" y="1558"/>
                    <a:pt x="1" y="2492"/>
                  </a:cubicBezTo>
                  <a:cubicBezTo>
                    <a:pt x="1" y="3103"/>
                    <a:pt x="299" y="3449"/>
                    <a:pt x="731" y="3449"/>
                  </a:cubicBezTo>
                  <a:cubicBezTo>
                    <a:pt x="913" y="3449"/>
                    <a:pt x="1118" y="3388"/>
                    <a:pt x="1335" y="3259"/>
                  </a:cubicBezTo>
                  <a:cubicBezTo>
                    <a:pt x="2136" y="2759"/>
                    <a:pt x="2603" y="1892"/>
                    <a:pt x="2669" y="958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0" name="Google Shape;2950;p56"/>
            <p:cNvSpPr/>
            <p:nvPr/>
          </p:nvSpPr>
          <p:spPr>
            <a:xfrm>
              <a:off x="4367450" y="2982200"/>
              <a:ext cx="76750" cy="100025"/>
            </a:xfrm>
            <a:custGeom>
              <a:rect b="b" l="l" r="r" t="t"/>
              <a:pathLst>
                <a:path extrusionOk="0" h="4001" w="3070">
                  <a:moveTo>
                    <a:pt x="2232" y="0"/>
                  </a:moveTo>
                  <a:cubicBezTo>
                    <a:pt x="2025" y="0"/>
                    <a:pt x="1788" y="70"/>
                    <a:pt x="1535" y="216"/>
                  </a:cubicBezTo>
                  <a:cubicBezTo>
                    <a:pt x="635" y="816"/>
                    <a:pt x="67" y="1817"/>
                    <a:pt x="1" y="2884"/>
                  </a:cubicBezTo>
                  <a:cubicBezTo>
                    <a:pt x="1" y="3593"/>
                    <a:pt x="352" y="4000"/>
                    <a:pt x="853" y="4000"/>
                  </a:cubicBezTo>
                  <a:cubicBezTo>
                    <a:pt x="1060" y="4000"/>
                    <a:pt x="1292" y="3931"/>
                    <a:pt x="1535" y="3785"/>
                  </a:cubicBezTo>
                  <a:cubicBezTo>
                    <a:pt x="2436" y="3185"/>
                    <a:pt x="3036" y="2184"/>
                    <a:pt x="3070" y="1116"/>
                  </a:cubicBezTo>
                  <a:cubicBezTo>
                    <a:pt x="3070" y="408"/>
                    <a:pt x="2735" y="0"/>
                    <a:pt x="223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1" name="Google Shape;2951;p56"/>
            <p:cNvSpPr/>
            <p:nvPr/>
          </p:nvSpPr>
          <p:spPr>
            <a:xfrm>
              <a:off x="4244875" y="3380625"/>
              <a:ext cx="59225" cy="76225"/>
            </a:xfrm>
            <a:custGeom>
              <a:rect b="b" l="l" r="r" t="t"/>
              <a:pathLst>
                <a:path extrusionOk="0" h="3049" w="2369">
                  <a:moveTo>
                    <a:pt x="1700" y="1"/>
                  </a:moveTo>
                  <a:cubicBezTo>
                    <a:pt x="1540" y="1"/>
                    <a:pt x="1359" y="51"/>
                    <a:pt x="1168" y="157"/>
                  </a:cubicBezTo>
                  <a:cubicBezTo>
                    <a:pt x="467" y="624"/>
                    <a:pt x="34" y="1391"/>
                    <a:pt x="0" y="2225"/>
                  </a:cubicBezTo>
                  <a:cubicBezTo>
                    <a:pt x="0" y="2746"/>
                    <a:pt x="270" y="3049"/>
                    <a:pt x="653" y="3049"/>
                  </a:cubicBezTo>
                  <a:cubicBezTo>
                    <a:pt x="809" y="3049"/>
                    <a:pt x="984" y="2998"/>
                    <a:pt x="1168" y="2892"/>
                  </a:cubicBezTo>
                  <a:cubicBezTo>
                    <a:pt x="1868" y="2458"/>
                    <a:pt x="2302" y="1691"/>
                    <a:pt x="2369" y="857"/>
                  </a:cubicBezTo>
                  <a:cubicBezTo>
                    <a:pt x="2369" y="311"/>
                    <a:pt x="2098" y="1"/>
                    <a:pt x="170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2" name="Google Shape;2952;p56"/>
            <p:cNvSpPr/>
            <p:nvPr/>
          </p:nvSpPr>
          <p:spPr>
            <a:xfrm>
              <a:off x="4063075" y="2856925"/>
              <a:ext cx="58400" cy="76200"/>
            </a:xfrm>
            <a:custGeom>
              <a:rect b="b" l="l" r="r" t="t"/>
              <a:pathLst>
                <a:path extrusionOk="0" h="3048" w="2336">
                  <a:moveTo>
                    <a:pt x="1694" y="1"/>
                  </a:moveTo>
                  <a:cubicBezTo>
                    <a:pt x="1538" y="1"/>
                    <a:pt x="1360" y="51"/>
                    <a:pt x="1168" y="156"/>
                  </a:cubicBezTo>
                  <a:cubicBezTo>
                    <a:pt x="467" y="623"/>
                    <a:pt x="34" y="1357"/>
                    <a:pt x="0" y="2191"/>
                  </a:cubicBezTo>
                  <a:cubicBezTo>
                    <a:pt x="0" y="2738"/>
                    <a:pt x="254" y="3048"/>
                    <a:pt x="642" y="3048"/>
                  </a:cubicBezTo>
                  <a:cubicBezTo>
                    <a:pt x="798" y="3048"/>
                    <a:pt x="976" y="2997"/>
                    <a:pt x="1168" y="2892"/>
                  </a:cubicBezTo>
                  <a:cubicBezTo>
                    <a:pt x="1868" y="2425"/>
                    <a:pt x="2302" y="1658"/>
                    <a:pt x="2335" y="857"/>
                  </a:cubicBezTo>
                  <a:cubicBezTo>
                    <a:pt x="2335" y="310"/>
                    <a:pt x="2081" y="1"/>
                    <a:pt x="169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3" name="Google Shape;2953;p56"/>
            <p:cNvSpPr/>
            <p:nvPr/>
          </p:nvSpPr>
          <p:spPr>
            <a:xfrm>
              <a:off x="5486600" y="3479350"/>
              <a:ext cx="45050" cy="57775"/>
            </a:xfrm>
            <a:custGeom>
              <a:rect b="b" l="l" r="r" t="t"/>
              <a:pathLst>
                <a:path extrusionOk="0" h="2311" w="1802">
                  <a:moveTo>
                    <a:pt x="1291" y="0"/>
                  </a:moveTo>
                  <a:cubicBezTo>
                    <a:pt x="1173" y="0"/>
                    <a:pt x="1041" y="36"/>
                    <a:pt x="901" y="111"/>
                  </a:cubicBezTo>
                  <a:cubicBezTo>
                    <a:pt x="367" y="444"/>
                    <a:pt x="33" y="1045"/>
                    <a:pt x="0" y="1678"/>
                  </a:cubicBezTo>
                  <a:cubicBezTo>
                    <a:pt x="0" y="2076"/>
                    <a:pt x="197" y="2310"/>
                    <a:pt x="488" y="2310"/>
                  </a:cubicBezTo>
                  <a:cubicBezTo>
                    <a:pt x="611" y="2310"/>
                    <a:pt x="752" y="2268"/>
                    <a:pt x="901" y="2179"/>
                  </a:cubicBezTo>
                  <a:cubicBezTo>
                    <a:pt x="1434" y="1845"/>
                    <a:pt x="1768" y="1278"/>
                    <a:pt x="1801" y="644"/>
                  </a:cubicBezTo>
                  <a:cubicBezTo>
                    <a:pt x="1801" y="236"/>
                    <a:pt x="1594" y="0"/>
                    <a:pt x="129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4" name="Google Shape;2954;p56"/>
            <p:cNvSpPr/>
            <p:nvPr/>
          </p:nvSpPr>
          <p:spPr>
            <a:xfrm>
              <a:off x="4640975" y="3562400"/>
              <a:ext cx="158475" cy="204850"/>
            </a:xfrm>
            <a:custGeom>
              <a:rect b="b" l="l" r="r" t="t"/>
              <a:pathLst>
                <a:path extrusionOk="0" h="8194" w="6339">
                  <a:moveTo>
                    <a:pt x="4580" y="0"/>
                  </a:moveTo>
                  <a:cubicBezTo>
                    <a:pt x="4157" y="0"/>
                    <a:pt x="3679" y="137"/>
                    <a:pt x="3170" y="424"/>
                  </a:cubicBezTo>
                  <a:cubicBezTo>
                    <a:pt x="1302" y="1659"/>
                    <a:pt x="101" y="3694"/>
                    <a:pt x="1" y="5928"/>
                  </a:cubicBezTo>
                  <a:cubicBezTo>
                    <a:pt x="1" y="7371"/>
                    <a:pt x="705" y="8193"/>
                    <a:pt x="1745" y="8193"/>
                  </a:cubicBezTo>
                  <a:cubicBezTo>
                    <a:pt x="2172" y="8193"/>
                    <a:pt x="2655" y="8054"/>
                    <a:pt x="3170" y="7763"/>
                  </a:cubicBezTo>
                  <a:cubicBezTo>
                    <a:pt x="5038" y="6529"/>
                    <a:pt x="6205" y="4494"/>
                    <a:pt x="6339" y="2259"/>
                  </a:cubicBezTo>
                  <a:cubicBezTo>
                    <a:pt x="6339" y="834"/>
                    <a:pt x="5628" y="0"/>
                    <a:pt x="45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5" name="Google Shape;2955;p56"/>
            <p:cNvSpPr/>
            <p:nvPr/>
          </p:nvSpPr>
          <p:spPr>
            <a:xfrm>
              <a:off x="4023875" y="4209375"/>
              <a:ext cx="159300" cy="205000"/>
            </a:xfrm>
            <a:custGeom>
              <a:rect b="b" l="l" r="r" t="t"/>
              <a:pathLst>
                <a:path extrusionOk="0" h="8200" w="6372">
                  <a:moveTo>
                    <a:pt x="4613" y="1"/>
                  </a:moveTo>
                  <a:cubicBezTo>
                    <a:pt x="4187" y="1"/>
                    <a:pt x="3708" y="139"/>
                    <a:pt x="3203" y="431"/>
                  </a:cubicBezTo>
                  <a:cubicBezTo>
                    <a:pt x="1302" y="1665"/>
                    <a:pt x="134" y="3700"/>
                    <a:pt x="1" y="5935"/>
                  </a:cubicBezTo>
                  <a:cubicBezTo>
                    <a:pt x="1" y="7377"/>
                    <a:pt x="721" y="8199"/>
                    <a:pt x="1771" y="8199"/>
                  </a:cubicBezTo>
                  <a:cubicBezTo>
                    <a:pt x="2202" y="8199"/>
                    <a:pt x="2688" y="8061"/>
                    <a:pt x="3203" y="7769"/>
                  </a:cubicBezTo>
                  <a:cubicBezTo>
                    <a:pt x="5071" y="6535"/>
                    <a:pt x="6238" y="4500"/>
                    <a:pt x="6372" y="2265"/>
                  </a:cubicBezTo>
                  <a:cubicBezTo>
                    <a:pt x="6372" y="823"/>
                    <a:pt x="5651" y="1"/>
                    <a:pt x="461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6" name="Google Shape;2956;p56"/>
            <p:cNvSpPr/>
            <p:nvPr/>
          </p:nvSpPr>
          <p:spPr>
            <a:xfrm>
              <a:off x="3329225" y="4196800"/>
              <a:ext cx="119275" cy="153425"/>
            </a:xfrm>
            <a:custGeom>
              <a:rect b="b" l="l" r="r" t="t"/>
              <a:pathLst>
                <a:path extrusionOk="0" h="6137" w="4771">
                  <a:moveTo>
                    <a:pt x="3468" y="0"/>
                  </a:moveTo>
                  <a:cubicBezTo>
                    <a:pt x="3147" y="0"/>
                    <a:pt x="2785" y="108"/>
                    <a:pt x="2402" y="333"/>
                  </a:cubicBezTo>
                  <a:cubicBezTo>
                    <a:pt x="967" y="1234"/>
                    <a:pt x="100" y="2768"/>
                    <a:pt x="0" y="4436"/>
                  </a:cubicBezTo>
                  <a:cubicBezTo>
                    <a:pt x="0" y="5519"/>
                    <a:pt x="532" y="6137"/>
                    <a:pt x="1314" y="6137"/>
                  </a:cubicBezTo>
                  <a:cubicBezTo>
                    <a:pt x="1640" y="6137"/>
                    <a:pt x="2009" y="6030"/>
                    <a:pt x="2402" y="5804"/>
                  </a:cubicBezTo>
                  <a:cubicBezTo>
                    <a:pt x="3803" y="4903"/>
                    <a:pt x="4670" y="3369"/>
                    <a:pt x="4770" y="1701"/>
                  </a:cubicBezTo>
                  <a:cubicBezTo>
                    <a:pt x="4770" y="618"/>
                    <a:pt x="4238" y="0"/>
                    <a:pt x="34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7" name="Google Shape;2957;p56"/>
            <p:cNvSpPr/>
            <p:nvPr/>
          </p:nvSpPr>
          <p:spPr>
            <a:xfrm>
              <a:off x="3710325" y="3780825"/>
              <a:ext cx="121775" cy="157275"/>
            </a:xfrm>
            <a:custGeom>
              <a:rect b="b" l="l" r="r" t="t"/>
              <a:pathLst>
                <a:path extrusionOk="0" h="6291" w="4871">
                  <a:moveTo>
                    <a:pt x="3512" y="1"/>
                  </a:moveTo>
                  <a:cubicBezTo>
                    <a:pt x="3186" y="1"/>
                    <a:pt x="2821" y="106"/>
                    <a:pt x="2435" y="327"/>
                  </a:cubicBezTo>
                  <a:cubicBezTo>
                    <a:pt x="1001" y="1261"/>
                    <a:pt x="67" y="2829"/>
                    <a:pt x="0" y="4563"/>
                  </a:cubicBezTo>
                  <a:cubicBezTo>
                    <a:pt x="0" y="5655"/>
                    <a:pt x="540" y="6291"/>
                    <a:pt x="1344" y="6291"/>
                  </a:cubicBezTo>
                  <a:cubicBezTo>
                    <a:pt x="1671" y="6291"/>
                    <a:pt x="2041" y="6186"/>
                    <a:pt x="2435" y="5964"/>
                  </a:cubicBezTo>
                  <a:cubicBezTo>
                    <a:pt x="3870" y="5030"/>
                    <a:pt x="4770" y="3463"/>
                    <a:pt x="4870" y="1728"/>
                  </a:cubicBezTo>
                  <a:cubicBezTo>
                    <a:pt x="4870" y="637"/>
                    <a:pt x="4314" y="1"/>
                    <a:pt x="35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8" name="Google Shape;2958;p56"/>
            <p:cNvSpPr/>
            <p:nvPr/>
          </p:nvSpPr>
          <p:spPr>
            <a:xfrm>
              <a:off x="4111450" y="363870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806" y="0"/>
                  </a:moveTo>
                  <a:cubicBezTo>
                    <a:pt x="2544" y="0"/>
                    <a:pt x="2248" y="89"/>
                    <a:pt x="1935" y="275"/>
                  </a:cubicBezTo>
                  <a:cubicBezTo>
                    <a:pt x="801" y="1008"/>
                    <a:pt x="67" y="2276"/>
                    <a:pt x="0" y="3644"/>
                  </a:cubicBezTo>
                  <a:cubicBezTo>
                    <a:pt x="0" y="4524"/>
                    <a:pt x="442" y="5031"/>
                    <a:pt x="1083" y="5031"/>
                  </a:cubicBezTo>
                  <a:cubicBezTo>
                    <a:pt x="1340" y="5031"/>
                    <a:pt x="1629" y="4950"/>
                    <a:pt x="1935" y="4778"/>
                  </a:cubicBezTo>
                  <a:cubicBezTo>
                    <a:pt x="3069" y="4011"/>
                    <a:pt x="3803" y="2776"/>
                    <a:pt x="3870" y="1409"/>
                  </a:cubicBezTo>
                  <a:cubicBezTo>
                    <a:pt x="3870" y="513"/>
                    <a:pt x="3436" y="0"/>
                    <a:pt x="28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9" name="Google Shape;2959;p56"/>
            <p:cNvSpPr/>
            <p:nvPr/>
          </p:nvSpPr>
          <p:spPr>
            <a:xfrm>
              <a:off x="3392600" y="351995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787" y="1"/>
                  </a:moveTo>
                  <a:cubicBezTo>
                    <a:pt x="2530" y="1"/>
                    <a:pt x="2241" y="83"/>
                    <a:pt x="1935" y="254"/>
                  </a:cubicBezTo>
                  <a:cubicBezTo>
                    <a:pt x="767" y="1022"/>
                    <a:pt x="67" y="2256"/>
                    <a:pt x="0" y="3624"/>
                  </a:cubicBezTo>
                  <a:cubicBezTo>
                    <a:pt x="0" y="4519"/>
                    <a:pt x="433" y="5032"/>
                    <a:pt x="1064" y="5032"/>
                  </a:cubicBezTo>
                  <a:cubicBezTo>
                    <a:pt x="1326" y="5032"/>
                    <a:pt x="1622" y="4944"/>
                    <a:pt x="1935" y="4758"/>
                  </a:cubicBezTo>
                  <a:cubicBezTo>
                    <a:pt x="3069" y="4024"/>
                    <a:pt x="3803" y="2756"/>
                    <a:pt x="3870" y="1389"/>
                  </a:cubicBezTo>
                  <a:cubicBezTo>
                    <a:pt x="3870" y="508"/>
                    <a:pt x="3428" y="1"/>
                    <a:pt x="278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0" name="Google Shape;2960;p56"/>
            <p:cNvSpPr/>
            <p:nvPr/>
          </p:nvSpPr>
          <p:spPr>
            <a:xfrm>
              <a:off x="5070450" y="3340275"/>
              <a:ext cx="67575" cy="86025"/>
            </a:xfrm>
            <a:custGeom>
              <a:rect b="b" l="l" r="r" t="t"/>
              <a:pathLst>
                <a:path extrusionOk="0" h="3441" w="2703">
                  <a:moveTo>
                    <a:pt x="1927" y="1"/>
                  </a:moveTo>
                  <a:cubicBezTo>
                    <a:pt x="1746" y="1"/>
                    <a:pt x="1545" y="55"/>
                    <a:pt x="1335" y="170"/>
                  </a:cubicBezTo>
                  <a:cubicBezTo>
                    <a:pt x="568" y="670"/>
                    <a:pt x="68" y="1537"/>
                    <a:pt x="1" y="2505"/>
                  </a:cubicBezTo>
                  <a:cubicBezTo>
                    <a:pt x="1" y="3100"/>
                    <a:pt x="307" y="3441"/>
                    <a:pt x="750" y="3441"/>
                  </a:cubicBezTo>
                  <a:cubicBezTo>
                    <a:pt x="927" y="3441"/>
                    <a:pt x="1125" y="3386"/>
                    <a:pt x="1335" y="3272"/>
                  </a:cubicBezTo>
                  <a:cubicBezTo>
                    <a:pt x="2136" y="2738"/>
                    <a:pt x="2636" y="1904"/>
                    <a:pt x="2703" y="937"/>
                  </a:cubicBezTo>
                  <a:cubicBezTo>
                    <a:pt x="2703" y="341"/>
                    <a:pt x="2379" y="1"/>
                    <a:pt x="192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1" name="Google Shape;2961;p56"/>
            <p:cNvSpPr/>
            <p:nvPr/>
          </p:nvSpPr>
          <p:spPr>
            <a:xfrm>
              <a:off x="5353150" y="3302400"/>
              <a:ext cx="66750" cy="86350"/>
            </a:xfrm>
            <a:custGeom>
              <a:rect b="b" l="l" r="r" t="t"/>
              <a:pathLst>
                <a:path extrusionOk="0" h="3454" w="2670">
                  <a:moveTo>
                    <a:pt x="1925" y="0"/>
                  </a:moveTo>
                  <a:cubicBezTo>
                    <a:pt x="1747" y="0"/>
                    <a:pt x="1547" y="59"/>
                    <a:pt x="1335" y="184"/>
                  </a:cubicBezTo>
                  <a:cubicBezTo>
                    <a:pt x="535" y="684"/>
                    <a:pt x="34" y="1551"/>
                    <a:pt x="1" y="2485"/>
                  </a:cubicBezTo>
                  <a:cubicBezTo>
                    <a:pt x="1" y="3106"/>
                    <a:pt x="309" y="3454"/>
                    <a:pt x="753" y="3454"/>
                  </a:cubicBezTo>
                  <a:cubicBezTo>
                    <a:pt x="930" y="3454"/>
                    <a:pt x="1127" y="3399"/>
                    <a:pt x="1335" y="3286"/>
                  </a:cubicBezTo>
                  <a:cubicBezTo>
                    <a:pt x="2136" y="2752"/>
                    <a:pt x="2636" y="1885"/>
                    <a:pt x="2669" y="951"/>
                  </a:cubicBezTo>
                  <a:cubicBezTo>
                    <a:pt x="2669" y="357"/>
                    <a:pt x="2365" y="0"/>
                    <a:pt x="19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2" name="Google Shape;2962;p56"/>
            <p:cNvSpPr/>
            <p:nvPr/>
          </p:nvSpPr>
          <p:spPr>
            <a:xfrm>
              <a:off x="3128250" y="3949875"/>
              <a:ext cx="67550" cy="86400"/>
            </a:xfrm>
            <a:custGeom>
              <a:rect b="b" l="l" r="r" t="t"/>
              <a:pathLst>
                <a:path extrusionOk="0" h="3456" w="2702">
                  <a:moveTo>
                    <a:pt x="1941" y="1"/>
                  </a:moveTo>
                  <a:cubicBezTo>
                    <a:pt x="1759" y="1"/>
                    <a:pt x="1554" y="55"/>
                    <a:pt x="1334" y="170"/>
                  </a:cubicBezTo>
                  <a:cubicBezTo>
                    <a:pt x="567" y="703"/>
                    <a:pt x="67" y="1537"/>
                    <a:pt x="0" y="2505"/>
                  </a:cubicBezTo>
                  <a:cubicBezTo>
                    <a:pt x="0" y="3098"/>
                    <a:pt x="304" y="3455"/>
                    <a:pt x="744" y="3455"/>
                  </a:cubicBezTo>
                  <a:cubicBezTo>
                    <a:pt x="923" y="3455"/>
                    <a:pt x="1123" y="3397"/>
                    <a:pt x="1334" y="3272"/>
                  </a:cubicBezTo>
                  <a:cubicBezTo>
                    <a:pt x="2135" y="2772"/>
                    <a:pt x="2635" y="1904"/>
                    <a:pt x="2702" y="937"/>
                  </a:cubicBezTo>
                  <a:cubicBezTo>
                    <a:pt x="2702" y="341"/>
                    <a:pt x="2396" y="1"/>
                    <a:pt x="194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3" name="Google Shape;2963;p56"/>
            <p:cNvSpPr/>
            <p:nvPr/>
          </p:nvSpPr>
          <p:spPr>
            <a:xfrm>
              <a:off x="3948825" y="330390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39" y="1"/>
                  </a:moveTo>
                  <a:cubicBezTo>
                    <a:pt x="1757" y="1"/>
                    <a:pt x="1552" y="62"/>
                    <a:pt x="1335" y="190"/>
                  </a:cubicBezTo>
                  <a:cubicBezTo>
                    <a:pt x="534" y="691"/>
                    <a:pt x="34" y="1558"/>
                    <a:pt x="0" y="2492"/>
                  </a:cubicBezTo>
                  <a:cubicBezTo>
                    <a:pt x="0" y="3103"/>
                    <a:pt x="298" y="3449"/>
                    <a:pt x="730" y="3449"/>
                  </a:cubicBezTo>
                  <a:cubicBezTo>
                    <a:pt x="912" y="3449"/>
                    <a:pt x="1118" y="3387"/>
                    <a:pt x="1335" y="3259"/>
                  </a:cubicBezTo>
                  <a:cubicBezTo>
                    <a:pt x="2102" y="2759"/>
                    <a:pt x="2602" y="1891"/>
                    <a:pt x="2669" y="957"/>
                  </a:cubicBezTo>
                  <a:cubicBezTo>
                    <a:pt x="2669" y="347"/>
                    <a:pt x="2371" y="1"/>
                    <a:pt x="19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4" name="Google Shape;2964;p56"/>
            <p:cNvSpPr/>
            <p:nvPr/>
          </p:nvSpPr>
          <p:spPr>
            <a:xfrm>
              <a:off x="4335775" y="2776575"/>
              <a:ext cx="67575" cy="86500"/>
            </a:xfrm>
            <a:custGeom>
              <a:rect b="b" l="l" r="r" t="t"/>
              <a:pathLst>
                <a:path extrusionOk="0" h="3460" w="2703">
                  <a:moveTo>
                    <a:pt x="1950" y="0"/>
                  </a:moveTo>
                  <a:cubicBezTo>
                    <a:pt x="1773" y="0"/>
                    <a:pt x="1576" y="55"/>
                    <a:pt x="1368" y="168"/>
                  </a:cubicBezTo>
                  <a:cubicBezTo>
                    <a:pt x="567" y="702"/>
                    <a:pt x="67" y="1569"/>
                    <a:pt x="0" y="2503"/>
                  </a:cubicBezTo>
                  <a:cubicBezTo>
                    <a:pt x="0" y="3114"/>
                    <a:pt x="298" y="3460"/>
                    <a:pt x="742" y="3460"/>
                  </a:cubicBezTo>
                  <a:cubicBezTo>
                    <a:pt x="928" y="3460"/>
                    <a:pt x="1141" y="3399"/>
                    <a:pt x="1368" y="3270"/>
                  </a:cubicBezTo>
                  <a:cubicBezTo>
                    <a:pt x="2135" y="2770"/>
                    <a:pt x="2635" y="1903"/>
                    <a:pt x="2702" y="969"/>
                  </a:cubicBezTo>
                  <a:cubicBezTo>
                    <a:pt x="2702" y="347"/>
                    <a:pt x="2394" y="0"/>
                    <a:pt x="195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5" name="Google Shape;2965;p56"/>
            <p:cNvSpPr/>
            <p:nvPr/>
          </p:nvSpPr>
          <p:spPr>
            <a:xfrm>
              <a:off x="4535900" y="3275550"/>
              <a:ext cx="66750" cy="86525"/>
            </a:xfrm>
            <a:custGeom>
              <a:rect b="b" l="l" r="r" t="t"/>
              <a:pathLst>
                <a:path extrusionOk="0" h="3461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0"/>
                    <a:pt x="34" y="1558"/>
                    <a:pt x="1" y="2492"/>
                  </a:cubicBezTo>
                  <a:cubicBezTo>
                    <a:pt x="1" y="3113"/>
                    <a:pt x="309" y="3460"/>
                    <a:pt x="753" y="3460"/>
                  </a:cubicBezTo>
                  <a:cubicBezTo>
                    <a:pt x="930" y="3460"/>
                    <a:pt x="1127" y="3406"/>
                    <a:pt x="1335" y="3292"/>
                  </a:cubicBezTo>
                  <a:cubicBezTo>
                    <a:pt x="2136" y="2759"/>
                    <a:pt x="2636" y="1891"/>
                    <a:pt x="2669" y="957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6" name="Google Shape;2966;p56"/>
            <p:cNvSpPr/>
            <p:nvPr/>
          </p:nvSpPr>
          <p:spPr>
            <a:xfrm>
              <a:off x="4577600" y="2504850"/>
              <a:ext cx="104275" cy="123200"/>
            </a:xfrm>
            <a:custGeom>
              <a:rect b="b" l="l" r="r" t="t"/>
              <a:pathLst>
                <a:path extrusionOk="0" h="4928" w="4171">
                  <a:moveTo>
                    <a:pt x="2930" y="1"/>
                  </a:moveTo>
                  <a:cubicBezTo>
                    <a:pt x="2206" y="1"/>
                    <a:pt x="1321" y="657"/>
                    <a:pt x="735" y="1697"/>
                  </a:cubicBezTo>
                  <a:cubicBezTo>
                    <a:pt x="1" y="2965"/>
                    <a:pt x="1" y="4366"/>
                    <a:pt x="735" y="4799"/>
                  </a:cubicBezTo>
                  <a:cubicBezTo>
                    <a:pt x="882" y="4886"/>
                    <a:pt x="1048" y="4928"/>
                    <a:pt x="1225" y="4928"/>
                  </a:cubicBezTo>
                  <a:cubicBezTo>
                    <a:pt x="1933" y="4928"/>
                    <a:pt x="2823" y="4271"/>
                    <a:pt x="3437" y="3232"/>
                  </a:cubicBezTo>
                  <a:cubicBezTo>
                    <a:pt x="4170" y="1964"/>
                    <a:pt x="4170" y="563"/>
                    <a:pt x="3437" y="129"/>
                  </a:cubicBezTo>
                  <a:cubicBezTo>
                    <a:pt x="3283" y="42"/>
                    <a:pt x="3111" y="1"/>
                    <a:pt x="293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7" name="Google Shape;2967;p56"/>
            <p:cNvSpPr/>
            <p:nvPr/>
          </p:nvSpPr>
          <p:spPr>
            <a:xfrm>
              <a:off x="5213050" y="365915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1"/>
                    <a:pt x="34" y="1558"/>
                    <a:pt x="1" y="2492"/>
                  </a:cubicBezTo>
                  <a:cubicBezTo>
                    <a:pt x="1" y="3103"/>
                    <a:pt x="299" y="3449"/>
                    <a:pt x="731" y="3449"/>
                  </a:cubicBezTo>
                  <a:cubicBezTo>
                    <a:pt x="913" y="3449"/>
                    <a:pt x="1118" y="3388"/>
                    <a:pt x="1335" y="3259"/>
                  </a:cubicBezTo>
                  <a:cubicBezTo>
                    <a:pt x="2136" y="2759"/>
                    <a:pt x="2603" y="1892"/>
                    <a:pt x="2669" y="958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8" name="Google Shape;2968;p56"/>
            <p:cNvSpPr/>
            <p:nvPr/>
          </p:nvSpPr>
          <p:spPr>
            <a:xfrm>
              <a:off x="4367450" y="2982200"/>
              <a:ext cx="76750" cy="100025"/>
            </a:xfrm>
            <a:custGeom>
              <a:rect b="b" l="l" r="r" t="t"/>
              <a:pathLst>
                <a:path extrusionOk="0" h="4001" w="3070">
                  <a:moveTo>
                    <a:pt x="2232" y="0"/>
                  </a:moveTo>
                  <a:cubicBezTo>
                    <a:pt x="2025" y="0"/>
                    <a:pt x="1788" y="70"/>
                    <a:pt x="1535" y="216"/>
                  </a:cubicBezTo>
                  <a:cubicBezTo>
                    <a:pt x="635" y="816"/>
                    <a:pt x="67" y="1817"/>
                    <a:pt x="1" y="2884"/>
                  </a:cubicBezTo>
                  <a:cubicBezTo>
                    <a:pt x="1" y="3593"/>
                    <a:pt x="352" y="4000"/>
                    <a:pt x="853" y="4000"/>
                  </a:cubicBezTo>
                  <a:cubicBezTo>
                    <a:pt x="1060" y="4000"/>
                    <a:pt x="1292" y="3931"/>
                    <a:pt x="1535" y="3785"/>
                  </a:cubicBezTo>
                  <a:cubicBezTo>
                    <a:pt x="2436" y="3185"/>
                    <a:pt x="3036" y="2184"/>
                    <a:pt x="3070" y="1116"/>
                  </a:cubicBezTo>
                  <a:cubicBezTo>
                    <a:pt x="3070" y="408"/>
                    <a:pt x="2735" y="0"/>
                    <a:pt x="223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9" name="Google Shape;2969;p56"/>
            <p:cNvSpPr/>
            <p:nvPr/>
          </p:nvSpPr>
          <p:spPr>
            <a:xfrm>
              <a:off x="4244875" y="3380625"/>
              <a:ext cx="59225" cy="76225"/>
            </a:xfrm>
            <a:custGeom>
              <a:rect b="b" l="l" r="r" t="t"/>
              <a:pathLst>
                <a:path extrusionOk="0" h="3049" w="2369">
                  <a:moveTo>
                    <a:pt x="1700" y="1"/>
                  </a:moveTo>
                  <a:cubicBezTo>
                    <a:pt x="1540" y="1"/>
                    <a:pt x="1359" y="51"/>
                    <a:pt x="1168" y="157"/>
                  </a:cubicBezTo>
                  <a:cubicBezTo>
                    <a:pt x="467" y="624"/>
                    <a:pt x="34" y="1391"/>
                    <a:pt x="0" y="2225"/>
                  </a:cubicBezTo>
                  <a:cubicBezTo>
                    <a:pt x="0" y="2746"/>
                    <a:pt x="270" y="3049"/>
                    <a:pt x="653" y="3049"/>
                  </a:cubicBezTo>
                  <a:cubicBezTo>
                    <a:pt x="809" y="3049"/>
                    <a:pt x="984" y="2998"/>
                    <a:pt x="1168" y="2892"/>
                  </a:cubicBezTo>
                  <a:cubicBezTo>
                    <a:pt x="1868" y="2458"/>
                    <a:pt x="2302" y="1691"/>
                    <a:pt x="2369" y="857"/>
                  </a:cubicBezTo>
                  <a:cubicBezTo>
                    <a:pt x="2369" y="311"/>
                    <a:pt x="2098" y="1"/>
                    <a:pt x="17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0" name="Google Shape;2970;p56"/>
            <p:cNvSpPr/>
            <p:nvPr/>
          </p:nvSpPr>
          <p:spPr>
            <a:xfrm>
              <a:off x="4063075" y="2856925"/>
              <a:ext cx="58400" cy="76200"/>
            </a:xfrm>
            <a:custGeom>
              <a:rect b="b" l="l" r="r" t="t"/>
              <a:pathLst>
                <a:path extrusionOk="0" h="3048" w="2336">
                  <a:moveTo>
                    <a:pt x="1694" y="1"/>
                  </a:moveTo>
                  <a:cubicBezTo>
                    <a:pt x="1538" y="1"/>
                    <a:pt x="1360" y="51"/>
                    <a:pt x="1168" y="156"/>
                  </a:cubicBezTo>
                  <a:cubicBezTo>
                    <a:pt x="467" y="623"/>
                    <a:pt x="34" y="1357"/>
                    <a:pt x="0" y="2191"/>
                  </a:cubicBezTo>
                  <a:cubicBezTo>
                    <a:pt x="0" y="2738"/>
                    <a:pt x="254" y="3048"/>
                    <a:pt x="642" y="3048"/>
                  </a:cubicBezTo>
                  <a:cubicBezTo>
                    <a:pt x="798" y="3048"/>
                    <a:pt x="976" y="2997"/>
                    <a:pt x="1168" y="2892"/>
                  </a:cubicBezTo>
                  <a:cubicBezTo>
                    <a:pt x="1868" y="2425"/>
                    <a:pt x="2302" y="1658"/>
                    <a:pt x="2335" y="857"/>
                  </a:cubicBezTo>
                  <a:cubicBezTo>
                    <a:pt x="2335" y="310"/>
                    <a:pt x="2081" y="1"/>
                    <a:pt x="16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1" name="Google Shape;2971;p56"/>
            <p:cNvSpPr/>
            <p:nvPr/>
          </p:nvSpPr>
          <p:spPr>
            <a:xfrm>
              <a:off x="5486600" y="3479350"/>
              <a:ext cx="45050" cy="57775"/>
            </a:xfrm>
            <a:custGeom>
              <a:rect b="b" l="l" r="r" t="t"/>
              <a:pathLst>
                <a:path extrusionOk="0" h="2311" w="1802">
                  <a:moveTo>
                    <a:pt x="1291" y="0"/>
                  </a:moveTo>
                  <a:cubicBezTo>
                    <a:pt x="1173" y="0"/>
                    <a:pt x="1041" y="36"/>
                    <a:pt x="901" y="111"/>
                  </a:cubicBezTo>
                  <a:cubicBezTo>
                    <a:pt x="367" y="444"/>
                    <a:pt x="33" y="1045"/>
                    <a:pt x="0" y="1678"/>
                  </a:cubicBezTo>
                  <a:cubicBezTo>
                    <a:pt x="0" y="2076"/>
                    <a:pt x="197" y="2310"/>
                    <a:pt x="488" y="2310"/>
                  </a:cubicBezTo>
                  <a:cubicBezTo>
                    <a:pt x="611" y="2310"/>
                    <a:pt x="752" y="2268"/>
                    <a:pt x="901" y="2179"/>
                  </a:cubicBezTo>
                  <a:cubicBezTo>
                    <a:pt x="1434" y="1845"/>
                    <a:pt x="1768" y="1278"/>
                    <a:pt x="1801" y="644"/>
                  </a:cubicBezTo>
                  <a:cubicBezTo>
                    <a:pt x="1801" y="236"/>
                    <a:pt x="1594" y="0"/>
                    <a:pt x="129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2" name="Google Shape;2972;p56"/>
            <p:cNvSpPr/>
            <p:nvPr/>
          </p:nvSpPr>
          <p:spPr>
            <a:xfrm>
              <a:off x="4784175" y="1506675"/>
              <a:ext cx="230425" cy="429350"/>
            </a:xfrm>
            <a:custGeom>
              <a:rect b="b" l="l" r="r" t="t"/>
              <a:pathLst>
                <a:path extrusionOk="0" h="17174" w="9217">
                  <a:moveTo>
                    <a:pt x="258" y="0"/>
                  </a:moveTo>
                  <a:cubicBezTo>
                    <a:pt x="123" y="0"/>
                    <a:pt x="0" y="140"/>
                    <a:pt x="110" y="295"/>
                  </a:cubicBezTo>
                  <a:lnTo>
                    <a:pt x="8817" y="17073"/>
                  </a:lnTo>
                  <a:cubicBezTo>
                    <a:pt x="8850" y="17140"/>
                    <a:pt x="8917" y="17173"/>
                    <a:pt x="8983" y="17173"/>
                  </a:cubicBezTo>
                  <a:lnTo>
                    <a:pt x="9083" y="17173"/>
                  </a:lnTo>
                  <a:cubicBezTo>
                    <a:pt x="9150" y="17107"/>
                    <a:pt x="9217" y="17006"/>
                    <a:pt x="9150" y="16906"/>
                  </a:cubicBezTo>
                  <a:lnTo>
                    <a:pt x="444" y="128"/>
                  </a:lnTo>
                  <a:cubicBezTo>
                    <a:pt x="399" y="37"/>
                    <a:pt x="327" y="0"/>
                    <a:pt x="25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3" name="Google Shape;2973;p56"/>
            <p:cNvSpPr/>
            <p:nvPr/>
          </p:nvSpPr>
          <p:spPr>
            <a:xfrm>
              <a:off x="5074625" y="1641000"/>
              <a:ext cx="206000" cy="265825"/>
            </a:xfrm>
            <a:custGeom>
              <a:rect b="b" l="l" r="r" t="t"/>
              <a:pathLst>
                <a:path extrusionOk="0" h="10633" w="8240">
                  <a:moveTo>
                    <a:pt x="8140" y="0"/>
                  </a:moveTo>
                  <a:cubicBezTo>
                    <a:pt x="8115" y="0"/>
                    <a:pt x="8090" y="9"/>
                    <a:pt x="8073" y="25"/>
                  </a:cubicBezTo>
                  <a:lnTo>
                    <a:pt x="34" y="10499"/>
                  </a:lnTo>
                  <a:cubicBezTo>
                    <a:pt x="1" y="10533"/>
                    <a:pt x="1" y="10599"/>
                    <a:pt x="34" y="10633"/>
                  </a:cubicBezTo>
                  <a:lnTo>
                    <a:pt x="67" y="10633"/>
                  </a:lnTo>
                  <a:cubicBezTo>
                    <a:pt x="101" y="10633"/>
                    <a:pt x="134" y="10633"/>
                    <a:pt x="167" y="10599"/>
                  </a:cubicBezTo>
                  <a:lnTo>
                    <a:pt x="8206" y="159"/>
                  </a:lnTo>
                  <a:cubicBezTo>
                    <a:pt x="8240" y="125"/>
                    <a:pt x="8240" y="59"/>
                    <a:pt x="8206" y="25"/>
                  </a:cubicBezTo>
                  <a:cubicBezTo>
                    <a:pt x="8190" y="9"/>
                    <a:pt x="8165" y="0"/>
                    <a:pt x="814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4" name="Google Shape;2974;p56"/>
            <p:cNvSpPr/>
            <p:nvPr/>
          </p:nvSpPr>
          <p:spPr>
            <a:xfrm>
              <a:off x="5045450" y="1679975"/>
              <a:ext cx="60900" cy="221850"/>
            </a:xfrm>
            <a:custGeom>
              <a:rect b="b" l="l" r="r" t="t"/>
              <a:pathLst>
                <a:path extrusionOk="0" h="8874" w="2436">
                  <a:moveTo>
                    <a:pt x="2368" y="1"/>
                  </a:moveTo>
                  <a:cubicBezTo>
                    <a:pt x="2302" y="1"/>
                    <a:pt x="2268" y="34"/>
                    <a:pt x="2268" y="67"/>
                  </a:cubicBezTo>
                  <a:lnTo>
                    <a:pt x="0" y="8774"/>
                  </a:lnTo>
                  <a:cubicBezTo>
                    <a:pt x="0" y="8807"/>
                    <a:pt x="33" y="8840"/>
                    <a:pt x="67" y="8874"/>
                  </a:cubicBezTo>
                  <a:lnTo>
                    <a:pt x="100" y="8874"/>
                  </a:lnTo>
                  <a:cubicBezTo>
                    <a:pt x="134" y="8874"/>
                    <a:pt x="167" y="8840"/>
                    <a:pt x="167" y="8807"/>
                  </a:cubicBezTo>
                  <a:lnTo>
                    <a:pt x="2435" y="101"/>
                  </a:lnTo>
                  <a:cubicBezTo>
                    <a:pt x="2435" y="67"/>
                    <a:pt x="2402" y="1"/>
                    <a:pt x="236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5" name="Google Shape;2975;p56"/>
            <p:cNvSpPr/>
            <p:nvPr/>
          </p:nvSpPr>
          <p:spPr>
            <a:xfrm>
              <a:off x="5040425" y="2006675"/>
              <a:ext cx="46725" cy="228725"/>
            </a:xfrm>
            <a:custGeom>
              <a:rect b="b" l="l" r="r" t="t"/>
              <a:pathLst>
                <a:path extrusionOk="0" h="9149" w="1869">
                  <a:moveTo>
                    <a:pt x="219" y="0"/>
                  </a:moveTo>
                  <a:cubicBezTo>
                    <a:pt x="202" y="0"/>
                    <a:pt x="185" y="3"/>
                    <a:pt x="168" y="9"/>
                  </a:cubicBezTo>
                  <a:cubicBezTo>
                    <a:pt x="68" y="9"/>
                    <a:pt x="1" y="109"/>
                    <a:pt x="1" y="209"/>
                  </a:cubicBezTo>
                  <a:lnTo>
                    <a:pt x="1469" y="8982"/>
                  </a:lnTo>
                  <a:cubicBezTo>
                    <a:pt x="1502" y="9082"/>
                    <a:pt x="1569" y="9149"/>
                    <a:pt x="1669" y="9149"/>
                  </a:cubicBezTo>
                  <a:lnTo>
                    <a:pt x="1702" y="9149"/>
                  </a:lnTo>
                  <a:cubicBezTo>
                    <a:pt x="1802" y="9115"/>
                    <a:pt x="1869" y="9015"/>
                    <a:pt x="1836" y="8915"/>
                  </a:cubicBezTo>
                  <a:lnTo>
                    <a:pt x="368" y="175"/>
                  </a:lnTo>
                  <a:cubicBezTo>
                    <a:pt x="368" y="65"/>
                    <a:pt x="299" y="0"/>
                    <a:pt x="21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6" name="Google Shape;2976;p56"/>
            <p:cNvSpPr/>
            <p:nvPr/>
          </p:nvSpPr>
          <p:spPr>
            <a:xfrm>
              <a:off x="5130500" y="2020225"/>
              <a:ext cx="71750" cy="196825"/>
            </a:xfrm>
            <a:custGeom>
              <a:rect b="b" l="l" r="r" t="t"/>
              <a:pathLst>
                <a:path extrusionOk="0" h="7873" w="2870">
                  <a:moveTo>
                    <a:pt x="2803" y="0"/>
                  </a:moveTo>
                  <a:cubicBezTo>
                    <a:pt x="2769" y="0"/>
                    <a:pt x="2702" y="0"/>
                    <a:pt x="2702" y="67"/>
                  </a:cubicBezTo>
                  <a:lnTo>
                    <a:pt x="1" y="7739"/>
                  </a:lnTo>
                  <a:cubicBezTo>
                    <a:pt x="1" y="7806"/>
                    <a:pt x="1" y="7839"/>
                    <a:pt x="67" y="7873"/>
                  </a:cubicBezTo>
                  <a:lnTo>
                    <a:pt x="101" y="7873"/>
                  </a:lnTo>
                  <a:cubicBezTo>
                    <a:pt x="134" y="7873"/>
                    <a:pt x="134" y="7839"/>
                    <a:pt x="167" y="7806"/>
                  </a:cubicBezTo>
                  <a:lnTo>
                    <a:pt x="2869" y="100"/>
                  </a:lnTo>
                  <a:cubicBezTo>
                    <a:pt x="2869" y="67"/>
                    <a:pt x="2836" y="34"/>
                    <a:pt x="280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7" name="Google Shape;2977;p56"/>
            <p:cNvSpPr/>
            <p:nvPr/>
          </p:nvSpPr>
          <p:spPr>
            <a:xfrm>
              <a:off x="4949550" y="2317925"/>
              <a:ext cx="81750" cy="30050"/>
            </a:xfrm>
            <a:custGeom>
              <a:rect b="b" l="l" r="r" t="t"/>
              <a:pathLst>
                <a:path extrusionOk="0" h="1202" w="3270">
                  <a:moveTo>
                    <a:pt x="3169" y="1"/>
                  </a:moveTo>
                  <a:lnTo>
                    <a:pt x="67" y="1035"/>
                  </a:lnTo>
                  <a:cubicBezTo>
                    <a:pt x="0" y="1068"/>
                    <a:pt x="0" y="1102"/>
                    <a:pt x="0" y="1135"/>
                  </a:cubicBezTo>
                  <a:cubicBezTo>
                    <a:pt x="0" y="1168"/>
                    <a:pt x="33" y="1202"/>
                    <a:pt x="67" y="1202"/>
                  </a:cubicBezTo>
                  <a:lnTo>
                    <a:pt x="100" y="1202"/>
                  </a:lnTo>
                  <a:lnTo>
                    <a:pt x="3202" y="168"/>
                  </a:lnTo>
                  <a:cubicBezTo>
                    <a:pt x="3269" y="134"/>
                    <a:pt x="3269" y="101"/>
                    <a:pt x="3269" y="68"/>
                  </a:cubicBezTo>
                  <a:cubicBezTo>
                    <a:pt x="3236" y="1"/>
                    <a:pt x="3202" y="1"/>
                    <a:pt x="316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8" name="Google Shape;2978;p56"/>
            <p:cNvSpPr/>
            <p:nvPr/>
          </p:nvSpPr>
          <p:spPr>
            <a:xfrm>
              <a:off x="5041275" y="2374000"/>
              <a:ext cx="49675" cy="319225"/>
            </a:xfrm>
            <a:custGeom>
              <a:rect b="b" l="l" r="r" t="t"/>
              <a:pathLst>
                <a:path extrusionOk="0" h="12769" w="1987">
                  <a:moveTo>
                    <a:pt x="1790" y="0"/>
                  </a:moveTo>
                  <a:cubicBezTo>
                    <a:pt x="1704" y="0"/>
                    <a:pt x="1617" y="51"/>
                    <a:pt x="1601" y="160"/>
                  </a:cubicBezTo>
                  <a:lnTo>
                    <a:pt x="0" y="12535"/>
                  </a:lnTo>
                  <a:cubicBezTo>
                    <a:pt x="0" y="12635"/>
                    <a:pt x="67" y="12735"/>
                    <a:pt x="167" y="12769"/>
                  </a:cubicBezTo>
                  <a:lnTo>
                    <a:pt x="200" y="12769"/>
                  </a:lnTo>
                  <a:cubicBezTo>
                    <a:pt x="301" y="12769"/>
                    <a:pt x="367" y="12702"/>
                    <a:pt x="401" y="12602"/>
                  </a:cubicBezTo>
                  <a:lnTo>
                    <a:pt x="1968" y="193"/>
                  </a:lnTo>
                  <a:cubicBezTo>
                    <a:pt x="1986" y="68"/>
                    <a:pt x="1889" y="0"/>
                    <a:pt x="179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9" name="Google Shape;2979;p56"/>
            <p:cNvSpPr/>
            <p:nvPr/>
          </p:nvSpPr>
          <p:spPr>
            <a:xfrm>
              <a:off x="5117150" y="2476800"/>
              <a:ext cx="226025" cy="232275"/>
            </a:xfrm>
            <a:custGeom>
              <a:rect b="b" l="l" r="r" t="t"/>
              <a:pathLst>
                <a:path extrusionOk="0" h="9291" w="9041">
                  <a:moveTo>
                    <a:pt x="8820" y="0"/>
                  </a:moveTo>
                  <a:cubicBezTo>
                    <a:pt x="8774" y="0"/>
                    <a:pt x="8724" y="17"/>
                    <a:pt x="8674" y="50"/>
                  </a:cubicBezTo>
                  <a:lnTo>
                    <a:pt x="68" y="8957"/>
                  </a:lnTo>
                  <a:cubicBezTo>
                    <a:pt x="1" y="9024"/>
                    <a:pt x="1" y="9157"/>
                    <a:pt x="68" y="9224"/>
                  </a:cubicBezTo>
                  <a:cubicBezTo>
                    <a:pt x="101" y="9257"/>
                    <a:pt x="134" y="9290"/>
                    <a:pt x="201" y="9290"/>
                  </a:cubicBezTo>
                  <a:cubicBezTo>
                    <a:pt x="234" y="9290"/>
                    <a:pt x="301" y="9257"/>
                    <a:pt x="334" y="9224"/>
                  </a:cubicBezTo>
                  <a:lnTo>
                    <a:pt x="8941" y="317"/>
                  </a:lnTo>
                  <a:cubicBezTo>
                    <a:pt x="9041" y="251"/>
                    <a:pt x="9041" y="117"/>
                    <a:pt x="8941" y="50"/>
                  </a:cubicBezTo>
                  <a:cubicBezTo>
                    <a:pt x="8907" y="17"/>
                    <a:pt x="8866" y="0"/>
                    <a:pt x="882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0" name="Google Shape;2980;p56"/>
            <p:cNvSpPr/>
            <p:nvPr/>
          </p:nvSpPr>
          <p:spPr>
            <a:xfrm>
              <a:off x="4907000" y="2715175"/>
              <a:ext cx="71750" cy="41425"/>
            </a:xfrm>
            <a:custGeom>
              <a:rect b="b" l="l" r="r" t="t"/>
              <a:pathLst>
                <a:path extrusionOk="0" h="1657" w="2870">
                  <a:moveTo>
                    <a:pt x="66" y="0"/>
                  </a:moveTo>
                  <a:cubicBezTo>
                    <a:pt x="40" y="0"/>
                    <a:pt x="20" y="17"/>
                    <a:pt x="1" y="56"/>
                  </a:cubicBezTo>
                  <a:cubicBezTo>
                    <a:pt x="1" y="89"/>
                    <a:pt x="1" y="122"/>
                    <a:pt x="34" y="156"/>
                  </a:cubicBezTo>
                  <a:lnTo>
                    <a:pt x="2703" y="1657"/>
                  </a:lnTo>
                  <a:lnTo>
                    <a:pt x="2769" y="1657"/>
                  </a:lnTo>
                  <a:cubicBezTo>
                    <a:pt x="2803" y="1657"/>
                    <a:pt x="2836" y="1623"/>
                    <a:pt x="2836" y="1590"/>
                  </a:cubicBezTo>
                  <a:cubicBezTo>
                    <a:pt x="2870" y="1557"/>
                    <a:pt x="2836" y="1490"/>
                    <a:pt x="2803" y="1490"/>
                  </a:cubicBezTo>
                  <a:lnTo>
                    <a:pt x="134" y="22"/>
                  </a:lnTo>
                  <a:cubicBezTo>
                    <a:pt x="107" y="8"/>
                    <a:pt x="85" y="0"/>
                    <a:pt x="6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1" name="Google Shape;2981;p56"/>
            <p:cNvSpPr/>
            <p:nvPr/>
          </p:nvSpPr>
          <p:spPr>
            <a:xfrm>
              <a:off x="4833625" y="2830175"/>
              <a:ext cx="113425" cy="90725"/>
            </a:xfrm>
            <a:custGeom>
              <a:rect b="b" l="l" r="r" t="t"/>
              <a:pathLst>
                <a:path extrusionOk="0" h="3629" w="4537">
                  <a:moveTo>
                    <a:pt x="4437" y="1"/>
                  </a:moveTo>
                  <a:cubicBezTo>
                    <a:pt x="4412" y="1"/>
                    <a:pt x="4387" y="9"/>
                    <a:pt x="4370" y="26"/>
                  </a:cubicBezTo>
                  <a:lnTo>
                    <a:pt x="34" y="3461"/>
                  </a:lnTo>
                  <a:cubicBezTo>
                    <a:pt x="0" y="3495"/>
                    <a:pt x="0" y="3561"/>
                    <a:pt x="34" y="3595"/>
                  </a:cubicBezTo>
                  <a:cubicBezTo>
                    <a:pt x="67" y="3595"/>
                    <a:pt x="67" y="3628"/>
                    <a:pt x="100" y="3628"/>
                  </a:cubicBezTo>
                  <a:cubicBezTo>
                    <a:pt x="134" y="3628"/>
                    <a:pt x="134" y="3595"/>
                    <a:pt x="167" y="3595"/>
                  </a:cubicBezTo>
                  <a:lnTo>
                    <a:pt x="4504" y="159"/>
                  </a:lnTo>
                  <a:cubicBezTo>
                    <a:pt x="4537" y="126"/>
                    <a:pt x="4537" y="59"/>
                    <a:pt x="4504" y="26"/>
                  </a:cubicBezTo>
                  <a:cubicBezTo>
                    <a:pt x="4487" y="9"/>
                    <a:pt x="4462" y="1"/>
                    <a:pt x="443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2" name="Google Shape;2982;p56"/>
            <p:cNvSpPr/>
            <p:nvPr/>
          </p:nvSpPr>
          <p:spPr>
            <a:xfrm>
              <a:off x="4768575" y="2702875"/>
              <a:ext cx="70075" cy="218025"/>
            </a:xfrm>
            <a:custGeom>
              <a:rect b="b" l="l" r="r" t="t"/>
              <a:pathLst>
                <a:path extrusionOk="0" h="8721" w="2803">
                  <a:moveTo>
                    <a:pt x="117" y="0"/>
                  </a:moveTo>
                  <a:cubicBezTo>
                    <a:pt x="103" y="0"/>
                    <a:pt x="87" y="4"/>
                    <a:pt x="67" y="14"/>
                  </a:cubicBezTo>
                  <a:cubicBezTo>
                    <a:pt x="34" y="14"/>
                    <a:pt x="1" y="47"/>
                    <a:pt x="34" y="114"/>
                  </a:cubicBezTo>
                  <a:lnTo>
                    <a:pt x="2636" y="8653"/>
                  </a:lnTo>
                  <a:cubicBezTo>
                    <a:pt x="2636" y="8687"/>
                    <a:pt x="2669" y="8720"/>
                    <a:pt x="2702" y="8720"/>
                  </a:cubicBezTo>
                  <a:lnTo>
                    <a:pt x="2736" y="8720"/>
                  </a:lnTo>
                  <a:cubicBezTo>
                    <a:pt x="2803" y="8687"/>
                    <a:pt x="2803" y="8653"/>
                    <a:pt x="2803" y="8587"/>
                  </a:cubicBezTo>
                  <a:lnTo>
                    <a:pt x="167" y="47"/>
                  </a:lnTo>
                  <a:cubicBezTo>
                    <a:pt x="167" y="24"/>
                    <a:pt x="151" y="0"/>
                    <a:pt x="11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3" name="Google Shape;2983;p56"/>
            <p:cNvSpPr/>
            <p:nvPr/>
          </p:nvSpPr>
          <p:spPr>
            <a:xfrm>
              <a:off x="4731050" y="2900525"/>
              <a:ext cx="108425" cy="20375"/>
            </a:xfrm>
            <a:custGeom>
              <a:rect b="b" l="l" r="r" t="t"/>
              <a:pathLst>
                <a:path extrusionOk="0" h="815" w="4337">
                  <a:moveTo>
                    <a:pt x="54" y="0"/>
                  </a:moveTo>
                  <a:cubicBezTo>
                    <a:pt x="18" y="0"/>
                    <a:pt x="0" y="31"/>
                    <a:pt x="0" y="80"/>
                  </a:cubicBezTo>
                  <a:cubicBezTo>
                    <a:pt x="0" y="114"/>
                    <a:pt x="34" y="180"/>
                    <a:pt x="67" y="180"/>
                  </a:cubicBezTo>
                  <a:lnTo>
                    <a:pt x="4203" y="814"/>
                  </a:lnTo>
                  <a:lnTo>
                    <a:pt x="4237" y="814"/>
                  </a:lnTo>
                  <a:cubicBezTo>
                    <a:pt x="4337" y="814"/>
                    <a:pt x="4337" y="647"/>
                    <a:pt x="4237" y="647"/>
                  </a:cubicBezTo>
                  <a:lnTo>
                    <a:pt x="101" y="14"/>
                  </a:lnTo>
                  <a:cubicBezTo>
                    <a:pt x="83" y="5"/>
                    <a:pt x="67" y="0"/>
                    <a:pt x="5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4" name="Google Shape;2984;p56"/>
            <p:cNvSpPr/>
            <p:nvPr/>
          </p:nvSpPr>
          <p:spPr>
            <a:xfrm>
              <a:off x="5117150" y="2799100"/>
              <a:ext cx="377800" cy="42575"/>
            </a:xfrm>
            <a:custGeom>
              <a:rect b="b" l="l" r="r" t="t"/>
              <a:pathLst>
                <a:path extrusionOk="0" h="1703" w="15112">
                  <a:moveTo>
                    <a:pt x="234" y="1"/>
                  </a:moveTo>
                  <a:cubicBezTo>
                    <a:pt x="134" y="1"/>
                    <a:pt x="34" y="101"/>
                    <a:pt x="1" y="201"/>
                  </a:cubicBezTo>
                  <a:cubicBezTo>
                    <a:pt x="1" y="301"/>
                    <a:pt x="68" y="401"/>
                    <a:pt x="201" y="401"/>
                  </a:cubicBezTo>
                  <a:lnTo>
                    <a:pt x="14911" y="1702"/>
                  </a:lnTo>
                  <a:cubicBezTo>
                    <a:pt x="15012" y="1702"/>
                    <a:pt x="15112" y="1636"/>
                    <a:pt x="15112" y="1502"/>
                  </a:cubicBezTo>
                  <a:cubicBezTo>
                    <a:pt x="15112" y="1402"/>
                    <a:pt x="15045" y="1302"/>
                    <a:pt x="14945" y="1302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5" name="Google Shape;2985;p56"/>
            <p:cNvSpPr/>
            <p:nvPr/>
          </p:nvSpPr>
          <p:spPr>
            <a:xfrm>
              <a:off x="4934525" y="2671075"/>
              <a:ext cx="206000" cy="262325"/>
            </a:xfrm>
            <a:custGeom>
              <a:rect b="b" l="l" r="r" t="t"/>
              <a:pathLst>
                <a:path extrusionOk="0" h="10493" w="8240">
                  <a:moveTo>
                    <a:pt x="5810" y="682"/>
                  </a:moveTo>
                  <a:cubicBezTo>
                    <a:pt x="6117" y="682"/>
                    <a:pt x="6397" y="751"/>
                    <a:pt x="6639" y="886"/>
                  </a:cubicBezTo>
                  <a:cubicBezTo>
                    <a:pt x="7239" y="1253"/>
                    <a:pt x="7573" y="2020"/>
                    <a:pt x="7573" y="3054"/>
                  </a:cubicBezTo>
                  <a:cubicBezTo>
                    <a:pt x="7573" y="5355"/>
                    <a:pt x="5938" y="8191"/>
                    <a:pt x="3937" y="9358"/>
                  </a:cubicBezTo>
                  <a:cubicBezTo>
                    <a:pt x="3388" y="9663"/>
                    <a:pt x="2864" y="9820"/>
                    <a:pt x="2402" y="9820"/>
                  </a:cubicBezTo>
                  <a:cubicBezTo>
                    <a:pt x="2106" y="9820"/>
                    <a:pt x="1836" y="9755"/>
                    <a:pt x="1602" y="9625"/>
                  </a:cubicBezTo>
                  <a:cubicBezTo>
                    <a:pt x="1001" y="9258"/>
                    <a:pt x="668" y="8491"/>
                    <a:pt x="668" y="7457"/>
                  </a:cubicBezTo>
                  <a:cubicBezTo>
                    <a:pt x="668" y="5122"/>
                    <a:pt x="2269" y="2320"/>
                    <a:pt x="4304" y="1152"/>
                  </a:cubicBezTo>
                  <a:cubicBezTo>
                    <a:pt x="4841" y="834"/>
                    <a:pt x="5355" y="682"/>
                    <a:pt x="5810" y="682"/>
                  </a:cubicBezTo>
                  <a:close/>
                  <a:moveTo>
                    <a:pt x="5790" y="1"/>
                  </a:moveTo>
                  <a:cubicBezTo>
                    <a:pt x="5215" y="1"/>
                    <a:pt x="4587" y="189"/>
                    <a:pt x="3937" y="552"/>
                  </a:cubicBezTo>
                  <a:cubicBezTo>
                    <a:pt x="1769" y="1820"/>
                    <a:pt x="1" y="4922"/>
                    <a:pt x="1" y="7457"/>
                  </a:cubicBezTo>
                  <a:cubicBezTo>
                    <a:pt x="1" y="8758"/>
                    <a:pt x="434" y="9725"/>
                    <a:pt x="1268" y="10192"/>
                  </a:cubicBezTo>
                  <a:cubicBezTo>
                    <a:pt x="1602" y="10392"/>
                    <a:pt x="2002" y="10493"/>
                    <a:pt x="2436" y="10493"/>
                  </a:cubicBezTo>
                  <a:cubicBezTo>
                    <a:pt x="3069" y="10459"/>
                    <a:pt x="3737" y="10259"/>
                    <a:pt x="4304" y="9925"/>
                  </a:cubicBezTo>
                  <a:cubicBezTo>
                    <a:pt x="6472" y="8658"/>
                    <a:pt x="8240" y="5589"/>
                    <a:pt x="8240" y="3054"/>
                  </a:cubicBezTo>
                  <a:cubicBezTo>
                    <a:pt x="8240" y="1753"/>
                    <a:pt x="7806" y="786"/>
                    <a:pt x="6972" y="319"/>
                  </a:cubicBezTo>
                  <a:cubicBezTo>
                    <a:pt x="6616" y="105"/>
                    <a:pt x="6218" y="1"/>
                    <a:pt x="579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6" name="Google Shape;2986;p56"/>
            <p:cNvSpPr/>
            <p:nvPr/>
          </p:nvSpPr>
          <p:spPr>
            <a:xfrm>
              <a:off x="4981225" y="2729925"/>
              <a:ext cx="112600" cy="145075"/>
            </a:xfrm>
            <a:custGeom>
              <a:rect b="b" l="l" r="r" t="t"/>
              <a:pathLst>
                <a:path extrusionOk="0" h="5803" w="4504">
                  <a:moveTo>
                    <a:pt x="3264" y="0"/>
                  </a:moveTo>
                  <a:cubicBezTo>
                    <a:pt x="2964" y="0"/>
                    <a:pt x="2626" y="97"/>
                    <a:pt x="2269" y="300"/>
                  </a:cubicBezTo>
                  <a:cubicBezTo>
                    <a:pt x="935" y="1167"/>
                    <a:pt x="101" y="2601"/>
                    <a:pt x="1" y="4202"/>
                  </a:cubicBezTo>
                  <a:cubicBezTo>
                    <a:pt x="1" y="5221"/>
                    <a:pt x="506" y="5803"/>
                    <a:pt x="1253" y="5803"/>
                  </a:cubicBezTo>
                  <a:cubicBezTo>
                    <a:pt x="1557" y="5803"/>
                    <a:pt x="1902" y="5706"/>
                    <a:pt x="2269" y="5503"/>
                  </a:cubicBezTo>
                  <a:cubicBezTo>
                    <a:pt x="3570" y="4636"/>
                    <a:pt x="4404" y="3168"/>
                    <a:pt x="4504" y="1600"/>
                  </a:cubicBezTo>
                  <a:cubicBezTo>
                    <a:pt x="4504" y="581"/>
                    <a:pt x="3999" y="0"/>
                    <a:pt x="326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7" name="Google Shape;2987;p56"/>
            <p:cNvSpPr/>
            <p:nvPr/>
          </p:nvSpPr>
          <p:spPr>
            <a:xfrm>
              <a:off x="5467400" y="2716175"/>
              <a:ext cx="206850" cy="262250"/>
            </a:xfrm>
            <a:custGeom>
              <a:rect b="b" l="l" r="r" t="t"/>
              <a:pathLst>
                <a:path extrusionOk="0" h="10490" w="8274">
                  <a:moveTo>
                    <a:pt x="5838" y="683"/>
                  </a:moveTo>
                  <a:cubicBezTo>
                    <a:pt x="6105" y="683"/>
                    <a:pt x="6405" y="749"/>
                    <a:pt x="6639" y="883"/>
                  </a:cubicBezTo>
                  <a:cubicBezTo>
                    <a:pt x="7273" y="1250"/>
                    <a:pt x="7606" y="2017"/>
                    <a:pt x="7606" y="3051"/>
                  </a:cubicBezTo>
                  <a:cubicBezTo>
                    <a:pt x="7606" y="5353"/>
                    <a:pt x="5972" y="8188"/>
                    <a:pt x="3970" y="9356"/>
                  </a:cubicBezTo>
                  <a:cubicBezTo>
                    <a:pt x="3421" y="9661"/>
                    <a:pt x="2885" y="9817"/>
                    <a:pt x="2414" y="9817"/>
                  </a:cubicBezTo>
                  <a:cubicBezTo>
                    <a:pt x="2112" y="9817"/>
                    <a:pt x="1836" y="9753"/>
                    <a:pt x="1602" y="9623"/>
                  </a:cubicBezTo>
                  <a:cubicBezTo>
                    <a:pt x="1002" y="9256"/>
                    <a:pt x="668" y="8488"/>
                    <a:pt x="668" y="7454"/>
                  </a:cubicBezTo>
                  <a:cubicBezTo>
                    <a:pt x="668" y="5119"/>
                    <a:pt x="2302" y="2317"/>
                    <a:pt x="4304" y="1150"/>
                  </a:cubicBezTo>
                  <a:cubicBezTo>
                    <a:pt x="4771" y="850"/>
                    <a:pt x="5271" y="716"/>
                    <a:pt x="5838" y="683"/>
                  </a:cubicBezTo>
                  <a:close/>
                  <a:moveTo>
                    <a:pt x="5833" y="1"/>
                  </a:moveTo>
                  <a:cubicBezTo>
                    <a:pt x="5260" y="1"/>
                    <a:pt x="4626" y="197"/>
                    <a:pt x="3970" y="583"/>
                  </a:cubicBezTo>
                  <a:cubicBezTo>
                    <a:pt x="1769" y="1850"/>
                    <a:pt x="1" y="4919"/>
                    <a:pt x="1" y="7454"/>
                  </a:cubicBezTo>
                  <a:cubicBezTo>
                    <a:pt x="1" y="8755"/>
                    <a:pt x="434" y="9723"/>
                    <a:pt x="1268" y="10190"/>
                  </a:cubicBezTo>
                  <a:cubicBezTo>
                    <a:pt x="1635" y="10390"/>
                    <a:pt x="2036" y="10490"/>
                    <a:pt x="2436" y="10490"/>
                  </a:cubicBezTo>
                  <a:cubicBezTo>
                    <a:pt x="3103" y="10490"/>
                    <a:pt x="3737" y="10290"/>
                    <a:pt x="4304" y="9923"/>
                  </a:cubicBezTo>
                  <a:cubicBezTo>
                    <a:pt x="6472" y="8655"/>
                    <a:pt x="8273" y="5586"/>
                    <a:pt x="8273" y="3051"/>
                  </a:cubicBezTo>
                  <a:cubicBezTo>
                    <a:pt x="8273" y="1750"/>
                    <a:pt x="7806" y="783"/>
                    <a:pt x="6972" y="316"/>
                  </a:cubicBezTo>
                  <a:cubicBezTo>
                    <a:pt x="6635" y="105"/>
                    <a:pt x="6250" y="1"/>
                    <a:pt x="583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8" name="Google Shape;2988;p56"/>
            <p:cNvSpPr/>
            <p:nvPr/>
          </p:nvSpPr>
          <p:spPr>
            <a:xfrm>
              <a:off x="5514950" y="2774950"/>
              <a:ext cx="111775" cy="145075"/>
            </a:xfrm>
            <a:custGeom>
              <a:rect b="b" l="l" r="r" t="t"/>
              <a:pathLst>
                <a:path extrusionOk="0" h="5803" w="4471">
                  <a:moveTo>
                    <a:pt x="3230" y="0"/>
                  </a:moveTo>
                  <a:cubicBezTo>
                    <a:pt x="2930" y="0"/>
                    <a:pt x="2593" y="97"/>
                    <a:pt x="2235" y="300"/>
                  </a:cubicBezTo>
                  <a:cubicBezTo>
                    <a:pt x="901" y="1167"/>
                    <a:pt x="67" y="2602"/>
                    <a:pt x="0" y="4203"/>
                  </a:cubicBezTo>
                  <a:cubicBezTo>
                    <a:pt x="0" y="5222"/>
                    <a:pt x="488" y="5803"/>
                    <a:pt x="1226" y="5803"/>
                  </a:cubicBezTo>
                  <a:cubicBezTo>
                    <a:pt x="1526" y="5803"/>
                    <a:pt x="1868" y="5706"/>
                    <a:pt x="2235" y="5504"/>
                  </a:cubicBezTo>
                  <a:cubicBezTo>
                    <a:pt x="3569" y="4636"/>
                    <a:pt x="4370" y="3169"/>
                    <a:pt x="4470" y="1601"/>
                  </a:cubicBezTo>
                  <a:cubicBezTo>
                    <a:pt x="4470" y="582"/>
                    <a:pt x="3965" y="0"/>
                    <a:pt x="323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9" name="Google Shape;2989;p56"/>
            <p:cNvSpPr/>
            <p:nvPr/>
          </p:nvSpPr>
          <p:spPr>
            <a:xfrm>
              <a:off x="5326475" y="2325225"/>
              <a:ext cx="143450" cy="182025"/>
            </a:xfrm>
            <a:custGeom>
              <a:rect b="b" l="l" r="r" t="t"/>
              <a:pathLst>
                <a:path extrusionOk="0" h="7281" w="5738">
                  <a:moveTo>
                    <a:pt x="4070" y="476"/>
                  </a:moveTo>
                  <a:cubicBezTo>
                    <a:pt x="4270" y="476"/>
                    <a:pt x="4437" y="509"/>
                    <a:pt x="4637" y="610"/>
                  </a:cubicBezTo>
                  <a:cubicBezTo>
                    <a:pt x="5037" y="876"/>
                    <a:pt x="5271" y="1410"/>
                    <a:pt x="5271" y="2111"/>
                  </a:cubicBezTo>
                  <a:cubicBezTo>
                    <a:pt x="5171" y="3879"/>
                    <a:pt x="4237" y="5513"/>
                    <a:pt x="2769" y="6480"/>
                  </a:cubicBezTo>
                  <a:cubicBezTo>
                    <a:pt x="2382" y="6705"/>
                    <a:pt x="2019" y="6817"/>
                    <a:pt x="1697" y="6817"/>
                  </a:cubicBezTo>
                  <a:cubicBezTo>
                    <a:pt x="1492" y="6817"/>
                    <a:pt x="1303" y="6771"/>
                    <a:pt x="1135" y="6681"/>
                  </a:cubicBezTo>
                  <a:cubicBezTo>
                    <a:pt x="701" y="6414"/>
                    <a:pt x="467" y="5880"/>
                    <a:pt x="467" y="5179"/>
                  </a:cubicBezTo>
                  <a:cubicBezTo>
                    <a:pt x="568" y="3378"/>
                    <a:pt x="1502" y="1777"/>
                    <a:pt x="3003" y="810"/>
                  </a:cubicBezTo>
                  <a:cubicBezTo>
                    <a:pt x="3303" y="610"/>
                    <a:pt x="3670" y="476"/>
                    <a:pt x="4070" y="476"/>
                  </a:cubicBezTo>
                  <a:close/>
                  <a:moveTo>
                    <a:pt x="4051" y="1"/>
                  </a:moveTo>
                  <a:cubicBezTo>
                    <a:pt x="3653" y="1"/>
                    <a:pt x="3217" y="137"/>
                    <a:pt x="2769" y="409"/>
                  </a:cubicBezTo>
                  <a:cubicBezTo>
                    <a:pt x="1135" y="1443"/>
                    <a:pt x="101" y="3211"/>
                    <a:pt x="0" y="5179"/>
                  </a:cubicBezTo>
                  <a:cubicBezTo>
                    <a:pt x="0" y="6080"/>
                    <a:pt x="334" y="6747"/>
                    <a:pt x="901" y="7081"/>
                  </a:cubicBezTo>
                  <a:cubicBezTo>
                    <a:pt x="1135" y="7214"/>
                    <a:pt x="1435" y="7281"/>
                    <a:pt x="1702" y="7281"/>
                  </a:cubicBezTo>
                  <a:cubicBezTo>
                    <a:pt x="2169" y="7248"/>
                    <a:pt x="2602" y="7114"/>
                    <a:pt x="2969" y="6881"/>
                  </a:cubicBezTo>
                  <a:cubicBezTo>
                    <a:pt x="4604" y="5813"/>
                    <a:pt x="5638" y="4045"/>
                    <a:pt x="5738" y="2111"/>
                  </a:cubicBezTo>
                  <a:cubicBezTo>
                    <a:pt x="5738" y="1210"/>
                    <a:pt x="5404" y="543"/>
                    <a:pt x="4837" y="209"/>
                  </a:cubicBezTo>
                  <a:cubicBezTo>
                    <a:pt x="4601" y="70"/>
                    <a:pt x="4336" y="1"/>
                    <a:pt x="405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0" name="Google Shape;2990;p56"/>
            <p:cNvSpPr/>
            <p:nvPr/>
          </p:nvSpPr>
          <p:spPr>
            <a:xfrm>
              <a:off x="5359825" y="2365925"/>
              <a:ext cx="77575" cy="100850"/>
            </a:xfrm>
            <a:custGeom>
              <a:rect b="b" l="l" r="r" t="t"/>
              <a:pathLst>
                <a:path extrusionOk="0" h="4034" w="3103">
                  <a:moveTo>
                    <a:pt x="2239" y="0"/>
                  </a:moveTo>
                  <a:cubicBezTo>
                    <a:pt x="2027" y="0"/>
                    <a:pt x="1788" y="70"/>
                    <a:pt x="1535" y="216"/>
                  </a:cubicBezTo>
                  <a:cubicBezTo>
                    <a:pt x="635" y="816"/>
                    <a:pt x="34" y="1817"/>
                    <a:pt x="1" y="2918"/>
                  </a:cubicBezTo>
                  <a:cubicBezTo>
                    <a:pt x="1" y="3626"/>
                    <a:pt x="352" y="4034"/>
                    <a:pt x="853" y="4034"/>
                  </a:cubicBezTo>
                  <a:cubicBezTo>
                    <a:pt x="1060" y="4034"/>
                    <a:pt x="1292" y="3964"/>
                    <a:pt x="1535" y="3818"/>
                  </a:cubicBezTo>
                  <a:cubicBezTo>
                    <a:pt x="2469" y="3218"/>
                    <a:pt x="3036" y="2217"/>
                    <a:pt x="3103" y="1116"/>
                  </a:cubicBezTo>
                  <a:cubicBezTo>
                    <a:pt x="3103" y="408"/>
                    <a:pt x="2752" y="0"/>
                    <a:pt x="223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1" name="Google Shape;2991;p56"/>
            <p:cNvSpPr/>
            <p:nvPr/>
          </p:nvSpPr>
          <p:spPr>
            <a:xfrm>
              <a:off x="5022100" y="2207575"/>
              <a:ext cx="143450" cy="182100"/>
            </a:xfrm>
            <a:custGeom>
              <a:rect b="b" l="l" r="r" t="t"/>
              <a:pathLst>
                <a:path extrusionOk="0" h="7284" w="5738">
                  <a:moveTo>
                    <a:pt x="4024" y="450"/>
                  </a:moveTo>
                  <a:cubicBezTo>
                    <a:pt x="4243" y="450"/>
                    <a:pt x="4440" y="503"/>
                    <a:pt x="4603" y="612"/>
                  </a:cubicBezTo>
                  <a:cubicBezTo>
                    <a:pt x="5037" y="846"/>
                    <a:pt x="5271" y="1379"/>
                    <a:pt x="5271" y="2113"/>
                  </a:cubicBezTo>
                  <a:cubicBezTo>
                    <a:pt x="5170" y="3881"/>
                    <a:pt x="4236" y="5516"/>
                    <a:pt x="2769" y="6483"/>
                  </a:cubicBezTo>
                  <a:cubicBezTo>
                    <a:pt x="2394" y="6700"/>
                    <a:pt x="2042" y="6812"/>
                    <a:pt x="1728" y="6812"/>
                  </a:cubicBezTo>
                  <a:cubicBezTo>
                    <a:pt x="1511" y="6812"/>
                    <a:pt x="1311" y="6759"/>
                    <a:pt x="1134" y="6650"/>
                  </a:cubicBezTo>
                  <a:cubicBezTo>
                    <a:pt x="701" y="6416"/>
                    <a:pt x="467" y="5883"/>
                    <a:pt x="467" y="5149"/>
                  </a:cubicBezTo>
                  <a:cubicBezTo>
                    <a:pt x="567" y="3381"/>
                    <a:pt x="1501" y="1746"/>
                    <a:pt x="2969" y="779"/>
                  </a:cubicBezTo>
                  <a:cubicBezTo>
                    <a:pt x="3344" y="562"/>
                    <a:pt x="3707" y="450"/>
                    <a:pt x="4024" y="450"/>
                  </a:cubicBezTo>
                  <a:close/>
                  <a:moveTo>
                    <a:pt x="4033" y="1"/>
                  </a:moveTo>
                  <a:cubicBezTo>
                    <a:pt x="3635" y="1"/>
                    <a:pt x="3196" y="129"/>
                    <a:pt x="2735" y="379"/>
                  </a:cubicBezTo>
                  <a:cubicBezTo>
                    <a:pt x="1134" y="1446"/>
                    <a:pt x="100" y="3214"/>
                    <a:pt x="0" y="5149"/>
                  </a:cubicBezTo>
                  <a:cubicBezTo>
                    <a:pt x="0" y="6049"/>
                    <a:pt x="300" y="6750"/>
                    <a:pt x="867" y="7050"/>
                  </a:cubicBezTo>
                  <a:cubicBezTo>
                    <a:pt x="1134" y="7217"/>
                    <a:pt x="1401" y="7284"/>
                    <a:pt x="1701" y="7284"/>
                  </a:cubicBezTo>
                  <a:cubicBezTo>
                    <a:pt x="2135" y="7250"/>
                    <a:pt x="2569" y="7117"/>
                    <a:pt x="2969" y="6883"/>
                  </a:cubicBezTo>
                  <a:cubicBezTo>
                    <a:pt x="4603" y="5816"/>
                    <a:pt x="5604" y="4048"/>
                    <a:pt x="5738" y="2113"/>
                  </a:cubicBezTo>
                  <a:cubicBezTo>
                    <a:pt x="5738" y="1213"/>
                    <a:pt x="5404" y="545"/>
                    <a:pt x="4837" y="212"/>
                  </a:cubicBezTo>
                  <a:cubicBezTo>
                    <a:pt x="4596" y="70"/>
                    <a:pt x="4326" y="1"/>
                    <a:pt x="403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2" name="Google Shape;2992;p56"/>
            <p:cNvSpPr/>
            <p:nvPr/>
          </p:nvSpPr>
          <p:spPr>
            <a:xfrm>
              <a:off x="5054625" y="2248325"/>
              <a:ext cx="78400" cy="100050"/>
            </a:xfrm>
            <a:custGeom>
              <a:rect b="b" l="l" r="r" t="t"/>
              <a:pathLst>
                <a:path extrusionOk="0" h="4002" w="3136">
                  <a:moveTo>
                    <a:pt x="2272" y="1"/>
                  </a:moveTo>
                  <a:cubicBezTo>
                    <a:pt x="2060" y="1"/>
                    <a:pt x="1821" y="70"/>
                    <a:pt x="1568" y="216"/>
                  </a:cubicBezTo>
                  <a:cubicBezTo>
                    <a:pt x="634" y="817"/>
                    <a:pt x="67" y="1818"/>
                    <a:pt x="0" y="2918"/>
                  </a:cubicBezTo>
                  <a:cubicBezTo>
                    <a:pt x="0" y="3602"/>
                    <a:pt x="349" y="4002"/>
                    <a:pt x="860" y="4002"/>
                  </a:cubicBezTo>
                  <a:cubicBezTo>
                    <a:pt x="1073" y="4002"/>
                    <a:pt x="1313" y="3933"/>
                    <a:pt x="1568" y="3786"/>
                  </a:cubicBezTo>
                  <a:cubicBezTo>
                    <a:pt x="2468" y="3185"/>
                    <a:pt x="3069" y="2184"/>
                    <a:pt x="3136" y="1117"/>
                  </a:cubicBezTo>
                  <a:cubicBezTo>
                    <a:pt x="3136" y="409"/>
                    <a:pt x="2784" y="1"/>
                    <a:pt x="227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3" name="Google Shape;2993;p56"/>
            <p:cNvSpPr/>
            <p:nvPr/>
          </p:nvSpPr>
          <p:spPr>
            <a:xfrm>
              <a:off x="4983725" y="1892250"/>
              <a:ext cx="109575" cy="133825"/>
            </a:xfrm>
            <a:custGeom>
              <a:rect b="b" l="l" r="r" t="t"/>
              <a:pathLst>
                <a:path extrusionOk="0" h="5353" w="4383">
                  <a:moveTo>
                    <a:pt x="2909" y="347"/>
                  </a:moveTo>
                  <a:cubicBezTo>
                    <a:pt x="3501" y="347"/>
                    <a:pt x="4047" y="887"/>
                    <a:pt x="3903" y="1583"/>
                  </a:cubicBezTo>
                  <a:cubicBezTo>
                    <a:pt x="3837" y="2884"/>
                    <a:pt x="3136" y="4085"/>
                    <a:pt x="2069" y="4786"/>
                  </a:cubicBezTo>
                  <a:cubicBezTo>
                    <a:pt x="1863" y="4973"/>
                    <a:pt x="1623" y="5055"/>
                    <a:pt x="1389" y="5055"/>
                  </a:cubicBezTo>
                  <a:cubicBezTo>
                    <a:pt x="790" y="5055"/>
                    <a:pt x="233" y="4514"/>
                    <a:pt x="401" y="3818"/>
                  </a:cubicBezTo>
                  <a:cubicBezTo>
                    <a:pt x="468" y="2518"/>
                    <a:pt x="1135" y="1317"/>
                    <a:pt x="2236" y="616"/>
                  </a:cubicBezTo>
                  <a:cubicBezTo>
                    <a:pt x="2441" y="429"/>
                    <a:pt x="2679" y="347"/>
                    <a:pt x="2909" y="347"/>
                  </a:cubicBezTo>
                  <a:close/>
                  <a:moveTo>
                    <a:pt x="2917" y="1"/>
                  </a:moveTo>
                  <a:cubicBezTo>
                    <a:pt x="2629" y="1"/>
                    <a:pt x="2333" y="97"/>
                    <a:pt x="2069" y="316"/>
                  </a:cubicBezTo>
                  <a:cubicBezTo>
                    <a:pt x="868" y="1116"/>
                    <a:pt x="134" y="2384"/>
                    <a:pt x="34" y="3818"/>
                  </a:cubicBezTo>
                  <a:cubicBezTo>
                    <a:pt x="1" y="4352"/>
                    <a:pt x="234" y="4919"/>
                    <a:pt x="701" y="5219"/>
                  </a:cubicBezTo>
                  <a:cubicBezTo>
                    <a:pt x="868" y="5320"/>
                    <a:pt x="1068" y="5353"/>
                    <a:pt x="1302" y="5353"/>
                  </a:cubicBezTo>
                  <a:cubicBezTo>
                    <a:pt x="1635" y="5353"/>
                    <a:pt x="1935" y="5253"/>
                    <a:pt x="2236" y="5053"/>
                  </a:cubicBezTo>
                  <a:cubicBezTo>
                    <a:pt x="3436" y="4285"/>
                    <a:pt x="4170" y="2985"/>
                    <a:pt x="4237" y="1583"/>
                  </a:cubicBezTo>
                  <a:cubicBezTo>
                    <a:pt x="4383" y="686"/>
                    <a:pt x="3682" y="1"/>
                    <a:pt x="291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4" name="Google Shape;2994;p56"/>
            <p:cNvSpPr/>
            <p:nvPr/>
          </p:nvSpPr>
          <p:spPr>
            <a:xfrm>
              <a:off x="5008750" y="1922900"/>
              <a:ext cx="57575" cy="73750"/>
            </a:xfrm>
            <a:custGeom>
              <a:rect b="b" l="l" r="r" t="t"/>
              <a:pathLst>
                <a:path extrusionOk="0" h="2950" w="2303">
                  <a:moveTo>
                    <a:pt x="1662" y="1"/>
                  </a:moveTo>
                  <a:cubicBezTo>
                    <a:pt x="1510" y="1"/>
                    <a:pt x="1342" y="51"/>
                    <a:pt x="1168" y="157"/>
                  </a:cubicBezTo>
                  <a:cubicBezTo>
                    <a:pt x="467" y="591"/>
                    <a:pt x="67" y="1325"/>
                    <a:pt x="0" y="2125"/>
                  </a:cubicBezTo>
                  <a:cubicBezTo>
                    <a:pt x="0" y="2647"/>
                    <a:pt x="270" y="2949"/>
                    <a:pt x="653" y="2949"/>
                  </a:cubicBezTo>
                  <a:cubicBezTo>
                    <a:pt x="809" y="2949"/>
                    <a:pt x="984" y="2899"/>
                    <a:pt x="1168" y="2793"/>
                  </a:cubicBezTo>
                  <a:cubicBezTo>
                    <a:pt x="1835" y="2359"/>
                    <a:pt x="2269" y="1625"/>
                    <a:pt x="2302" y="825"/>
                  </a:cubicBezTo>
                  <a:cubicBezTo>
                    <a:pt x="2302" y="303"/>
                    <a:pt x="2033" y="1"/>
                    <a:pt x="166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5" name="Google Shape;2995;p56"/>
            <p:cNvSpPr/>
            <p:nvPr/>
          </p:nvSpPr>
          <p:spPr>
            <a:xfrm>
              <a:off x="5183875" y="20010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33" y="1"/>
                  </a:moveTo>
                  <a:cubicBezTo>
                    <a:pt x="843" y="1"/>
                    <a:pt x="741" y="32"/>
                    <a:pt x="634" y="100"/>
                  </a:cubicBezTo>
                  <a:cubicBezTo>
                    <a:pt x="267" y="334"/>
                    <a:pt x="0" y="767"/>
                    <a:pt x="0" y="1234"/>
                  </a:cubicBezTo>
                  <a:cubicBezTo>
                    <a:pt x="0" y="1519"/>
                    <a:pt x="153" y="1686"/>
                    <a:pt x="361" y="1686"/>
                  </a:cubicBezTo>
                  <a:cubicBezTo>
                    <a:pt x="445" y="1686"/>
                    <a:pt x="538" y="1659"/>
                    <a:pt x="634" y="1601"/>
                  </a:cubicBezTo>
                  <a:cubicBezTo>
                    <a:pt x="1034" y="1334"/>
                    <a:pt x="1268" y="934"/>
                    <a:pt x="1301" y="467"/>
                  </a:cubicBezTo>
                  <a:cubicBezTo>
                    <a:pt x="1301" y="184"/>
                    <a:pt x="1151" y="1"/>
                    <a:pt x="93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6" name="Google Shape;2996;p56"/>
            <p:cNvSpPr/>
            <p:nvPr/>
          </p:nvSpPr>
          <p:spPr>
            <a:xfrm>
              <a:off x="4935350" y="2325000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0"/>
                  </a:moveTo>
                  <a:cubicBezTo>
                    <a:pt x="840" y="0"/>
                    <a:pt x="740" y="27"/>
                    <a:pt x="635" y="85"/>
                  </a:cubicBezTo>
                  <a:cubicBezTo>
                    <a:pt x="268" y="352"/>
                    <a:pt x="1" y="752"/>
                    <a:pt x="1" y="1219"/>
                  </a:cubicBezTo>
                  <a:cubicBezTo>
                    <a:pt x="1" y="1502"/>
                    <a:pt x="151" y="1685"/>
                    <a:pt x="358" y="1685"/>
                  </a:cubicBezTo>
                  <a:cubicBezTo>
                    <a:pt x="443" y="1685"/>
                    <a:pt x="537" y="1654"/>
                    <a:pt x="635" y="1586"/>
                  </a:cubicBezTo>
                  <a:cubicBezTo>
                    <a:pt x="1035" y="1352"/>
                    <a:pt x="1269" y="919"/>
                    <a:pt x="1302" y="452"/>
                  </a:cubicBezTo>
                  <a:cubicBezTo>
                    <a:pt x="1302" y="167"/>
                    <a:pt x="1150" y="0"/>
                    <a:pt x="92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7" name="Google Shape;2997;p56"/>
            <p:cNvSpPr/>
            <p:nvPr/>
          </p:nvSpPr>
          <p:spPr>
            <a:xfrm>
              <a:off x="4892825" y="26965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45" y="1"/>
                  </a:moveTo>
                  <a:cubicBezTo>
                    <a:pt x="860" y="1"/>
                    <a:pt x="765" y="32"/>
                    <a:pt x="668" y="100"/>
                  </a:cubicBezTo>
                  <a:cubicBezTo>
                    <a:pt x="268" y="334"/>
                    <a:pt x="34" y="767"/>
                    <a:pt x="1" y="1234"/>
                  </a:cubicBezTo>
                  <a:cubicBezTo>
                    <a:pt x="1" y="1519"/>
                    <a:pt x="153" y="1686"/>
                    <a:pt x="373" y="1686"/>
                  </a:cubicBezTo>
                  <a:cubicBezTo>
                    <a:pt x="462" y="1686"/>
                    <a:pt x="562" y="1659"/>
                    <a:pt x="668" y="1601"/>
                  </a:cubicBezTo>
                  <a:cubicBezTo>
                    <a:pt x="1035" y="1334"/>
                    <a:pt x="1268" y="934"/>
                    <a:pt x="1302" y="467"/>
                  </a:cubicBezTo>
                  <a:cubicBezTo>
                    <a:pt x="1302" y="184"/>
                    <a:pt x="1151" y="1"/>
                    <a:pt x="94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8" name="Google Shape;2998;p56"/>
            <p:cNvSpPr/>
            <p:nvPr/>
          </p:nvSpPr>
          <p:spPr>
            <a:xfrm>
              <a:off x="4751075" y="2679100"/>
              <a:ext cx="40050" cy="51575"/>
            </a:xfrm>
            <a:custGeom>
              <a:rect b="b" l="l" r="r" t="t"/>
              <a:pathLst>
                <a:path extrusionOk="0" h="2063" w="1602">
                  <a:moveTo>
                    <a:pt x="1144" y="1"/>
                  </a:moveTo>
                  <a:cubicBezTo>
                    <a:pt x="1039" y="1"/>
                    <a:pt x="923" y="32"/>
                    <a:pt x="801" y="98"/>
                  </a:cubicBezTo>
                  <a:cubicBezTo>
                    <a:pt x="334" y="431"/>
                    <a:pt x="33" y="932"/>
                    <a:pt x="0" y="1499"/>
                  </a:cubicBezTo>
                  <a:cubicBezTo>
                    <a:pt x="0" y="1858"/>
                    <a:pt x="190" y="2063"/>
                    <a:pt x="457" y="2063"/>
                  </a:cubicBezTo>
                  <a:cubicBezTo>
                    <a:pt x="562" y="2063"/>
                    <a:pt x="679" y="2031"/>
                    <a:pt x="801" y="1966"/>
                  </a:cubicBezTo>
                  <a:cubicBezTo>
                    <a:pt x="1268" y="1665"/>
                    <a:pt x="1568" y="1132"/>
                    <a:pt x="1601" y="565"/>
                  </a:cubicBezTo>
                  <a:cubicBezTo>
                    <a:pt x="1601" y="205"/>
                    <a:pt x="1412" y="1"/>
                    <a:pt x="114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9" name="Google Shape;2999;p56"/>
            <p:cNvSpPr/>
            <p:nvPr/>
          </p:nvSpPr>
          <p:spPr>
            <a:xfrm>
              <a:off x="4720200" y="2886550"/>
              <a:ext cx="25050" cy="32425"/>
            </a:xfrm>
            <a:custGeom>
              <a:rect b="b" l="l" r="r" t="t"/>
              <a:pathLst>
                <a:path extrusionOk="0" h="1297" w="1002">
                  <a:moveTo>
                    <a:pt x="721" y="0"/>
                  </a:moveTo>
                  <a:cubicBezTo>
                    <a:pt x="654" y="0"/>
                    <a:pt x="579" y="24"/>
                    <a:pt x="501" y="72"/>
                  </a:cubicBezTo>
                  <a:cubicBezTo>
                    <a:pt x="201" y="272"/>
                    <a:pt x="1" y="573"/>
                    <a:pt x="1" y="940"/>
                  </a:cubicBezTo>
                  <a:cubicBezTo>
                    <a:pt x="1" y="1178"/>
                    <a:pt x="120" y="1297"/>
                    <a:pt x="285" y="1297"/>
                  </a:cubicBezTo>
                  <a:cubicBezTo>
                    <a:pt x="351" y="1297"/>
                    <a:pt x="425" y="1278"/>
                    <a:pt x="501" y="1240"/>
                  </a:cubicBezTo>
                  <a:cubicBezTo>
                    <a:pt x="801" y="1040"/>
                    <a:pt x="968" y="706"/>
                    <a:pt x="1002" y="372"/>
                  </a:cubicBezTo>
                  <a:cubicBezTo>
                    <a:pt x="1002" y="136"/>
                    <a:pt x="885" y="0"/>
                    <a:pt x="72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0" name="Google Shape;3000;p56"/>
            <p:cNvSpPr/>
            <p:nvPr/>
          </p:nvSpPr>
          <p:spPr>
            <a:xfrm>
              <a:off x="4810275" y="2884750"/>
              <a:ext cx="51725" cy="67250"/>
            </a:xfrm>
            <a:custGeom>
              <a:rect b="b" l="l" r="r" t="t"/>
              <a:pathLst>
                <a:path extrusionOk="0" h="2690" w="2069">
                  <a:moveTo>
                    <a:pt x="1496" y="1"/>
                  </a:moveTo>
                  <a:cubicBezTo>
                    <a:pt x="1357" y="1"/>
                    <a:pt x="1200" y="47"/>
                    <a:pt x="1034" y="144"/>
                  </a:cubicBezTo>
                  <a:cubicBezTo>
                    <a:pt x="434" y="545"/>
                    <a:pt x="34" y="1212"/>
                    <a:pt x="0" y="1946"/>
                  </a:cubicBezTo>
                  <a:cubicBezTo>
                    <a:pt x="0" y="2418"/>
                    <a:pt x="235" y="2690"/>
                    <a:pt x="572" y="2690"/>
                  </a:cubicBezTo>
                  <a:cubicBezTo>
                    <a:pt x="712" y="2690"/>
                    <a:pt x="869" y="2643"/>
                    <a:pt x="1034" y="2546"/>
                  </a:cubicBezTo>
                  <a:cubicBezTo>
                    <a:pt x="1668" y="2146"/>
                    <a:pt x="2035" y="1479"/>
                    <a:pt x="2069" y="745"/>
                  </a:cubicBezTo>
                  <a:cubicBezTo>
                    <a:pt x="2069" y="272"/>
                    <a:pt x="1834" y="1"/>
                    <a:pt x="149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1" name="Google Shape;3001;p56"/>
            <p:cNvSpPr/>
            <p:nvPr/>
          </p:nvSpPr>
          <p:spPr>
            <a:xfrm>
              <a:off x="5251425" y="1607650"/>
              <a:ext cx="54225" cy="70775"/>
            </a:xfrm>
            <a:custGeom>
              <a:rect b="b" l="l" r="r" t="t"/>
              <a:pathLst>
                <a:path extrusionOk="0" h="2831" w="2169">
                  <a:moveTo>
                    <a:pt x="1585" y="1"/>
                  </a:moveTo>
                  <a:cubicBezTo>
                    <a:pt x="1440" y="1"/>
                    <a:pt x="1276" y="51"/>
                    <a:pt x="1101" y="158"/>
                  </a:cubicBezTo>
                  <a:cubicBezTo>
                    <a:pt x="434" y="559"/>
                    <a:pt x="34" y="1259"/>
                    <a:pt x="0" y="2060"/>
                  </a:cubicBezTo>
                  <a:cubicBezTo>
                    <a:pt x="0" y="2540"/>
                    <a:pt x="243" y="2830"/>
                    <a:pt x="615" y="2830"/>
                  </a:cubicBezTo>
                  <a:cubicBezTo>
                    <a:pt x="760" y="2830"/>
                    <a:pt x="924" y="2787"/>
                    <a:pt x="1101" y="2693"/>
                  </a:cubicBezTo>
                  <a:cubicBezTo>
                    <a:pt x="1735" y="2260"/>
                    <a:pt x="2135" y="1559"/>
                    <a:pt x="2169" y="792"/>
                  </a:cubicBezTo>
                  <a:cubicBezTo>
                    <a:pt x="2169" y="296"/>
                    <a:pt x="1935" y="1"/>
                    <a:pt x="158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2" name="Google Shape;3002;p56"/>
            <p:cNvSpPr/>
            <p:nvPr/>
          </p:nvSpPr>
          <p:spPr>
            <a:xfrm>
              <a:off x="5087975" y="1661175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1"/>
                  </a:moveTo>
                  <a:cubicBezTo>
                    <a:pt x="840" y="1"/>
                    <a:pt x="740" y="28"/>
                    <a:pt x="634" y="85"/>
                  </a:cubicBezTo>
                  <a:cubicBezTo>
                    <a:pt x="267" y="352"/>
                    <a:pt x="0" y="753"/>
                    <a:pt x="0" y="1220"/>
                  </a:cubicBezTo>
                  <a:cubicBezTo>
                    <a:pt x="0" y="1503"/>
                    <a:pt x="151" y="1686"/>
                    <a:pt x="357" y="1686"/>
                  </a:cubicBezTo>
                  <a:cubicBezTo>
                    <a:pt x="442" y="1686"/>
                    <a:pt x="537" y="1655"/>
                    <a:pt x="634" y="1587"/>
                  </a:cubicBezTo>
                  <a:cubicBezTo>
                    <a:pt x="1034" y="1353"/>
                    <a:pt x="1268" y="919"/>
                    <a:pt x="1301" y="452"/>
                  </a:cubicBezTo>
                  <a:cubicBezTo>
                    <a:pt x="1301" y="167"/>
                    <a:pt x="1149" y="1"/>
                    <a:pt x="92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3" name="Google Shape;3003;p56"/>
            <p:cNvSpPr/>
            <p:nvPr/>
          </p:nvSpPr>
          <p:spPr>
            <a:xfrm>
              <a:off x="4981225" y="2729925"/>
              <a:ext cx="112600" cy="145075"/>
            </a:xfrm>
            <a:custGeom>
              <a:rect b="b" l="l" r="r" t="t"/>
              <a:pathLst>
                <a:path extrusionOk="0" h="5803" w="4504">
                  <a:moveTo>
                    <a:pt x="3264" y="0"/>
                  </a:moveTo>
                  <a:cubicBezTo>
                    <a:pt x="2964" y="0"/>
                    <a:pt x="2626" y="97"/>
                    <a:pt x="2269" y="300"/>
                  </a:cubicBezTo>
                  <a:cubicBezTo>
                    <a:pt x="935" y="1167"/>
                    <a:pt x="101" y="2601"/>
                    <a:pt x="1" y="4202"/>
                  </a:cubicBezTo>
                  <a:cubicBezTo>
                    <a:pt x="1" y="5221"/>
                    <a:pt x="506" y="5803"/>
                    <a:pt x="1253" y="5803"/>
                  </a:cubicBezTo>
                  <a:cubicBezTo>
                    <a:pt x="1557" y="5803"/>
                    <a:pt x="1902" y="5706"/>
                    <a:pt x="2269" y="5503"/>
                  </a:cubicBezTo>
                  <a:cubicBezTo>
                    <a:pt x="3570" y="4636"/>
                    <a:pt x="4404" y="3168"/>
                    <a:pt x="4504" y="1600"/>
                  </a:cubicBezTo>
                  <a:cubicBezTo>
                    <a:pt x="4504" y="581"/>
                    <a:pt x="3999" y="0"/>
                    <a:pt x="326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4" name="Google Shape;3004;p56"/>
            <p:cNvSpPr/>
            <p:nvPr/>
          </p:nvSpPr>
          <p:spPr>
            <a:xfrm>
              <a:off x="5514950" y="2774950"/>
              <a:ext cx="111775" cy="145075"/>
            </a:xfrm>
            <a:custGeom>
              <a:rect b="b" l="l" r="r" t="t"/>
              <a:pathLst>
                <a:path extrusionOk="0" h="5803" w="4471">
                  <a:moveTo>
                    <a:pt x="3230" y="0"/>
                  </a:moveTo>
                  <a:cubicBezTo>
                    <a:pt x="2930" y="0"/>
                    <a:pt x="2593" y="97"/>
                    <a:pt x="2235" y="300"/>
                  </a:cubicBezTo>
                  <a:cubicBezTo>
                    <a:pt x="901" y="1167"/>
                    <a:pt x="67" y="2602"/>
                    <a:pt x="0" y="4203"/>
                  </a:cubicBezTo>
                  <a:cubicBezTo>
                    <a:pt x="0" y="5222"/>
                    <a:pt x="488" y="5803"/>
                    <a:pt x="1226" y="5803"/>
                  </a:cubicBezTo>
                  <a:cubicBezTo>
                    <a:pt x="1526" y="5803"/>
                    <a:pt x="1868" y="5706"/>
                    <a:pt x="2235" y="5504"/>
                  </a:cubicBezTo>
                  <a:cubicBezTo>
                    <a:pt x="3569" y="4636"/>
                    <a:pt x="4370" y="3169"/>
                    <a:pt x="4470" y="1601"/>
                  </a:cubicBezTo>
                  <a:cubicBezTo>
                    <a:pt x="4470" y="582"/>
                    <a:pt x="3965" y="0"/>
                    <a:pt x="32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5" name="Google Shape;3005;p56"/>
            <p:cNvSpPr/>
            <p:nvPr/>
          </p:nvSpPr>
          <p:spPr>
            <a:xfrm>
              <a:off x="5359825" y="2365925"/>
              <a:ext cx="77575" cy="100850"/>
            </a:xfrm>
            <a:custGeom>
              <a:rect b="b" l="l" r="r" t="t"/>
              <a:pathLst>
                <a:path extrusionOk="0" h="4034" w="3103">
                  <a:moveTo>
                    <a:pt x="2239" y="0"/>
                  </a:moveTo>
                  <a:cubicBezTo>
                    <a:pt x="2027" y="0"/>
                    <a:pt x="1788" y="70"/>
                    <a:pt x="1535" y="216"/>
                  </a:cubicBezTo>
                  <a:cubicBezTo>
                    <a:pt x="635" y="816"/>
                    <a:pt x="34" y="1817"/>
                    <a:pt x="1" y="2918"/>
                  </a:cubicBezTo>
                  <a:cubicBezTo>
                    <a:pt x="1" y="3626"/>
                    <a:pt x="352" y="4034"/>
                    <a:pt x="853" y="4034"/>
                  </a:cubicBezTo>
                  <a:cubicBezTo>
                    <a:pt x="1060" y="4034"/>
                    <a:pt x="1292" y="3964"/>
                    <a:pt x="1535" y="3818"/>
                  </a:cubicBezTo>
                  <a:cubicBezTo>
                    <a:pt x="2469" y="3218"/>
                    <a:pt x="3036" y="2217"/>
                    <a:pt x="3103" y="1116"/>
                  </a:cubicBezTo>
                  <a:cubicBezTo>
                    <a:pt x="3103" y="408"/>
                    <a:pt x="2752" y="0"/>
                    <a:pt x="223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6" name="Google Shape;3006;p56"/>
            <p:cNvSpPr/>
            <p:nvPr/>
          </p:nvSpPr>
          <p:spPr>
            <a:xfrm>
              <a:off x="5054625" y="2248325"/>
              <a:ext cx="78400" cy="100050"/>
            </a:xfrm>
            <a:custGeom>
              <a:rect b="b" l="l" r="r" t="t"/>
              <a:pathLst>
                <a:path extrusionOk="0" h="4002" w="3136">
                  <a:moveTo>
                    <a:pt x="2272" y="1"/>
                  </a:moveTo>
                  <a:cubicBezTo>
                    <a:pt x="2060" y="1"/>
                    <a:pt x="1821" y="70"/>
                    <a:pt x="1568" y="216"/>
                  </a:cubicBezTo>
                  <a:cubicBezTo>
                    <a:pt x="634" y="817"/>
                    <a:pt x="67" y="1818"/>
                    <a:pt x="0" y="2918"/>
                  </a:cubicBezTo>
                  <a:cubicBezTo>
                    <a:pt x="0" y="3602"/>
                    <a:pt x="349" y="4002"/>
                    <a:pt x="860" y="4002"/>
                  </a:cubicBezTo>
                  <a:cubicBezTo>
                    <a:pt x="1073" y="4002"/>
                    <a:pt x="1313" y="3933"/>
                    <a:pt x="1568" y="3786"/>
                  </a:cubicBezTo>
                  <a:cubicBezTo>
                    <a:pt x="2468" y="3185"/>
                    <a:pt x="3069" y="2184"/>
                    <a:pt x="3136" y="1117"/>
                  </a:cubicBezTo>
                  <a:cubicBezTo>
                    <a:pt x="3136" y="409"/>
                    <a:pt x="2784" y="1"/>
                    <a:pt x="22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7" name="Google Shape;3007;p56"/>
            <p:cNvSpPr/>
            <p:nvPr/>
          </p:nvSpPr>
          <p:spPr>
            <a:xfrm>
              <a:off x="5008750" y="1922900"/>
              <a:ext cx="57575" cy="73750"/>
            </a:xfrm>
            <a:custGeom>
              <a:rect b="b" l="l" r="r" t="t"/>
              <a:pathLst>
                <a:path extrusionOk="0" h="2950" w="2303">
                  <a:moveTo>
                    <a:pt x="1662" y="1"/>
                  </a:moveTo>
                  <a:cubicBezTo>
                    <a:pt x="1510" y="1"/>
                    <a:pt x="1342" y="51"/>
                    <a:pt x="1168" y="157"/>
                  </a:cubicBezTo>
                  <a:cubicBezTo>
                    <a:pt x="467" y="591"/>
                    <a:pt x="67" y="1325"/>
                    <a:pt x="0" y="2125"/>
                  </a:cubicBezTo>
                  <a:cubicBezTo>
                    <a:pt x="0" y="2647"/>
                    <a:pt x="270" y="2949"/>
                    <a:pt x="653" y="2949"/>
                  </a:cubicBezTo>
                  <a:cubicBezTo>
                    <a:pt x="809" y="2949"/>
                    <a:pt x="984" y="2899"/>
                    <a:pt x="1168" y="2793"/>
                  </a:cubicBezTo>
                  <a:cubicBezTo>
                    <a:pt x="1835" y="2359"/>
                    <a:pt x="2269" y="1625"/>
                    <a:pt x="2302" y="825"/>
                  </a:cubicBezTo>
                  <a:cubicBezTo>
                    <a:pt x="2302" y="303"/>
                    <a:pt x="2033" y="1"/>
                    <a:pt x="166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8" name="Google Shape;3008;p56"/>
            <p:cNvSpPr/>
            <p:nvPr/>
          </p:nvSpPr>
          <p:spPr>
            <a:xfrm>
              <a:off x="5183875" y="20010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33" y="1"/>
                  </a:moveTo>
                  <a:cubicBezTo>
                    <a:pt x="843" y="1"/>
                    <a:pt x="741" y="32"/>
                    <a:pt x="634" y="100"/>
                  </a:cubicBezTo>
                  <a:cubicBezTo>
                    <a:pt x="267" y="334"/>
                    <a:pt x="0" y="767"/>
                    <a:pt x="0" y="1234"/>
                  </a:cubicBezTo>
                  <a:cubicBezTo>
                    <a:pt x="0" y="1519"/>
                    <a:pt x="153" y="1686"/>
                    <a:pt x="361" y="1686"/>
                  </a:cubicBezTo>
                  <a:cubicBezTo>
                    <a:pt x="445" y="1686"/>
                    <a:pt x="538" y="1659"/>
                    <a:pt x="634" y="1601"/>
                  </a:cubicBezTo>
                  <a:cubicBezTo>
                    <a:pt x="1034" y="1334"/>
                    <a:pt x="1268" y="934"/>
                    <a:pt x="1301" y="467"/>
                  </a:cubicBezTo>
                  <a:cubicBezTo>
                    <a:pt x="1301" y="184"/>
                    <a:pt x="1151" y="1"/>
                    <a:pt x="93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9" name="Google Shape;3009;p56"/>
            <p:cNvSpPr/>
            <p:nvPr/>
          </p:nvSpPr>
          <p:spPr>
            <a:xfrm>
              <a:off x="4935350" y="2325000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0"/>
                  </a:moveTo>
                  <a:cubicBezTo>
                    <a:pt x="840" y="0"/>
                    <a:pt x="740" y="27"/>
                    <a:pt x="635" y="85"/>
                  </a:cubicBezTo>
                  <a:cubicBezTo>
                    <a:pt x="268" y="352"/>
                    <a:pt x="1" y="752"/>
                    <a:pt x="1" y="1219"/>
                  </a:cubicBezTo>
                  <a:cubicBezTo>
                    <a:pt x="1" y="1502"/>
                    <a:pt x="151" y="1685"/>
                    <a:pt x="358" y="1685"/>
                  </a:cubicBezTo>
                  <a:cubicBezTo>
                    <a:pt x="443" y="1685"/>
                    <a:pt x="537" y="1654"/>
                    <a:pt x="635" y="1586"/>
                  </a:cubicBezTo>
                  <a:cubicBezTo>
                    <a:pt x="1035" y="1352"/>
                    <a:pt x="1269" y="919"/>
                    <a:pt x="1302" y="452"/>
                  </a:cubicBezTo>
                  <a:cubicBezTo>
                    <a:pt x="1302" y="167"/>
                    <a:pt x="1150" y="0"/>
                    <a:pt x="9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0" name="Google Shape;3010;p56"/>
            <p:cNvSpPr/>
            <p:nvPr/>
          </p:nvSpPr>
          <p:spPr>
            <a:xfrm>
              <a:off x="4892825" y="26965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45" y="1"/>
                  </a:moveTo>
                  <a:cubicBezTo>
                    <a:pt x="860" y="1"/>
                    <a:pt x="765" y="32"/>
                    <a:pt x="668" y="100"/>
                  </a:cubicBezTo>
                  <a:cubicBezTo>
                    <a:pt x="268" y="334"/>
                    <a:pt x="34" y="767"/>
                    <a:pt x="1" y="1234"/>
                  </a:cubicBezTo>
                  <a:cubicBezTo>
                    <a:pt x="1" y="1519"/>
                    <a:pt x="153" y="1686"/>
                    <a:pt x="373" y="1686"/>
                  </a:cubicBezTo>
                  <a:cubicBezTo>
                    <a:pt x="462" y="1686"/>
                    <a:pt x="562" y="1659"/>
                    <a:pt x="668" y="1601"/>
                  </a:cubicBezTo>
                  <a:cubicBezTo>
                    <a:pt x="1035" y="1334"/>
                    <a:pt x="1268" y="934"/>
                    <a:pt x="1302" y="467"/>
                  </a:cubicBezTo>
                  <a:cubicBezTo>
                    <a:pt x="1302" y="184"/>
                    <a:pt x="1151" y="1"/>
                    <a:pt x="94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1" name="Google Shape;3011;p56"/>
            <p:cNvSpPr/>
            <p:nvPr/>
          </p:nvSpPr>
          <p:spPr>
            <a:xfrm>
              <a:off x="4751075" y="2679100"/>
              <a:ext cx="40050" cy="51575"/>
            </a:xfrm>
            <a:custGeom>
              <a:rect b="b" l="l" r="r" t="t"/>
              <a:pathLst>
                <a:path extrusionOk="0" h="2063" w="1602">
                  <a:moveTo>
                    <a:pt x="1144" y="1"/>
                  </a:moveTo>
                  <a:cubicBezTo>
                    <a:pt x="1039" y="1"/>
                    <a:pt x="923" y="32"/>
                    <a:pt x="801" y="98"/>
                  </a:cubicBezTo>
                  <a:cubicBezTo>
                    <a:pt x="334" y="431"/>
                    <a:pt x="33" y="932"/>
                    <a:pt x="0" y="1499"/>
                  </a:cubicBezTo>
                  <a:cubicBezTo>
                    <a:pt x="0" y="1858"/>
                    <a:pt x="190" y="2063"/>
                    <a:pt x="457" y="2063"/>
                  </a:cubicBezTo>
                  <a:cubicBezTo>
                    <a:pt x="562" y="2063"/>
                    <a:pt x="679" y="2031"/>
                    <a:pt x="801" y="1966"/>
                  </a:cubicBezTo>
                  <a:cubicBezTo>
                    <a:pt x="1268" y="1665"/>
                    <a:pt x="1568" y="1132"/>
                    <a:pt x="1601" y="565"/>
                  </a:cubicBezTo>
                  <a:cubicBezTo>
                    <a:pt x="1601" y="205"/>
                    <a:pt x="1412" y="1"/>
                    <a:pt x="11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2" name="Google Shape;3012;p56"/>
            <p:cNvSpPr/>
            <p:nvPr/>
          </p:nvSpPr>
          <p:spPr>
            <a:xfrm>
              <a:off x="4720200" y="2886550"/>
              <a:ext cx="25050" cy="32425"/>
            </a:xfrm>
            <a:custGeom>
              <a:rect b="b" l="l" r="r" t="t"/>
              <a:pathLst>
                <a:path extrusionOk="0" h="1297" w="1002">
                  <a:moveTo>
                    <a:pt x="721" y="0"/>
                  </a:moveTo>
                  <a:cubicBezTo>
                    <a:pt x="654" y="0"/>
                    <a:pt x="579" y="24"/>
                    <a:pt x="501" y="72"/>
                  </a:cubicBezTo>
                  <a:cubicBezTo>
                    <a:pt x="201" y="272"/>
                    <a:pt x="1" y="573"/>
                    <a:pt x="1" y="940"/>
                  </a:cubicBezTo>
                  <a:cubicBezTo>
                    <a:pt x="1" y="1178"/>
                    <a:pt x="120" y="1297"/>
                    <a:pt x="285" y="1297"/>
                  </a:cubicBezTo>
                  <a:cubicBezTo>
                    <a:pt x="351" y="1297"/>
                    <a:pt x="425" y="1278"/>
                    <a:pt x="501" y="1240"/>
                  </a:cubicBezTo>
                  <a:cubicBezTo>
                    <a:pt x="801" y="1040"/>
                    <a:pt x="968" y="706"/>
                    <a:pt x="1002" y="372"/>
                  </a:cubicBezTo>
                  <a:cubicBezTo>
                    <a:pt x="1002" y="136"/>
                    <a:pt x="885" y="0"/>
                    <a:pt x="7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3" name="Google Shape;3013;p56"/>
            <p:cNvSpPr/>
            <p:nvPr/>
          </p:nvSpPr>
          <p:spPr>
            <a:xfrm>
              <a:off x="4810275" y="2884750"/>
              <a:ext cx="51725" cy="67250"/>
            </a:xfrm>
            <a:custGeom>
              <a:rect b="b" l="l" r="r" t="t"/>
              <a:pathLst>
                <a:path extrusionOk="0" h="2690" w="2069">
                  <a:moveTo>
                    <a:pt x="1496" y="1"/>
                  </a:moveTo>
                  <a:cubicBezTo>
                    <a:pt x="1357" y="1"/>
                    <a:pt x="1200" y="47"/>
                    <a:pt x="1034" y="144"/>
                  </a:cubicBezTo>
                  <a:cubicBezTo>
                    <a:pt x="434" y="545"/>
                    <a:pt x="34" y="1212"/>
                    <a:pt x="0" y="1946"/>
                  </a:cubicBezTo>
                  <a:cubicBezTo>
                    <a:pt x="0" y="2418"/>
                    <a:pt x="235" y="2690"/>
                    <a:pt x="572" y="2690"/>
                  </a:cubicBezTo>
                  <a:cubicBezTo>
                    <a:pt x="712" y="2690"/>
                    <a:pt x="869" y="2643"/>
                    <a:pt x="1034" y="2546"/>
                  </a:cubicBezTo>
                  <a:cubicBezTo>
                    <a:pt x="1668" y="2146"/>
                    <a:pt x="2035" y="1479"/>
                    <a:pt x="2069" y="745"/>
                  </a:cubicBezTo>
                  <a:cubicBezTo>
                    <a:pt x="2069" y="272"/>
                    <a:pt x="1834" y="1"/>
                    <a:pt x="1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4" name="Google Shape;3014;p56"/>
            <p:cNvSpPr/>
            <p:nvPr/>
          </p:nvSpPr>
          <p:spPr>
            <a:xfrm>
              <a:off x="5251425" y="1607650"/>
              <a:ext cx="54225" cy="70775"/>
            </a:xfrm>
            <a:custGeom>
              <a:rect b="b" l="l" r="r" t="t"/>
              <a:pathLst>
                <a:path extrusionOk="0" h="2831" w="2169">
                  <a:moveTo>
                    <a:pt x="1585" y="1"/>
                  </a:moveTo>
                  <a:cubicBezTo>
                    <a:pt x="1440" y="1"/>
                    <a:pt x="1276" y="51"/>
                    <a:pt x="1101" y="158"/>
                  </a:cubicBezTo>
                  <a:cubicBezTo>
                    <a:pt x="434" y="559"/>
                    <a:pt x="34" y="1259"/>
                    <a:pt x="0" y="2060"/>
                  </a:cubicBezTo>
                  <a:cubicBezTo>
                    <a:pt x="0" y="2540"/>
                    <a:pt x="243" y="2830"/>
                    <a:pt x="615" y="2830"/>
                  </a:cubicBezTo>
                  <a:cubicBezTo>
                    <a:pt x="760" y="2830"/>
                    <a:pt x="924" y="2787"/>
                    <a:pt x="1101" y="2693"/>
                  </a:cubicBezTo>
                  <a:cubicBezTo>
                    <a:pt x="1735" y="2260"/>
                    <a:pt x="2135" y="1559"/>
                    <a:pt x="2169" y="792"/>
                  </a:cubicBezTo>
                  <a:cubicBezTo>
                    <a:pt x="2169" y="296"/>
                    <a:pt x="1935" y="1"/>
                    <a:pt x="158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5" name="Google Shape;3015;p56"/>
            <p:cNvSpPr/>
            <p:nvPr/>
          </p:nvSpPr>
          <p:spPr>
            <a:xfrm>
              <a:off x="5087975" y="1661175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1"/>
                  </a:moveTo>
                  <a:cubicBezTo>
                    <a:pt x="840" y="1"/>
                    <a:pt x="740" y="28"/>
                    <a:pt x="634" y="85"/>
                  </a:cubicBezTo>
                  <a:cubicBezTo>
                    <a:pt x="267" y="352"/>
                    <a:pt x="0" y="753"/>
                    <a:pt x="0" y="1220"/>
                  </a:cubicBezTo>
                  <a:cubicBezTo>
                    <a:pt x="0" y="1503"/>
                    <a:pt x="151" y="1686"/>
                    <a:pt x="357" y="1686"/>
                  </a:cubicBezTo>
                  <a:cubicBezTo>
                    <a:pt x="442" y="1686"/>
                    <a:pt x="537" y="1655"/>
                    <a:pt x="634" y="1587"/>
                  </a:cubicBezTo>
                  <a:cubicBezTo>
                    <a:pt x="1034" y="1353"/>
                    <a:pt x="1268" y="919"/>
                    <a:pt x="1301" y="452"/>
                  </a:cubicBezTo>
                  <a:cubicBezTo>
                    <a:pt x="1301" y="167"/>
                    <a:pt x="1149" y="1"/>
                    <a:pt x="92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6" name="Google Shape;3016;p56"/>
            <p:cNvSpPr/>
            <p:nvPr/>
          </p:nvSpPr>
          <p:spPr>
            <a:xfrm>
              <a:off x="4612625" y="1532650"/>
              <a:ext cx="68425" cy="107325"/>
            </a:xfrm>
            <a:custGeom>
              <a:rect b="b" l="l" r="r" t="t"/>
              <a:pathLst>
                <a:path extrusionOk="0" h="4293" w="2737">
                  <a:moveTo>
                    <a:pt x="2618" y="1"/>
                  </a:moveTo>
                  <a:cubicBezTo>
                    <a:pt x="2592" y="1"/>
                    <a:pt x="2569" y="17"/>
                    <a:pt x="2569" y="56"/>
                  </a:cubicBezTo>
                  <a:lnTo>
                    <a:pt x="34" y="4159"/>
                  </a:lnTo>
                  <a:cubicBezTo>
                    <a:pt x="1" y="4192"/>
                    <a:pt x="1" y="4259"/>
                    <a:pt x="34" y="4292"/>
                  </a:cubicBezTo>
                  <a:lnTo>
                    <a:pt x="101" y="4292"/>
                  </a:lnTo>
                  <a:cubicBezTo>
                    <a:pt x="134" y="4292"/>
                    <a:pt x="134" y="4259"/>
                    <a:pt x="168" y="4259"/>
                  </a:cubicBezTo>
                  <a:lnTo>
                    <a:pt x="2703" y="123"/>
                  </a:lnTo>
                  <a:cubicBezTo>
                    <a:pt x="2736" y="89"/>
                    <a:pt x="2703" y="56"/>
                    <a:pt x="2669" y="23"/>
                  </a:cubicBezTo>
                  <a:cubicBezTo>
                    <a:pt x="2656" y="9"/>
                    <a:pt x="2636" y="1"/>
                    <a:pt x="261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7" name="Google Shape;3017;p56"/>
            <p:cNvSpPr/>
            <p:nvPr/>
          </p:nvSpPr>
          <p:spPr>
            <a:xfrm>
              <a:off x="4676850" y="1548225"/>
              <a:ext cx="33375" cy="216000"/>
            </a:xfrm>
            <a:custGeom>
              <a:rect b="b" l="l" r="r" t="t"/>
              <a:pathLst>
                <a:path extrusionOk="0" h="8640" w="1335">
                  <a:moveTo>
                    <a:pt x="1268" y="0"/>
                  </a:moveTo>
                  <a:cubicBezTo>
                    <a:pt x="1234" y="0"/>
                    <a:pt x="1168" y="34"/>
                    <a:pt x="1168" y="100"/>
                  </a:cubicBezTo>
                  <a:lnTo>
                    <a:pt x="0" y="8540"/>
                  </a:lnTo>
                  <a:cubicBezTo>
                    <a:pt x="0" y="8606"/>
                    <a:pt x="0" y="8640"/>
                    <a:pt x="67" y="8640"/>
                  </a:cubicBezTo>
                  <a:cubicBezTo>
                    <a:pt x="100" y="8640"/>
                    <a:pt x="167" y="8640"/>
                    <a:pt x="167" y="8573"/>
                  </a:cubicBezTo>
                  <a:lnTo>
                    <a:pt x="1335" y="100"/>
                  </a:lnTo>
                  <a:cubicBezTo>
                    <a:pt x="1335" y="67"/>
                    <a:pt x="1335" y="0"/>
                    <a:pt x="12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8" name="Google Shape;3018;p56"/>
            <p:cNvSpPr/>
            <p:nvPr/>
          </p:nvSpPr>
          <p:spPr>
            <a:xfrm>
              <a:off x="4591775" y="1760525"/>
              <a:ext cx="88425" cy="176325"/>
            </a:xfrm>
            <a:custGeom>
              <a:rect b="b" l="l" r="r" t="t"/>
              <a:pathLst>
                <a:path extrusionOk="0" h="7053" w="3537">
                  <a:moveTo>
                    <a:pt x="3452" y="0"/>
                  </a:moveTo>
                  <a:cubicBezTo>
                    <a:pt x="3417" y="0"/>
                    <a:pt x="3393" y="24"/>
                    <a:pt x="3370" y="48"/>
                  </a:cubicBezTo>
                  <a:lnTo>
                    <a:pt x="34" y="6919"/>
                  </a:lnTo>
                  <a:cubicBezTo>
                    <a:pt x="1" y="6986"/>
                    <a:pt x="34" y="7019"/>
                    <a:pt x="68" y="7053"/>
                  </a:cubicBezTo>
                  <a:lnTo>
                    <a:pt x="101" y="7053"/>
                  </a:lnTo>
                  <a:cubicBezTo>
                    <a:pt x="134" y="7053"/>
                    <a:pt x="168" y="7019"/>
                    <a:pt x="201" y="7019"/>
                  </a:cubicBezTo>
                  <a:lnTo>
                    <a:pt x="3537" y="114"/>
                  </a:lnTo>
                  <a:cubicBezTo>
                    <a:pt x="3537" y="81"/>
                    <a:pt x="3537" y="14"/>
                    <a:pt x="3503" y="14"/>
                  </a:cubicBezTo>
                  <a:cubicBezTo>
                    <a:pt x="3484" y="5"/>
                    <a:pt x="3467" y="0"/>
                    <a:pt x="345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9" name="Google Shape;3019;p56"/>
            <p:cNvSpPr/>
            <p:nvPr/>
          </p:nvSpPr>
          <p:spPr>
            <a:xfrm>
              <a:off x="4499225" y="1760325"/>
              <a:ext cx="181825" cy="106475"/>
            </a:xfrm>
            <a:custGeom>
              <a:rect b="b" l="l" r="r" t="t"/>
              <a:pathLst>
                <a:path extrusionOk="0" h="4259" w="7273">
                  <a:moveTo>
                    <a:pt x="7193" y="0"/>
                  </a:moveTo>
                  <a:cubicBezTo>
                    <a:pt x="7172" y="0"/>
                    <a:pt x="7152" y="8"/>
                    <a:pt x="7139" y="22"/>
                  </a:cubicBezTo>
                  <a:lnTo>
                    <a:pt x="67" y="4092"/>
                  </a:lnTo>
                  <a:cubicBezTo>
                    <a:pt x="0" y="4125"/>
                    <a:pt x="0" y="4159"/>
                    <a:pt x="34" y="4225"/>
                  </a:cubicBezTo>
                  <a:cubicBezTo>
                    <a:pt x="34" y="4225"/>
                    <a:pt x="67" y="4259"/>
                    <a:pt x="100" y="4259"/>
                  </a:cubicBezTo>
                  <a:cubicBezTo>
                    <a:pt x="100" y="4259"/>
                    <a:pt x="134" y="4259"/>
                    <a:pt x="134" y="4225"/>
                  </a:cubicBezTo>
                  <a:lnTo>
                    <a:pt x="7239" y="156"/>
                  </a:lnTo>
                  <a:cubicBezTo>
                    <a:pt x="7272" y="122"/>
                    <a:pt x="7272" y="89"/>
                    <a:pt x="7272" y="56"/>
                  </a:cubicBezTo>
                  <a:cubicBezTo>
                    <a:pt x="7253" y="17"/>
                    <a:pt x="7222" y="0"/>
                    <a:pt x="719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0" name="Google Shape;3020;p56"/>
            <p:cNvSpPr/>
            <p:nvPr/>
          </p:nvSpPr>
          <p:spPr>
            <a:xfrm>
              <a:off x="4747725" y="890550"/>
              <a:ext cx="42550" cy="436700"/>
            </a:xfrm>
            <a:custGeom>
              <a:rect b="b" l="l" r="r" t="t"/>
              <a:pathLst>
                <a:path extrusionOk="0" h="17468" w="1702">
                  <a:moveTo>
                    <a:pt x="1505" y="1"/>
                  </a:moveTo>
                  <a:cubicBezTo>
                    <a:pt x="1412" y="1"/>
                    <a:pt x="1318" y="59"/>
                    <a:pt x="1302" y="188"/>
                  </a:cubicBezTo>
                  <a:lnTo>
                    <a:pt x="1" y="17234"/>
                  </a:lnTo>
                  <a:cubicBezTo>
                    <a:pt x="1" y="17367"/>
                    <a:pt x="67" y="17434"/>
                    <a:pt x="167" y="17468"/>
                  </a:cubicBezTo>
                  <a:cubicBezTo>
                    <a:pt x="267" y="17468"/>
                    <a:pt x="368" y="17367"/>
                    <a:pt x="368" y="17267"/>
                  </a:cubicBezTo>
                  <a:lnTo>
                    <a:pt x="1702" y="188"/>
                  </a:lnTo>
                  <a:cubicBezTo>
                    <a:pt x="1702" y="68"/>
                    <a:pt x="1604" y="1"/>
                    <a:pt x="150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1" name="Google Shape;3021;p56"/>
            <p:cNvSpPr/>
            <p:nvPr/>
          </p:nvSpPr>
          <p:spPr>
            <a:xfrm>
              <a:off x="4808600" y="663475"/>
              <a:ext cx="323850" cy="648775"/>
            </a:xfrm>
            <a:custGeom>
              <a:rect b="b" l="l" r="r" t="t"/>
              <a:pathLst>
                <a:path extrusionOk="0" h="25951" w="12954">
                  <a:moveTo>
                    <a:pt x="12716" y="1"/>
                  </a:moveTo>
                  <a:cubicBezTo>
                    <a:pt x="12653" y="1"/>
                    <a:pt x="12588" y="30"/>
                    <a:pt x="12543" y="98"/>
                  </a:cubicBezTo>
                  <a:lnTo>
                    <a:pt x="34" y="25683"/>
                  </a:lnTo>
                  <a:cubicBezTo>
                    <a:pt x="1" y="25783"/>
                    <a:pt x="34" y="25883"/>
                    <a:pt x="134" y="25950"/>
                  </a:cubicBezTo>
                  <a:lnTo>
                    <a:pt x="201" y="25950"/>
                  </a:lnTo>
                  <a:cubicBezTo>
                    <a:pt x="268" y="25950"/>
                    <a:pt x="334" y="25917"/>
                    <a:pt x="401" y="25850"/>
                  </a:cubicBezTo>
                  <a:lnTo>
                    <a:pt x="12910" y="265"/>
                  </a:lnTo>
                  <a:cubicBezTo>
                    <a:pt x="12954" y="111"/>
                    <a:pt x="12838" y="1"/>
                    <a:pt x="1271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2" name="Google Shape;3022;p56"/>
            <p:cNvSpPr/>
            <p:nvPr/>
          </p:nvSpPr>
          <p:spPr>
            <a:xfrm>
              <a:off x="4538950" y="1331975"/>
              <a:ext cx="147925" cy="81175"/>
            </a:xfrm>
            <a:custGeom>
              <a:rect b="b" l="l" r="r" t="t"/>
              <a:pathLst>
                <a:path extrusionOk="0" h="3247" w="5917">
                  <a:moveTo>
                    <a:pt x="283" y="0"/>
                  </a:moveTo>
                  <a:cubicBezTo>
                    <a:pt x="114" y="0"/>
                    <a:pt x="1" y="225"/>
                    <a:pt x="179" y="344"/>
                  </a:cubicBezTo>
                  <a:lnTo>
                    <a:pt x="5616" y="3213"/>
                  </a:lnTo>
                  <a:cubicBezTo>
                    <a:pt x="5616" y="3213"/>
                    <a:pt x="5650" y="3213"/>
                    <a:pt x="5683" y="3246"/>
                  </a:cubicBezTo>
                  <a:cubicBezTo>
                    <a:pt x="5750" y="3246"/>
                    <a:pt x="5816" y="3180"/>
                    <a:pt x="5850" y="3113"/>
                  </a:cubicBezTo>
                  <a:cubicBezTo>
                    <a:pt x="5917" y="3046"/>
                    <a:pt x="5883" y="2913"/>
                    <a:pt x="5783" y="2879"/>
                  </a:cubicBezTo>
                  <a:lnTo>
                    <a:pt x="346" y="11"/>
                  </a:lnTo>
                  <a:cubicBezTo>
                    <a:pt x="324" y="3"/>
                    <a:pt x="303" y="0"/>
                    <a:pt x="28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3" name="Google Shape;3023;p56"/>
            <p:cNvSpPr/>
            <p:nvPr/>
          </p:nvSpPr>
          <p:spPr>
            <a:xfrm>
              <a:off x="3657775" y="990325"/>
              <a:ext cx="582950" cy="123450"/>
            </a:xfrm>
            <a:custGeom>
              <a:rect b="b" l="l" r="r" t="t"/>
              <a:pathLst>
                <a:path extrusionOk="0" h="4938" w="23318">
                  <a:moveTo>
                    <a:pt x="23084" y="0"/>
                  </a:moveTo>
                  <a:lnTo>
                    <a:pt x="168" y="4570"/>
                  </a:lnTo>
                  <a:cubicBezTo>
                    <a:pt x="68" y="4570"/>
                    <a:pt x="1" y="4670"/>
                    <a:pt x="34" y="4804"/>
                  </a:cubicBezTo>
                  <a:cubicBezTo>
                    <a:pt x="34" y="4870"/>
                    <a:pt x="101" y="4937"/>
                    <a:pt x="201" y="4937"/>
                  </a:cubicBezTo>
                  <a:lnTo>
                    <a:pt x="234" y="4937"/>
                  </a:lnTo>
                  <a:lnTo>
                    <a:pt x="23151" y="400"/>
                  </a:lnTo>
                  <a:cubicBezTo>
                    <a:pt x="23251" y="367"/>
                    <a:pt x="23317" y="267"/>
                    <a:pt x="23284" y="167"/>
                  </a:cubicBezTo>
                  <a:cubicBezTo>
                    <a:pt x="23284" y="67"/>
                    <a:pt x="23184" y="0"/>
                    <a:pt x="2308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4" name="Google Shape;3024;p56"/>
            <p:cNvSpPr/>
            <p:nvPr/>
          </p:nvSpPr>
          <p:spPr>
            <a:xfrm>
              <a:off x="4287400" y="1332950"/>
              <a:ext cx="165750" cy="63525"/>
            </a:xfrm>
            <a:custGeom>
              <a:rect b="b" l="l" r="r" t="t"/>
              <a:pathLst>
                <a:path extrusionOk="0" h="2541" w="6630">
                  <a:moveTo>
                    <a:pt x="6498" y="1"/>
                  </a:moveTo>
                  <a:cubicBezTo>
                    <a:pt x="6490" y="1"/>
                    <a:pt x="6481" y="2"/>
                    <a:pt x="6472" y="5"/>
                  </a:cubicBezTo>
                  <a:lnTo>
                    <a:pt x="67" y="2373"/>
                  </a:lnTo>
                  <a:cubicBezTo>
                    <a:pt x="0" y="2407"/>
                    <a:pt x="0" y="2440"/>
                    <a:pt x="0" y="2507"/>
                  </a:cubicBezTo>
                  <a:cubicBezTo>
                    <a:pt x="34" y="2507"/>
                    <a:pt x="67" y="2540"/>
                    <a:pt x="101" y="2540"/>
                  </a:cubicBezTo>
                  <a:lnTo>
                    <a:pt x="6538" y="172"/>
                  </a:lnTo>
                  <a:cubicBezTo>
                    <a:pt x="6630" y="141"/>
                    <a:pt x="6583" y="1"/>
                    <a:pt x="649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5" name="Google Shape;3025;p56"/>
            <p:cNvSpPr/>
            <p:nvPr/>
          </p:nvSpPr>
          <p:spPr>
            <a:xfrm>
              <a:off x="4399975" y="1145725"/>
              <a:ext cx="89250" cy="129825"/>
            </a:xfrm>
            <a:custGeom>
              <a:rect b="b" l="l" r="r" t="t"/>
              <a:pathLst>
                <a:path extrusionOk="0" h="5193" w="3570">
                  <a:moveTo>
                    <a:pt x="119" y="0"/>
                  </a:moveTo>
                  <a:cubicBezTo>
                    <a:pt x="101" y="0"/>
                    <a:pt x="81" y="8"/>
                    <a:pt x="67" y="22"/>
                  </a:cubicBezTo>
                  <a:cubicBezTo>
                    <a:pt x="34" y="55"/>
                    <a:pt x="1" y="89"/>
                    <a:pt x="34" y="122"/>
                  </a:cubicBezTo>
                  <a:lnTo>
                    <a:pt x="3403" y="5126"/>
                  </a:lnTo>
                  <a:cubicBezTo>
                    <a:pt x="3436" y="5159"/>
                    <a:pt x="3470" y="5159"/>
                    <a:pt x="3470" y="5192"/>
                  </a:cubicBezTo>
                  <a:cubicBezTo>
                    <a:pt x="3503" y="5159"/>
                    <a:pt x="3537" y="5159"/>
                    <a:pt x="3537" y="5159"/>
                  </a:cubicBezTo>
                  <a:cubicBezTo>
                    <a:pt x="3570" y="5126"/>
                    <a:pt x="3570" y="5092"/>
                    <a:pt x="3570" y="5059"/>
                  </a:cubicBezTo>
                  <a:lnTo>
                    <a:pt x="167" y="55"/>
                  </a:lnTo>
                  <a:cubicBezTo>
                    <a:pt x="167" y="16"/>
                    <a:pt x="145" y="0"/>
                    <a:pt x="11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6" name="Google Shape;3026;p56"/>
            <p:cNvSpPr/>
            <p:nvPr/>
          </p:nvSpPr>
          <p:spPr>
            <a:xfrm>
              <a:off x="4415000" y="1392275"/>
              <a:ext cx="63400" cy="162975"/>
            </a:xfrm>
            <a:custGeom>
              <a:rect b="b" l="l" r="r" t="t"/>
              <a:pathLst>
                <a:path extrusionOk="0" h="6519" w="2536">
                  <a:moveTo>
                    <a:pt x="2469" y="0"/>
                  </a:moveTo>
                  <a:cubicBezTo>
                    <a:pt x="2402" y="0"/>
                    <a:pt x="2368" y="34"/>
                    <a:pt x="2368" y="67"/>
                  </a:cubicBezTo>
                  <a:lnTo>
                    <a:pt x="0" y="6405"/>
                  </a:lnTo>
                  <a:cubicBezTo>
                    <a:pt x="0" y="6438"/>
                    <a:pt x="33" y="6505"/>
                    <a:pt x="67" y="6505"/>
                  </a:cubicBezTo>
                  <a:lnTo>
                    <a:pt x="100" y="6505"/>
                  </a:lnTo>
                  <a:cubicBezTo>
                    <a:pt x="110" y="6515"/>
                    <a:pt x="120" y="6519"/>
                    <a:pt x="130" y="6519"/>
                  </a:cubicBezTo>
                  <a:cubicBezTo>
                    <a:pt x="153" y="6519"/>
                    <a:pt x="177" y="6495"/>
                    <a:pt x="200" y="6472"/>
                  </a:cubicBezTo>
                  <a:lnTo>
                    <a:pt x="2502" y="134"/>
                  </a:lnTo>
                  <a:cubicBezTo>
                    <a:pt x="2535" y="67"/>
                    <a:pt x="2502" y="34"/>
                    <a:pt x="246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7" name="Google Shape;3027;p56"/>
            <p:cNvSpPr/>
            <p:nvPr/>
          </p:nvSpPr>
          <p:spPr>
            <a:xfrm>
              <a:off x="4233200" y="992825"/>
              <a:ext cx="21700" cy="371950"/>
            </a:xfrm>
            <a:custGeom>
              <a:rect b="b" l="l" r="r" t="t"/>
              <a:pathLst>
                <a:path extrusionOk="0" h="14878" w="868">
                  <a:moveTo>
                    <a:pt x="100" y="0"/>
                  </a:moveTo>
                  <a:cubicBezTo>
                    <a:pt x="34" y="0"/>
                    <a:pt x="0" y="34"/>
                    <a:pt x="0" y="67"/>
                  </a:cubicBezTo>
                  <a:lnTo>
                    <a:pt x="701" y="14811"/>
                  </a:lnTo>
                  <a:cubicBezTo>
                    <a:pt x="701" y="14844"/>
                    <a:pt x="767" y="14878"/>
                    <a:pt x="801" y="14878"/>
                  </a:cubicBezTo>
                  <a:cubicBezTo>
                    <a:pt x="834" y="14878"/>
                    <a:pt x="868" y="14844"/>
                    <a:pt x="868" y="14778"/>
                  </a:cubicBezTo>
                  <a:lnTo>
                    <a:pt x="167" y="67"/>
                  </a:lnTo>
                  <a:cubicBezTo>
                    <a:pt x="167" y="34"/>
                    <a:pt x="134" y="0"/>
                    <a:pt x="10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8" name="Google Shape;3028;p56"/>
            <p:cNvSpPr/>
            <p:nvPr/>
          </p:nvSpPr>
          <p:spPr>
            <a:xfrm>
              <a:off x="4130175" y="1286650"/>
              <a:ext cx="98875" cy="105650"/>
            </a:xfrm>
            <a:custGeom>
              <a:rect b="b" l="l" r="r" t="t"/>
              <a:pathLst>
                <a:path extrusionOk="0" h="4226" w="3955">
                  <a:moveTo>
                    <a:pt x="117" y="0"/>
                  </a:moveTo>
                  <a:cubicBezTo>
                    <a:pt x="48" y="0"/>
                    <a:pt x="0" y="71"/>
                    <a:pt x="52" y="122"/>
                  </a:cubicBezTo>
                  <a:lnTo>
                    <a:pt x="3788" y="4192"/>
                  </a:lnTo>
                  <a:cubicBezTo>
                    <a:pt x="3821" y="4225"/>
                    <a:pt x="3854" y="4225"/>
                    <a:pt x="3854" y="4225"/>
                  </a:cubicBezTo>
                  <a:lnTo>
                    <a:pt x="3921" y="4225"/>
                  </a:lnTo>
                  <a:cubicBezTo>
                    <a:pt x="3954" y="4192"/>
                    <a:pt x="3954" y="4125"/>
                    <a:pt x="3921" y="4092"/>
                  </a:cubicBezTo>
                  <a:lnTo>
                    <a:pt x="185" y="22"/>
                  </a:lnTo>
                  <a:cubicBezTo>
                    <a:pt x="162" y="7"/>
                    <a:pt x="139" y="0"/>
                    <a:pt x="11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9" name="Google Shape;3029;p56"/>
            <p:cNvSpPr/>
            <p:nvPr/>
          </p:nvSpPr>
          <p:spPr>
            <a:xfrm>
              <a:off x="4846975" y="1351400"/>
              <a:ext cx="259375" cy="38400"/>
            </a:xfrm>
            <a:custGeom>
              <a:rect b="b" l="l" r="r" t="t"/>
              <a:pathLst>
                <a:path extrusionOk="0" h="1536" w="10375">
                  <a:moveTo>
                    <a:pt x="10174" y="1"/>
                  </a:moveTo>
                  <a:lnTo>
                    <a:pt x="200" y="1135"/>
                  </a:lnTo>
                  <a:cubicBezTo>
                    <a:pt x="100" y="1168"/>
                    <a:pt x="0" y="1268"/>
                    <a:pt x="33" y="1369"/>
                  </a:cubicBezTo>
                  <a:cubicBezTo>
                    <a:pt x="33" y="1469"/>
                    <a:pt x="100" y="1535"/>
                    <a:pt x="200" y="1535"/>
                  </a:cubicBezTo>
                  <a:lnTo>
                    <a:pt x="234" y="1535"/>
                  </a:lnTo>
                  <a:lnTo>
                    <a:pt x="10207" y="401"/>
                  </a:lnTo>
                  <a:cubicBezTo>
                    <a:pt x="10307" y="368"/>
                    <a:pt x="10374" y="301"/>
                    <a:pt x="10374" y="168"/>
                  </a:cubicBezTo>
                  <a:cubicBezTo>
                    <a:pt x="10374" y="68"/>
                    <a:pt x="10274" y="1"/>
                    <a:pt x="1017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0" name="Google Shape;3030;p56"/>
            <p:cNvSpPr/>
            <p:nvPr/>
          </p:nvSpPr>
          <p:spPr>
            <a:xfrm>
              <a:off x="5168850" y="946025"/>
              <a:ext cx="137550" cy="332025"/>
            </a:xfrm>
            <a:custGeom>
              <a:rect b="b" l="l" r="r" t="t"/>
              <a:pathLst>
                <a:path extrusionOk="0" h="13281" w="5502">
                  <a:moveTo>
                    <a:pt x="5260" y="1"/>
                  </a:moveTo>
                  <a:cubicBezTo>
                    <a:pt x="5193" y="1"/>
                    <a:pt x="5129" y="41"/>
                    <a:pt x="5105" y="138"/>
                  </a:cubicBezTo>
                  <a:lnTo>
                    <a:pt x="68" y="13014"/>
                  </a:lnTo>
                  <a:cubicBezTo>
                    <a:pt x="1" y="13147"/>
                    <a:pt x="101" y="13280"/>
                    <a:pt x="234" y="13280"/>
                  </a:cubicBezTo>
                  <a:cubicBezTo>
                    <a:pt x="301" y="13280"/>
                    <a:pt x="401" y="13214"/>
                    <a:pt x="401" y="13147"/>
                  </a:cubicBezTo>
                  <a:lnTo>
                    <a:pt x="5438" y="271"/>
                  </a:lnTo>
                  <a:cubicBezTo>
                    <a:pt x="5502" y="123"/>
                    <a:pt x="5376" y="1"/>
                    <a:pt x="526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1" name="Google Shape;3031;p56"/>
            <p:cNvSpPr/>
            <p:nvPr/>
          </p:nvSpPr>
          <p:spPr>
            <a:xfrm>
              <a:off x="5379850" y="876900"/>
              <a:ext cx="201000" cy="55075"/>
            </a:xfrm>
            <a:custGeom>
              <a:rect b="b" l="l" r="r" t="t"/>
              <a:pathLst>
                <a:path extrusionOk="0" h="2203" w="8040">
                  <a:moveTo>
                    <a:pt x="100" y="1"/>
                  </a:moveTo>
                  <a:cubicBezTo>
                    <a:pt x="67" y="1"/>
                    <a:pt x="0" y="34"/>
                    <a:pt x="0" y="67"/>
                  </a:cubicBezTo>
                  <a:cubicBezTo>
                    <a:pt x="0" y="134"/>
                    <a:pt x="0" y="167"/>
                    <a:pt x="67" y="167"/>
                  </a:cubicBezTo>
                  <a:lnTo>
                    <a:pt x="7906" y="2202"/>
                  </a:lnTo>
                  <a:lnTo>
                    <a:pt x="7939" y="2202"/>
                  </a:lnTo>
                  <a:cubicBezTo>
                    <a:pt x="7973" y="2202"/>
                    <a:pt x="8006" y="2169"/>
                    <a:pt x="8006" y="2135"/>
                  </a:cubicBezTo>
                  <a:cubicBezTo>
                    <a:pt x="8039" y="2069"/>
                    <a:pt x="8006" y="2035"/>
                    <a:pt x="7973" y="2035"/>
                  </a:cubicBezTo>
                  <a:lnTo>
                    <a:pt x="10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2" name="Google Shape;3032;p56"/>
            <p:cNvSpPr/>
            <p:nvPr/>
          </p:nvSpPr>
          <p:spPr>
            <a:xfrm>
              <a:off x="5381525" y="694575"/>
              <a:ext cx="146400" cy="139825"/>
            </a:xfrm>
            <a:custGeom>
              <a:rect b="b" l="l" r="r" t="t"/>
              <a:pathLst>
                <a:path extrusionOk="0" h="5593" w="5856">
                  <a:moveTo>
                    <a:pt x="5737" y="0"/>
                  </a:moveTo>
                  <a:cubicBezTo>
                    <a:pt x="5716" y="0"/>
                    <a:pt x="5693" y="7"/>
                    <a:pt x="5671" y="22"/>
                  </a:cubicBezTo>
                  <a:lnTo>
                    <a:pt x="33" y="5426"/>
                  </a:lnTo>
                  <a:cubicBezTo>
                    <a:pt x="0" y="5459"/>
                    <a:pt x="0" y="5526"/>
                    <a:pt x="33" y="5559"/>
                  </a:cubicBezTo>
                  <a:cubicBezTo>
                    <a:pt x="33" y="5592"/>
                    <a:pt x="67" y="5592"/>
                    <a:pt x="100" y="5592"/>
                  </a:cubicBezTo>
                  <a:cubicBezTo>
                    <a:pt x="100" y="5592"/>
                    <a:pt x="133" y="5559"/>
                    <a:pt x="133" y="5559"/>
                  </a:cubicBezTo>
                  <a:lnTo>
                    <a:pt x="5804" y="155"/>
                  </a:lnTo>
                  <a:cubicBezTo>
                    <a:pt x="5856" y="78"/>
                    <a:pt x="5807" y="0"/>
                    <a:pt x="573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3" name="Google Shape;3033;p56"/>
            <p:cNvSpPr/>
            <p:nvPr/>
          </p:nvSpPr>
          <p:spPr>
            <a:xfrm>
              <a:off x="4209000" y="960050"/>
              <a:ext cx="53400" cy="68900"/>
            </a:xfrm>
            <a:custGeom>
              <a:rect b="b" l="l" r="r" t="t"/>
              <a:pathLst>
                <a:path extrusionOk="0" h="2756" w="2136">
                  <a:moveTo>
                    <a:pt x="1548" y="1"/>
                  </a:moveTo>
                  <a:cubicBezTo>
                    <a:pt x="1405" y="1"/>
                    <a:pt x="1242" y="47"/>
                    <a:pt x="1068" y="144"/>
                  </a:cubicBezTo>
                  <a:cubicBezTo>
                    <a:pt x="435" y="544"/>
                    <a:pt x="34" y="1245"/>
                    <a:pt x="1" y="2012"/>
                  </a:cubicBezTo>
                  <a:cubicBezTo>
                    <a:pt x="1" y="2484"/>
                    <a:pt x="252" y="2756"/>
                    <a:pt x="599" y="2756"/>
                  </a:cubicBezTo>
                  <a:cubicBezTo>
                    <a:pt x="743" y="2756"/>
                    <a:pt x="903" y="2710"/>
                    <a:pt x="1068" y="2612"/>
                  </a:cubicBezTo>
                  <a:cubicBezTo>
                    <a:pt x="1702" y="2212"/>
                    <a:pt x="2102" y="1511"/>
                    <a:pt x="2136" y="778"/>
                  </a:cubicBezTo>
                  <a:cubicBezTo>
                    <a:pt x="2136" y="280"/>
                    <a:pt x="1900" y="1"/>
                    <a:pt x="154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4" name="Google Shape;3034;p56"/>
            <p:cNvSpPr/>
            <p:nvPr/>
          </p:nvSpPr>
          <p:spPr>
            <a:xfrm>
              <a:off x="4388300" y="1128950"/>
              <a:ext cx="29225" cy="37825"/>
            </a:xfrm>
            <a:custGeom>
              <a:rect b="b" l="l" r="r" t="t"/>
              <a:pathLst>
                <a:path extrusionOk="0" h="1513" w="1169">
                  <a:moveTo>
                    <a:pt x="852" y="1"/>
                  </a:moveTo>
                  <a:cubicBezTo>
                    <a:pt x="768" y="1"/>
                    <a:pt x="671" y="31"/>
                    <a:pt x="568" y="93"/>
                  </a:cubicBezTo>
                  <a:cubicBezTo>
                    <a:pt x="234" y="293"/>
                    <a:pt x="1" y="660"/>
                    <a:pt x="1" y="1093"/>
                  </a:cubicBezTo>
                  <a:cubicBezTo>
                    <a:pt x="1" y="1353"/>
                    <a:pt x="134" y="1512"/>
                    <a:pt x="319" y="1512"/>
                  </a:cubicBezTo>
                  <a:cubicBezTo>
                    <a:pt x="395" y="1512"/>
                    <a:pt x="480" y="1485"/>
                    <a:pt x="568" y="1427"/>
                  </a:cubicBezTo>
                  <a:cubicBezTo>
                    <a:pt x="935" y="1193"/>
                    <a:pt x="1135" y="826"/>
                    <a:pt x="1168" y="426"/>
                  </a:cubicBezTo>
                  <a:cubicBezTo>
                    <a:pt x="1168" y="150"/>
                    <a:pt x="1041" y="1"/>
                    <a:pt x="85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5" name="Google Shape;3035;p56"/>
            <p:cNvSpPr/>
            <p:nvPr/>
          </p:nvSpPr>
          <p:spPr>
            <a:xfrm>
              <a:off x="4116450" y="1268775"/>
              <a:ext cx="29200" cy="37725"/>
            </a:xfrm>
            <a:custGeom>
              <a:rect b="b" l="l" r="r" t="t"/>
              <a:pathLst>
                <a:path extrusionOk="0" h="1509" w="1168">
                  <a:moveTo>
                    <a:pt x="829" y="0"/>
                  </a:moveTo>
                  <a:cubicBezTo>
                    <a:pt x="750" y="0"/>
                    <a:pt x="661" y="23"/>
                    <a:pt x="567" y="70"/>
                  </a:cubicBezTo>
                  <a:cubicBezTo>
                    <a:pt x="234" y="304"/>
                    <a:pt x="34" y="671"/>
                    <a:pt x="0" y="1104"/>
                  </a:cubicBezTo>
                  <a:cubicBezTo>
                    <a:pt x="0" y="1366"/>
                    <a:pt x="136" y="1509"/>
                    <a:pt x="323" y="1509"/>
                  </a:cubicBezTo>
                  <a:cubicBezTo>
                    <a:pt x="398" y="1509"/>
                    <a:pt x="481" y="1486"/>
                    <a:pt x="567" y="1438"/>
                  </a:cubicBezTo>
                  <a:cubicBezTo>
                    <a:pt x="934" y="1204"/>
                    <a:pt x="1134" y="837"/>
                    <a:pt x="1168" y="437"/>
                  </a:cubicBezTo>
                  <a:cubicBezTo>
                    <a:pt x="1168" y="150"/>
                    <a:pt x="1030" y="0"/>
                    <a:pt x="82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6" name="Google Shape;3036;p56"/>
            <p:cNvSpPr/>
            <p:nvPr/>
          </p:nvSpPr>
          <p:spPr>
            <a:xfrm>
              <a:off x="4402475" y="1534400"/>
              <a:ext cx="29225" cy="37675"/>
            </a:xfrm>
            <a:custGeom>
              <a:rect b="b" l="l" r="r" t="t"/>
              <a:pathLst>
                <a:path extrusionOk="0" h="1507" w="1169">
                  <a:moveTo>
                    <a:pt x="850" y="1"/>
                  </a:moveTo>
                  <a:cubicBezTo>
                    <a:pt x="774" y="1"/>
                    <a:pt x="689" y="28"/>
                    <a:pt x="601" y="86"/>
                  </a:cubicBezTo>
                  <a:cubicBezTo>
                    <a:pt x="234" y="286"/>
                    <a:pt x="34" y="687"/>
                    <a:pt x="1" y="1087"/>
                  </a:cubicBezTo>
                  <a:cubicBezTo>
                    <a:pt x="1" y="1347"/>
                    <a:pt x="134" y="1506"/>
                    <a:pt x="331" y="1506"/>
                  </a:cubicBezTo>
                  <a:cubicBezTo>
                    <a:pt x="412" y="1506"/>
                    <a:pt x="504" y="1479"/>
                    <a:pt x="601" y="1420"/>
                  </a:cubicBezTo>
                  <a:cubicBezTo>
                    <a:pt x="935" y="1187"/>
                    <a:pt x="1168" y="820"/>
                    <a:pt x="1168" y="420"/>
                  </a:cubicBezTo>
                  <a:cubicBezTo>
                    <a:pt x="1168" y="160"/>
                    <a:pt x="1035" y="1"/>
                    <a:pt x="85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7" name="Google Shape;3037;p56"/>
            <p:cNvSpPr/>
            <p:nvPr/>
          </p:nvSpPr>
          <p:spPr>
            <a:xfrm>
              <a:off x="4600125" y="1618625"/>
              <a:ext cx="29200" cy="37675"/>
            </a:xfrm>
            <a:custGeom>
              <a:rect b="b" l="l" r="r" t="t"/>
              <a:pathLst>
                <a:path extrusionOk="0" h="1507" w="1168">
                  <a:moveTo>
                    <a:pt x="850" y="1"/>
                  </a:moveTo>
                  <a:cubicBezTo>
                    <a:pt x="773" y="1"/>
                    <a:pt x="689" y="28"/>
                    <a:pt x="601" y="86"/>
                  </a:cubicBezTo>
                  <a:cubicBezTo>
                    <a:pt x="234" y="320"/>
                    <a:pt x="34" y="687"/>
                    <a:pt x="0" y="1087"/>
                  </a:cubicBezTo>
                  <a:cubicBezTo>
                    <a:pt x="0" y="1347"/>
                    <a:pt x="134" y="1506"/>
                    <a:pt x="331" y="1506"/>
                  </a:cubicBezTo>
                  <a:cubicBezTo>
                    <a:pt x="412" y="1506"/>
                    <a:pt x="503" y="1479"/>
                    <a:pt x="601" y="1421"/>
                  </a:cubicBezTo>
                  <a:cubicBezTo>
                    <a:pt x="934" y="1187"/>
                    <a:pt x="1168" y="820"/>
                    <a:pt x="1168" y="420"/>
                  </a:cubicBezTo>
                  <a:cubicBezTo>
                    <a:pt x="1168" y="160"/>
                    <a:pt x="1034" y="1"/>
                    <a:pt x="85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8" name="Google Shape;3038;p56"/>
            <p:cNvSpPr/>
            <p:nvPr/>
          </p:nvSpPr>
          <p:spPr>
            <a:xfrm>
              <a:off x="4580100" y="1915500"/>
              <a:ext cx="29225" cy="37675"/>
            </a:xfrm>
            <a:custGeom>
              <a:rect b="b" l="l" r="r" t="t"/>
              <a:pathLst>
                <a:path extrusionOk="0" h="1507" w="1169">
                  <a:moveTo>
                    <a:pt x="838" y="1"/>
                  </a:moveTo>
                  <a:cubicBezTo>
                    <a:pt x="757" y="1"/>
                    <a:pt x="665" y="28"/>
                    <a:pt x="568" y="86"/>
                  </a:cubicBezTo>
                  <a:cubicBezTo>
                    <a:pt x="234" y="320"/>
                    <a:pt x="34" y="687"/>
                    <a:pt x="1" y="1087"/>
                  </a:cubicBezTo>
                  <a:cubicBezTo>
                    <a:pt x="1" y="1347"/>
                    <a:pt x="135" y="1506"/>
                    <a:pt x="319" y="1506"/>
                  </a:cubicBezTo>
                  <a:cubicBezTo>
                    <a:pt x="395" y="1506"/>
                    <a:pt x="480" y="1479"/>
                    <a:pt x="568" y="1421"/>
                  </a:cubicBezTo>
                  <a:cubicBezTo>
                    <a:pt x="935" y="1221"/>
                    <a:pt x="1135" y="820"/>
                    <a:pt x="1168" y="420"/>
                  </a:cubicBezTo>
                  <a:cubicBezTo>
                    <a:pt x="1168" y="160"/>
                    <a:pt x="1035" y="1"/>
                    <a:pt x="83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9" name="Google Shape;3039;p56"/>
            <p:cNvSpPr/>
            <p:nvPr/>
          </p:nvSpPr>
          <p:spPr>
            <a:xfrm>
              <a:off x="4656000" y="1733925"/>
              <a:ext cx="44225" cy="56950"/>
            </a:xfrm>
            <a:custGeom>
              <a:rect b="b" l="l" r="r" t="t"/>
              <a:pathLst>
                <a:path extrusionOk="0" h="2278" w="1769">
                  <a:moveTo>
                    <a:pt x="1288" y="0"/>
                  </a:moveTo>
                  <a:cubicBezTo>
                    <a:pt x="1173" y="0"/>
                    <a:pt x="1042" y="35"/>
                    <a:pt x="901" y="111"/>
                  </a:cubicBezTo>
                  <a:cubicBezTo>
                    <a:pt x="367" y="444"/>
                    <a:pt x="34" y="1012"/>
                    <a:pt x="0" y="1645"/>
                  </a:cubicBezTo>
                  <a:cubicBezTo>
                    <a:pt x="0" y="2043"/>
                    <a:pt x="198" y="2277"/>
                    <a:pt x="488" y="2277"/>
                  </a:cubicBezTo>
                  <a:cubicBezTo>
                    <a:pt x="612" y="2277"/>
                    <a:pt x="752" y="2235"/>
                    <a:pt x="901" y="2146"/>
                  </a:cubicBezTo>
                  <a:cubicBezTo>
                    <a:pt x="1435" y="1812"/>
                    <a:pt x="1735" y="1245"/>
                    <a:pt x="1768" y="611"/>
                  </a:cubicBezTo>
                  <a:cubicBezTo>
                    <a:pt x="1768" y="228"/>
                    <a:pt x="1579" y="0"/>
                    <a:pt x="128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0" name="Google Shape;3040;p56"/>
            <p:cNvSpPr/>
            <p:nvPr/>
          </p:nvSpPr>
          <p:spPr>
            <a:xfrm>
              <a:off x="4479200" y="1835975"/>
              <a:ext cx="44225" cy="56925"/>
            </a:xfrm>
            <a:custGeom>
              <a:rect b="b" l="l" r="r" t="t"/>
              <a:pathLst>
                <a:path extrusionOk="0" h="2277" w="1769">
                  <a:moveTo>
                    <a:pt x="1307" y="0"/>
                  </a:moveTo>
                  <a:cubicBezTo>
                    <a:pt x="1188" y="0"/>
                    <a:pt x="1050" y="42"/>
                    <a:pt x="901" y="132"/>
                  </a:cubicBezTo>
                  <a:cubicBezTo>
                    <a:pt x="368" y="465"/>
                    <a:pt x="34" y="1032"/>
                    <a:pt x="1" y="1633"/>
                  </a:cubicBezTo>
                  <a:cubicBezTo>
                    <a:pt x="1" y="2041"/>
                    <a:pt x="208" y="2277"/>
                    <a:pt x="511" y="2277"/>
                  </a:cubicBezTo>
                  <a:cubicBezTo>
                    <a:pt x="629" y="2277"/>
                    <a:pt x="761" y="2241"/>
                    <a:pt x="901" y="2167"/>
                  </a:cubicBezTo>
                  <a:cubicBezTo>
                    <a:pt x="1435" y="1833"/>
                    <a:pt x="1735" y="1266"/>
                    <a:pt x="1769" y="632"/>
                  </a:cubicBezTo>
                  <a:cubicBezTo>
                    <a:pt x="1769" y="234"/>
                    <a:pt x="1588" y="0"/>
                    <a:pt x="130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1" name="Google Shape;3041;p56"/>
            <p:cNvSpPr/>
            <p:nvPr/>
          </p:nvSpPr>
          <p:spPr>
            <a:xfrm>
              <a:off x="5503275" y="668475"/>
              <a:ext cx="44225" cy="56950"/>
            </a:xfrm>
            <a:custGeom>
              <a:rect b="b" l="l" r="r" t="t"/>
              <a:pathLst>
                <a:path extrusionOk="0" h="2278" w="1769">
                  <a:moveTo>
                    <a:pt x="1280" y="0"/>
                  </a:moveTo>
                  <a:cubicBezTo>
                    <a:pt x="1157" y="0"/>
                    <a:pt x="1017" y="42"/>
                    <a:pt x="867" y="132"/>
                  </a:cubicBezTo>
                  <a:cubicBezTo>
                    <a:pt x="334" y="465"/>
                    <a:pt x="34" y="1032"/>
                    <a:pt x="0" y="1666"/>
                  </a:cubicBezTo>
                  <a:cubicBezTo>
                    <a:pt x="0" y="2049"/>
                    <a:pt x="206" y="2277"/>
                    <a:pt x="495" y="2277"/>
                  </a:cubicBezTo>
                  <a:cubicBezTo>
                    <a:pt x="609" y="2277"/>
                    <a:pt x="736" y="2242"/>
                    <a:pt x="867" y="2167"/>
                  </a:cubicBezTo>
                  <a:cubicBezTo>
                    <a:pt x="1401" y="1833"/>
                    <a:pt x="1735" y="1266"/>
                    <a:pt x="1768" y="632"/>
                  </a:cubicBezTo>
                  <a:cubicBezTo>
                    <a:pt x="1768" y="234"/>
                    <a:pt x="1571" y="0"/>
                    <a:pt x="128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2" name="Google Shape;3042;p56"/>
            <p:cNvSpPr/>
            <p:nvPr/>
          </p:nvSpPr>
          <p:spPr>
            <a:xfrm>
              <a:off x="4654325" y="1297450"/>
              <a:ext cx="206850" cy="262475"/>
            </a:xfrm>
            <a:custGeom>
              <a:rect b="b" l="l" r="r" t="t"/>
              <a:pathLst>
                <a:path extrusionOk="0" h="10499" w="8274">
                  <a:moveTo>
                    <a:pt x="5827" y="673"/>
                  </a:moveTo>
                  <a:cubicBezTo>
                    <a:pt x="6135" y="673"/>
                    <a:pt x="6419" y="745"/>
                    <a:pt x="6672" y="891"/>
                  </a:cubicBezTo>
                  <a:cubicBezTo>
                    <a:pt x="7272" y="1225"/>
                    <a:pt x="7606" y="1992"/>
                    <a:pt x="7606" y="3060"/>
                  </a:cubicBezTo>
                  <a:cubicBezTo>
                    <a:pt x="7606" y="5361"/>
                    <a:pt x="5972" y="8197"/>
                    <a:pt x="3970" y="9331"/>
                  </a:cubicBezTo>
                  <a:cubicBezTo>
                    <a:pt x="3428" y="9652"/>
                    <a:pt x="2911" y="9816"/>
                    <a:pt x="2454" y="9816"/>
                  </a:cubicBezTo>
                  <a:cubicBezTo>
                    <a:pt x="2151" y="9816"/>
                    <a:pt x="1874" y="9744"/>
                    <a:pt x="1635" y="9598"/>
                  </a:cubicBezTo>
                  <a:cubicBezTo>
                    <a:pt x="1001" y="9264"/>
                    <a:pt x="668" y="8497"/>
                    <a:pt x="668" y="7429"/>
                  </a:cubicBezTo>
                  <a:cubicBezTo>
                    <a:pt x="668" y="5128"/>
                    <a:pt x="2302" y="2292"/>
                    <a:pt x="4304" y="1158"/>
                  </a:cubicBezTo>
                  <a:cubicBezTo>
                    <a:pt x="4845" y="837"/>
                    <a:pt x="5363" y="673"/>
                    <a:pt x="5827" y="673"/>
                  </a:cubicBezTo>
                  <a:close/>
                  <a:moveTo>
                    <a:pt x="5853" y="0"/>
                  </a:moveTo>
                  <a:cubicBezTo>
                    <a:pt x="5270" y="0"/>
                    <a:pt x="4631" y="188"/>
                    <a:pt x="3970" y="558"/>
                  </a:cubicBezTo>
                  <a:cubicBezTo>
                    <a:pt x="1802" y="1825"/>
                    <a:pt x="1" y="4894"/>
                    <a:pt x="1" y="7429"/>
                  </a:cubicBezTo>
                  <a:cubicBezTo>
                    <a:pt x="1" y="8730"/>
                    <a:pt x="468" y="9698"/>
                    <a:pt x="1302" y="10198"/>
                  </a:cubicBezTo>
                  <a:cubicBezTo>
                    <a:pt x="1635" y="10398"/>
                    <a:pt x="2035" y="10498"/>
                    <a:pt x="2436" y="10498"/>
                  </a:cubicBezTo>
                  <a:cubicBezTo>
                    <a:pt x="3103" y="10465"/>
                    <a:pt x="3737" y="10265"/>
                    <a:pt x="4304" y="9931"/>
                  </a:cubicBezTo>
                  <a:cubicBezTo>
                    <a:pt x="6505" y="8664"/>
                    <a:pt x="8273" y="5561"/>
                    <a:pt x="8273" y="3060"/>
                  </a:cubicBezTo>
                  <a:cubicBezTo>
                    <a:pt x="8273" y="1759"/>
                    <a:pt x="7806" y="791"/>
                    <a:pt x="7006" y="291"/>
                  </a:cubicBezTo>
                  <a:cubicBezTo>
                    <a:pt x="6658" y="96"/>
                    <a:pt x="6270" y="0"/>
                    <a:pt x="585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3" name="Google Shape;3043;p56"/>
            <p:cNvSpPr/>
            <p:nvPr/>
          </p:nvSpPr>
          <p:spPr>
            <a:xfrm>
              <a:off x="4701850" y="1356425"/>
              <a:ext cx="111775" cy="144650"/>
            </a:xfrm>
            <a:custGeom>
              <a:rect b="b" l="l" r="r" t="t"/>
              <a:pathLst>
                <a:path extrusionOk="0" h="5786" w="4471">
                  <a:moveTo>
                    <a:pt x="3245" y="1"/>
                  </a:moveTo>
                  <a:cubicBezTo>
                    <a:pt x="2945" y="1"/>
                    <a:pt x="2603" y="97"/>
                    <a:pt x="2236" y="300"/>
                  </a:cubicBezTo>
                  <a:cubicBezTo>
                    <a:pt x="902" y="1168"/>
                    <a:pt x="68" y="2602"/>
                    <a:pt x="1" y="4203"/>
                  </a:cubicBezTo>
                  <a:cubicBezTo>
                    <a:pt x="1" y="5195"/>
                    <a:pt x="503" y="5785"/>
                    <a:pt x="1233" y="5785"/>
                  </a:cubicBezTo>
                  <a:cubicBezTo>
                    <a:pt x="1535" y="5785"/>
                    <a:pt x="1875" y="5685"/>
                    <a:pt x="2236" y="5471"/>
                  </a:cubicBezTo>
                  <a:cubicBezTo>
                    <a:pt x="3570" y="4603"/>
                    <a:pt x="4404" y="3169"/>
                    <a:pt x="4471" y="1601"/>
                  </a:cubicBezTo>
                  <a:cubicBezTo>
                    <a:pt x="4471" y="582"/>
                    <a:pt x="3983" y="1"/>
                    <a:pt x="324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4" name="Google Shape;3044;p56"/>
            <p:cNvSpPr/>
            <p:nvPr/>
          </p:nvSpPr>
          <p:spPr>
            <a:xfrm>
              <a:off x="5094650" y="458825"/>
              <a:ext cx="170150" cy="217125"/>
            </a:xfrm>
            <a:custGeom>
              <a:rect b="b" l="l" r="r" t="t"/>
              <a:pathLst>
                <a:path extrusionOk="0" h="8685" w="6806">
                  <a:moveTo>
                    <a:pt x="4873" y="397"/>
                  </a:moveTo>
                  <a:cubicBezTo>
                    <a:pt x="5143" y="397"/>
                    <a:pt x="5390" y="458"/>
                    <a:pt x="5604" y="579"/>
                  </a:cubicBezTo>
                  <a:cubicBezTo>
                    <a:pt x="6138" y="912"/>
                    <a:pt x="6438" y="1579"/>
                    <a:pt x="6438" y="2513"/>
                  </a:cubicBezTo>
                  <a:cubicBezTo>
                    <a:pt x="6305" y="4682"/>
                    <a:pt x="5171" y="6683"/>
                    <a:pt x="3336" y="7884"/>
                  </a:cubicBezTo>
                  <a:cubicBezTo>
                    <a:pt x="2857" y="8163"/>
                    <a:pt x="2390" y="8299"/>
                    <a:pt x="1978" y="8299"/>
                  </a:cubicBezTo>
                  <a:cubicBezTo>
                    <a:pt x="1701" y="8299"/>
                    <a:pt x="1449" y="8238"/>
                    <a:pt x="1234" y="8117"/>
                  </a:cubicBezTo>
                  <a:cubicBezTo>
                    <a:pt x="701" y="7817"/>
                    <a:pt x="400" y="7117"/>
                    <a:pt x="400" y="6216"/>
                  </a:cubicBezTo>
                  <a:cubicBezTo>
                    <a:pt x="534" y="4015"/>
                    <a:pt x="1668" y="2013"/>
                    <a:pt x="3536" y="812"/>
                  </a:cubicBezTo>
                  <a:cubicBezTo>
                    <a:pt x="4015" y="533"/>
                    <a:pt x="4470" y="397"/>
                    <a:pt x="4873" y="397"/>
                  </a:cubicBezTo>
                  <a:close/>
                  <a:moveTo>
                    <a:pt x="4856" y="1"/>
                  </a:moveTo>
                  <a:cubicBezTo>
                    <a:pt x="4379" y="1"/>
                    <a:pt x="3852" y="164"/>
                    <a:pt x="3303" y="479"/>
                  </a:cubicBezTo>
                  <a:cubicBezTo>
                    <a:pt x="1501" y="1513"/>
                    <a:pt x="0" y="4115"/>
                    <a:pt x="0" y="6216"/>
                  </a:cubicBezTo>
                  <a:cubicBezTo>
                    <a:pt x="0" y="7250"/>
                    <a:pt x="367" y="8051"/>
                    <a:pt x="1034" y="8451"/>
                  </a:cubicBezTo>
                  <a:cubicBezTo>
                    <a:pt x="1334" y="8618"/>
                    <a:pt x="1635" y="8685"/>
                    <a:pt x="1968" y="8685"/>
                  </a:cubicBezTo>
                  <a:cubicBezTo>
                    <a:pt x="2535" y="8651"/>
                    <a:pt x="3036" y="8518"/>
                    <a:pt x="3503" y="8218"/>
                  </a:cubicBezTo>
                  <a:cubicBezTo>
                    <a:pt x="5337" y="7183"/>
                    <a:pt x="6805" y="4582"/>
                    <a:pt x="6805" y="2480"/>
                  </a:cubicBezTo>
                  <a:cubicBezTo>
                    <a:pt x="6805" y="1446"/>
                    <a:pt x="6438" y="645"/>
                    <a:pt x="5771" y="245"/>
                  </a:cubicBezTo>
                  <a:cubicBezTo>
                    <a:pt x="5497" y="81"/>
                    <a:pt x="5188" y="1"/>
                    <a:pt x="485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5" name="Google Shape;3045;p56"/>
            <p:cNvSpPr/>
            <p:nvPr/>
          </p:nvSpPr>
          <p:spPr>
            <a:xfrm>
              <a:off x="5133000" y="506125"/>
              <a:ext cx="94250" cy="122825"/>
            </a:xfrm>
            <a:custGeom>
              <a:rect b="b" l="l" r="r" t="t"/>
              <a:pathLst>
                <a:path extrusionOk="0" h="4913" w="3770">
                  <a:moveTo>
                    <a:pt x="2718" y="0"/>
                  </a:moveTo>
                  <a:cubicBezTo>
                    <a:pt x="2464" y="0"/>
                    <a:pt x="2176" y="82"/>
                    <a:pt x="1869" y="255"/>
                  </a:cubicBezTo>
                  <a:cubicBezTo>
                    <a:pt x="768" y="988"/>
                    <a:pt x="67" y="2223"/>
                    <a:pt x="1" y="3557"/>
                  </a:cubicBezTo>
                  <a:cubicBezTo>
                    <a:pt x="1" y="4412"/>
                    <a:pt x="424" y="4912"/>
                    <a:pt x="1041" y="4912"/>
                  </a:cubicBezTo>
                  <a:cubicBezTo>
                    <a:pt x="1290" y="4912"/>
                    <a:pt x="1571" y="4830"/>
                    <a:pt x="1869" y="4658"/>
                  </a:cubicBezTo>
                  <a:cubicBezTo>
                    <a:pt x="3003" y="3924"/>
                    <a:pt x="3703" y="2690"/>
                    <a:pt x="3770" y="1355"/>
                  </a:cubicBezTo>
                  <a:cubicBezTo>
                    <a:pt x="3770" y="500"/>
                    <a:pt x="3347" y="0"/>
                    <a:pt x="271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6" name="Google Shape;3046;p56"/>
            <p:cNvSpPr/>
            <p:nvPr/>
          </p:nvSpPr>
          <p:spPr>
            <a:xfrm>
              <a:off x="4732725" y="752950"/>
              <a:ext cx="124125" cy="150675"/>
            </a:xfrm>
            <a:custGeom>
              <a:rect b="b" l="l" r="r" t="t"/>
              <a:pathLst>
                <a:path extrusionOk="0" h="6027" w="4965">
                  <a:moveTo>
                    <a:pt x="3403" y="422"/>
                  </a:moveTo>
                  <a:cubicBezTo>
                    <a:pt x="3569" y="422"/>
                    <a:pt x="3736" y="455"/>
                    <a:pt x="3870" y="522"/>
                  </a:cubicBezTo>
                  <a:cubicBezTo>
                    <a:pt x="4270" y="822"/>
                    <a:pt x="4470" y="1289"/>
                    <a:pt x="4403" y="1790"/>
                  </a:cubicBezTo>
                  <a:cubicBezTo>
                    <a:pt x="4337" y="3224"/>
                    <a:pt x="3569" y="4558"/>
                    <a:pt x="2335" y="5359"/>
                  </a:cubicBezTo>
                  <a:cubicBezTo>
                    <a:pt x="2100" y="5575"/>
                    <a:pt x="1828" y="5670"/>
                    <a:pt x="1564" y="5670"/>
                  </a:cubicBezTo>
                  <a:cubicBezTo>
                    <a:pt x="892" y="5670"/>
                    <a:pt x="276" y="5058"/>
                    <a:pt x="467" y="4291"/>
                  </a:cubicBezTo>
                  <a:cubicBezTo>
                    <a:pt x="534" y="2824"/>
                    <a:pt x="1301" y="1489"/>
                    <a:pt x="2535" y="689"/>
                  </a:cubicBezTo>
                  <a:cubicBezTo>
                    <a:pt x="2802" y="522"/>
                    <a:pt x="3102" y="422"/>
                    <a:pt x="3403" y="422"/>
                  </a:cubicBezTo>
                  <a:close/>
                  <a:moveTo>
                    <a:pt x="3287" y="0"/>
                  </a:moveTo>
                  <a:cubicBezTo>
                    <a:pt x="2961" y="0"/>
                    <a:pt x="2627" y="109"/>
                    <a:pt x="2335" y="355"/>
                  </a:cubicBezTo>
                  <a:cubicBezTo>
                    <a:pt x="1001" y="1223"/>
                    <a:pt x="167" y="2690"/>
                    <a:pt x="67" y="4291"/>
                  </a:cubicBezTo>
                  <a:cubicBezTo>
                    <a:pt x="0" y="4892"/>
                    <a:pt x="300" y="5492"/>
                    <a:pt x="801" y="5859"/>
                  </a:cubicBezTo>
                  <a:cubicBezTo>
                    <a:pt x="1001" y="5959"/>
                    <a:pt x="1234" y="6026"/>
                    <a:pt x="1468" y="6026"/>
                  </a:cubicBezTo>
                  <a:cubicBezTo>
                    <a:pt x="1835" y="5993"/>
                    <a:pt x="2202" y="5893"/>
                    <a:pt x="2535" y="5692"/>
                  </a:cubicBezTo>
                  <a:cubicBezTo>
                    <a:pt x="3836" y="4792"/>
                    <a:pt x="4704" y="3357"/>
                    <a:pt x="4770" y="1790"/>
                  </a:cubicBezTo>
                  <a:cubicBezTo>
                    <a:pt x="4964" y="772"/>
                    <a:pt x="4154" y="0"/>
                    <a:pt x="328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7" name="Google Shape;3047;p56"/>
            <p:cNvSpPr/>
            <p:nvPr/>
          </p:nvSpPr>
          <p:spPr>
            <a:xfrm>
              <a:off x="4761900" y="787225"/>
              <a:ext cx="63400" cy="82775"/>
            </a:xfrm>
            <a:custGeom>
              <a:rect b="b" l="l" r="r" t="t"/>
              <a:pathLst>
                <a:path extrusionOk="0" h="3311" w="2536">
                  <a:moveTo>
                    <a:pt x="1834" y="1"/>
                  </a:moveTo>
                  <a:cubicBezTo>
                    <a:pt x="1664" y="1"/>
                    <a:pt x="1472" y="59"/>
                    <a:pt x="1268" y="185"/>
                  </a:cubicBezTo>
                  <a:cubicBezTo>
                    <a:pt x="501" y="686"/>
                    <a:pt x="34" y="1486"/>
                    <a:pt x="1" y="2387"/>
                  </a:cubicBezTo>
                  <a:cubicBezTo>
                    <a:pt x="1" y="2972"/>
                    <a:pt x="280" y="3311"/>
                    <a:pt x="689" y="3311"/>
                  </a:cubicBezTo>
                  <a:cubicBezTo>
                    <a:pt x="863" y="3311"/>
                    <a:pt x="1059" y="3250"/>
                    <a:pt x="1268" y="3121"/>
                  </a:cubicBezTo>
                  <a:cubicBezTo>
                    <a:pt x="2035" y="2654"/>
                    <a:pt x="2502" y="1820"/>
                    <a:pt x="2536" y="919"/>
                  </a:cubicBezTo>
                  <a:cubicBezTo>
                    <a:pt x="2536" y="351"/>
                    <a:pt x="2250" y="1"/>
                    <a:pt x="183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8" name="Google Shape;3048;p56"/>
            <p:cNvSpPr/>
            <p:nvPr/>
          </p:nvSpPr>
          <p:spPr>
            <a:xfrm>
              <a:off x="5092975" y="1267450"/>
              <a:ext cx="124350" cy="149875"/>
            </a:xfrm>
            <a:custGeom>
              <a:rect b="b" l="l" r="r" t="t"/>
              <a:pathLst>
                <a:path extrusionOk="0" h="5995" w="4974">
                  <a:moveTo>
                    <a:pt x="3292" y="380"/>
                  </a:moveTo>
                  <a:cubicBezTo>
                    <a:pt x="3961" y="380"/>
                    <a:pt x="4595" y="991"/>
                    <a:pt x="4404" y="1758"/>
                  </a:cubicBezTo>
                  <a:cubicBezTo>
                    <a:pt x="4337" y="3225"/>
                    <a:pt x="3536" y="4560"/>
                    <a:pt x="2335" y="5360"/>
                  </a:cubicBezTo>
                  <a:cubicBezTo>
                    <a:pt x="2101" y="5576"/>
                    <a:pt x="1830" y="5670"/>
                    <a:pt x="1567" y="5670"/>
                  </a:cubicBezTo>
                  <a:cubicBezTo>
                    <a:pt x="892" y="5670"/>
                    <a:pt x="266" y="5051"/>
                    <a:pt x="434" y="4260"/>
                  </a:cubicBezTo>
                  <a:cubicBezTo>
                    <a:pt x="534" y="2792"/>
                    <a:pt x="1301" y="1491"/>
                    <a:pt x="2536" y="690"/>
                  </a:cubicBezTo>
                  <a:cubicBezTo>
                    <a:pt x="2761" y="474"/>
                    <a:pt x="3030" y="380"/>
                    <a:pt x="3292" y="380"/>
                  </a:cubicBezTo>
                  <a:close/>
                  <a:moveTo>
                    <a:pt x="3291" y="1"/>
                  </a:moveTo>
                  <a:cubicBezTo>
                    <a:pt x="2963" y="1"/>
                    <a:pt x="2628" y="110"/>
                    <a:pt x="2335" y="357"/>
                  </a:cubicBezTo>
                  <a:cubicBezTo>
                    <a:pt x="1001" y="1224"/>
                    <a:pt x="167" y="2658"/>
                    <a:pt x="67" y="4260"/>
                  </a:cubicBezTo>
                  <a:cubicBezTo>
                    <a:pt x="0" y="4893"/>
                    <a:pt x="301" y="5494"/>
                    <a:pt x="801" y="5827"/>
                  </a:cubicBezTo>
                  <a:cubicBezTo>
                    <a:pt x="1001" y="5961"/>
                    <a:pt x="1235" y="5994"/>
                    <a:pt x="1468" y="5994"/>
                  </a:cubicBezTo>
                  <a:cubicBezTo>
                    <a:pt x="1835" y="5994"/>
                    <a:pt x="2202" y="5894"/>
                    <a:pt x="2536" y="5694"/>
                  </a:cubicBezTo>
                  <a:cubicBezTo>
                    <a:pt x="3870" y="4827"/>
                    <a:pt x="4704" y="3359"/>
                    <a:pt x="4804" y="1758"/>
                  </a:cubicBezTo>
                  <a:cubicBezTo>
                    <a:pt x="4973" y="765"/>
                    <a:pt x="4159" y="1"/>
                    <a:pt x="329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9" name="Google Shape;3049;p56"/>
            <p:cNvSpPr/>
            <p:nvPr/>
          </p:nvSpPr>
          <p:spPr>
            <a:xfrm>
              <a:off x="5122150" y="1301625"/>
              <a:ext cx="63425" cy="82400"/>
            </a:xfrm>
            <a:custGeom>
              <a:rect b="b" l="l" r="r" t="t"/>
              <a:pathLst>
                <a:path extrusionOk="0" h="3296" w="2537">
                  <a:moveTo>
                    <a:pt x="1848" y="0"/>
                  </a:moveTo>
                  <a:cubicBezTo>
                    <a:pt x="1674" y="0"/>
                    <a:pt x="1477" y="61"/>
                    <a:pt x="1269" y="191"/>
                  </a:cubicBezTo>
                  <a:cubicBezTo>
                    <a:pt x="501" y="658"/>
                    <a:pt x="34" y="1492"/>
                    <a:pt x="1" y="2392"/>
                  </a:cubicBezTo>
                  <a:cubicBezTo>
                    <a:pt x="1" y="2962"/>
                    <a:pt x="289" y="3296"/>
                    <a:pt x="707" y="3296"/>
                  </a:cubicBezTo>
                  <a:cubicBezTo>
                    <a:pt x="876" y="3296"/>
                    <a:pt x="1067" y="3241"/>
                    <a:pt x="1269" y="3126"/>
                  </a:cubicBezTo>
                  <a:cubicBezTo>
                    <a:pt x="2036" y="2626"/>
                    <a:pt x="2503" y="1825"/>
                    <a:pt x="2536" y="924"/>
                  </a:cubicBezTo>
                  <a:cubicBezTo>
                    <a:pt x="2536" y="339"/>
                    <a:pt x="2257" y="0"/>
                    <a:pt x="184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0" name="Google Shape;3050;p56"/>
            <p:cNvSpPr/>
            <p:nvPr/>
          </p:nvSpPr>
          <p:spPr>
            <a:xfrm>
              <a:off x="5272275" y="806675"/>
              <a:ext cx="122925" cy="150300"/>
            </a:xfrm>
            <a:custGeom>
              <a:rect b="b" l="l" r="r" t="t"/>
              <a:pathLst>
                <a:path extrusionOk="0" h="6012" w="4917">
                  <a:moveTo>
                    <a:pt x="3271" y="365"/>
                  </a:moveTo>
                  <a:cubicBezTo>
                    <a:pt x="3946" y="365"/>
                    <a:pt x="4571" y="984"/>
                    <a:pt x="4403" y="1776"/>
                  </a:cubicBezTo>
                  <a:cubicBezTo>
                    <a:pt x="4303" y="3210"/>
                    <a:pt x="3536" y="4544"/>
                    <a:pt x="2302" y="5345"/>
                  </a:cubicBezTo>
                  <a:cubicBezTo>
                    <a:pt x="2067" y="5561"/>
                    <a:pt x="1794" y="5655"/>
                    <a:pt x="1531" y="5655"/>
                  </a:cubicBezTo>
                  <a:cubicBezTo>
                    <a:pt x="859" y="5655"/>
                    <a:pt x="242" y="5044"/>
                    <a:pt x="434" y="4277"/>
                  </a:cubicBezTo>
                  <a:cubicBezTo>
                    <a:pt x="501" y="2810"/>
                    <a:pt x="1268" y="1475"/>
                    <a:pt x="2502" y="675"/>
                  </a:cubicBezTo>
                  <a:cubicBezTo>
                    <a:pt x="2736" y="459"/>
                    <a:pt x="3007" y="365"/>
                    <a:pt x="3271" y="365"/>
                  </a:cubicBezTo>
                  <a:close/>
                  <a:moveTo>
                    <a:pt x="3258" y="0"/>
                  </a:moveTo>
                  <a:cubicBezTo>
                    <a:pt x="2935" y="0"/>
                    <a:pt x="2601" y="105"/>
                    <a:pt x="2302" y="341"/>
                  </a:cubicBezTo>
                  <a:cubicBezTo>
                    <a:pt x="968" y="1208"/>
                    <a:pt x="134" y="2676"/>
                    <a:pt x="67" y="4277"/>
                  </a:cubicBezTo>
                  <a:cubicBezTo>
                    <a:pt x="0" y="4878"/>
                    <a:pt x="267" y="5478"/>
                    <a:pt x="801" y="5845"/>
                  </a:cubicBezTo>
                  <a:cubicBezTo>
                    <a:pt x="968" y="5945"/>
                    <a:pt x="1201" y="6012"/>
                    <a:pt x="1435" y="6012"/>
                  </a:cubicBezTo>
                  <a:cubicBezTo>
                    <a:pt x="1802" y="5979"/>
                    <a:pt x="2168" y="5878"/>
                    <a:pt x="2502" y="5678"/>
                  </a:cubicBezTo>
                  <a:cubicBezTo>
                    <a:pt x="3836" y="4811"/>
                    <a:pt x="4670" y="3343"/>
                    <a:pt x="4770" y="1776"/>
                  </a:cubicBezTo>
                  <a:cubicBezTo>
                    <a:pt x="4916" y="755"/>
                    <a:pt x="4124" y="0"/>
                    <a:pt x="325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1" name="Google Shape;3051;p56"/>
            <p:cNvSpPr/>
            <p:nvPr/>
          </p:nvSpPr>
          <p:spPr>
            <a:xfrm>
              <a:off x="5300625" y="840600"/>
              <a:ext cx="64225" cy="82775"/>
            </a:xfrm>
            <a:custGeom>
              <a:rect b="b" l="l" r="r" t="t"/>
              <a:pathLst>
                <a:path extrusionOk="0" h="3311" w="2569">
                  <a:moveTo>
                    <a:pt x="1840" y="1"/>
                  </a:moveTo>
                  <a:cubicBezTo>
                    <a:pt x="1666" y="1"/>
                    <a:pt x="1471" y="59"/>
                    <a:pt x="1268" y="185"/>
                  </a:cubicBezTo>
                  <a:cubicBezTo>
                    <a:pt x="534" y="685"/>
                    <a:pt x="34" y="1486"/>
                    <a:pt x="0" y="2387"/>
                  </a:cubicBezTo>
                  <a:cubicBezTo>
                    <a:pt x="0" y="2972"/>
                    <a:pt x="280" y="3311"/>
                    <a:pt x="689" y="3311"/>
                  </a:cubicBezTo>
                  <a:cubicBezTo>
                    <a:pt x="862" y="3311"/>
                    <a:pt x="1059" y="3250"/>
                    <a:pt x="1268" y="3120"/>
                  </a:cubicBezTo>
                  <a:cubicBezTo>
                    <a:pt x="2035" y="2653"/>
                    <a:pt x="2502" y="1820"/>
                    <a:pt x="2569" y="919"/>
                  </a:cubicBezTo>
                  <a:cubicBezTo>
                    <a:pt x="2569" y="351"/>
                    <a:pt x="2266" y="1"/>
                    <a:pt x="18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2" name="Google Shape;3052;p56"/>
            <p:cNvSpPr/>
            <p:nvPr/>
          </p:nvSpPr>
          <p:spPr>
            <a:xfrm>
              <a:off x="4440850" y="1249125"/>
              <a:ext cx="124350" cy="150675"/>
            </a:xfrm>
            <a:custGeom>
              <a:rect b="b" l="l" r="r" t="t"/>
              <a:pathLst>
                <a:path extrusionOk="0" h="6027" w="4974">
                  <a:moveTo>
                    <a:pt x="3289" y="380"/>
                  </a:moveTo>
                  <a:cubicBezTo>
                    <a:pt x="3959" y="380"/>
                    <a:pt x="4595" y="999"/>
                    <a:pt x="4403" y="1790"/>
                  </a:cubicBezTo>
                  <a:cubicBezTo>
                    <a:pt x="4337" y="3225"/>
                    <a:pt x="3536" y="4559"/>
                    <a:pt x="2335" y="5359"/>
                  </a:cubicBezTo>
                  <a:cubicBezTo>
                    <a:pt x="2100" y="5576"/>
                    <a:pt x="1828" y="5670"/>
                    <a:pt x="1563" y="5670"/>
                  </a:cubicBezTo>
                  <a:cubicBezTo>
                    <a:pt x="890" y="5670"/>
                    <a:pt x="266" y="5058"/>
                    <a:pt x="434" y="4292"/>
                  </a:cubicBezTo>
                  <a:cubicBezTo>
                    <a:pt x="534" y="2824"/>
                    <a:pt x="1301" y="1490"/>
                    <a:pt x="2535" y="689"/>
                  </a:cubicBezTo>
                  <a:cubicBezTo>
                    <a:pt x="2760" y="474"/>
                    <a:pt x="3027" y="380"/>
                    <a:pt x="3289" y="380"/>
                  </a:cubicBezTo>
                  <a:close/>
                  <a:moveTo>
                    <a:pt x="3288" y="1"/>
                  </a:moveTo>
                  <a:cubicBezTo>
                    <a:pt x="2961" y="1"/>
                    <a:pt x="2627" y="110"/>
                    <a:pt x="2335" y="356"/>
                  </a:cubicBezTo>
                  <a:cubicBezTo>
                    <a:pt x="1001" y="1223"/>
                    <a:pt x="167" y="2691"/>
                    <a:pt x="67" y="4292"/>
                  </a:cubicBezTo>
                  <a:cubicBezTo>
                    <a:pt x="0" y="4892"/>
                    <a:pt x="300" y="5493"/>
                    <a:pt x="801" y="5860"/>
                  </a:cubicBezTo>
                  <a:cubicBezTo>
                    <a:pt x="1001" y="5960"/>
                    <a:pt x="1234" y="6027"/>
                    <a:pt x="1468" y="6027"/>
                  </a:cubicBezTo>
                  <a:cubicBezTo>
                    <a:pt x="1835" y="5993"/>
                    <a:pt x="2202" y="5893"/>
                    <a:pt x="2535" y="5693"/>
                  </a:cubicBezTo>
                  <a:cubicBezTo>
                    <a:pt x="3870" y="4826"/>
                    <a:pt x="4704" y="3358"/>
                    <a:pt x="4804" y="1790"/>
                  </a:cubicBezTo>
                  <a:cubicBezTo>
                    <a:pt x="4973" y="772"/>
                    <a:pt x="4157" y="1"/>
                    <a:pt x="328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3" name="Google Shape;3053;p56"/>
            <p:cNvSpPr/>
            <p:nvPr/>
          </p:nvSpPr>
          <p:spPr>
            <a:xfrm>
              <a:off x="4470025" y="1283425"/>
              <a:ext cx="63400" cy="82775"/>
            </a:xfrm>
            <a:custGeom>
              <a:rect b="b" l="l" r="r" t="t"/>
              <a:pathLst>
                <a:path extrusionOk="0" h="3311" w="2536">
                  <a:moveTo>
                    <a:pt x="1834" y="0"/>
                  </a:moveTo>
                  <a:cubicBezTo>
                    <a:pt x="1663" y="0"/>
                    <a:pt x="1471" y="59"/>
                    <a:pt x="1268" y="185"/>
                  </a:cubicBezTo>
                  <a:cubicBezTo>
                    <a:pt x="501" y="685"/>
                    <a:pt x="34" y="1486"/>
                    <a:pt x="1" y="2386"/>
                  </a:cubicBezTo>
                  <a:cubicBezTo>
                    <a:pt x="1" y="2972"/>
                    <a:pt x="280" y="3311"/>
                    <a:pt x="689" y="3311"/>
                  </a:cubicBezTo>
                  <a:cubicBezTo>
                    <a:pt x="863" y="3311"/>
                    <a:pt x="1059" y="3249"/>
                    <a:pt x="1268" y="3120"/>
                  </a:cubicBezTo>
                  <a:cubicBezTo>
                    <a:pt x="2002" y="2653"/>
                    <a:pt x="2502" y="1819"/>
                    <a:pt x="2536" y="919"/>
                  </a:cubicBezTo>
                  <a:cubicBezTo>
                    <a:pt x="2536" y="350"/>
                    <a:pt x="2250" y="0"/>
                    <a:pt x="183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4" name="Google Shape;3054;p56"/>
            <p:cNvSpPr/>
            <p:nvPr/>
          </p:nvSpPr>
          <p:spPr>
            <a:xfrm>
              <a:off x="4211500" y="1353900"/>
              <a:ext cx="85650" cy="104275"/>
            </a:xfrm>
            <a:custGeom>
              <a:rect b="b" l="l" r="r" t="t"/>
              <a:pathLst>
                <a:path extrusionOk="0" h="4171" w="3426">
                  <a:moveTo>
                    <a:pt x="2336" y="268"/>
                  </a:moveTo>
                  <a:cubicBezTo>
                    <a:pt x="2436" y="268"/>
                    <a:pt x="2569" y="335"/>
                    <a:pt x="2670" y="401"/>
                  </a:cubicBezTo>
                  <a:cubicBezTo>
                    <a:pt x="2936" y="568"/>
                    <a:pt x="3070" y="902"/>
                    <a:pt x="3036" y="1235"/>
                  </a:cubicBezTo>
                  <a:cubicBezTo>
                    <a:pt x="2970" y="2236"/>
                    <a:pt x="2436" y="3170"/>
                    <a:pt x="1602" y="3737"/>
                  </a:cubicBezTo>
                  <a:cubicBezTo>
                    <a:pt x="1443" y="3887"/>
                    <a:pt x="1257" y="3953"/>
                    <a:pt x="1077" y="3953"/>
                  </a:cubicBezTo>
                  <a:cubicBezTo>
                    <a:pt x="613" y="3953"/>
                    <a:pt x="181" y="3522"/>
                    <a:pt x="301" y="2970"/>
                  </a:cubicBezTo>
                  <a:cubicBezTo>
                    <a:pt x="335" y="1969"/>
                    <a:pt x="868" y="1035"/>
                    <a:pt x="1736" y="468"/>
                  </a:cubicBezTo>
                  <a:cubicBezTo>
                    <a:pt x="1902" y="368"/>
                    <a:pt x="2136" y="301"/>
                    <a:pt x="2336" y="301"/>
                  </a:cubicBezTo>
                  <a:lnTo>
                    <a:pt x="2336" y="268"/>
                  </a:lnTo>
                  <a:close/>
                  <a:moveTo>
                    <a:pt x="2250" y="0"/>
                  </a:moveTo>
                  <a:cubicBezTo>
                    <a:pt x="2027" y="0"/>
                    <a:pt x="1800" y="72"/>
                    <a:pt x="1602" y="234"/>
                  </a:cubicBezTo>
                  <a:cubicBezTo>
                    <a:pt x="668" y="835"/>
                    <a:pt x="101" y="1869"/>
                    <a:pt x="34" y="2970"/>
                  </a:cubicBezTo>
                  <a:cubicBezTo>
                    <a:pt x="1" y="3370"/>
                    <a:pt x="201" y="3804"/>
                    <a:pt x="535" y="4037"/>
                  </a:cubicBezTo>
                  <a:cubicBezTo>
                    <a:pt x="668" y="4104"/>
                    <a:pt x="835" y="4171"/>
                    <a:pt x="1002" y="4171"/>
                  </a:cubicBezTo>
                  <a:cubicBezTo>
                    <a:pt x="1269" y="4137"/>
                    <a:pt x="1502" y="4071"/>
                    <a:pt x="1736" y="3937"/>
                  </a:cubicBezTo>
                  <a:cubicBezTo>
                    <a:pt x="2670" y="3337"/>
                    <a:pt x="3237" y="2336"/>
                    <a:pt x="3303" y="1235"/>
                  </a:cubicBezTo>
                  <a:cubicBezTo>
                    <a:pt x="3425" y="529"/>
                    <a:pt x="2853" y="0"/>
                    <a:pt x="225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5" name="Google Shape;3055;p56"/>
            <p:cNvSpPr/>
            <p:nvPr/>
          </p:nvSpPr>
          <p:spPr>
            <a:xfrm>
              <a:off x="4230700" y="1377300"/>
              <a:ext cx="44225" cy="56975"/>
            </a:xfrm>
            <a:custGeom>
              <a:rect b="b" l="l" r="r" t="t"/>
              <a:pathLst>
                <a:path extrusionOk="0" h="2279" w="1769">
                  <a:moveTo>
                    <a:pt x="1306" y="1"/>
                  </a:moveTo>
                  <a:cubicBezTo>
                    <a:pt x="1187" y="1"/>
                    <a:pt x="1050" y="43"/>
                    <a:pt x="901" y="132"/>
                  </a:cubicBezTo>
                  <a:cubicBezTo>
                    <a:pt x="367" y="466"/>
                    <a:pt x="34" y="1033"/>
                    <a:pt x="0" y="1667"/>
                  </a:cubicBezTo>
                  <a:cubicBezTo>
                    <a:pt x="0" y="2050"/>
                    <a:pt x="206" y="2278"/>
                    <a:pt x="507" y="2278"/>
                  </a:cubicBezTo>
                  <a:cubicBezTo>
                    <a:pt x="626" y="2278"/>
                    <a:pt x="759" y="2243"/>
                    <a:pt x="901" y="2167"/>
                  </a:cubicBezTo>
                  <a:cubicBezTo>
                    <a:pt x="1435" y="1834"/>
                    <a:pt x="1735" y="1267"/>
                    <a:pt x="1768" y="633"/>
                  </a:cubicBezTo>
                  <a:cubicBezTo>
                    <a:pt x="1768" y="235"/>
                    <a:pt x="1587" y="1"/>
                    <a:pt x="130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6" name="Google Shape;3056;p56"/>
            <p:cNvSpPr/>
            <p:nvPr/>
          </p:nvSpPr>
          <p:spPr>
            <a:xfrm>
              <a:off x="5566650" y="885225"/>
              <a:ext cx="85025" cy="104275"/>
            </a:xfrm>
            <a:custGeom>
              <a:rect b="b" l="l" r="r" t="t"/>
              <a:pathLst>
                <a:path extrusionOk="0" h="4171" w="3401">
                  <a:moveTo>
                    <a:pt x="2261" y="253"/>
                  </a:moveTo>
                  <a:cubicBezTo>
                    <a:pt x="2724" y="253"/>
                    <a:pt x="3156" y="684"/>
                    <a:pt x="3036" y="1235"/>
                  </a:cubicBezTo>
                  <a:cubicBezTo>
                    <a:pt x="2969" y="2203"/>
                    <a:pt x="2435" y="3137"/>
                    <a:pt x="1601" y="3670"/>
                  </a:cubicBezTo>
                  <a:cubicBezTo>
                    <a:pt x="1429" y="3800"/>
                    <a:pt x="1215" y="3873"/>
                    <a:pt x="1004" y="3873"/>
                  </a:cubicBezTo>
                  <a:cubicBezTo>
                    <a:pt x="889" y="3873"/>
                    <a:pt x="774" y="3851"/>
                    <a:pt x="667" y="3804"/>
                  </a:cubicBezTo>
                  <a:cubicBezTo>
                    <a:pt x="401" y="3604"/>
                    <a:pt x="267" y="3270"/>
                    <a:pt x="301" y="2970"/>
                  </a:cubicBezTo>
                  <a:cubicBezTo>
                    <a:pt x="367" y="1936"/>
                    <a:pt x="901" y="1035"/>
                    <a:pt x="1735" y="468"/>
                  </a:cubicBezTo>
                  <a:cubicBezTo>
                    <a:pt x="1894" y="318"/>
                    <a:pt x="2080" y="253"/>
                    <a:pt x="2261" y="253"/>
                  </a:cubicBezTo>
                  <a:close/>
                  <a:moveTo>
                    <a:pt x="2244" y="1"/>
                  </a:moveTo>
                  <a:cubicBezTo>
                    <a:pt x="2024" y="1"/>
                    <a:pt x="1799" y="73"/>
                    <a:pt x="1601" y="235"/>
                  </a:cubicBezTo>
                  <a:cubicBezTo>
                    <a:pt x="667" y="835"/>
                    <a:pt x="100" y="1869"/>
                    <a:pt x="34" y="2970"/>
                  </a:cubicBezTo>
                  <a:cubicBezTo>
                    <a:pt x="0" y="3370"/>
                    <a:pt x="167" y="3804"/>
                    <a:pt x="534" y="4037"/>
                  </a:cubicBezTo>
                  <a:cubicBezTo>
                    <a:pt x="667" y="4104"/>
                    <a:pt x="834" y="4171"/>
                    <a:pt x="1001" y="4171"/>
                  </a:cubicBezTo>
                  <a:cubicBezTo>
                    <a:pt x="1268" y="4137"/>
                    <a:pt x="1501" y="4071"/>
                    <a:pt x="1735" y="3937"/>
                  </a:cubicBezTo>
                  <a:cubicBezTo>
                    <a:pt x="2669" y="3337"/>
                    <a:pt x="3236" y="2303"/>
                    <a:pt x="3303" y="1235"/>
                  </a:cubicBezTo>
                  <a:cubicBezTo>
                    <a:pt x="3400" y="529"/>
                    <a:pt x="2840" y="1"/>
                    <a:pt x="224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7" name="Google Shape;3057;p56"/>
            <p:cNvSpPr/>
            <p:nvPr/>
          </p:nvSpPr>
          <p:spPr>
            <a:xfrm>
              <a:off x="5585825" y="909150"/>
              <a:ext cx="44225" cy="56950"/>
            </a:xfrm>
            <a:custGeom>
              <a:rect b="b" l="l" r="r" t="t"/>
              <a:pathLst>
                <a:path extrusionOk="0" h="2278" w="1769">
                  <a:moveTo>
                    <a:pt x="1274" y="1"/>
                  </a:moveTo>
                  <a:cubicBezTo>
                    <a:pt x="1160" y="1"/>
                    <a:pt x="1033" y="36"/>
                    <a:pt x="901" y="112"/>
                  </a:cubicBezTo>
                  <a:cubicBezTo>
                    <a:pt x="367" y="445"/>
                    <a:pt x="34" y="1012"/>
                    <a:pt x="1" y="1646"/>
                  </a:cubicBezTo>
                  <a:cubicBezTo>
                    <a:pt x="1" y="2044"/>
                    <a:pt x="198" y="2278"/>
                    <a:pt x="489" y="2278"/>
                  </a:cubicBezTo>
                  <a:cubicBezTo>
                    <a:pt x="612" y="2278"/>
                    <a:pt x="752" y="2236"/>
                    <a:pt x="901" y="2146"/>
                  </a:cubicBezTo>
                  <a:cubicBezTo>
                    <a:pt x="1402" y="1813"/>
                    <a:pt x="1735" y="1246"/>
                    <a:pt x="1768" y="612"/>
                  </a:cubicBezTo>
                  <a:cubicBezTo>
                    <a:pt x="1768" y="229"/>
                    <a:pt x="1563" y="1"/>
                    <a:pt x="127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8" name="Google Shape;3058;p56"/>
            <p:cNvSpPr/>
            <p:nvPr/>
          </p:nvSpPr>
          <p:spPr>
            <a:xfrm>
              <a:off x="5424875" y="1154925"/>
              <a:ext cx="271225" cy="339100"/>
            </a:xfrm>
            <a:custGeom>
              <a:rect b="b" l="l" r="r" t="t"/>
              <a:pathLst>
                <a:path extrusionOk="0" h="13564" w="10849">
                  <a:moveTo>
                    <a:pt x="10108" y="321"/>
                  </a:moveTo>
                  <a:cubicBezTo>
                    <a:pt x="10175" y="321"/>
                    <a:pt x="10208" y="355"/>
                    <a:pt x="10275" y="388"/>
                  </a:cubicBezTo>
                  <a:cubicBezTo>
                    <a:pt x="10408" y="488"/>
                    <a:pt x="10475" y="655"/>
                    <a:pt x="10475" y="822"/>
                  </a:cubicBezTo>
                  <a:lnTo>
                    <a:pt x="10475" y="6726"/>
                  </a:lnTo>
                  <a:cubicBezTo>
                    <a:pt x="10441" y="7326"/>
                    <a:pt x="10108" y="7860"/>
                    <a:pt x="9641" y="8193"/>
                  </a:cubicBezTo>
                  <a:lnTo>
                    <a:pt x="1068" y="13164"/>
                  </a:lnTo>
                  <a:cubicBezTo>
                    <a:pt x="980" y="13234"/>
                    <a:pt x="883" y="13265"/>
                    <a:pt x="789" y="13265"/>
                  </a:cubicBezTo>
                  <a:cubicBezTo>
                    <a:pt x="527" y="13265"/>
                    <a:pt x="294" y="13025"/>
                    <a:pt x="368" y="12730"/>
                  </a:cubicBezTo>
                  <a:lnTo>
                    <a:pt x="368" y="6859"/>
                  </a:lnTo>
                  <a:cubicBezTo>
                    <a:pt x="401" y="6259"/>
                    <a:pt x="701" y="5725"/>
                    <a:pt x="1201" y="5391"/>
                  </a:cubicBezTo>
                  <a:lnTo>
                    <a:pt x="9774" y="421"/>
                  </a:lnTo>
                  <a:cubicBezTo>
                    <a:pt x="9874" y="388"/>
                    <a:pt x="10008" y="321"/>
                    <a:pt x="10108" y="321"/>
                  </a:cubicBezTo>
                  <a:close/>
                  <a:moveTo>
                    <a:pt x="10058" y="0"/>
                  </a:moveTo>
                  <a:cubicBezTo>
                    <a:pt x="9907" y="0"/>
                    <a:pt x="9750" y="47"/>
                    <a:pt x="9607" y="154"/>
                  </a:cubicBezTo>
                  <a:lnTo>
                    <a:pt x="1035" y="5091"/>
                  </a:lnTo>
                  <a:cubicBezTo>
                    <a:pt x="434" y="5492"/>
                    <a:pt x="67" y="6125"/>
                    <a:pt x="34" y="6859"/>
                  </a:cubicBezTo>
                  <a:lnTo>
                    <a:pt x="34" y="12730"/>
                  </a:lnTo>
                  <a:cubicBezTo>
                    <a:pt x="1" y="13030"/>
                    <a:pt x="134" y="13297"/>
                    <a:pt x="401" y="13464"/>
                  </a:cubicBezTo>
                  <a:cubicBezTo>
                    <a:pt x="501" y="13531"/>
                    <a:pt x="601" y="13564"/>
                    <a:pt x="701" y="13564"/>
                  </a:cubicBezTo>
                  <a:cubicBezTo>
                    <a:pt x="901" y="13564"/>
                    <a:pt x="1068" y="13497"/>
                    <a:pt x="1201" y="13397"/>
                  </a:cubicBezTo>
                  <a:lnTo>
                    <a:pt x="9774" y="8460"/>
                  </a:lnTo>
                  <a:cubicBezTo>
                    <a:pt x="10375" y="8060"/>
                    <a:pt x="10742" y="7426"/>
                    <a:pt x="10775" y="6726"/>
                  </a:cubicBezTo>
                  <a:lnTo>
                    <a:pt x="10775" y="822"/>
                  </a:lnTo>
                  <a:cubicBezTo>
                    <a:pt x="10848" y="357"/>
                    <a:pt x="10474" y="0"/>
                    <a:pt x="1005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9" name="Google Shape;3059;p56"/>
            <p:cNvSpPr/>
            <p:nvPr/>
          </p:nvSpPr>
          <p:spPr>
            <a:xfrm>
              <a:off x="5468250" y="1230775"/>
              <a:ext cx="184500" cy="108150"/>
            </a:xfrm>
            <a:custGeom>
              <a:rect b="b" l="l" r="r" t="t"/>
              <a:pathLst>
                <a:path extrusionOk="0" h="4326" w="7380">
                  <a:moveTo>
                    <a:pt x="7148" y="0"/>
                  </a:moveTo>
                  <a:cubicBezTo>
                    <a:pt x="7123" y="0"/>
                    <a:pt x="7098" y="7"/>
                    <a:pt x="7072" y="22"/>
                  </a:cubicBezTo>
                  <a:lnTo>
                    <a:pt x="134" y="4025"/>
                  </a:lnTo>
                  <a:cubicBezTo>
                    <a:pt x="0" y="4125"/>
                    <a:pt x="34" y="4326"/>
                    <a:pt x="200" y="4326"/>
                  </a:cubicBezTo>
                  <a:lnTo>
                    <a:pt x="267" y="4326"/>
                  </a:lnTo>
                  <a:lnTo>
                    <a:pt x="7239" y="289"/>
                  </a:lnTo>
                  <a:cubicBezTo>
                    <a:pt x="7380" y="205"/>
                    <a:pt x="7282" y="0"/>
                    <a:pt x="714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0" name="Google Shape;3060;p56"/>
            <p:cNvSpPr/>
            <p:nvPr/>
          </p:nvSpPr>
          <p:spPr>
            <a:xfrm>
              <a:off x="5468250" y="1271625"/>
              <a:ext cx="184500" cy="108175"/>
            </a:xfrm>
            <a:custGeom>
              <a:rect b="b" l="l" r="r" t="t"/>
              <a:pathLst>
                <a:path extrusionOk="0" h="4327" w="7380">
                  <a:moveTo>
                    <a:pt x="7148" y="1"/>
                  </a:moveTo>
                  <a:cubicBezTo>
                    <a:pt x="7123" y="1"/>
                    <a:pt x="7098" y="8"/>
                    <a:pt x="7072" y="23"/>
                  </a:cubicBezTo>
                  <a:lnTo>
                    <a:pt x="134" y="4026"/>
                  </a:lnTo>
                  <a:cubicBezTo>
                    <a:pt x="0" y="4126"/>
                    <a:pt x="34" y="4326"/>
                    <a:pt x="200" y="4326"/>
                  </a:cubicBezTo>
                  <a:lnTo>
                    <a:pt x="267" y="4326"/>
                  </a:lnTo>
                  <a:lnTo>
                    <a:pt x="7239" y="290"/>
                  </a:lnTo>
                  <a:cubicBezTo>
                    <a:pt x="7380" y="205"/>
                    <a:pt x="7282" y="1"/>
                    <a:pt x="714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1" name="Google Shape;3061;p56"/>
            <p:cNvSpPr/>
            <p:nvPr/>
          </p:nvSpPr>
          <p:spPr>
            <a:xfrm>
              <a:off x="5469075" y="1312725"/>
              <a:ext cx="182650" cy="107925"/>
            </a:xfrm>
            <a:custGeom>
              <a:rect b="b" l="l" r="r" t="t"/>
              <a:pathLst>
                <a:path extrusionOk="0" h="4317" w="7306">
                  <a:moveTo>
                    <a:pt x="7098" y="0"/>
                  </a:moveTo>
                  <a:cubicBezTo>
                    <a:pt x="7077" y="0"/>
                    <a:pt x="7057" y="5"/>
                    <a:pt x="7039" y="13"/>
                  </a:cubicBezTo>
                  <a:lnTo>
                    <a:pt x="101" y="4016"/>
                  </a:lnTo>
                  <a:cubicBezTo>
                    <a:pt x="1" y="4083"/>
                    <a:pt x="1" y="4183"/>
                    <a:pt x="34" y="4250"/>
                  </a:cubicBezTo>
                  <a:cubicBezTo>
                    <a:pt x="67" y="4283"/>
                    <a:pt x="101" y="4317"/>
                    <a:pt x="167" y="4317"/>
                  </a:cubicBezTo>
                  <a:lnTo>
                    <a:pt x="234" y="4317"/>
                  </a:lnTo>
                  <a:lnTo>
                    <a:pt x="7206" y="280"/>
                  </a:lnTo>
                  <a:cubicBezTo>
                    <a:pt x="7272" y="247"/>
                    <a:pt x="7306" y="147"/>
                    <a:pt x="7272" y="80"/>
                  </a:cubicBezTo>
                  <a:cubicBezTo>
                    <a:pt x="7224" y="31"/>
                    <a:pt x="7157" y="0"/>
                    <a:pt x="709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2" name="Google Shape;3062;p56"/>
            <p:cNvSpPr/>
            <p:nvPr/>
          </p:nvSpPr>
          <p:spPr>
            <a:xfrm>
              <a:off x="5741775" y="2234875"/>
              <a:ext cx="271225" cy="338275"/>
            </a:xfrm>
            <a:custGeom>
              <a:rect b="b" l="l" r="r" t="t"/>
              <a:pathLst>
                <a:path extrusionOk="0" h="13531" w="10849">
                  <a:moveTo>
                    <a:pt x="10053" y="299"/>
                  </a:moveTo>
                  <a:cubicBezTo>
                    <a:pt x="10293" y="299"/>
                    <a:pt x="10513" y="534"/>
                    <a:pt x="10441" y="821"/>
                  </a:cubicBezTo>
                  <a:lnTo>
                    <a:pt x="10441" y="6725"/>
                  </a:lnTo>
                  <a:cubicBezTo>
                    <a:pt x="10408" y="7292"/>
                    <a:pt x="10108" y="7859"/>
                    <a:pt x="9607" y="8193"/>
                  </a:cubicBezTo>
                  <a:lnTo>
                    <a:pt x="1034" y="13130"/>
                  </a:lnTo>
                  <a:cubicBezTo>
                    <a:pt x="955" y="13200"/>
                    <a:pt x="862" y="13231"/>
                    <a:pt x="770" y="13231"/>
                  </a:cubicBezTo>
                  <a:cubicBezTo>
                    <a:pt x="514" y="13231"/>
                    <a:pt x="269" y="12991"/>
                    <a:pt x="367" y="12696"/>
                  </a:cubicBezTo>
                  <a:lnTo>
                    <a:pt x="367" y="6825"/>
                  </a:lnTo>
                  <a:cubicBezTo>
                    <a:pt x="401" y="6225"/>
                    <a:pt x="701" y="5691"/>
                    <a:pt x="1201" y="5358"/>
                  </a:cubicBezTo>
                  <a:lnTo>
                    <a:pt x="9774" y="421"/>
                  </a:lnTo>
                  <a:cubicBezTo>
                    <a:pt x="9859" y="336"/>
                    <a:pt x="9958" y="299"/>
                    <a:pt x="10053" y="299"/>
                  </a:cubicBezTo>
                  <a:close/>
                  <a:moveTo>
                    <a:pt x="10041" y="0"/>
                  </a:moveTo>
                  <a:cubicBezTo>
                    <a:pt x="9892" y="0"/>
                    <a:pt x="9740" y="48"/>
                    <a:pt x="9607" y="154"/>
                  </a:cubicBezTo>
                  <a:lnTo>
                    <a:pt x="1034" y="5124"/>
                  </a:lnTo>
                  <a:cubicBezTo>
                    <a:pt x="434" y="5491"/>
                    <a:pt x="67" y="6158"/>
                    <a:pt x="34" y="6859"/>
                  </a:cubicBezTo>
                  <a:lnTo>
                    <a:pt x="34" y="12696"/>
                  </a:lnTo>
                  <a:cubicBezTo>
                    <a:pt x="0" y="12996"/>
                    <a:pt x="134" y="13297"/>
                    <a:pt x="367" y="13463"/>
                  </a:cubicBezTo>
                  <a:cubicBezTo>
                    <a:pt x="467" y="13497"/>
                    <a:pt x="567" y="13530"/>
                    <a:pt x="701" y="13530"/>
                  </a:cubicBezTo>
                  <a:cubicBezTo>
                    <a:pt x="868" y="13530"/>
                    <a:pt x="1034" y="13497"/>
                    <a:pt x="1201" y="13430"/>
                  </a:cubicBezTo>
                  <a:lnTo>
                    <a:pt x="9774" y="8460"/>
                  </a:lnTo>
                  <a:cubicBezTo>
                    <a:pt x="10374" y="8093"/>
                    <a:pt x="10741" y="7426"/>
                    <a:pt x="10775" y="6725"/>
                  </a:cubicBezTo>
                  <a:lnTo>
                    <a:pt x="10775" y="854"/>
                  </a:lnTo>
                  <a:cubicBezTo>
                    <a:pt x="10848" y="364"/>
                    <a:pt x="10454" y="0"/>
                    <a:pt x="1004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3" name="Google Shape;3063;p56"/>
            <p:cNvSpPr/>
            <p:nvPr/>
          </p:nvSpPr>
          <p:spPr>
            <a:xfrm>
              <a:off x="5785125" y="2310400"/>
              <a:ext cx="182675" cy="108475"/>
            </a:xfrm>
            <a:custGeom>
              <a:rect b="b" l="l" r="r" t="t"/>
              <a:pathLst>
                <a:path extrusionOk="0" h="4339" w="7307">
                  <a:moveTo>
                    <a:pt x="7152" y="0"/>
                  </a:moveTo>
                  <a:cubicBezTo>
                    <a:pt x="7124" y="0"/>
                    <a:pt x="7096" y="11"/>
                    <a:pt x="7073" y="35"/>
                  </a:cubicBezTo>
                  <a:lnTo>
                    <a:pt x="101" y="4038"/>
                  </a:lnTo>
                  <a:cubicBezTo>
                    <a:pt x="34" y="4071"/>
                    <a:pt x="1" y="4171"/>
                    <a:pt x="34" y="4271"/>
                  </a:cubicBezTo>
                  <a:cubicBezTo>
                    <a:pt x="68" y="4305"/>
                    <a:pt x="134" y="4338"/>
                    <a:pt x="201" y="4338"/>
                  </a:cubicBezTo>
                  <a:cubicBezTo>
                    <a:pt x="201" y="4338"/>
                    <a:pt x="234" y="4338"/>
                    <a:pt x="268" y="4305"/>
                  </a:cubicBezTo>
                  <a:lnTo>
                    <a:pt x="7206" y="302"/>
                  </a:lnTo>
                  <a:cubicBezTo>
                    <a:pt x="7306" y="269"/>
                    <a:pt x="7306" y="168"/>
                    <a:pt x="7273" y="102"/>
                  </a:cubicBezTo>
                  <a:cubicBezTo>
                    <a:pt x="7251" y="37"/>
                    <a:pt x="7202" y="0"/>
                    <a:pt x="715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4" name="Google Shape;3064;p56"/>
            <p:cNvSpPr/>
            <p:nvPr/>
          </p:nvSpPr>
          <p:spPr>
            <a:xfrm>
              <a:off x="5784300" y="2351625"/>
              <a:ext cx="183500" cy="108100"/>
            </a:xfrm>
            <a:custGeom>
              <a:rect b="b" l="l" r="r" t="t"/>
              <a:pathLst>
                <a:path extrusionOk="0" h="4324" w="7340">
                  <a:moveTo>
                    <a:pt x="7187" y="1"/>
                  </a:moveTo>
                  <a:cubicBezTo>
                    <a:pt x="7159" y="1"/>
                    <a:pt x="7130" y="8"/>
                    <a:pt x="7106" y="21"/>
                  </a:cubicBezTo>
                  <a:lnTo>
                    <a:pt x="134" y="4023"/>
                  </a:lnTo>
                  <a:cubicBezTo>
                    <a:pt x="1" y="4123"/>
                    <a:pt x="67" y="4324"/>
                    <a:pt x="234" y="4324"/>
                  </a:cubicBezTo>
                  <a:cubicBezTo>
                    <a:pt x="234" y="4324"/>
                    <a:pt x="267" y="4324"/>
                    <a:pt x="301" y="4290"/>
                  </a:cubicBezTo>
                  <a:lnTo>
                    <a:pt x="7239" y="287"/>
                  </a:lnTo>
                  <a:cubicBezTo>
                    <a:pt x="7339" y="254"/>
                    <a:pt x="7339" y="154"/>
                    <a:pt x="7306" y="87"/>
                  </a:cubicBezTo>
                  <a:cubicBezTo>
                    <a:pt x="7285" y="24"/>
                    <a:pt x="7237" y="1"/>
                    <a:pt x="718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5" name="Google Shape;3065;p56"/>
            <p:cNvSpPr/>
            <p:nvPr/>
          </p:nvSpPr>
          <p:spPr>
            <a:xfrm>
              <a:off x="5785125" y="2391825"/>
              <a:ext cx="182675" cy="108775"/>
            </a:xfrm>
            <a:custGeom>
              <a:rect b="b" l="l" r="r" t="t"/>
              <a:pathLst>
                <a:path extrusionOk="0" h="4351" w="7307">
                  <a:moveTo>
                    <a:pt x="7132" y="1"/>
                  </a:moveTo>
                  <a:cubicBezTo>
                    <a:pt x="7111" y="1"/>
                    <a:pt x="7091" y="5"/>
                    <a:pt x="7073" y="14"/>
                  </a:cubicBezTo>
                  <a:lnTo>
                    <a:pt x="101" y="4050"/>
                  </a:lnTo>
                  <a:cubicBezTo>
                    <a:pt x="34" y="4083"/>
                    <a:pt x="1" y="4183"/>
                    <a:pt x="34" y="4250"/>
                  </a:cubicBezTo>
                  <a:cubicBezTo>
                    <a:pt x="68" y="4317"/>
                    <a:pt x="134" y="4317"/>
                    <a:pt x="201" y="4350"/>
                  </a:cubicBezTo>
                  <a:lnTo>
                    <a:pt x="268" y="4350"/>
                  </a:lnTo>
                  <a:lnTo>
                    <a:pt x="7206" y="314"/>
                  </a:lnTo>
                  <a:cubicBezTo>
                    <a:pt x="7306" y="247"/>
                    <a:pt x="7306" y="147"/>
                    <a:pt x="7273" y="80"/>
                  </a:cubicBezTo>
                  <a:cubicBezTo>
                    <a:pt x="7248" y="32"/>
                    <a:pt x="7188" y="1"/>
                    <a:pt x="713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6" name="Google Shape;3066;p56"/>
            <p:cNvSpPr/>
            <p:nvPr/>
          </p:nvSpPr>
          <p:spPr>
            <a:xfrm>
              <a:off x="5294775" y="3726250"/>
              <a:ext cx="271200" cy="338800"/>
            </a:xfrm>
            <a:custGeom>
              <a:rect b="b" l="l" r="r" t="t"/>
              <a:pathLst>
                <a:path extrusionOk="0" h="13552" w="10848">
                  <a:moveTo>
                    <a:pt x="10090" y="307"/>
                  </a:moveTo>
                  <a:cubicBezTo>
                    <a:pt x="10153" y="307"/>
                    <a:pt x="10216" y="318"/>
                    <a:pt x="10275" y="342"/>
                  </a:cubicBezTo>
                  <a:cubicBezTo>
                    <a:pt x="10408" y="475"/>
                    <a:pt x="10475" y="642"/>
                    <a:pt x="10475" y="809"/>
                  </a:cubicBezTo>
                  <a:lnTo>
                    <a:pt x="10475" y="6713"/>
                  </a:lnTo>
                  <a:cubicBezTo>
                    <a:pt x="10442" y="7280"/>
                    <a:pt x="10108" y="7847"/>
                    <a:pt x="9641" y="8181"/>
                  </a:cubicBezTo>
                  <a:lnTo>
                    <a:pt x="1068" y="13118"/>
                  </a:lnTo>
                  <a:cubicBezTo>
                    <a:pt x="985" y="13192"/>
                    <a:pt x="888" y="13225"/>
                    <a:pt x="793" y="13225"/>
                  </a:cubicBezTo>
                  <a:cubicBezTo>
                    <a:pt x="549" y="13225"/>
                    <a:pt x="320" y="13006"/>
                    <a:pt x="368" y="12717"/>
                  </a:cubicBezTo>
                  <a:lnTo>
                    <a:pt x="368" y="6846"/>
                  </a:lnTo>
                  <a:cubicBezTo>
                    <a:pt x="401" y="6246"/>
                    <a:pt x="735" y="5712"/>
                    <a:pt x="1202" y="5379"/>
                  </a:cubicBezTo>
                  <a:lnTo>
                    <a:pt x="9775" y="409"/>
                  </a:lnTo>
                  <a:cubicBezTo>
                    <a:pt x="9861" y="344"/>
                    <a:pt x="9975" y="307"/>
                    <a:pt x="10090" y="307"/>
                  </a:cubicBezTo>
                  <a:close/>
                  <a:moveTo>
                    <a:pt x="10078" y="1"/>
                  </a:moveTo>
                  <a:cubicBezTo>
                    <a:pt x="9920" y="1"/>
                    <a:pt x="9756" y="54"/>
                    <a:pt x="9608" y="175"/>
                  </a:cubicBezTo>
                  <a:lnTo>
                    <a:pt x="1035" y="5079"/>
                  </a:lnTo>
                  <a:cubicBezTo>
                    <a:pt x="435" y="5479"/>
                    <a:pt x="68" y="6113"/>
                    <a:pt x="34" y="6846"/>
                  </a:cubicBezTo>
                  <a:lnTo>
                    <a:pt x="34" y="12717"/>
                  </a:lnTo>
                  <a:cubicBezTo>
                    <a:pt x="1" y="13018"/>
                    <a:pt x="134" y="13284"/>
                    <a:pt x="401" y="13451"/>
                  </a:cubicBezTo>
                  <a:cubicBezTo>
                    <a:pt x="501" y="13518"/>
                    <a:pt x="601" y="13551"/>
                    <a:pt x="701" y="13551"/>
                  </a:cubicBezTo>
                  <a:cubicBezTo>
                    <a:pt x="902" y="13551"/>
                    <a:pt x="1068" y="13485"/>
                    <a:pt x="1202" y="13418"/>
                  </a:cubicBezTo>
                  <a:lnTo>
                    <a:pt x="9775" y="8448"/>
                  </a:lnTo>
                  <a:cubicBezTo>
                    <a:pt x="10375" y="8081"/>
                    <a:pt x="10742" y="7414"/>
                    <a:pt x="10775" y="6713"/>
                  </a:cubicBezTo>
                  <a:lnTo>
                    <a:pt x="10775" y="842"/>
                  </a:lnTo>
                  <a:cubicBezTo>
                    <a:pt x="10848" y="361"/>
                    <a:pt x="10485" y="1"/>
                    <a:pt x="1007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7" name="Google Shape;3067;p56"/>
            <p:cNvSpPr/>
            <p:nvPr/>
          </p:nvSpPr>
          <p:spPr>
            <a:xfrm>
              <a:off x="5338975" y="3802025"/>
              <a:ext cx="183825" cy="107900"/>
            </a:xfrm>
            <a:custGeom>
              <a:rect b="b" l="l" r="r" t="t"/>
              <a:pathLst>
                <a:path extrusionOk="0" h="4316" w="7353">
                  <a:moveTo>
                    <a:pt x="7100" y="1"/>
                  </a:moveTo>
                  <a:cubicBezTo>
                    <a:pt x="7080" y="1"/>
                    <a:pt x="7060" y="5"/>
                    <a:pt x="7039" y="13"/>
                  </a:cubicBezTo>
                  <a:lnTo>
                    <a:pt x="101" y="4016"/>
                  </a:lnTo>
                  <a:cubicBezTo>
                    <a:pt x="1" y="4082"/>
                    <a:pt x="1" y="4182"/>
                    <a:pt x="34" y="4249"/>
                  </a:cubicBezTo>
                  <a:cubicBezTo>
                    <a:pt x="68" y="4282"/>
                    <a:pt x="101" y="4316"/>
                    <a:pt x="168" y="4316"/>
                  </a:cubicBezTo>
                  <a:lnTo>
                    <a:pt x="268" y="4316"/>
                  </a:lnTo>
                  <a:lnTo>
                    <a:pt x="7206" y="280"/>
                  </a:lnTo>
                  <a:cubicBezTo>
                    <a:pt x="7352" y="192"/>
                    <a:pt x="7242" y="1"/>
                    <a:pt x="710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8" name="Google Shape;3068;p56"/>
            <p:cNvSpPr/>
            <p:nvPr/>
          </p:nvSpPr>
          <p:spPr>
            <a:xfrm>
              <a:off x="5338975" y="3842700"/>
              <a:ext cx="182675" cy="108100"/>
            </a:xfrm>
            <a:custGeom>
              <a:rect b="b" l="l" r="r" t="t"/>
              <a:pathLst>
                <a:path extrusionOk="0" h="4324" w="7307">
                  <a:moveTo>
                    <a:pt x="7123" y="0"/>
                  </a:moveTo>
                  <a:cubicBezTo>
                    <a:pt x="7093" y="0"/>
                    <a:pt x="7064" y="8"/>
                    <a:pt x="7039" y="20"/>
                  </a:cubicBezTo>
                  <a:lnTo>
                    <a:pt x="101" y="4023"/>
                  </a:lnTo>
                  <a:cubicBezTo>
                    <a:pt x="1" y="4090"/>
                    <a:pt x="1" y="4157"/>
                    <a:pt x="34" y="4257"/>
                  </a:cubicBezTo>
                  <a:cubicBezTo>
                    <a:pt x="68" y="4290"/>
                    <a:pt x="101" y="4323"/>
                    <a:pt x="168" y="4323"/>
                  </a:cubicBezTo>
                  <a:lnTo>
                    <a:pt x="268" y="4323"/>
                  </a:lnTo>
                  <a:lnTo>
                    <a:pt x="7206" y="287"/>
                  </a:lnTo>
                  <a:cubicBezTo>
                    <a:pt x="7273" y="254"/>
                    <a:pt x="7306" y="154"/>
                    <a:pt x="7273" y="87"/>
                  </a:cubicBezTo>
                  <a:cubicBezTo>
                    <a:pt x="7230" y="24"/>
                    <a:pt x="7175" y="0"/>
                    <a:pt x="712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9" name="Google Shape;3069;p56"/>
            <p:cNvSpPr/>
            <p:nvPr/>
          </p:nvSpPr>
          <p:spPr>
            <a:xfrm>
              <a:off x="5338975" y="3883550"/>
              <a:ext cx="182675" cy="108100"/>
            </a:xfrm>
            <a:custGeom>
              <a:rect b="b" l="l" r="r" t="t"/>
              <a:pathLst>
                <a:path extrusionOk="0" h="4324" w="7307">
                  <a:moveTo>
                    <a:pt x="7123" y="1"/>
                  </a:moveTo>
                  <a:cubicBezTo>
                    <a:pt x="7093" y="1"/>
                    <a:pt x="7064" y="9"/>
                    <a:pt x="7039" y="21"/>
                  </a:cubicBezTo>
                  <a:lnTo>
                    <a:pt x="101" y="4024"/>
                  </a:lnTo>
                  <a:cubicBezTo>
                    <a:pt x="1" y="4090"/>
                    <a:pt x="1" y="4157"/>
                    <a:pt x="34" y="4257"/>
                  </a:cubicBezTo>
                  <a:cubicBezTo>
                    <a:pt x="68" y="4290"/>
                    <a:pt x="101" y="4324"/>
                    <a:pt x="168" y="4324"/>
                  </a:cubicBezTo>
                  <a:cubicBezTo>
                    <a:pt x="201" y="4324"/>
                    <a:pt x="234" y="4324"/>
                    <a:pt x="268" y="4290"/>
                  </a:cubicBezTo>
                  <a:lnTo>
                    <a:pt x="7206" y="288"/>
                  </a:lnTo>
                  <a:cubicBezTo>
                    <a:pt x="7273" y="254"/>
                    <a:pt x="7306" y="154"/>
                    <a:pt x="7273" y="87"/>
                  </a:cubicBezTo>
                  <a:cubicBezTo>
                    <a:pt x="7230" y="24"/>
                    <a:pt x="7175" y="1"/>
                    <a:pt x="712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0" name="Google Shape;3070;p56"/>
            <p:cNvSpPr/>
            <p:nvPr/>
          </p:nvSpPr>
          <p:spPr>
            <a:xfrm>
              <a:off x="3495175" y="4514325"/>
              <a:ext cx="271175" cy="338775"/>
            </a:xfrm>
            <a:custGeom>
              <a:rect b="b" l="l" r="r" t="t"/>
              <a:pathLst>
                <a:path extrusionOk="0" h="13551" w="10847">
                  <a:moveTo>
                    <a:pt x="10144" y="328"/>
                  </a:moveTo>
                  <a:cubicBezTo>
                    <a:pt x="10180" y="328"/>
                    <a:pt x="10227" y="351"/>
                    <a:pt x="10274" y="375"/>
                  </a:cubicBezTo>
                  <a:cubicBezTo>
                    <a:pt x="10408" y="475"/>
                    <a:pt x="10474" y="642"/>
                    <a:pt x="10474" y="842"/>
                  </a:cubicBezTo>
                  <a:lnTo>
                    <a:pt x="10474" y="6713"/>
                  </a:lnTo>
                  <a:cubicBezTo>
                    <a:pt x="10408" y="7313"/>
                    <a:pt x="10107" y="7847"/>
                    <a:pt x="9640" y="8180"/>
                  </a:cubicBezTo>
                  <a:lnTo>
                    <a:pt x="1068" y="13151"/>
                  </a:lnTo>
                  <a:cubicBezTo>
                    <a:pt x="976" y="13206"/>
                    <a:pt x="884" y="13230"/>
                    <a:pt x="792" y="13230"/>
                  </a:cubicBezTo>
                  <a:cubicBezTo>
                    <a:pt x="717" y="13230"/>
                    <a:pt x="642" y="13214"/>
                    <a:pt x="567" y="13184"/>
                  </a:cubicBezTo>
                  <a:cubicBezTo>
                    <a:pt x="434" y="13084"/>
                    <a:pt x="334" y="12917"/>
                    <a:pt x="367" y="12750"/>
                  </a:cubicBezTo>
                  <a:lnTo>
                    <a:pt x="367" y="6846"/>
                  </a:lnTo>
                  <a:cubicBezTo>
                    <a:pt x="400" y="6246"/>
                    <a:pt x="701" y="5712"/>
                    <a:pt x="1201" y="5378"/>
                  </a:cubicBezTo>
                  <a:lnTo>
                    <a:pt x="9774" y="441"/>
                  </a:lnTo>
                  <a:cubicBezTo>
                    <a:pt x="9874" y="375"/>
                    <a:pt x="9974" y="341"/>
                    <a:pt x="10107" y="341"/>
                  </a:cubicBezTo>
                  <a:cubicBezTo>
                    <a:pt x="10117" y="332"/>
                    <a:pt x="10130" y="328"/>
                    <a:pt x="10144" y="328"/>
                  </a:cubicBezTo>
                  <a:close/>
                  <a:moveTo>
                    <a:pt x="10062" y="0"/>
                  </a:moveTo>
                  <a:cubicBezTo>
                    <a:pt x="9906" y="0"/>
                    <a:pt x="9746" y="54"/>
                    <a:pt x="9607" y="175"/>
                  </a:cubicBezTo>
                  <a:lnTo>
                    <a:pt x="1034" y="5111"/>
                  </a:lnTo>
                  <a:cubicBezTo>
                    <a:pt x="434" y="5478"/>
                    <a:pt x="67" y="6146"/>
                    <a:pt x="34" y="6846"/>
                  </a:cubicBezTo>
                  <a:lnTo>
                    <a:pt x="34" y="12750"/>
                  </a:lnTo>
                  <a:cubicBezTo>
                    <a:pt x="0" y="13017"/>
                    <a:pt x="134" y="13317"/>
                    <a:pt x="367" y="13484"/>
                  </a:cubicBezTo>
                  <a:cubicBezTo>
                    <a:pt x="467" y="13517"/>
                    <a:pt x="567" y="13551"/>
                    <a:pt x="701" y="13551"/>
                  </a:cubicBezTo>
                  <a:cubicBezTo>
                    <a:pt x="867" y="13551"/>
                    <a:pt x="1034" y="13517"/>
                    <a:pt x="1201" y="13417"/>
                  </a:cubicBezTo>
                  <a:lnTo>
                    <a:pt x="9774" y="8447"/>
                  </a:lnTo>
                  <a:cubicBezTo>
                    <a:pt x="10374" y="8080"/>
                    <a:pt x="10741" y="7413"/>
                    <a:pt x="10775" y="6713"/>
                  </a:cubicBezTo>
                  <a:lnTo>
                    <a:pt x="10775" y="842"/>
                  </a:lnTo>
                  <a:cubicBezTo>
                    <a:pt x="10847" y="360"/>
                    <a:pt x="10467" y="0"/>
                    <a:pt x="1006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1" name="Google Shape;3071;p56"/>
            <p:cNvSpPr/>
            <p:nvPr/>
          </p:nvSpPr>
          <p:spPr>
            <a:xfrm>
              <a:off x="3538525" y="4590900"/>
              <a:ext cx="183750" cy="107925"/>
            </a:xfrm>
            <a:custGeom>
              <a:rect b="b" l="l" r="r" t="t"/>
              <a:pathLst>
                <a:path extrusionOk="0" h="4317" w="7350">
                  <a:moveTo>
                    <a:pt x="7138" y="0"/>
                  </a:moveTo>
                  <a:cubicBezTo>
                    <a:pt x="7117" y="0"/>
                    <a:pt x="7095" y="5"/>
                    <a:pt x="7072" y="14"/>
                  </a:cubicBezTo>
                  <a:lnTo>
                    <a:pt x="101" y="4017"/>
                  </a:lnTo>
                  <a:cubicBezTo>
                    <a:pt x="34" y="4050"/>
                    <a:pt x="1" y="4150"/>
                    <a:pt x="34" y="4217"/>
                  </a:cubicBezTo>
                  <a:cubicBezTo>
                    <a:pt x="67" y="4283"/>
                    <a:pt x="134" y="4317"/>
                    <a:pt x="201" y="4317"/>
                  </a:cubicBezTo>
                  <a:cubicBezTo>
                    <a:pt x="201" y="4317"/>
                    <a:pt x="234" y="4317"/>
                    <a:pt x="268" y="4283"/>
                  </a:cubicBezTo>
                  <a:lnTo>
                    <a:pt x="7206" y="281"/>
                  </a:lnTo>
                  <a:cubicBezTo>
                    <a:pt x="7350" y="165"/>
                    <a:pt x="7270" y="0"/>
                    <a:pt x="713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56"/>
            <p:cNvSpPr/>
            <p:nvPr/>
          </p:nvSpPr>
          <p:spPr>
            <a:xfrm>
              <a:off x="3538525" y="4631750"/>
              <a:ext cx="183750" cy="107950"/>
            </a:xfrm>
            <a:custGeom>
              <a:rect b="b" l="l" r="r" t="t"/>
              <a:pathLst>
                <a:path extrusionOk="0" h="4318" w="7350">
                  <a:moveTo>
                    <a:pt x="7138" y="1"/>
                  </a:moveTo>
                  <a:cubicBezTo>
                    <a:pt x="7117" y="1"/>
                    <a:pt x="7095" y="5"/>
                    <a:pt x="7072" y="14"/>
                  </a:cubicBezTo>
                  <a:lnTo>
                    <a:pt x="101" y="4017"/>
                  </a:lnTo>
                  <a:cubicBezTo>
                    <a:pt x="34" y="4050"/>
                    <a:pt x="1" y="4150"/>
                    <a:pt x="34" y="4217"/>
                  </a:cubicBezTo>
                  <a:cubicBezTo>
                    <a:pt x="67" y="4284"/>
                    <a:pt x="134" y="4317"/>
                    <a:pt x="201" y="4317"/>
                  </a:cubicBezTo>
                  <a:cubicBezTo>
                    <a:pt x="201" y="4317"/>
                    <a:pt x="234" y="4317"/>
                    <a:pt x="268" y="4284"/>
                  </a:cubicBezTo>
                  <a:lnTo>
                    <a:pt x="7206" y="281"/>
                  </a:lnTo>
                  <a:cubicBezTo>
                    <a:pt x="7350" y="166"/>
                    <a:pt x="7270" y="1"/>
                    <a:pt x="713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3" name="Google Shape;3073;p56"/>
            <p:cNvSpPr/>
            <p:nvPr/>
          </p:nvSpPr>
          <p:spPr>
            <a:xfrm>
              <a:off x="3538525" y="4672050"/>
              <a:ext cx="182650" cy="108500"/>
            </a:xfrm>
            <a:custGeom>
              <a:rect b="b" l="l" r="r" t="t"/>
              <a:pathLst>
                <a:path extrusionOk="0" h="4340" w="7306">
                  <a:moveTo>
                    <a:pt x="7158" y="0"/>
                  </a:moveTo>
                  <a:cubicBezTo>
                    <a:pt x="7128" y="0"/>
                    <a:pt x="7098" y="11"/>
                    <a:pt x="7072" y="37"/>
                  </a:cubicBezTo>
                  <a:lnTo>
                    <a:pt x="101" y="4040"/>
                  </a:lnTo>
                  <a:cubicBezTo>
                    <a:pt x="34" y="4073"/>
                    <a:pt x="1" y="4173"/>
                    <a:pt x="34" y="4240"/>
                  </a:cubicBezTo>
                  <a:cubicBezTo>
                    <a:pt x="67" y="4306"/>
                    <a:pt x="134" y="4340"/>
                    <a:pt x="201" y="4340"/>
                  </a:cubicBezTo>
                  <a:cubicBezTo>
                    <a:pt x="201" y="4340"/>
                    <a:pt x="234" y="4340"/>
                    <a:pt x="268" y="4306"/>
                  </a:cubicBezTo>
                  <a:lnTo>
                    <a:pt x="7206" y="304"/>
                  </a:lnTo>
                  <a:cubicBezTo>
                    <a:pt x="7306" y="237"/>
                    <a:pt x="7306" y="170"/>
                    <a:pt x="7273" y="70"/>
                  </a:cubicBezTo>
                  <a:cubicBezTo>
                    <a:pt x="7252" y="29"/>
                    <a:pt x="7206" y="0"/>
                    <a:pt x="715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4" name="Google Shape;3074;p56"/>
            <p:cNvSpPr/>
            <p:nvPr/>
          </p:nvSpPr>
          <p:spPr>
            <a:xfrm>
              <a:off x="4530075" y="1997525"/>
              <a:ext cx="271175" cy="338775"/>
            </a:xfrm>
            <a:custGeom>
              <a:rect b="b" l="l" r="r" t="t"/>
              <a:pathLst>
                <a:path extrusionOk="0" h="13551" w="10847">
                  <a:moveTo>
                    <a:pt x="10022" y="334"/>
                  </a:moveTo>
                  <a:cubicBezTo>
                    <a:pt x="10274" y="334"/>
                    <a:pt x="10513" y="553"/>
                    <a:pt x="10441" y="842"/>
                  </a:cubicBezTo>
                  <a:lnTo>
                    <a:pt x="10441" y="6713"/>
                  </a:lnTo>
                  <a:cubicBezTo>
                    <a:pt x="10408" y="7313"/>
                    <a:pt x="10108" y="7847"/>
                    <a:pt x="9607" y="8180"/>
                  </a:cubicBezTo>
                  <a:lnTo>
                    <a:pt x="1034" y="13150"/>
                  </a:lnTo>
                  <a:cubicBezTo>
                    <a:pt x="954" y="13222"/>
                    <a:pt x="863" y="13252"/>
                    <a:pt x="773" y="13252"/>
                  </a:cubicBezTo>
                  <a:cubicBezTo>
                    <a:pt x="526" y="13252"/>
                    <a:pt x="294" y="13019"/>
                    <a:pt x="367" y="12750"/>
                  </a:cubicBezTo>
                  <a:lnTo>
                    <a:pt x="367" y="6846"/>
                  </a:lnTo>
                  <a:cubicBezTo>
                    <a:pt x="401" y="6279"/>
                    <a:pt x="701" y="5712"/>
                    <a:pt x="1201" y="5378"/>
                  </a:cubicBezTo>
                  <a:lnTo>
                    <a:pt x="9741" y="441"/>
                  </a:lnTo>
                  <a:cubicBezTo>
                    <a:pt x="9825" y="367"/>
                    <a:pt x="9924" y="334"/>
                    <a:pt x="10022" y="334"/>
                  </a:cubicBezTo>
                  <a:close/>
                  <a:moveTo>
                    <a:pt x="10063" y="0"/>
                  </a:moveTo>
                  <a:cubicBezTo>
                    <a:pt x="9906" y="0"/>
                    <a:pt x="9747" y="54"/>
                    <a:pt x="9607" y="175"/>
                  </a:cubicBezTo>
                  <a:lnTo>
                    <a:pt x="1034" y="5111"/>
                  </a:lnTo>
                  <a:cubicBezTo>
                    <a:pt x="434" y="5512"/>
                    <a:pt x="67" y="6145"/>
                    <a:pt x="34" y="6846"/>
                  </a:cubicBezTo>
                  <a:lnTo>
                    <a:pt x="34" y="12750"/>
                  </a:lnTo>
                  <a:cubicBezTo>
                    <a:pt x="0" y="13017"/>
                    <a:pt x="134" y="13317"/>
                    <a:pt x="367" y="13484"/>
                  </a:cubicBezTo>
                  <a:cubicBezTo>
                    <a:pt x="467" y="13551"/>
                    <a:pt x="567" y="13551"/>
                    <a:pt x="701" y="13551"/>
                  </a:cubicBezTo>
                  <a:cubicBezTo>
                    <a:pt x="868" y="13551"/>
                    <a:pt x="1034" y="13517"/>
                    <a:pt x="1201" y="13451"/>
                  </a:cubicBezTo>
                  <a:lnTo>
                    <a:pt x="9774" y="8480"/>
                  </a:lnTo>
                  <a:cubicBezTo>
                    <a:pt x="10341" y="8080"/>
                    <a:pt x="10741" y="7446"/>
                    <a:pt x="10775" y="6713"/>
                  </a:cubicBezTo>
                  <a:lnTo>
                    <a:pt x="10775" y="842"/>
                  </a:lnTo>
                  <a:cubicBezTo>
                    <a:pt x="10847" y="360"/>
                    <a:pt x="10467" y="0"/>
                    <a:pt x="1006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56"/>
            <p:cNvSpPr/>
            <p:nvPr/>
          </p:nvSpPr>
          <p:spPr>
            <a:xfrm>
              <a:off x="4573425" y="2073875"/>
              <a:ext cx="184400" cy="108150"/>
            </a:xfrm>
            <a:custGeom>
              <a:rect b="b" l="l" r="r" t="t"/>
              <a:pathLst>
                <a:path extrusionOk="0" h="4326" w="7376">
                  <a:moveTo>
                    <a:pt x="7128" y="1"/>
                  </a:moveTo>
                  <a:cubicBezTo>
                    <a:pt x="7100" y="1"/>
                    <a:pt x="7070" y="7"/>
                    <a:pt x="7039" y="23"/>
                  </a:cubicBezTo>
                  <a:lnTo>
                    <a:pt x="101" y="4025"/>
                  </a:lnTo>
                  <a:cubicBezTo>
                    <a:pt x="34" y="4059"/>
                    <a:pt x="1" y="4159"/>
                    <a:pt x="34" y="4259"/>
                  </a:cubicBezTo>
                  <a:cubicBezTo>
                    <a:pt x="68" y="4292"/>
                    <a:pt x="134" y="4326"/>
                    <a:pt x="201" y="4326"/>
                  </a:cubicBezTo>
                  <a:cubicBezTo>
                    <a:pt x="201" y="4326"/>
                    <a:pt x="234" y="4326"/>
                    <a:pt x="268" y="4292"/>
                  </a:cubicBezTo>
                  <a:lnTo>
                    <a:pt x="7206" y="289"/>
                  </a:lnTo>
                  <a:cubicBezTo>
                    <a:pt x="7376" y="205"/>
                    <a:pt x="7282" y="1"/>
                    <a:pt x="712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56"/>
            <p:cNvSpPr/>
            <p:nvPr/>
          </p:nvSpPr>
          <p:spPr>
            <a:xfrm>
              <a:off x="4573425" y="2114150"/>
              <a:ext cx="184875" cy="108750"/>
            </a:xfrm>
            <a:custGeom>
              <a:rect b="b" l="l" r="r" t="t"/>
              <a:pathLst>
                <a:path extrusionOk="0" h="4350" w="7395">
                  <a:moveTo>
                    <a:pt x="7153" y="0"/>
                  </a:moveTo>
                  <a:cubicBezTo>
                    <a:pt x="7117" y="0"/>
                    <a:pt x="7078" y="14"/>
                    <a:pt x="7039" y="46"/>
                  </a:cubicBezTo>
                  <a:lnTo>
                    <a:pt x="101" y="4049"/>
                  </a:lnTo>
                  <a:cubicBezTo>
                    <a:pt x="34" y="4082"/>
                    <a:pt x="1" y="4182"/>
                    <a:pt x="34" y="4282"/>
                  </a:cubicBezTo>
                  <a:cubicBezTo>
                    <a:pt x="68" y="4316"/>
                    <a:pt x="134" y="4349"/>
                    <a:pt x="201" y="4349"/>
                  </a:cubicBezTo>
                  <a:cubicBezTo>
                    <a:pt x="201" y="4349"/>
                    <a:pt x="234" y="4349"/>
                    <a:pt x="268" y="4316"/>
                  </a:cubicBezTo>
                  <a:lnTo>
                    <a:pt x="7206" y="313"/>
                  </a:lnTo>
                  <a:cubicBezTo>
                    <a:pt x="7394" y="232"/>
                    <a:pt x="7301" y="0"/>
                    <a:pt x="715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7" name="Google Shape;3077;p56"/>
            <p:cNvSpPr/>
            <p:nvPr/>
          </p:nvSpPr>
          <p:spPr>
            <a:xfrm>
              <a:off x="4573425" y="2155850"/>
              <a:ext cx="183825" cy="107900"/>
            </a:xfrm>
            <a:custGeom>
              <a:rect b="b" l="l" r="r" t="t"/>
              <a:pathLst>
                <a:path extrusionOk="0" h="4316" w="7353">
                  <a:moveTo>
                    <a:pt x="7109" y="1"/>
                  </a:moveTo>
                  <a:cubicBezTo>
                    <a:pt x="7087" y="1"/>
                    <a:pt x="7064" y="4"/>
                    <a:pt x="7039" y="13"/>
                  </a:cubicBezTo>
                  <a:lnTo>
                    <a:pt x="101" y="4015"/>
                  </a:lnTo>
                  <a:cubicBezTo>
                    <a:pt x="34" y="4049"/>
                    <a:pt x="1" y="4149"/>
                    <a:pt x="34" y="4249"/>
                  </a:cubicBezTo>
                  <a:cubicBezTo>
                    <a:pt x="68" y="4282"/>
                    <a:pt x="134" y="4316"/>
                    <a:pt x="201" y="4316"/>
                  </a:cubicBezTo>
                  <a:lnTo>
                    <a:pt x="268" y="4316"/>
                  </a:lnTo>
                  <a:lnTo>
                    <a:pt x="7206" y="279"/>
                  </a:lnTo>
                  <a:cubicBezTo>
                    <a:pt x="7353" y="192"/>
                    <a:pt x="7268" y="1"/>
                    <a:pt x="710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8" name="Google Shape;3078;p56"/>
            <p:cNvSpPr/>
            <p:nvPr/>
          </p:nvSpPr>
          <p:spPr>
            <a:xfrm>
              <a:off x="3527700" y="1049250"/>
              <a:ext cx="140950" cy="179600"/>
            </a:xfrm>
            <a:custGeom>
              <a:rect b="b" l="l" r="r" t="t"/>
              <a:pathLst>
                <a:path extrusionOk="0" h="7184" w="5638">
                  <a:moveTo>
                    <a:pt x="3970" y="445"/>
                  </a:moveTo>
                  <a:cubicBezTo>
                    <a:pt x="4170" y="445"/>
                    <a:pt x="4370" y="479"/>
                    <a:pt x="4537" y="579"/>
                  </a:cubicBezTo>
                  <a:cubicBezTo>
                    <a:pt x="4970" y="845"/>
                    <a:pt x="5204" y="1346"/>
                    <a:pt x="5204" y="2080"/>
                  </a:cubicBezTo>
                  <a:cubicBezTo>
                    <a:pt x="5104" y="3848"/>
                    <a:pt x="4170" y="5449"/>
                    <a:pt x="2702" y="6416"/>
                  </a:cubicBezTo>
                  <a:cubicBezTo>
                    <a:pt x="2327" y="6633"/>
                    <a:pt x="1975" y="6745"/>
                    <a:pt x="1661" y="6745"/>
                  </a:cubicBezTo>
                  <a:cubicBezTo>
                    <a:pt x="1444" y="6745"/>
                    <a:pt x="1245" y="6692"/>
                    <a:pt x="1068" y="6583"/>
                  </a:cubicBezTo>
                  <a:cubicBezTo>
                    <a:pt x="667" y="6349"/>
                    <a:pt x="434" y="5816"/>
                    <a:pt x="434" y="5082"/>
                  </a:cubicBezTo>
                  <a:cubicBezTo>
                    <a:pt x="500" y="3347"/>
                    <a:pt x="1434" y="1713"/>
                    <a:pt x="2936" y="779"/>
                  </a:cubicBezTo>
                  <a:cubicBezTo>
                    <a:pt x="3236" y="579"/>
                    <a:pt x="3603" y="445"/>
                    <a:pt x="3970" y="445"/>
                  </a:cubicBezTo>
                  <a:close/>
                  <a:moveTo>
                    <a:pt x="3969" y="1"/>
                  </a:moveTo>
                  <a:cubicBezTo>
                    <a:pt x="3575" y="1"/>
                    <a:pt x="3144" y="129"/>
                    <a:pt x="2702" y="378"/>
                  </a:cubicBezTo>
                  <a:cubicBezTo>
                    <a:pt x="1101" y="1446"/>
                    <a:pt x="100" y="3181"/>
                    <a:pt x="0" y="5082"/>
                  </a:cubicBezTo>
                  <a:cubicBezTo>
                    <a:pt x="0" y="5983"/>
                    <a:pt x="300" y="6650"/>
                    <a:pt x="867" y="6950"/>
                  </a:cubicBezTo>
                  <a:cubicBezTo>
                    <a:pt x="1101" y="7083"/>
                    <a:pt x="1368" y="7183"/>
                    <a:pt x="1635" y="7183"/>
                  </a:cubicBezTo>
                  <a:cubicBezTo>
                    <a:pt x="2102" y="7150"/>
                    <a:pt x="2535" y="7017"/>
                    <a:pt x="2936" y="6783"/>
                  </a:cubicBezTo>
                  <a:cubicBezTo>
                    <a:pt x="4537" y="5749"/>
                    <a:pt x="5537" y="3981"/>
                    <a:pt x="5637" y="2080"/>
                  </a:cubicBezTo>
                  <a:cubicBezTo>
                    <a:pt x="5637" y="1212"/>
                    <a:pt x="5337" y="545"/>
                    <a:pt x="4770" y="212"/>
                  </a:cubicBezTo>
                  <a:cubicBezTo>
                    <a:pt x="4530" y="70"/>
                    <a:pt x="4259" y="1"/>
                    <a:pt x="396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9" name="Google Shape;3079;p56"/>
            <p:cNvSpPr/>
            <p:nvPr/>
          </p:nvSpPr>
          <p:spPr>
            <a:xfrm>
              <a:off x="3559375" y="1089175"/>
              <a:ext cx="77575" cy="99500"/>
            </a:xfrm>
            <a:custGeom>
              <a:rect b="b" l="l" r="r" t="t"/>
              <a:pathLst>
                <a:path extrusionOk="0" h="3980" w="3103">
                  <a:moveTo>
                    <a:pt x="2251" y="0"/>
                  </a:moveTo>
                  <a:cubicBezTo>
                    <a:pt x="2044" y="0"/>
                    <a:pt x="1812" y="70"/>
                    <a:pt x="1568" y="216"/>
                  </a:cubicBezTo>
                  <a:cubicBezTo>
                    <a:pt x="634" y="816"/>
                    <a:pt x="67" y="1817"/>
                    <a:pt x="1" y="2884"/>
                  </a:cubicBezTo>
                  <a:cubicBezTo>
                    <a:pt x="1" y="3578"/>
                    <a:pt x="378" y="3980"/>
                    <a:pt x="899" y="3980"/>
                  </a:cubicBezTo>
                  <a:cubicBezTo>
                    <a:pt x="1104" y="3980"/>
                    <a:pt x="1332" y="3917"/>
                    <a:pt x="1568" y="3785"/>
                  </a:cubicBezTo>
                  <a:cubicBezTo>
                    <a:pt x="2469" y="3185"/>
                    <a:pt x="3036" y="2184"/>
                    <a:pt x="3103" y="1117"/>
                  </a:cubicBezTo>
                  <a:cubicBezTo>
                    <a:pt x="3103" y="408"/>
                    <a:pt x="2752" y="0"/>
                    <a:pt x="225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0" name="Google Shape;3080;p56"/>
            <p:cNvSpPr/>
            <p:nvPr/>
          </p:nvSpPr>
          <p:spPr>
            <a:xfrm>
              <a:off x="3415950" y="582075"/>
              <a:ext cx="357775" cy="431625"/>
            </a:xfrm>
            <a:custGeom>
              <a:rect b="b" l="l" r="r" t="t"/>
              <a:pathLst>
                <a:path extrusionOk="0" h="17265" w="14311">
                  <a:moveTo>
                    <a:pt x="13619" y="322"/>
                  </a:moveTo>
                  <a:cubicBezTo>
                    <a:pt x="13841" y="322"/>
                    <a:pt x="14047" y="530"/>
                    <a:pt x="13977" y="786"/>
                  </a:cubicBezTo>
                  <a:lnTo>
                    <a:pt x="13977" y="8391"/>
                  </a:lnTo>
                  <a:cubicBezTo>
                    <a:pt x="13910" y="8958"/>
                    <a:pt x="13610" y="9492"/>
                    <a:pt x="13143" y="9792"/>
                  </a:cubicBezTo>
                  <a:lnTo>
                    <a:pt x="8873" y="12261"/>
                  </a:lnTo>
                  <a:lnTo>
                    <a:pt x="7639" y="16530"/>
                  </a:lnTo>
                  <a:cubicBezTo>
                    <a:pt x="7639" y="16564"/>
                    <a:pt x="7606" y="16597"/>
                    <a:pt x="7572" y="16597"/>
                  </a:cubicBezTo>
                  <a:cubicBezTo>
                    <a:pt x="7539" y="16597"/>
                    <a:pt x="7506" y="16564"/>
                    <a:pt x="7506" y="16530"/>
                  </a:cubicBezTo>
                  <a:lnTo>
                    <a:pt x="6305" y="13762"/>
                  </a:lnTo>
                  <a:lnTo>
                    <a:pt x="1001" y="16797"/>
                  </a:lnTo>
                  <a:cubicBezTo>
                    <a:pt x="915" y="16862"/>
                    <a:pt x="815" y="16899"/>
                    <a:pt x="710" y="16899"/>
                  </a:cubicBezTo>
                  <a:cubicBezTo>
                    <a:pt x="652" y="16899"/>
                    <a:pt x="593" y="16888"/>
                    <a:pt x="534" y="16864"/>
                  </a:cubicBezTo>
                  <a:cubicBezTo>
                    <a:pt x="401" y="16764"/>
                    <a:pt x="334" y="16597"/>
                    <a:pt x="367" y="16464"/>
                  </a:cubicBezTo>
                  <a:lnTo>
                    <a:pt x="367" y="8858"/>
                  </a:lnTo>
                  <a:cubicBezTo>
                    <a:pt x="401" y="8291"/>
                    <a:pt x="701" y="7757"/>
                    <a:pt x="1168" y="7457"/>
                  </a:cubicBezTo>
                  <a:lnTo>
                    <a:pt x="13310" y="419"/>
                  </a:lnTo>
                  <a:lnTo>
                    <a:pt x="13343" y="452"/>
                  </a:lnTo>
                  <a:cubicBezTo>
                    <a:pt x="13424" y="361"/>
                    <a:pt x="13523" y="322"/>
                    <a:pt x="13619" y="322"/>
                  </a:cubicBezTo>
                  <a:close/>
                  <a:moveTo>
                    <a:pt x="13582" y="0"/>
                  </a:moveTo>
                  <a:cubicBezTo>
                    <a:pt x="13426" y="0"/>
                    <a:pt x="13274" y="44"/>
                    <a:pt x="13143" y="119"/>
                  </a:cubicBezTo>
                  <a:lnTo>
                    <a:pt x="1001" y="7157"/>
                  </a:lnTo>
                  <a:cubicBezTo>
                    <a:pt x="401" y="7524"/>
                    <a:pt x="34" y="8158"/>
                    <a:pt x="0" y="8858"/>
                  </a:cubicBezTo>
                  <a:lnTo>
                    <a:pt x="0" y="16464"/>
                  </a:lnTo>
                  <a:cubicBezTo>
                    <a:pt x="0" y="16730"/>
                    <a:pt x="134" y="16997"/>
                    <a:pt x="367" y="17164"/>
                  </a:cubicBezTo>
                  <a:cubicBezTo>
                    <a:pt x="467" y="17231"/>
                    <a:pt x="567" y="17264"/>
                    <a:pt x="667" y="17264"/>
                  </a:cubicBezTo>
                  <a:cubicBezTo>
                    <a:pt x="868" y="17231"/>
                    <a:pt x="1034" y="17197"/>
                    <a:pt x="1168" y="17097"/>
                  </a:cubicBezTo>
                  <a:lnTo>
                    <a:pt x="6138" y="14262"/>
                  </a:lnTo>
                  <a:lnTo>
                    <a:pt x="7172" y="16697"/>
                  </a:lnTo>
                  <a:cubicBezTo>
                    <a:pt x="7251" y="16856"/>
                    <a:pt x="7406" y="16931"/>
                    <a:pt x="7560" y="16931"/>
                  </a:cubicBezTo>
                  <a:cubicBezTo>
                    <a:pt x="7731" y="16931"/>
                    <a:pt x="7903" y="16839"/>
                    <a:pt x="7973" y="16664"/>
                  </a:cubicBezTo>
                  <a:lnTo>
                    <a:pt x="9173" y="12527"/>
                  </a:lnTo>
                  <a:lnTo>
                    <a:pt x="13310" y="10092"/>
                  </a:lnTo>
                  <a:cubicBezTo>
                    <a:pt x="13910" y="9725"/>
                    <a:pt x="14277" y="9092"/>
                    <a:pt x="14310" y="8391"/>
                  </a:cubicBezTo>
                  <a:lnTo>
                    <a:pt x="14310" y="786"/>
                  </a:lnTo>
                  <a:cubicBezTo>
                    <a:pt x="14310" y="519"/>
                    <a:pt x="14177" y="219"/>
                    <a:pt x="13944" y="85"/>
                  </a:cubicBezTo>
                  <a:cubicBezTo>
                    <a:pt x="13827" y="27"/>
                    <a:pt x="13703" y="0"/>
                    <a:pt x="1358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1" name="Google Shape;3081;p56"/>
            <p:cNvSpPr/>
            <p:nvPr/>
          </p:nvSpPr>
          <p:spPr>
            <a:xfrm>
              <a:off x="3485150" y="692600"/>
              <a:ext cx="220150" cy="129300"/>
            </a:xfrm>
            <a:custGeom>
              <a:rect b="b" l="l" r="r" t="t"/>
              <a:pathLst>
                <a:path extrusionOk="0" h="5172" w="8806">
                  <a:moveTo>
                    <a:pt x="8574" y="1"/>
                  </a:moveTo>
                  <a:cubicBezTo>
                    <a:pt x="8543" y="1"/>
                    <a:pt x="8509" y="11"/>
                    <a:pt x="8474" y="34"/>
                  </a:cubicBezTo>
                  <a:lnTo>
                    <a:pt x="134" y="4837"/>
                  </a:lnTo>
                  <a:cubicBezTo>
                    <a:pt x="34" y="4904"/>
                    <a:pt x="1" y="5004"/>
                    <a:pt x="68" y="5071"/>
                  </a:cubicBezTo>
                  <a:cubicBezTo>
                    <a:pt x="101" y="5138"/>
                    <a:pt x="134" y="5171"/>
                    <a:pt x="201" y="5171"/>
                  </a:cubicBezTo>
                  <a:cubicBezTo>
                    <a:pt x="234" y="5171"/>
                    <a:pt x="268" y="5171"/>
                    <a:pt x="301" y="5138"/>
                  </a:cubicBezTo>
                  <a:lnTo>
                    <a:pt x="8640" y="334"/>
                  </a:lnTo>
                  <a:cubicBezTo>
                    <a:pt x="8806" y="224"/>
                    <a:pt x="8721" y="1"/>
                    <a:pt x="857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2" name="Google Shape;3082;p56"/>
            <p:cNvSpPr/>
            <p:nvPr/>
          </p:nvSpPr>
          <p:spPr>
            <a:xfrm>
              <a:off x="3485150" y="733150"/>
              <a:ext cx="219350" cy="129600"/>
            </a:xfrm>
            <a:custGeom>
              <a:rect b="b" l="l" r="r" t="t"/>
              <a:pathLst>
                <a:path extrusionOk="0" h="5184" w="8774">
                  <a:moveTo>
                    <a:pt x="8553" y="0"/>
                  </a:moveTo>
                  <a:cubicBezTo>
                    <a:pt x="8527" y="0"/>
                    <a:pt x="8500" y="4"/>
                    <a:pt x="8474" y="13"/>
                  </a:cubicBezTo>
                  <a:lnTo>
                    <a:pt x="134" y="4850"/>
                  </a:lnTo>
                  <a:cubicBezTo>
                    <a:pt x="34" y="4883"/>
                    <a:pt x="1" y="4983"/>
                    <a:pt x="68" y="5083"/>
                  </a:cubicBezTo>
                  <a:cubicBezTo>
                    <a:pt x="101" y="5150"/>
                    <a:pt x="134" y="5184"/>
                    <a:pt x="201" y="5184"/>
                  </a:cubicBezTo>
                  <a:cubicBezTo>
                    <a:pt x="234" y="5184"/>
                    <a:pt x="268" y="5150"/>
                    <a:pt x="301" y="5150"/>
                  </a:cubicBezTo>
                  <a:lnTo>
                    <a:pt x="8640" y="313"/>
                  </a:lnTo>
                  <a:cubicBezTo>
                    <a:pt x="8740" y="280"/>
                    <a:pt x="8774" y="147"/>
                    <a:pt x="8707" y="80"/>
                  </a:cubicBezTo>
                  <a:cubicBezTo>
                    <a:pt x="8683" y="31"/>
                    <a:pt x="8623" y="0"/>
                    <a:pt x="855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3" name="Google Shape;3083;p56"/>
            <p:cNvSpPr/>
            <p:nvPr/>
          </p:nvSpPr>
          <p:spPr>
            <a:xfrm>
              <a:off x="3485150" y="773500"/>
              <a:ext cx="220150" cy="129275"/>
            </a:xfrm>
            <a:custGeom>
              <a:rect b="b" l="l" r="r" t="t"/>
              <a:pathLst>
                <a:path extrusionOk="0" h="5171" w="8806">
                  <a:moveTo>
                    <a:pt x="8574" y="0"/>
                  </a:moveTo>
                  <a:cubicBezTo>
                    <a:pt x="8543" y="0"/>
                    <a:pt x="8509" y="10"/>
                    <a:pt x="8474" y="34"/>
                  </a:cubicBezTo>
                  <a:lnTo>
                    <a:pt x="134" y="4837"/>
                  </a:lnTo>
                  <a:cubicBezTo>
                    <a:pt x="34" y="4904"/>
                    <a:pt x="1" y="5004"/>
                    <a:pt x="68" y="5071"/>
                  </a:cubicBezTo>
                  <a:cubicBezTo>
                    <a:pt x="101" y="5137"/>
                    <a:pt x="134" y="5171"/>
                    <a:pt x="201" y="5171"/>
                  </a:cubicBezTo>
                  <a:cubicBezTo>
                    <a:pt x="234" y="5171"/>
                    <a:pt x="268" y="5171"/>
                    <a:pt x="301" y="5137"/>
                  </a:cubicBezTo>
                  <a:lnTo>
                    <a:pt x="8640" y="334"/>
                  </a:lnTo>
                  <a:cubicBezTo>
                    <a:pt x="8806" y="224"/>
                    <a:pt x="8721" y="0"/>
                    <a:pt x="857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4" name="Google Shape;3084;p56"/>
            <p:cNvSpPr/>
            <p:nvPr/>
          </p:nvSpPr>
          <p:spPr>
            <a:xfrm>
              <a:off x="2327675" y="942775"/>
              <a:ext cx="73400" cy="162650"/>
            </a:xfrm>
            <a:custGeom>
              <a:rect b="b" l="l" r="r" t="t"/>
              <a:pathLst>
                <a:path extrusionOk="0" h="6506" w="2936">
                  <a:moveTo>
                    <a:pt x="2702" y="1"/>
                  </a:moveTo>
                  <a:lnTo>
                    <a:pt x="0" y="1535"/>
                  </a:lnTo>
                  <a:lnTo>
                    <a:pt x="0" y="3136"/>
                  </a:lnTo>
                  <a:lnTo>
                    <a:pt x="1168" y="5438"/>
                  </a:lnTo>
                  <a:cubicBezTo>
                    <a:pt x="1168" y="5471"/>
                    <a:pt x="1201" y="5505"/>
                    <a:pt x="1234" y="5505"/>
                  </a:cubicBezTo>
                  <a:lnTo>
                    <a:pt x="2936" y="6506"/>
                  </a:lnTo>
                  <a:lnTo>
                    <a:pt x="1835" y="4104"/>
                  </a:lnTo>
                  <a:lnTo>
                    <a:pt x="2702" y="1569"/>
                  </a:lnTo>
                  <a:lnTo>
                    <a:pt x="270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5" name="Google Shape;3085;p56"/>
            <p:cNvSpPr/>
            <p:nvPr/>
          </p:nvSpPr>
          <p:spPr>
            <a:xfrm>
              <a:off x="2327675" y="942775"/>
              <a:ext cx="73400" cy="162650"/>
            </a:xfrm>
            <a:custGeom>
              <a:rect b="b" l="l" r="r" t="t"/>
              <a:pathLst>
                <a:path extrusionOk="0" h="6506" w="2936">
                  <a:moveTo>
                    <a:pt x="2702" y="1"/>
                  </a:moveTo>
                  <a:lnTo>
                    <a:pt x="0" y="1535"/>
                  </a:lnTo>
                  <a:lnTo>
                    <a:pt x="0" y="3136"/>
                  </a:lnTo>
                  <a:lnTo>
                    <a:pt x="1168" y="5438"/>
                  </a:lnTo>
                  <a:cubicBezTo>
                    <a:pt x="1168" y="5471"/>
                    <a:pt x="1201" y="5505"/>
                    <a:pt x="1234" y="5505"/>
                  </a:cubicBezTo>
                  <a:lnTo>
                    <a:pt x="2936" y="6506"/>
                  </a:lnTo>
                  <a:lnTo>
                    <a:pt x="1835" y="4104"/>
                  </a:lnTo>
                  <a:lnTo>
                    <a:pt x="2702" y="1569"/>
                  </a:lnTo>
                  <a:lnTo>
                    <a:pt x="270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56"/>
            <p:cNvSpPr/>
            <p:nvPr/>
          </p:nvSpPr>
          <p:spPr>
            <a:xfrm>
              <a:off x="2210075" y="581475"/>
              <a:ext cx="352775" cy="524075"/>
            </a:xfrm>
            <a:custGeom>
              <a:rect b="b" l="l" r="r" t="t"/>
              <a:pathLst>
                <a:path extrusionOk="0" h="20963" w="14111">
                  <a:moveTo>
                    <a:pt x="11813" y="1"/>
                  </a:moveTo>
                  <a:cubicBezTo>
                    <a:pt x="11534" y="1"/>
                    <a:pt x="11259" y="59"/>
                    <a:pt x="11009" y="176"/>
                  </a:cubicBezTo>
                  <a:lnTo>
                    <a:pt x="835" y="6080"/>
                  </a:lnTo>
                  <a:cubicBezTo>
                    <a:pt x="368" y="6380"/>
                    <a:pt x="34" y="6914"/>
                    <a:pt x="1" y="7481"/>
                  </a:cubicBezTo>
                  <a:lnTo>
                    <a:pt x="1" y="18656"/>
                  </a:lnTo>
                  <a:cubicBezTo>
                    <a:pt x="34" y="19223"/>
                    <a:pt x="368" y="19757"/>
                    <a:pt x="835" y="20057"/>
                  </a:cubicBezTo>
                  <a:lnTo>
                    <a:pt x="1502" y="20457"/>
                  </a:lnTo>
                  <a:cubicBezTo>
                    <a:pt x="1752" y="20591"/>
                    <a:pt x="2036" y="20657"/>
                    <a:pt x="2319" y="20657"/>
                  </a:cubicBezTo>
                  <a:cubicBezTo>
                    <a:pt x="2603" y="20657"/>
                    <a:pt x="2886" y="20591"/>
                    <a:pt x="3136" y="20457"/>
                  </a:cubicBezTo>
                  <a:lnTo>
                    <a:pt x="6405" y="18556"/>
                  </a:lnTo>
                  <a:lnTo>
                    <a:pt x="7573" y="20891"/>
                  </a:lnTo>
                  <a:cubicBezTo>
                    <a:pt x="7604" y="20937"/>
                    <a:pt x="7664" y="20962"/>
                    <a:pt x="7725" y="20962"/>
                  </a:cubicBezTo>
                  <a:cubicBezTo>
                    <a:pt x="7797" y="20962"/>
                    <a:pt x="7871" y="20929"/>
                    <a:pt x="7906" y="20857"/>
                  </a:cubicBezTo>
                  <a:lnTo>
                    <a:pt x="9141" y="16988"/>
                  </a:lnTo>
                  <a:lnTo>
                    <a:pt x="13310" y="14553"/>
                  </a:lnTo>
                  <a:cubicBezTo>
                    <a:pt x="13777" y="14253"/>
                    <a:pt x="14078" y="13719"/>
                    <a:pt x="14111" y="13152"/>
                  </a:cubicBezTo>
                  <a:lnTo>
                    <a:pt x="14111" y="1977"/>
                  </a:lnTo>
                  <a:cubicBezTo>
                    <a:pt x="14078" y="1410"/>
                    <a:pt x="13777" y="876"/>
                    <a:pt x="13310" y="576"/>
                  </a:cubicBezTo>
                  <a:lnTo>
                    <a:pt x="12643" y="176"/>
                  </a:lnTo>
                  <a:cubicBezTo>
                    <a:pt x="12376" y="59"/>
                    <a:pt x="12093" y="1"/>
                    <a:pt x="1181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7" name="Google Shape;3087;p56"/>
            <p:cNvSpPr/>
            <p:nvPr/>
          </p:nvSpPr>
          <p:spPr>
            <a:xfrm>
              <a:off x="2210925" y="747650"/>
              <a:ext cx="74225" cy="349875"/>
            </a:xfrm>
            <a:custGeom>
              <a:rect b="b" l="l" r="r" t="t"/>
              <a:pathLst>
                <a:path extrusionOk="0" h="13995" w="2969">
                  <a:moveTo>
                    <a:pt x="2969" y="13877"/>
                  </a:moveTo>
                  <a:cubicBezTo>
                    <a:pt x="2964" y="13878"/>
                    <a:pt x="2960" y="13880"/>
                    <a:pt x="2955" y="13882"/>
                  </a:cubicBezTo>
                  <a:lnTo>
                    <a:pt x="2955" y="13882"/>
                  </a:lnTo>
                  <a:cubicBezTo>
                    <a:pt x="2960" y="13880"/>
                    <a:pt x="2964" y="13879"/>
                    <a:pt x="2969" y="13877"/>
                  </a:cubicBezTo>
                  <a:close/>
                  <a:moveTo>
                    <a:pt x="267" y="0"/>
                  </a:moveTo>
                  <a:cubicBezTo>
                    <a:pt x="100" y="267"/>
                    <a:pt x="34" y="534"/>
                    <a:pt x="34" y="801"/>
                  </a:cubicBezTo>
                  <a:lnTo>
                    <a:pt x="0" y="12009"/>
                  </a:lnTo>
                  <a:cubicBezTo>
                    <a:pt x="34" y="12576"/>
                    <a:pt x="334" y="13110"/>
                    <a:pt x="834" y="13410"/>
                  </a:cubicBezTo>
                  <a:lnTo>
                    <a:pt x="1501" y="13810"/>
                  </a:lnTo>
                  <a:cubicBezTo>
                    <a:pt x="1754" y="13937"/>
                    <a:pt x="2027" y="13995"/>
                    <a:pt x="2298" y="13995"/>
                  </a:cubicBezTo>
                  <a:cubicBezTo>
                    <a:pt x="2522" y="13995"/>
                    <a:pt x="2745" y="13955"/>
                    <a:pt x="2955" y="13882"/>
                  </a:cubicBezTo>
                  <a:lnTo>
                    <a:pt x="2955" y="13882"/>
                  </a:lnTo>
                  <a:cubicBezTo>
                    <a:pt x="2885" y="13906"/>
                    <a:pt x="2818" y="13917"/>
                    <a:pt x="2755" y="13917"/>
                  </a:cubicBezTo>
                  <a:cubicBezTo>
                    <a:pt x="2492" y="13917"/>
                    <a:pt x="2302" y="13715"/>
                    <a:pt x="2302" y="13343"/>
                  </a:cubicBezTo>
                  <a:lnTo>
                    <a:pt x="2302" y="2135"/>
                  </a:lnTo>
                  <a:cubicBezTo>
                    <a:pt x="2302" y="1835"/>
                    <a:pt x="2402" y="1568"/>
                    <a:pt x="2535" y="1335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8" name="Google Shape;3088;p56"/>
            <p:cNvSpPr/>
            <p:nvPr/>
          </p:nvSpPr>
          <p:spPr>
            <a:xfrm>
              <a:off x="2216750" y="581700"/>
              <a:ext cx="345275" cy="200150"/>
            </a:xfrm>
            <a:custGeom>
              <a:rect b="b" l="l" r="r" t="t"/>
              <a:pathLst>
                <a:path extrusionOk="0" h="8006" w="13811">
                  <a:moveTo>
                    <a:pt x="11546" y="0"/>
                  </a:moveTo>
                  <a:cubicBezTo>
                    <a:pt x="11267" y="0"/>
                    <a:pt x="10992" y="67"/>
                    <a:pt x="10742" y="200"/>
                  </a:cubicBezTo>
                  <a:lnTo>
                    <a:pt x="568" y="6071"/>
                  </a:lnTo>
                  <a:cubicBezTo>
                    <a:pt x="334" y="6238"/>
                    <a:pt x="134" y="6438"/>
                    <a:pt x="1" y="6705"/>
                  </a:cubicBezTo>
                  <a:lnTo>
                    <a:pt x="2302" y="8006"/>
                  </a:lnTo>
                  <a:cubicBezTo>
                    <a:pt x="2436" y="7739"/>
                    <a:pt x="2636" y="7539"/>
                    <a:pt x="2869" y="7372"/>
                  </a:cubicBezTo>
                  <a:lnTo>
                    <a:pt x="13043" y="1501"/>
                  </a:lnTo>
                  <a:cubicBezTo>
                    <a:pt x="13171" y="1432"/>
                    <a:pt x="13290" y="1399"/>
                    <a:pt x="13395" y="1399"/>
                  </a:cubicBezTo>
                  <a:cubicBezTo>
                    <a:pt x="13594" y="1399"/>
                    <a:pt x="13745" y="1517"/>
                    <a:pt x="13811" y="1735"/>
                  </a:cubicBezTo>
                  <a:cubicBezTo>
                    <a:pt x="13710" y="1268"/>
                    <a:pt x="13444" y="834"/>
                    <a:pt x="13043" y="601"/>
                  </a:cubicBezTo>
                  <a:lnTo>
                    <a:pt x="12376" y="200"/>
                  </a:lnTo>
                  <a:cubicBezTo>
                    <a:pt x="12109" y="67"/>
                    <a:pt x="11826" y="0"/>
                    <a:pt x="115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56"/>
            <p:cNvSpPr/>
            <p:nvPr/>
          </p:nvSpPr>
          <p:spPr>
            <a:xfrm>
              <a:off x="2312650" y="723450"/>
              <a:ext cx="206000" cy="273575"/>
            </a:xfrm>
            <a:custGeom>
              <a:rect b="b" l="l" r="r" t="t"/>
              <a:pathLst>
                <a:path extrusionOk="0" h="10943" w="8240">
                  <a:moveTo>
                    <a:pt x="4914" y="3061"/>
                  </a:moveTo>
                  <a:cubicBezTo>
                    <a:pt x="4955" y="3061"/>
                    <a:pt x="4996" y="3064"/>
                    <a:pt x="5038" y="3070"/>
                  </a:cubicBezTo>
                  <a:lnTo>
                    <a:pt x="5138" y="3070"/>
                  </a:lnTo>
                  <a:cubicBezTo>
                    <a:pt x="5438" y="3103"/>
                    <a:pt x="5705" y="3303"/>
                    <a:pt x="5838" y="3603"/>
                  </a:cubicBezTo>
                  <a:cubicBezTo>
                    <a:pt x="6239" y="4437"/>
                    <a:pt x="5772" y="5972"/>
                    <a:pt x="4871" y="6939"/>
                  </a:cubicBezTo>
                  <a:cubicBezTo>
                    <a:pt x="4537" y="7339"/>
                    <a:pt x="4104" y="7606"/>
                    <a:pt x="3637" y="7773"/>
                  </a:cubicBezTo>
                  <a:lnTo>
                    <a:pt x="3303" y="7773"/>
                  </a:lnTo>
                  <a:cubicBezTo>
                    <a:pt x="2936" y="7740"/>
                    <a:pt x="2603" y="7540"/>
                    <a:pt x="2469" y="7173"/>
                  </a:cubicBezTo>
                  <a:cubicBezTo>
                    <a:pt x="2402" y="7039"/>
                    <a:pt x="2336" y="6872"/>
                    <a:pt x="2336" y="6706"/>
                  </a:cubicBezTo>
                  <a:cubicBezTo>
                    <a:pt x="2336" y="6606"/>
                    <a:pt x="2336" y="6539"/>
                    <a:pt x="2336" y="6439"/>
                  </a:cubicBezTo>
                  <a:cubicBezTo>
                    <a:pt x="2402" y="5471"/>
                    <a:pt x="2803" y="4571"/>
                    <a:pt x="3470" y="3870"/>
                  </a:cubicBezTo>
                  <a:cubicBezTo>
                    <a:pt x="3670" y="3637"/>
                    <a:pt x="3904" y="3470"/>
                    <a:pt x="4137" y="3303"/>
                  </a:cubicBezTo>
                  <a:cubicBezTo>
                    <a:pt x="4237" y="3270"/>
                    <a:pt x="4304" y="3237"/>
                    <a:pt x="4371" y="3203"/>
                  </a:cubicBezTo>
                  <a:cubicBezTo>
                    <a:pt x="4535" y="3121"/>
                    <a:pt x="4722" y="3061"/>
                    <a:pt x="4914" y="3061"/>
                  </a:cubicBezTo>
                  <a:close/>
                  <a:moveTo>
                    <a:pt x="6172" y="1"/>
                  </a:moveTo>
                  <a:lnTo>
                    <a:pt x="5271" y="101"/>
                  </a:lnTo>
                  <a:cubicBezTo>
                    <a:pt x="5171" y="101"/>
                    <a:pt x="5104" y="168"/>
                    <a:pt x="5071" y="234"/>
                  </a:cubicBezTo>
                  <a:lnTo>
                    <a:pt x="4571" y="1535"/>
                  </a:lnTo>
                  <a:cubicBezTo>
                    <a:pt x="4537" y="1635"/>
                    <a:pt x="4471" y="1702"/>
                    <a:pt x="4371" y="1735"/>
                  </a:cubicBezTo>
                  <a:cubicBezTo>
                    <a:pt x="4170" y="1836"/>
                    <a:pt x="4004" y="1936"/>
                    <a:pt x="3803" y="2069"/>
                  </a:cubicBezTo>
                  <a:cubicBezTo>
                    <a:pt x="3770" y="2102"/>
                    <a:pt x="3737" y="2119"/>
                    <a:pt x="3708" y="2119"/>
                  </a:cubicBezTo>
                  <a:cubicBezTo>
                    <a:pt x="3678" y="2119"/>
                    <a:pt x="3653" y="2102"/>
                    <a:pt x="3637" y="2069"/>
                  </a:cubicBezTo>
                  <a:lnTo>
                    <a:pt x="3170" y="1369"/>
                  </a:lnTo>
                  <a:cubicBezTo>
                    <a:pt x="3156" y="1340"/>
                    <a:pt x="3130" y="1330"/>
                    <a:pt x="3102" y="1330"/>
                  </a:cubicBezTo>
                  <a:cubicBezTo>
                    <a:pt x="3064" y="1330"/>
                    <a:pt x="3022" y="1349"/>
                    <a:pt x="3003" y="1369"/>
                  </a:cubicBezTo>
                  <a:lnTo>
                    <a:pt x="2002" y="2436"/>
                  </a:lnTo>
                  <a:cubicBezTo>
                    <a:pt x="1935" y="2503"/>
                    <a:pt x="1902" y="2569"/>
                    <a:pt x="1902" y="2636"/>
                  </a:cubicBezTo>
                  <a:lnTo>
                    <a:pt x="2202" y="3603"/>
                  </a:lnTo>
                  <a:cubicBezTo>
                    <a:pt x="2202" y="3670"/>
                    <a:pt x="2202" y="3737"/>
                    <a:pt x="2136" y="3804"/>
                  </a:cubicBezTo>
                  <a:cubicBezTo>
                    <a:pt x="1969" y="4070"/>
                    <a:pt x="1835" y="4337"/>
                    <a:pt x="1702" y="4604"/>
                  </a:cubicBezTo>
                  <a:cubicBezTo>
                    <a:pt x="1635" y="4704"/>
                    <a:pt x="1569" y="4738"/>
                    <a:pt x="1468" y="4771"/>
                  </a:cubicBezTo>
                  <a:lnTo>
                    <a:pt x="635" y="4971"/>
                  </a:lnTo>
                  <a:cubicBezTo>
                    <a:pt x="534" y="5004"/>
                    <a:pt x="468" y="5071"/>
                    <a:pt x="434" y="5138"/>
                  </a:cubicBezTo>
                  <a:lnTo>
                    <a:pt x="34" y="6572"/>
                  </a:lnTo>
                  <a:cubicBezTo>
                    <a:pt x="1" y="6639"/>
                    <a:pt x="67" y="6706"/>
                    <a:pt x="134" y="6706"/>
                  </a:cubicBezTo>
                  <a:lnTo>
                    <a:pt x="901" y="6772"/>
                  </a:lnTo>
                  <a:cubicBezTo>
                    <a:pt x="914" y="6766"/>
                    <a:pt x="926" y="6764"/>
                    <a:pt x="938" y="6764"/>
                  </a:cubicBezTo>
                  <a:cubicBezTo>
                    <a:pt x="990" y="6764"/>
                    <a:pt x="1035" y="6818"/>
                    <a:pt x="1035" y="6872"/>
                  </a:cubicBezTo>
                  <a:cubicBezTo>
                    <a:pt x="1001" y="7139"/>
                    <a:pt x="1001" y="7373"/>
                    <a:pt x="1035" y="7640"/>
                  </a:cubicBezTo>
                  <a:cubicBezTo>
                    <a:pt x="1035" y="7706"/>
                    <a:pt x="1001" y="7806"/>
                    <a:pt x="968" y="7873"/>
                  </a:cubicBezTo>
                  <a:lnTo>
                    <a:pt x="67" y="8907"/>
                  </a:lnTo>
                  <a:cubicBezTo>
                    <a:pt x="34" y="8974"/>
                    <a:pt x="1" y="9041"/>
                    <a:pt x="34" y="9141"/>
                  </a:cubicBezTo>
                  <a:lnTo>
                    <a:pt x="434" y="10041"/>
                  </a:lnTo>
                  <a:cubicBezTo>
                    <a:pt x="468" y="10041"/>
                    <a:pt x="468" y="10075"/>
                    <a:pt x="468" y="10075"/>
                  </a:cubicBezTo>
                  <a:lnTo>
                    <a:pt x="501" y="10075"/>
                  </a:lnTo>
                  <a:cubicBezTo>
                    <a:pt x="534" y="10075"/>
                    <a:pt x="568" y="10041"/>
                    <a:pt x="601" y="10041"/>
                  </a:cubicBezTo>
                  <a:lnTo>
                    <a:pt x="1535" y="9207"/>
                  </a:lnTo>
                  <a:cubicBezTo>
                    <a:pt x="1584" y="9159"/>
                    <a:pt x="1633" y="9128"/>
                    <a:pt x="1682" y="9128"/>
                  </a:cubicBezTo>
                  <a:cubicBezTo>
                    <a:pt x="1700" y="9128"/>
                    <a:pt x="1717" y="9132"/>
                    <a:pt x="1735" y="9141"/>
                  </a:cubicBezTo>
                  <a:cubicBezTo>
                    <a:pt x="1869" y="9241"/>
                    <a:pt x="2002" y="9341"/>
                    <a:pt x="2169" y="9374"/>
                  </a:cubicBezTo>
                  <a:cubicBezTo>
                    <a:pt x="2236" y="9408"/>
                    <a:pt x="2269" y="9474"/>
                    <a:pt x="2236" y="9541"/>
                  </a:cubicBezTo>
                  <a:lnTo>
                    <a:pt x="1969" y="10842"/>
                  </a:lnTo>
                  <a:cubicBezTo>
                    <a:pt x="1935" y="10875"/>
                    <a:pt x="1969" y="10909"/>
                    <a:pt x="2002" y="10942"/>
                  </a:cubicBezTo>
                  <a:lnTo>
                    <a:pt x="2102" y="10942"/>
                  </a:lnTo>
                  <a:lnTo>
                    <a:pt x="3003" y="10842"/>
                  </a:lnTo>
                  <a:cubicBezTo>
                    <a:pt x="3070" y="10842"/>
                    <a:pt x="3136" y="10775"/>
                    <a:pt x="3203" y="10709"/>
                  </a:cubicBezTo>
                  <a:lnTo>
                    <a:pt x="3670" y="9408"/>
                  </a:lnTo>
                  <a:cubicBezTo>
                    <a:pt x="3737" y="9308"/>
                    <a:pt x="3803" y="9241"/>
                    <a:pt x="3870" y="9207"/>
                  </a:cubicBezTo>
                  <a:cubicBezTo>
                    <a:pt x="3970" y="9141"/>
                    <a:pt x="4070" y="9107"/>
                    <a:pt x="4170" y="9041"/>
                  </a:cubicBezTo>
                  <a:cubicBezTo>
                    <a:pt x="4270" y="9007"/>
                    <a:pt x="4337" y="8941"/>
                    <a:pt x="4437" y="8874"/>
                  </a:cubicBezTo>
                  <a:cubicBezTo>
                    <a:pt x="4487" y="8841"/>
                    <a:pt x="4529" y="8824"/>
                    <a:pt x="4562" y="8824"/>
                  </a:cubicBezTo>
                  <a:cubicBezTo>
                    <a:pt x="4596" y="8824"/>
                    <a:pt x="4621" y="8841"/>
                    <a:pt x="4637" y="8874"/>
                  </a:cubicBezTo>
                  <a:lnTo>
                    <a:pt x="5104" y="9574"/>
                  </a:lnTo>
                  <a:cubicBezTo>
                    <a:pt x="5114" y="9584"/>
                    <a:pt x="5127" y="9588"/>
                    <a:pt x="5141" y="9588"/>
                  </a:cubicBezTo>
                  <a:cubicBezTo>
                    <a:pt x="5174" y="9588"/>
                    <a:pt x="5214" y="9565"/>
                    <a:pt x="5238" y="9541"/>
                  </a:cubicBezTo>
                  <a:lnTo>
                    <a:pt x="6239" y="8507"/>
                  </a:lnTo>
                  <a:cubicBezTo>
                    <a:pt x="6305" y="8440"/>
                    <a:pt x="6339" y="8340"/>
                    <a:pt x="6305" y="8273"/>
                  </a:cubicBezTo>
                  <a:lnTo>
                    <a:pt x="6038" y="7339"/>
                  </a:lnTo>
                  <a:cubicBezTo>
                    <a:pt x="6038" y="7273"/>
                    <a:pt x="6038" y="7173"/>
                    <a:pt x="6105" y="7106"/>
                  </a:cubicBezTo>
                  <a:cubicBezTo>
                    <a:pt x="6272" y="6839"/>
                    <a:pt x="6405" y="6572"/>
                    <a:pt x="6539" y="6305"/>
                  </a:cubicBezTo>
                  <a:cubicBezTo>
                    <a:pt x="6605" y="6239"/>
                    <a:pt x="6672" y="6172"/>
                    <a:pt x="6772" y="6172"/>
                  </a:cubicBezTo>
                  <a:lnTo>
                    <a:pt x="7606" y="5938"/>
                  </a:lnTo>
                  <a:cubicBezTo>
                    <a:pt x="7673" y="5938"/>
                    <a:pt x="7773" y="5872"/>
                    <a:pt x="7806" y="5805"/>
                  </a:cubicBezTo>
                  <a:lnTo>
                    <a:pt x="8207" y="4337"/>
                  </a:lnTo>
                  <a:cubicBezTo>
                    <a:pt x="8240" y="4304"/>
                    <a:pt x="8207" y="4271"/>
                    <a:pt x="8173" y="4237"/>
                  </a:cubicBezTo>
                  <a:lnTo>
                    <a:pt x="8140" y="4237"/>
                  </a:lnTo>
                  <a:lnTo>
                    <a:pt x="7339" y="4204"/>
                  </a:lnTo>
                  <a:cubicBezTo>
                    <a:pt x="7273" y="4204"/>
                    <a:pt x="7206" y="4137"/>
                    <a:pt x="7239" y="4070"/>
                  </a:cubicBezTo>
                  <a:lnTo>
                    <a:pt x="7239" y="3704"/>
                  </a:lnTo>
                  <a:lnTo>
                    <a:pt x="7239" y="3303"/>
                  </a:lnTo>
                  <a:cubicBezTo>
                    <a:pt x="7239" y="3237"/>
                    <a:pt x="7239" y="3136"/>
                    <a:pt x="7306" y="3070"/>
                  </a:cubicBezTo>
                  <a:lnTo>
                    <a:pt x="8173" y="2036"/>
                  </a:lnTo>
                  <a:cubicBezTo>
                    <a:pt x="8240" y="1969"/>
                    <a:pt x="8240" y="1902"/>
                    <a:pt x="8240" y="1802"/>
                  </a:cubicBezTo>
                  <a:lnTo>
                    <a:pt x="7806" y="902"/>
                  </a:lnTo>
                  <a:cubicBezTo>
                    <a:pt x="7806" y="902"/>
                    <a:pt x="7806" y="868"/>
                    <a:pt x="7773" y="868"/>
                  </a:cubicBezTo>
                  <a:cubicBezTo>
                    <a:pt x="7740" y="868"/>
                    <a:pt x="7706" y="868"/>
                    <a:pt x="7640" y="902"/>
                  </a:cubicBezTo>
                  <a:lnTo>
                    <a:pt x="6739" y="1735"/>
                  </a:lnTo>
                  <a:cubicBezTo>
                    <a:pt x="6698" y="1777"/>
                    <a:pt x="6656" y="1805"/>
                    <a:pt x="6615" y="1805"/>
                  </a:cubicBezTo>
                  <a:cubicBezTo>
                    <a:pt x="6590" y="1805"/>
                    <a:pt x="6564" y="1794"/>
                    <a:pt x="6539" y="1769"/>
                  </a:cubicBezTo>
                  <a:cubicBezTo>
                    <a:pt x="6405" y="1669"/>
                    <a:pt x="6272" y="1602"/>
                    <a:pt x="6105" y="1569"/>
                  </a:cubicBezTo>
                  <a:cubicBezTo>
                    <a:pt x="6038" y="1535"/>
                    <a:pt x="6005" y="1469"/>
                    <a:pt x="6005" y="1402"/>
                  </a:cubicBezTo>
                  <a:lnTo>
                    <a:pt x="6305" y="101"/>
                  </a:lnTo>
                  <a:cubicBezTo>
                    <a:pt x="6305" y="68"/>
                    <a:pt x="6305" y="34"/>
                    <a:pt x="62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3" name="Shape 3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4" name="Google Shape;3094;p57"/>
          <p:cNvSpPr txBox="1"/>
          <p:nvPr>
            <p:ph idx="1" type="body"/>
          </p:nvPr>
        </p:nvSpPr>
        <p:spPr>
          <a:xfrm>
            <a:off x="273350" y="824575"/>
            <a:ext cx="3762900" cy="40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Aplicación móvil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Exportación PDF y Excel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Estadísticas e informes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Notificaciones automáticas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Sistema de préstamos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Auditoría avanzada 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5" name="Google Shape;3095;p57" title="pngtree-the-future-change-picture-image_132823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0100" y="304800"/>
            <a:ext cx="368897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9" name="Shape 3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0" name="Google Shape;3100;p58"/>
          <p:cNvSpPr txBox="1"/>
          <p:nvPr>
            <p:ph idx="2" type="title"/>
          </p:nvPr>
        </p:nvSpPr>
        <p:spPr>
          <a:xfrm flipH="1">
            <a:off x="616300" y="3738025"/>
            <a:ext cx="1635300" cy="988500"/>
          </a:xfrm>
          <a:prstGeom prst="rect">
            <a:avLst/>
          </a:prstGeom>
        </p:spPr>
        <p:txBody>
          <a:bodyPr anchorCtr="0" anchor="b" bIns="91425" lIns="91425" spcFirstLastPara="1" rIns="11255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10</a:t>
            </a:r>
            <a:endParaRPr/>
          </a:p>
        </p:txBody>
      </p:sp>
      <p:sp>
        <p:nvSpPr>
          <p:cNvPr id="3101" name="Google Shape;3101;p58"/>
          <p:cNvSpPr txBox="1"/>
          <p:nvPr>
            <p:ph type="title"/>
          </p:nvPr>
        </p:nvSpPr>
        <p:spPr>
          <a:xfrm flipH="1">
            <a:off x="0" y="1723150"/>
            <a:ext cx="8287500" cy="26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>
                <a:solidFill>
                  <a:schemeClr val="dk1"/>
                </a:solidFill>
              </a:rPr>
              <a:t>CONCLUSIONES </a:t>
            </a:r>
            <a:endParaRPr sz="4500">
              <a:solidFill>
                <a:schemeClr val="dk1"/>
              </a:solidFill>
            </a:endParaRPr>
          </a:p>
        </p:txBody>
      </p:sp>
      <p:grpSp>
        <p:nvGrpSpPr>
          <p:cNvPr id="3102" name="Google Shape;3102;p58"/>
          <p:cNvGrpSpPr/>
          <p:nvPr/>
        </p:nvGrpSpPr>
        <p:grpSpPr>
          <a:xfrm>
            <a:off x="5313079" y="871955"/>
            <a:ext cx="3093441" cy="2952953"/>
            <a:chOff x="1410350" y="458825"/>
            <a:chExt cx="4602650" cy="4394275"/>
          </a:xfrm>
        </p:grpSpPr>
        <p:sp>
          <p:nvSpPr>
            <p:cNvPr id="3103" name="Google Shape;3103;p58"/>
            <p:cNvSpPr/>
            <p:nvPr/>
          </p:nvSpPr>
          <p:spPr>
            <a:xfrm>
              <a:off x="1758925" y="3935750"/>
              <a:ext cx="1210050" cy="698875"/>
            </a:xfrm>
            <a:custGeom>
              <a:rect b="b" l="l" r="r" t="t"/>
              <a:pathLst>
                <a:path extrusionOk="0" h="27955" w="48402">
                  <a:moveTo>
                    <a:pt x="24185" y="1"/>
                  </a:moveTo>
                  <a:cubicBezTo>
                    <a:pt x="10842" y="1"/>
                    <a:pt x="1" y="6272"/>
                    <a:pt x="1" y="13978"/>
                  </a:cubicBezTo>
                  <a:cubicBezTo>
                    <a:pt x="1" y="21716"/>
                    <a:pt x="10842" y="27954"/>
                    <a:pt x="24185" y="27954"/>
                  </a:cubicBezTo>
                  <a:cubicBezTo>
                    <a:pt x="37561" y="27954"/>
                    <a:pt x="48402" y="21716"/>
                    <a:pt x="48402" y="13978"/>
                  </a:cubicBezTo>
                  <a:cubicBezTo>
                    <a:pt x="48402" y="6272"/>
                    <a:pt x="37561" y="1"/>
                    <a:pt x="24185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4" name="Google Shape;3104;p58"/>
            <p:cNvSpPr/>
            <p:nvPr/>
          </p:nvSpPr>
          <p:spPr>
            <a:xfrm>
              <a:off x="1522225" y="3195650"/>
              <a:ext cx="531950" cy="799350"/>
            </a:xfrm>
            <a:custGeom>
              <a:rect b="b" l="l" r="r" t="t"/>
              <a:pathLst>
                <a:path extrusionOk="0" h="31974" w="21278">
                  <a:moveTo>
                    <a:pt x="6424" y="0"/>
                  </a:moveTo>
                  <a:cubicBezTo>
                    <a:pt x="2958" y="0"/>
                    <a:pt x="1" y="2810"/>
                    <a:pt x="2797" y="6522"/>
                  </a:cubicBezTo>
                  <a:cubicBezTo>
                    <a:pt x="6366" y="11258"/>
                    <a:pt x="16374" y="17830"/>
                    <a:pt x="15973" y="29872"/>
                  </a:cubicBezTo>
                  <a:lnTo>
                    <a:pt x="20677" y="31973"/>
                  </a:lnTo>
                  <a:cubicBezTo>
                    <a:pt x="20677" y="31973"/>
                    <a:pt x="21277" y="23267"/>
                    <a:pt x="20043" y="16462"/>
                  </a:cubicBezTo>
                  <a:cubicBezTo>
                    <a:pt x="18775" y="9691"/>
                    <a:pt x="13605" y="2852"/>
                    <a:pt x="9302" y="684"/>
                  </a:cubicBezTo>
                  <a:cubicBezTo>
                    <a:pt x="8377" y="215"/>
                    <a:pt x="7381" y="0"/>
                    <a:pt x="642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5" name="Google Shape;3105;p58"/>
            <p:cNvSpPr/>
            <p:nvPr/>
          </p:nvSpPr>
          <p:spPr>
            <a:xfrm>
              <a:off x="1522225" y="3195650"/>
              <a:ext cx="531950" cy="799350"/>
            </a:xfrm>
            <a:custGeom>
              <a:rect b="b" l="l" r="r" t="t"/>
              <a:pathLst>
                <a:path extrusionOk="0" h="31974" w="21278">
                  <a:moveTo>
                    <a:pt x="6424" y="0"/>
                  </a:moveTo>
                  <a:cubicBezTo>
                    <a:pt x="2958" y="0"/>
                    <a:pt x="1" y="2810"/>
                    <a:pt x="2797" y="6522"/>
                  </a:cubicBezTo>
                  <a:cubicBezTo>
                    <a:pt x="6366" y="11258"/>
                    <a:pt x="16374" y="17830"/>
                    <a:pt x="15973" y="29872"/>
                  </a:cubicBezTo>
                  <a:lnTo>
                    <a:pt x="20677" y="31973"/>
                  </a:lnTo>
                  <a:cubicBezTo>
                    <a:pt x="20677" y="31973"/>
                    <a:pt x="21277" y="23267"/>
                    <a:pt x="20043" y="16462"/>
                  </a:cubicBezTo>
                  <a:cubicBezTo>
                    <a:pt x="18775" y="9691"/>
                    <a:pt x="13605" y="2852"/>
                    <a:pt x="9302" y="684"/>
                  </a:cubicBezTo>
                  <a:cubicBezTo>
                    <a:pt x="8377" y="215"/>
                    <a:pt x="7381" y="0"/>
                    <a:pt x="642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58"/>
            <p:cNvSpPr/>
            <p:nvPr/>
          </p:nvSpPr>
          <p:spPr>
            <a:xfrm>
              <a:off x="1704725" y="3274425"/>
              <a:ext cx="308575" cy="560450"/>
            </a:xfrm>
            <a:custGeom>
              <a:rect b="b" l="l" r="r" t="t"/>
              <a:pathLst>
                <a:path extrusionOk="0" h="22418" w="12343">
                  <a:moveTo>
                    <a:pt x="253" y="0"/>
                  </a:moveTo>
                  <a:cubicBezTo>
                    <a:pt x="181" y="0"/>
                    <a:pt x="110" y="37"/>
                    <a:pt x="67" y="102"/>
                  </a:cubicBezTo>
                  <a:cubicBezTo>
                    <a:pt x="0" y="202"/>
                    <a:pt x="34" y="335"/>
                    <a:pt x="134" y="402"/>
                  </a:cubicBezTo>
                  <a:cubicBezTo>
                    <a:pt x="7172" y="5506"/>
                    <a:pt x="11509" y="13545"/>
                    <a:pt x="11876" y="22218"/>
                  </a:cubicBezTo>
                  <a:cubicBezTo>
                    <a:pt x="11876" y="22351"/>
                    <a:pt x="11976" y="22418"/>
                    <a:pt x="12109" y="22418"/>
                  </a:cubicBezTo>
                  <a:cubicBezTo>
                    <a:pt x="12242" y="22418"/>
                    <a:pt x="12343" y="22318"/>
                    <a:pt x="12309" y="22184"/>
                  </a:cubicBezTo>
                  <a:cubicBezTo>
                    <a:pt x="11942" y="13378"/>
                    <a:pt x="7539" y="5205"/>
                    <a:pt x="367" y="35"/>
                  </a:cubicBezTo>
                  <a:cubicBezTo>
                    <a:pt x="332" y="11"/>
                    <a:pt x="292" y="0"/>
                    <a:pt x="2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58"/>
            <p:cNvSpPr/>
            <p:nvPr/>
          </p:nvSpPr>
          <p:spPr>
            <a:xfrm>
              <a:off x="1410350" y="3567025"/>
              <a:ext cx="682175" cy="701325"/>
            </a:xfrm>
            <a:custGeom>
              <a:rect b="b" l="l" r="r" t="t"/>
              <a:pathLst>
                <a:path extrusionOk="0" h="28053" w="27287">
                  <a:moveTo>
                    <a:pt x="4462" y="1"/>
                  </a:moveTo>
                  <a:cubicBezTo>
                    <a:pt x="3571" y="1"/>
                    <a:pt x="2727" y="247"/>
                    <a:pt x="2035" y="873"/>
                  </a:cubicBezTo>
                  <a:cubicBezTo>
                    <a:pt x="0" y="2641"/>
                    <a:pt x="2736" y="6244"/>
                    <a:pt x="4870" y="7878"/>
                  </a:cubicBezTo>
                  <a:cubicBezTo>
                    <a:pt x="5971" y="8712"/>
                    <a:pt x="6271" y="9379"/>
                    <a:pt x="5471" y="10480"/>
                  </a:cubicBezTo>
                  <a:cubicBezTo>
                    <a:pt x="5004" y="11114"/>
                    <a:pt x="4770" y="11514"/>
                    <a:pt x="4303" y="12148"/>
                  </a:cubicBezTo>
                  <a:cubicBezTo>
                    <a:pt x="3870" y="12748"/>
                    <a:pt x="3670" y="13516"/>
                    <a:pt x="3736" y="14250"/>
                  </a:cubicBezTo>
                  <a:cubicBezTo>
                    <a:pt x="3903" y="15384"/>
                    <a:pt x="4837" y="16184"/>
                    <a:pt x="5871" y="16651"/>
                  </a:cubicBezTo>
                  <a:cubicBezTo>
                    <a:pt x="6905" y="17085"/>
                    <a:pt x="8006" y="17285"/>
                    <a:pt x="9007" y="17785"/>
                  </a:cubicBezTo>
                  <a:cubicBezTo>
                    <a:pt x="9841" y="18186"/>
                    <a:pt x="10474" y="18886"/>
                    <a:pt x="10741" y="19787"/>
                  </a:cubicBezTo>
                  <a:cubicBezTo>
                    <a:pt x="10975" y="20721"/>
                    <a:pt x="10808" y="21688"/>
                    <a:pt x="10741" y="22656"/>
                  </a:cubicBezTo>
                  <a:cubicBezTo>
                    <a:pt x="10608" y="24890"/>
                    <a:pt x="11709" y="26258"/>
                    <a:pt x="13243" y="27192"/>
                  </a:cubicBezTo>
                  <a:cubicBezTo>
                    <a:pt x="14207" y="27802"/>
                    <a:pt x="15264" y="28052"/>
                    <a:pt x="16345" y="28052"/>
                  </a:cubicBezTo>
                  <a:cubicBezTo>
                    <a:pt x="17097" y="28052"/>
                    <a:pt x="17861" y="27931"/>
                    <a:pt x="18614" y="27726"/>
                  </a:cubicBezTo>
                  <a:cubicBezTo>
                    <a:pt x="20815" y="27059"/>
                    <a:pt x="22817" y="25891"/>
                    <a:pt x="24451" y="24290"/>
                  </a:cubicBezTo>
                  <a:cubicBezTo>
                    <a:pt x="26152" y="22656"/>
                    <a:pt x="27286" y="20254"/>
                    <a:pt x="26819" y="17919"/>
                  </a:cubicBezTo>
                  <a:cubicBezTo>
                    <a:pt x="26453" y="16151"/>
                    <a:pt x="25185" y="14650"/>
                    <a:pt x="23717" y="13582"/>
                  </a:cubicBezTo>
                  <a:cubicBezTo>
                    <a:pt x="22850" y="12949"/>
                    <a:pt x="21849" y="12382"/>
                    <a:pt x="21349" y="11414"/>
                  </a:cubicBezTo>
                  <a:cubicBezTo>
                    <a:pt x="20715" y="10213"/>
                    <a:pt x="21082" y="8746"/>
                    <a:pt x="20882" y="7411"/>
                  </a:cubicBezTo>
                  <a:cubicBezTo>
                    <a:pt x="20648" y="5977"/>
                    <a:pt x="19748" y="4743"/>
                    <a:pt x="18480" y="4076"/>
                  </a:cubicBezTo>
                  <a:cubicBezTo>
                    <a:pt x="17012" y="3308"/>
                    <a:pt x="15311" y="3375"/>
                    <a:pt x="13710" y="3275"/>
                  </a:cubicBezTo>
                  <a:cubicBezTo>
                    <a:pt x="12242" y="3242"/>
                    <a:pt x="10808" y="2741"/>
                    <a:pt x="9607" y="1941"/>
                  </a:cubicBezTo>
                  <a:cubicBezTo>
                    <a:pt x="8287" y="1023"/>
                    <a:pt x="6277" y="1"/>
                    <a:pt x="446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8" name="Google Shape;3108;p58"/>
            <p:cNvSpPr/>
            <p:nvPr/>
          </p:nvSpPr>
          <p:spPr>
            <a:xfrm>
              <a:off x="1524875" y="3615475"/>
              <a:ext cx="405875" cy="535475"/>
            </a:xfrm>
            <a:custGeom>
              <a:rect b="b" l="l" r="r" t="t"/>
              <a:pathLst>
                <a:path extrusionOk="0" h="21419" w="16235">
                  <a:moveTo>
                    <a:pt x="394" y="1"/>
                  </a:moveTo>
                  <a:cubicBezTo>
                    <a:pt x="156" y="1"/>
                    <a:pt x="0" y="361"/>
                    <a:pt x="256" y="503"/>
                  </a:cubicBezTo>
                  <a:cubicBezTo>
                    <a:pt x="356" y="536"/>
                    <a:pt x="8095" y="4940"/>
                    <a:pt x="12698" y="12845"/>
                  </a:cubicBezTo>
                  <a:cubicBezTo>
                    <a:pt x="10497" y="11719"/>
                    <a:pt x="8070" y="11157"/>
                    <a:pt x="5615" y="11157"/>
                  </a:cubicBezTo>
                  <a:cubicBezTo>
                    <a:pt x="4797" y="11157"/>
                    <a:pt x="3975" y="11219"/>
                    <a:pt x="3158" y="11344"/>
                  </a:cubicBezTo>
                  <a:cubicBezTo>
                    <a:pt x="2821" y="11375"/>
                    <a:pt x="2906" y="11856"/>
                    <a:pt x="3181" y="11856"/>
                  </a:cubicBezTo>
                  <a:cubicBezTo>
                    <a:pt x="3206" y="11856"/>
                    <a:pt x="3231" y="11853"/>
                    <a:pt x="3258" y="11845"/>
                  </a:cubicBezTo>
                  <a:cubicBezTo>
                    <a:pt x="4029" y="11724"/>
                    <a:pt x="4803" y="11664"/>
                    <a:pt x="5574" y="11664"/>
                  </a:cubicBezTo>
                  <a:cubicBezTo>
                    <a:pt x="8208" y="11664"/>
                    <a:pt x="10810" y="12356"/>
                    <a:pt x="13132" y="13646"/>
                  </a:cubicBezTo>
                  <a:cubicBezTo>
                    <a:pt x="14433" y="16014"/>
                    <a:pt x="15300" y="18583"/>
                    <a:pt x="15734" y="21218"/>
                  </a:cubicBezTo>
                  <a:cubicBezTo>
                    <a:pt x="15734" y="21318"/>
                    <a:pt x="15834" y="21418"/>
                    <a:pt x="15934" y="21418"/>
                  </a:cubicBezTo>
                  <a:lnTo>
                    <a:pt x="16034" y="21418"/>
                  </a:lnTo>
                  <a:cubicBezTo>
                    <a:pt x="16167" y="21418"/>
                    <a:pt x="16234" y="21285"/>
                    <a:pt x="16234" y="21151"/>
                  </a:cubicBezTo>
                  <a:cubicBezTo>
                    <a:pt x="15767" y="18449"/>
                    <a:pt x="14900" y="15847"/>
                    <a:pt x="13599" y="13446"/>
                  </a:cubicBezTo>
                  <a:cubicBezTo>
                    <a:pt x="13566" y="13379"/>
                    <a:pt x="13566" y="13346"/>
                    <a:pt x="13532" y="13312"/>
                  </a:cubicBezTo>
                  <a:cubicBezTo>
                    <a:pt x="13032" y="12412"/>
                    <a:pt x="12465" y="11511"/>
                    <a:pt x="11898" y="10644"/>
                  </a:cubicBezTo>
                  <a:cubicBezTo>
                    <a:pt x="11931" y="10243"/>
                    <a:pt x="12131" y="7308"/>
                    <a:pt x="13032" y="5040"/>
                  </a:cubicBezTo>
                  <a:cubicBezTo>
                    <a:pt x="13095" y="4851"/>
                    <a:pt x="12946" y="4715"/>
                    <a:pt x="12794" y="4715"/>
                  </a:cubicBezTo>
                  <a:cubicBezTo>
                    <a:pt x="12705" y="4715"/>
                    <a:pt x="12614" y="4762"/>
                    <a:pt x="12565" y="4873"/>
                  </a:cubicBezTo>
                  <a:cubicBezTo>
                    <a:pt x="11964" y="6541"/>
                    <a:pt x="11598" y="8242"/>
                    <a:pt x="11431" y="10010"/>
                  </a:cubicBezTo>
                  <a:cubicBezTo>
                    <a:pt x="8462" y="6007"/>
                    <a:pt x="4759" y="2638"/>
                    <a:pt x="523" y="36"/>
                  </a:cubicBezTo>
                  <a:cubicBezTo>
                    <a:pt x="479" y="11"/>
                    <a:pt x="435" y="1"/>
                    <a:pt x="3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58"/>
            <p:cNvSpPr/>
            <p:nvPr/>
          </p:nvSpPr>
          <p:spPr>
            <a:xfrm>
              <a:off x="1974075" y="2335450"/>
              <a:ext cx="836375" cy="2011275"/>
            </a:xfrm>
            <a:custGeom>
              <a:rect b="b" l="l" r="r" t="t"/>
              <a:pathLst>
                <a:path extrusionOk="0" h="80451" w="33455">
                  <a:moveTo>
                    <a:pt x="7473" y="0"/>
                  </a:moveTo>
                  <a:cubicBezTo>
                    <a:pt x="4671" y="5905"/>
                    <a:pt x="4170" y="9440"/>
                    <a:pt x="4037" y="14444"/>
                  </a:cubicBezTo>
                  <a:cubicBezTo>
                    <a:pt x="3837" y="24818"/>
                    <a:pt x="2869" y="37060"/>
                    <a:pt x="2869" y="37060"/>
                  </a:cubicBezTo>
                  <a:cubicBezTo>
                    <a:pt x="2736" y="38228"/>
                    <a:pt x="1702" y="40596"/>
                    <a:pt x="935" y="45766"/>
                  </a:cubicBezTo>
                  <a:cubicBezTo>
                    <a:pt x="34" y="51804"/>
                    <a:pt x="601" y="67716"/>
                    <a:pt x="601" y="67716"/>
                  </a:cubicBezTo>
                  <a:lnTo>
                    <a:pt x="568" y="68449"/>
                  </a:lnTo>
                  <a:cubicBezTo>
                    <a:pt x="534" y="69283"/>
                    <a:pt x="1" y="76122"/>
                    <a:pt x="334" y="78356"/>
                  </a:cubicBezTo>
                  <a:cubicBezTo>
                    <a:pt x="556" y="79687"/>
                    <a:pt x="1415" y="80451"/>
                    <a:pt x="2281" y="80451"/>
                  </a:cubicBezTo>
                  <a:cubicBezTo>
                    <a:pt x="3109" y="80451"/>
                    <a:pt x="3944" y="79754"/>
                    <a:pt x="4237" y="78190"/>
                  </a:cubicBezTo>
                  <a:cubicBezTo>
                    <a:pt x="4537" y="76655"/>
                    <a:pt x="4904" y="69350"/>
                    <a:pt x="4938" y="68650"/>
                  </a:cubicBezTo>
                  <a:lnTo>
                    <a:pt x="5004" y="68116"/>
                  </a:lnTo>
                  <a:cubicBezTo>
                    <a:pt x="5204" y="66615"/>
                    <a:pt x="5538" y="65581"/>
                    <a:pt x="6172" y="63312"/>
                  </a:cubicBezTo>
                  <a:cubicBezTo>
                    <a:pt x="7906" y="57208"/>
                    <a:pt x="10675" y="43765"/>
                    <a:pt x="11509" y="39162"/>
                  </a:cubicBezTo>
                  <a:cubicBezTo>
                    <a:pt x="12176" y="35392"/>
                    <a:pt x="14211" y="27987"/>
                    <a:pt x="15312" y="24051"/>
                  </a:cubicBezTo>
                  <a:lnTo>
                    <a:pt x="17914" y="39962"/>
                  </a:lnTo>
                  <a:cubicBezTo>
                    <a:pt x="17914" y="39962"/>
                    <a:pt x="17713" y="43131"/>
                    <a:pt x="17713" y="45433"/>
                  </a:cubicBezTo>
                  <a:cubicBezTo>
                    <a:pt x="17713" y="50236"/>
                    <a:pt x="21149" y="63879"/>
                    <a:pt x="21283" y="65547"/>
                  </a:cubicBezTo>
                  <a:cubicBezTo>
                    <a:pt x="21082" y="66348"/>
                    <a:pt x="20615" y="66882"/>
                    <a:pt x="20615" y="68283"/>
                  </a:cubicBezTo>
                  <a:cubicBezTo>
                    <a:pt x="20615" y="69083"/>
                    <a:pt x="21316" y="70117"/>
                    <a:pt x="23084" y="72586"/>
                  </a:cubicBezTo>
                  <a:cubicBezTo>
                    <a:pt x="23618" y="73286"/>
                    <a:pt x="23951" y="75788"/>
                    <a:pt x="24452" y="76488"/>
                  </a:cubicBezTo>
                  <a:cubicBezTo>
                    <a:pt x="25219" y="77589"/>
                    <a:pt x="27921" y="78290"/>
                    <a:pt x="29689" y="78523"/>
                  </a:cubicBezTo>
                  <a:cubicBezTo>
                    <a:pt x="29903" y="78553"/>
                    <a:pt x="30127" y="78568"/>
                    <a:pt x="30352" y="78568"/>
                  </a:cubicBezTo>
                  <a:cubicBezTo>
                    <a:pt x="31876" y="78568"/>
                    <a:pt x="33454" y="77898"/>
                    <a:pt x="32524" y="76822"/>
                  </a:cubicBezTo>
                  <a:cubicBezTo>
                    <a:pt x="32190" y="76355"/>
                    <a:pt x="29722" y="74153"/>
                    <a:pt x="29355" y="73720"/>
                  </a:cubicBezTo>
                  <a:cubicBezTo>
                    <a:pt x="28221" y="72352"/>
                    <a:pt x="27320" y="70818"/>
                    <a:pt x="26686" y="69183"/>
                  </a:cubicBezTo>
                  <a:cubicBezTo>
                    <a:pt x="26186" y="67882"/>
                    <a:pt x="26019" y="67315"/>
                    <a:pt x="26019" y="66548"/>
                  </a:cubicBezTo>
                  <a:lnTo>
                    <a:pt x="26053" y="65814"/>
                  </a:lnTo>
                  <a:cubicBezTo>
                    <a:pt x="26053" y="65814"/>
                    <a:pt x="26553" y="53872"/>
                    <a:pt x="26453" y="40196"/>
                  </a:cubicBezTo>
                  <a:cubicBezTo>
                    <a:pt x="26353" y="24585"/>
                    <a:pt x="24952" y="6739"/>
                    <a:pt x="24618" y="4103"/>
                  </a:cubicBezTo>
                  <a:lnTo>
                    <a:pt x="7473" y="0"/>
                  </a:ln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58"/>
            <p:cNvSpPr/>
            <p:nvPr/>
          </p:nvSpPr>
          <p:spPr>
            <a:xfrm>
              <a:off x="1978250" y="2292075"/>
              <a:ext cx="671350" cy="1469500"/>
            </a:xfrm>
            <a:custGeom>
              <a:rect b="b" l="l" r="r" t="t"/>
              <a:pathLst>
                <a:path extrusionOk="0" h="58780" w="26854">
                  <a:moveTo>
                    <a:pt x="6372" y="1"/>
                  </a:moveTo>
                  <a:lnTo>
                    <a:pt x="6272" y="1102"/>
                  </a:lnTo>
                  <a:cubicBezTo>
                    <a:pt x="5404" y="3136"/>
                    <a:pt x="3370" y="5805"/>
                    <a:pt x="2369" y="11042"/>
                  </a:cubicBezTo>
                  <a:cubicBezTo>
                    <a:pt x="1869" y="13644"/>
                    <a:pt x="2069" y="16179"/>
                    <a:pt x="2035" y="19748"/>
                  </a:cubicBezTo>
                  <a:cubicBezTo>
                    <a:pt x="2002" y="24952"/>
                    <a:pt x="2669" y="35560"/>
                    <a:pt x="2469" y="37961"/>
                  </a:cubicBezTo>
                  <a:cubicBezTo>
                    <a:pt x="2269" y="40363"/>
                    <a:pt x="1035" y="43198"/>
                    <a:pt x="534" y="46834"/>
                  </a:cubicBezTo>
                  <a:cubicBezTo>
                    <a:pt x="1" y="50504"/>
                    <a:pt x="67" y="57175"/>
                    <a:pt x="67" y="57175"/>
                  </a:cubicBezTo>
                  <a:cubicBezTo>
                    <a:pt x="67" y="57175"/>
                    <a:pt x="1068" y="58376"/>
                    <a:pt x="3570" y="58743"/>
                  </a:cubicBezTo>
                  <a:cubicBezTo>
                    <a:pt x="3808" y="58768"/>
                    <a:pt x="4047" y="58780"/>
                    <a:pt x="4285" y="58780"/>
                  </a:cubicBezTo>
                  <a:cubicBezTo>
                    <a:pt x="5643" y="58780"/>
                    <a:pt x="6976" y="58380"/>
                    <a:pt x="8140" y="57642"/>
                  </a:cubicBezTo>
                  <a:cubicBezTo>
                    <a:pt x="8140" y="57642"/>
                    <a:pt x="11442" y="44633"/>
                    <a:pt x="11809" y="42831"/>
                  </a:cubicBezTo>
                  <a:cubicBezTo>
                    <a:pt x="12209" y="40997"/>
                    <a:pt x="15111" y="26553"/>
                    <a:pt x="15111" y="26553"/>
                  </a:cubicBezTo>
                  <a:lnTo>
                    <a:pt x="17280" y="41831"/>
                  </a:lnTo>
                  <a:cubicBezTo>
                    <a:pt x="17079" y="43832"/>
                    <a:pt x="17046" y="45800"/>
                    <a:pt x="17179" y="47768"/>
                  </a:cubicBezTo>
                  <a:cubicBezTo>
                    <a:pt x="17380" y="51438"/>
                    <a:pt x="18914" y="56641"/>
                    <a:pt x="18914" y="56641"/>
                  </a:cubicBezTo>
                  <a:cubicBezTo>
                    <a:pt x="18914" y="56641"/>
                    <a:pt x="19719" y="57417"/>
                    <a:pt x="22006" y="57417"/>
                  </a:cubicBezTo>
                  <a:cubicBezTo>
                    <a:pt x="22138" y="57417"/>
                    <a:pt x="22275" y="57414"/>
                    <a:pt x="22417" y="57409"/>
                  </a:cubicBezTo>
                  <a:cubicBezTo>
                    <a:pt x="25018" y="57342"/>
                    <a:pt x="26186" y="56508"/>
                    <a:pt x="26186" y="56508"/>
                  </a:cubicBezTo>
                  <a:cubicBezTo>
                    <a:pt x="26186" y="56508"/>
                    <a:pt x="26620" y="42998"/>
                    <a:pt x="26753" y="30323"/>
                  </a:cubicBezTo>
                  <a:cubicBezTo>
                    <a:pt x="26853" y="20983"/>
                    <a:pt x="26019" y="7840"/>
                    <a:pt x="23984" y="1635"/>
                  </a:cubicBezTo>
                  <a:lnTo>
                    <a:pt x="24018" y="334"/>
                  </a:lnTo>
                  <a:lnTo>
                    <a:pt x="24018" y="334"/>
                  </a:lnTo>
                  <a:cubicBezTo>
                    <a:pt x="21847" y="1734"/>
                    <a:pt x="18833" y="2290"/>
                    <a:pt x="15867" y="2290"/>
                  </a:cubicBezTo>
                  <a:cubicBezTo>
                    <a:pt x="11906" y="2290"/>
                    <a:pt x="8031" y="1298"/>
                    <a:pt x="637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1" name="Google Shape;3111;p58"/>
            <p:cNvSpPr/>
            <p:nvPr/>
          </p:nvSpPr>
          <p:spPr>
            <a:xfrm>
              <a:off x="1939900" y="4028325"/>
              <a:ext cx="185150" cy="429850"/>
            </a:xfrm>
            <a:custGeom>
              <a:rect b="b" l="l" r="r" t="t"/>
              <a:pathLst>
                <a:path extrusionOk="0" h="17194" w="7406">
                  <a:moveTo>
                    <a:pt x="1968" y="1"/>
                  </a:moveTo>
                  <a:cubicBezTo>
                    <a:pt x="1168" y="1"/>
                    <a:pt x="1668" y="3136"/>
                    <a:pt x="1434" y="5138"/>
                  </a:cubicBezTo>
                  <a:cubicBezTo>
                    <a:pt x="1201" y="7272"/>
                    <a:pt x="467" y="8840"/>
                    <a:pt x="234" y="10608"/>
                  </a:cubicBezTo>
                  <a:cubicBezTo>
                    <a:pt x="0" y="12643"/>
                    <a:pt x="167" y="13477"/>
                    <a:pt x="867" y="15145"/>
                  </a:cubicBezTo>
                  <a:cubicBezTo>
                    <a:pt x="1238" y="16048"/>
                    <a:pt x="2720" y="17194"/>
                    <a:pt x="3948" y="17194"/>
                  </a:cubicBezTo>
                  <a:cubicBezTo>
                    <a:pt x="4487" y="17194"/>
                    <a:pt x="4978" y="16972"/>
                    <a:pt x="5304" y="16412"/>
                  </a:cubicBezTo>
                  <a:cubicBezTo>
                    <a:pt x="6405" y="14544"/>
                    <a:pt x="6672" y="12443"/>
                    <a:pt x="6571" y="10441"/>
                  </a:cubicBezTo>
                  <a:cubicBezTo>
                    <a:pt x="6471" y="8373"/>
                    <a:pt x="6338" y="6839"/>
                    <a:pt x="6338" y="5271"/>
                  </a:cubicBezTo>
                  <a:cubicBezTo>
                    <a:pt x="6338" y="3870"/>
                    <a:pt x="7405" y="601"/>
                    <a:pt x="6371" y="401"/>
                  </a:cubicBezTo>
                  <a:lnTo>
                    <a:pt x="6371" y="401"/>
                  </a:lnTo>
                  <a:lnTo>
                    <a:pt x="6305" y="935"/>
                  </a:lnTo>
                  <a:cubicBezTo>
                    <a:pt x="6110" y="1341"/>
                    <a:pt x="5008" y="1663"/>
                    <a:pt x="3955" y="1663"/>
                  </a:cubicBezTo>
                  <a:cubicBezTo>
                    <a:pt x="3020" y="1663"/>
                    <a:pt x="2123" y="1409"/>
                    <a:pt x="1935" y="734"/>
                  </a:cubicBezTo>
                  <a:lnTo>
                    <a:pt x="1968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2" name="Google Shape;3112;p58"/>
            <p:cNvSpPr/>
            <p:nvPr/>
          </p:nvSpPr>
          <p:spPr>
            <a:xfrm>
              <a:off x="2477775" y="4085025"/>
              <a:ext cx="73400" cy="134300"/>
            </a:xfrm>
            <a:custGeom>
              <a:rect b="b" l="l" r="r" t="t"/>
              <a:pathLst>
                <a:path extrusionOk="0" h="5372" w="2936">
                  <a:moveTo>
                    <a:pt x="267" y="1"/>
                  </a:moveTo>
                  <a:cubicBezTo>
                    <a:pt x="0" y="1035"/>
                    <a:pt x="234" y="3770"/>
                    <a:pt x="234" y="3770"/>
                  </a:cubicBezTo>
                  <a:cubicBezTo>
                    <a:pt x="234" y="3770"/>
                    <a:pt x="668" y="4738"/>
                    <a:pt x="2202" y="5371"/>
                  </a:cubicBezTo>
                  <a:lnTo>
                    <a:pt x="2936" y="1535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58"/>
            <p:cNvSpPr/>
            <p:nvPr/>
          </p:nvSpPr>
          <p:spPr>
            <a:xfrm>
              <a:off x="2532825" y="4116725"/>
              <a:ext cx="107600" cy="103425"/>
            </a:xfrm>
            <a:custGeom>
              <a:rect b="b" l="l" r="r" t="t"/>
              <a:pathLst>
                <a:path extrusionOk="0" h="4137" w="4304">
                  <a:moveTo>
                    <a:pt x="4303" y="0"/>
                  </a:moveTo>
                  <a:lnTo>
                    <a:pt x="434" y="1902"/>
                  </a:lnTo>
                  <a:lnTo>
                    <a:pt x="0" y="4137"/>
                  </a:lnTo>
                  <a:lnTo>
                    <a:pt x="3436" y="3036"/>
                  </a:lnTo>
                  <a:lnTo>
                    <a:pt x="43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4" name="Google Shape;3114;p58"/>
            <p:cNvSpPr/>
            <p:nvPr/>
          </p:nvSpPr>
          <p:spPr>
            <a:xfrm>
              <a:off x="2479450" y="3973950"/>
              <a:ext cx="350900" cy="353150"/>
            </a:xfrm>
            <a:custGeom>
              <a:rect b="b" l="l" r="r" t="t"/>
              <a:pathLst>
                <a:path extrusionOk="0" h="14126" w="14036">
                  <a:moveTo>
                    <a:pt x="1028" y="1"/>
                  </a:moveTo>
                  <a:cubicBezTo>
                    <a:pt x="744" y="1"/>
                    <a:pt x="489" y="1013"/>
                    <a:pt x="234" y="1842"/>
                  </a:cubicBezTo>
                  <a:cubicBezTo>
                    <a:pt x="0" y="2676"/>
                    <a:pt x="0" y="3610"/>
                    <a:pt x="200" y="4444"/>
                  </a:cubicBezTo>
                  <a:cubicBezTo>
                    <a:pt x="467" y="5411"/>
                    <a:pt x="1801" y="6379"/>
                    <a:pt x="2369" y="7246"/>
                  </a:cubicBezTo>
                  <a:cubicBezTo>
                    <a:pt x="2936" y="8080"/>
                    <a:pt x="3136" y="10148"/>
                    <a:pt x="3803" y="11315"/>
                  </a:cubicBezTo>
                  <a:cubicBezTo>
                    <a:pt x="4503" y="12450"/>
                    <a:pt x="7039" y="13550"/>
                    <a:pt x="8706" y="13951"/>
                  </a:cubicBezTo>
                  <a:cubicBezTo>
                    <a:pt x="9265" y="14071"/>
                    <a:pt x="9788" y="14125"/>
                    <a:pt x="10268" y="14125"/>
                  </a:cubicBezTo>
                  <a:cubicBezTo>
                    <a:pt x="12713" y="14125"/>
                    <a:pt x="14035" y="12725"/>
                    <a:pt x="13143" y="11582"/>
                  </a:cubicBezTo>
                  <a:cubicBezTo>
                    <a:pt x="12342" y="10548"/>
                    <a:pt x="9874" y="9214"/>
                    <a:pt x="8640" y="6879"/>
                  </a:cubicBezTo>
                  <a:cubicBezTo>
                    <a:pt x="7272" y="4277"/>
                    <a:pt x="6305" y="508"/>
                    <a:pt x="5838" y="274"/>
                  </a:cubicBezTo>
                  <a:lnTo>
                    <a:pt x="5804" y="1008"/>
                  </a:lnTo>
                  <a:cubicBezTo>
                    <a:pt x="5462" y="1635"/>
                    <a:pt x="4852" y="1824"/>
                    <a:pt x="4162" y="1824"/>
                  </a:cubicBezTo>
                  <a:cubicBezTo>
                    <a:pt x="4044" y="1824"/>
                    <a:pt x="3924" y="1818"/>
                    <a:pt x="3803" y="1809"/>
                  </a:cubicBezTo>
                  <a:cubicBezTo>
                    <a:pt x="2102" y="1709"/>
                    <a:pt x="1301" y="1141"/>
                    <a:pt x="1068" y="674"/>
                  </a:cubicBezTo>
                  <a:lnTo>
                    <a:pt x="1068" y="7"/>
                  </a:lnTo>
                  <a:cubicBezTo>
                    <a:pt x="1054" y="3"/>
                    <a:pt x="1041" y="1"/>
                    <a:pt x="102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5" name="Google Shape;3115;p58"/>
            <p:cNvSpPr/>
            <p:nvPr/>
          </p:nvSpPr>
          <p:spPr>
            <a:xfrm>
              <a:off x="1985750" y="2318775"/>
              <a:ext cx="212675" cy="1192550"/>
            </a:xfrm>
            <a:custGeom>
              <a:rect b="b" l="l" r="r" t="t"/>
              <a:pathLst>
                <a:path extrusionOk="0" h="47702" w="8507">
                  <a:moveTo>
                    <a:pt x="8107" y="0"/>
                  </a:moveTo>
                  <a:cubicBezTo>
                    <a:pt x="5605" y="5337"/>
                    <a:pt x="3670" y="10107"/>
                    <a:pt x="3503" y="18614"/>
                  </a:cubicBezTo>
                  <a:cubicBezTo>
                    <a:pt x="3470" y="20448"/>
                    <a:pt x="3437" y="22250"/>
                    <a:pt x="3437" y="23984"/>
                  </a:cubicBezTo>
                  <a:cubicBezTo>
                    <a:pt x="3370" y="30088"/>
                    <a:pt x="3303" y="35359"/>
                    <a:pt x="2436" y="37927"/>
                  </a:cubicBezTo>
                  <a:cubicBezTo>
                    <a:pt x="2269" y="38461"/>
                    <a:pt x="2069" y="39028"/>
                    <a:pt x="1835" y="39595"/>
                  </a:cubicBezTo>
                  <a:cubicBezTo>
                    <a:pt x="1569" y="40329"/>
                    <a:pt x="1302" y="41096"/>
                    <a:pt x="1001" y="41964"/>
                  </a:cubicBezTo>
                  <a:cubicBezTo>
                    <a:pt x="668" y="43198"/>
                    <a:pt x="401" y="44465"/>
                    <a:pt x="201" y="45766"/>
                  </a:cubicBezTo>
                  <a:cubicBezTo>
                    <a:pt x="134" y="46367"/>
                    <a:pt x="67" y="47001"/>
                    <a:pt x="1" y="47701"/>
                  </a:cubicBezTo>
                  <a:cubicBezTo>
                    <a:pt x="501" y="44999"/>
                    <a:pt x="1235" y="42331"/>
                    <a:pt x="2236" y="39729"/>
                  </a:cubicBezTo>
                  <a:cubicBezTo>
                    <a:pt x="2469" y="39128"/>
                    <a:pt x="2669" y="38595"/>
                    <a:pt x="2869" y="38027"/>
                  </a:cubicBezTo>
                  <a:cubicBezTo>
                    <a:pt x="3737" y="35426"/>
                    <a:pt x="3803" y="30122"/>
                    <a:pt x="3870" y="23984"/>
                  </a:cubicBezTo>
                  <a:cubicBezTo>
                    <a:pt x="3870" y="22216"/>
                    <a:pt x="3904" y="20415"/>
                    <a:pt x="3937" y="18614"/>
                  </a:cubicBezTo>
                  <a:cubicBezTo>
                    <a:pt x="4104" y="10174"/>
                    <a:pt x="6005" y="5437"/>
                    <a:pt x="8507" y="134"/>
                  </a:cubicBezTo>
                  <a:lnTo>
                    <a:pt x="8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6" name="Google Shape;3116;p58"/>
            <p:cNvSpPr/>
            <p:nvPr/>
          </p:nvSpPr>
          <p:spPr>
            <a:xfrm>
              <a:off x="2356025" y="2645675"/>
              <a:ext cx="175150" cy="576275"/>
            </a:xfrm>
            <a:custGeom>
              <a:rect b="b" l="l" r="r" t="t"/>
              <a:pathLst>
                <a:path extrusionOk="0" h="23051" w="7006">
                  <a:moveTo>
                    <a:pt x="7005" y="0"/>
                  </a:moveTo>
                  <a:lnTo>
                    <a:pt x="7005" y="0"/>
                  </a:lnTo>
                  <a:cubicBezTo>
                    <a:pt x="5404" y="2035"/>
                    <a:pt x="2035" y="2869"/>
                    <a:pt x="2035" y="2869"/>
                  </a:cubicBezTo>
                  <a:lnTo>
                    <a:pt x="0" y="12409"/>
                  </a:lnTo>
                  <a:lnTo>
                    <a:pt x="1501" y="23050"/>
                  </a:lnTo>
                  <a:lnTo>
                    <a:pt x="1168" y="12910"/>
                  </a:lnTo>
                  <a:lnTo>
                    <a:pt x="3236" y="3903"/>
                  </a:lnTo>
                  <a:cubicBezTo>
                    <a:pt x="6738" y="2502"/>
                    <a:pt x="7005" y="0"/>
                    <a:pt x="70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7" name="Google Shape;3117;p58"/>
            <p:cNvSpPr/>
            <p:nvPr/>
          </p:nvSpPr>
          <p:spPr>
            <a:xfrm>
              <a:off x="1969075" y="3628050"/>
              <a:ext cx="240200" cy="156850"/>
            </a:xfrm>
            <a:custGeom>
              <a:rect b="b" l="l" r="r" t="t"/>
              <a:pathLst>
                <a:path extrusionOk="0" h="6274" w="9608">
                  <a:moveTo>
                    <a:pt x="434" y="0"/>
                  </a:moveTo>
                  <a:cubicBezTo>
                    <a:pt x="34" y="234"/>
                    <a:pt x="67" y="834"/>
                    <a:pt x="34" y="2102"/>
                  </a:cubicBezTo>
                  <a:cubicBezTo>
                    <a:pt x="1" y="2936"/>
                    <a:pt x="67" y="3769"/>
                    <a:pt x="201" y="4603"/>
                  </a:cubicBezTo>
                  <a:cubicBezTo>
                    <a:pt x="301" y="4904"/>
                    <a:pt x="1068" y="5904"/>
                    <a:pt x="4037" y="6205"/>
                  </a:cubicBezTo>
                  <a:cubicBezTo>
                    <a:pt x="4459" y="6252"/>
                    <a:pt x="4845" y="6273"/>
                    <a:pt x="5198" y="6273"/>
                  </a:cubicBezTo>
                  <a:cubicBezTo>
                    <a:pt x="7328" y="6273"/>
                    <a:pt x="8240" y="5504"/>
                    <a:pt x="8440" y="5104"/>
                  </a:cubicBezTo>
                  <a:cubicBezTo>
                    <a:pt x="8840" y="4003"/>
                    <a:pt x="9174" y="2902"/>
                    <a:pt x="9441" y="1768"/>
                  </a:cubicBezTo>
                  <a:cubicBezTo>
                    <a:pt x="9607" y="1101"/>
                    <a:pt x="9307" y="1001"/>
                    <a:pt x="9307" y="1001"/>
                  </a:cubicBezTo>
                  <a:lnTo>
                    <a:pt x="9107" y="1768"/>
                  </a:lnTo>
                  <a:cubicBezTo>
                    <a:pt x="9107" y="1768"/>
                    <a:pt x="8055" y="2621"/>
                    <a:pt x="5454" y="2621"/>
                  </a:cubicBezTo>
                  <a:cubicBezTo>
                    <a:pt x="5237" y="2621"/>
                    <a:pt x="5009" y="2615"/>
                    <a:pt x="4771" y="2602"/>
                  </a:cubicBezTo>
                  <a:cubicBezTo>
                    <a:pt x="1668" y="2435"/>
                    <a:pt x="468" y="901"/>
                    <a:pt x="468" y="901"/>
                  </a:cubicBezTo>
                  <a:lnTo>
                    <a:pt x="434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8" name="Google Shape;3118;p58"/>
            <p:cNvSpPr/>
            <p:nvPr/>
          </p:nvSpPr>
          <p:spPr>
            <a:xfrm>
              <a:off x="1969075" y="3628050"/>
              <a:ext cx="240200" cy="156850"/>
            </a:xfrm>
            <a:custGeom>
              <a:rect b="b" l="l" r="r" t="t"/>
              <a:pathLst>
                <a:path extrusionOk="0" h="6274" w="9608">
                  <a:moveTo>
                    <a:pt x="434" y="0"/>
                  </a:moveTo>
                  <a:cubicBezTo>
                    <a:pt x="34" y="234"/>
                    <a:pt x="67" y="834"/>
                    <a:pt x="34" y="2102"/>
                  </a:cubicBezTo>
                  <a:cubicBezTo>
                    <a:pt x="1" y="2936"/>
                    <a:pt x="67" y="3769"/>
                    <a:pt x="201" y="4603"/>
                  </a:cubicBezTo>
                  <a:cubicBezTo>
                    <a:pt x="301" y="4904"/>
                    <a:pt x="1068" y="5904"/>
                    <a:pt x="4037" y="6205"/>
                  </a:cubicBezTo>
                  <a:cubicBezTo>
                    <a:pt x="4459" y="6252"/>
                    <a:pt x="4845" y="6273"/>
                    <a:pt x="5198" y="6273"/>
                  </a:cubicBezTo>
                  <a:cubicBezTo>
                    <a:pt x="7328" y="6273"/>
                    <a:pt x="8240" y="5504"/>
                    <a:pt x="8440" y="5104"/>
                  </a:cubicBezTo>
                  <a:cubicBezTo>
                    <a:pt x="8840" y="4003"/>
                    <a:pt x="9174" y="2902"/>
                    <a:pt x="9441" y="1768"/>
                  </a:cubicBezTo>
                  <a:cubicBezTo>
                    <a:pt x="9607" y="1101"/>
                    <a:pt x="9307" y="1001"/>
                    <a:pt x="9307" y="1001"/>
                  </a:cubicBezTo>
                  <a:lnTo>
                    <a:pt x="9107" y="1768"/>
                  </a:lnTo>
                  <a:cubicBezTo>
                    <a:pt x="9107" y="1768"/>
                    <a:pt x="8055" y="2621"/>
                    <a:pt x="5454" y="2621"/>
                  </a:cubicBezTo>
                  <a:cubicBezTo>
                    <a:pt x="5237" y="2621"/>
                    <a:pt x="5009" y="2615"/>
                    <a:pt x="4771" y="2602"/>
                  </a:cubicBezTo>
                  <a:cubicBezTo>
                    <a:pt x="1668" y="2435"/>
                    <a:pt x="468" y="901"/>
                    <a:pt x="468" y="901"/>
                  </a:cubicBezTo>
                  <a:lnTo>
                    <a:pt x="4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9" name="Google Shape;3119;p58"/>
            <p:cNvSpPr/>
            <p:nvPr/>
          </p:nvSpPr>
          <p:spPr>
            <a:xfrm>
              <a:off x="2430250" y="3649725"/>
              <a:ext cx="213500" cy="131525"/>
            </a:xfrm>
            <a:custGeom>
              <a:rect b="b" l="l" r="r" t="t"/>
              <a:pathLst>
                <a:path extrusionOk="0" h="5261" w="8540">
                  <a:moveTo>
                    <a:pt x="8173" y="0"/>
                  </a:moveTo>
                  <a:lnTo>
                    <a:pt x="8139" y="734"/>
                  </a:lnTo>
                  <a:cubicBezTo>
                    <a:pt x="8139" y="734"/>
                    <a:pt x="7606" y="1702"/>
                    <a:pt x="4703" y="1802"/>
                  </a:cubicBezTo>
                  <a:cubicBezTo>
                    <a:pt x="4574" y="1806"/>
                    <a:pt x="4447" y="1808"/>
                    <a:pt x="4323" y="1808"/>
                  </a:cubicBezTo>
                  <a:cubicBezTo>
                    <a:pt x="1682" y="1808"/>
                    <a:pt x="434" y="834"/>
                    <a:pt x="434" y="834"/>
                  </a:cubicBezTo>
                  <a:lnTo>
                    <a:pt x="267" y="234"/>
                  </a:lnTo>
                  <a:cubicBezTo>
                    <a:pt x="0" y="334"/>
                    <a:pt x="0" y="668"/>
                    <a:pt x="134" y="1368"/>
                  </a:cubicBezTo>
                  <a:cubicBezTo>
                    <a:pt x="234" y="2035"/>
                    <a:pt x="634" y="3570"/>
                    <a:pt x="734" y="4070"/>
                  </a:cubicBezTo>
                  <a:cubicBezTo>
                    <a:pt x="821" y="4476"/>
                    <a:pt x="2170" y="5261"/>
                    <a:pt x="4231" y="5261"/>
                  </a:cubicBezTo>
                  <a:cubicBezTo>
                    <a:pt x="4540" y="5261"/>
                    <a:pt x="4865" y="5243"/>
                    <a:pt x="5204" y="5204"/>
                  </a:cubicBezTo>
                  <a:cubicBezTo>
                    <a:pt x="7772" y="4904"/>
                    <a:pt x="8273" y="4237"/>
                    <a:pt x="8373" y="3570"/>
                  </a:cubicBezTo>
                  <a:cubicBezTo>
                    <a:pt x="8439" y="2869"/>
                    <a:pt x="8540" y="1101"/>
                    <a:pt x="8540" y="634"/>
                  </a:cubicBezTo>
                  <a:cubicBezTo>
                    <a:pt x="8540" y="167"/>
                    <a:pt x="8506" y="100"/>
                    <a:pt x="817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0" name="Google Shape;3120;p58"/>
            <p:cNvSpPr/>
            <p:nvPr/>
          </p:nvSpPr>
          <p:spPr>
            <a:xfrm>
              <a:off x="2430250" y="3649725"/>
              <a:ext cx="213500" cy="131525"/>
            </a:xfrm>
            <a:custGeom>
              <a:rect b="b" l="l" r="r" t="t"/>
              <a:pathLst>
                <a:path extrusionOk="0" h="5261" w="8540">
                  <a:moveTo>
                    <a:pt x="8173" y="0"/>
                  </a:moveTo>
                  <a:lnTo>
                    <a:pt x="8139" y="734"/>
                  </a:lnTo>
                  <a:cubicBezTo>
                    <a:pt x="8139" y="734"/>
                    <a:pt x="7606" y="1702"/>
                    <a:pt x="4703" y="1802"/>
                  </a:cubicBezTo>
                  <a:cubicBezTo>
                    <a:pt x="4574" y="1806"/>
                    <a:pt x="4447" y="1808"/>
                    <a:pt x="4323" y="1808"/>
                  </a:cubicBezTo>
                  <a:cubicBezTo>
                    <a:pt x="1682" y="1808"/>
                    <a:pt x="434" y="834"/>
                    <a:pt x="434" y="834"/>
                  </a:cubicBezTo>
                  <a:lnTo>
                    <a:pt x="267" y="234"/>
                  </a:lnTo>
                  <a:cubicBezTo>
                    <a:pt x="0" y="334"/>
                    <a:pt x="0" y="668"/>
                    <a:pt x="134" y="1368"/>
                  </a:cubicBezTo>
                  <a:cubicBezTo>
                    <a:pt x="234" y="2035"/>
                    <a:pt x="634" y="3570"/>
                    <a:pt x="734" y="4070"/>
                  </a:cubicBezTo>
                  <a:cubicBezTo>
                    <a:pt x="821" y="4476"/>
                    <a:pt x="2170" y="5261"/>
                    <a:pt x="4231" y="5261"/>
                  </a:cubicBezTo>
                  <a:cubicBezTo>
                    <a:pt x="4540" y="5261"/>
                    <a:pt x="4865" y="5243"/>
                    <a:pt x="5204" y="5204"/>
                  </a:cubicBezTo>
                  <a:cubicBezTo>
                    <a:pt x="7772" y="4904"/>
                    <a:pt x="8273" y="4237"/>
                    <a:pt x="8373" y="3570"/>
                  </a:cubicBezTo>
                  <a:cubicBezTo>
                    <a:pt x="8439" y="2869"/>
                    <a:pt x="8540" y="1101"/>
                    <a:pt x="8540" y="634"/>
                  </a:cubicBezTo>
                  <a:cubicBezTo>
                    <a:pt x="8540" y="167"/>
                    <a:pt x="8506" y="100"/>
                    <a:pt x="81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1" name="Google Shape;3121;p58"/>
            <p:cNvSpPr/>
            <p:nvPr/>
          </p:nvSpPr>
          <p:spPr>
            <a:xfrm>
              <a:off x="2003275" y="1376525"/>
              <a:ext cx="679675" cy="480475"/>
            </a:xfrm>
            <a:custGeom>
              <a:rect b="b" l="l" r="r" t="t"/>
              <a:pathLst>
                <a:path extrusionOk="0" h="19219" w="27187">
                  <a:moveTo>
                    <a:pt x="8267" y="0"/>
                  </a:moveTo>
                  <a:cubicBezTo>
                    <a:pt x="7705" y="0"/>
                    <a:pt x="7164" y="104"/>
                    <a:pt x="6672" y="364"/>
                  </a:cubicBezTo>
                  <a:cubicBezTo>
                    <a:pt x="5704" y="897"/>
                    <a:pt x="5004" y="1765"/>
                    <a:pt x="4637" y="2799"/>
                  </a:cubicBezTo>
                  <a:cubicBezTo>
                    <a:pt x="4070" y="4366"/>
                    <a:pt x="4203" y="6068"/>
                    <a:pt x="4237" y="7735"/>
                  </a:cubicBezTo>
                  <a:cubicBezTo>
                    <a:pt x="4270" y="8303"/>
                    <a:pt x="4170" y="8870"/>
                    <a:pt x="3970" y="9403"/>
                  </a:cubicBezTo>
                  <a:cubicBezTo>
                    <a:pt x="3764" y="9873"/>
                    <a:pt x="3300" y="10188"/>
                    <a:pt x="2804" y="10188"/>
                  </a:cubicBezTo>
                  <a:cubicBezTo>
                    <a:pt x="2737" y="10188"/>
                    <a:pt x="2670" y="10182"/>
                    <a:pt x="2602" y="10171"/>
                  </a:cubicBezTo>
                  <a:cubicBezTo>
                    <a:pt x="2035" y="10037"/>
                    <a:pt x="1768" y="9203"/>
                    <a:pt x="2202" y="8870"/>
                  </a:cubicBezTo>
                  <a:cubicBezTo>
                    <a:pt x="2155" y="8865"/>
                    <a:pt x="2110" y="8863"/>
                    <a:pt x="2065" y="8863"/>
                  </a:cubicBezTo>
                  <a:cubicBezTo>
                    <a:pt x="835" y="8863"/>
                    <a:pt x="409" y="10592"/>
                    <a:pt x="1568" y="11171"/>
                  </a:cubicBezTo>
                  <a:cubicBezTo>
                    <a:pt x="534" y="11338"/>
                    <a:pt x="0" y="12706"/>
                    <a:pt x="501" y="13606"/>
                  </a:cubicBezTo>
                  <a:cubicBezTo>
                    <a:pt x="913" y="14248"/>
                    <a:pt x="1593" y="14591"/>
                    <a:pt x="2303" y="14591"/>
                  </a:cubicBezTo>
                  <a:cubicBezTo>
                    <a:pt x="2627" y="14591"/>
                    <a:pt x="2956" y="14520"/>
                    <a:pt x="3269" y="14374"/>
                  </a:cubicBezTo>
                  <a:lnTo>
                    <a:pt x="3269" y="14374"/>
                  </a:lnTo>
                  <a:cubicBezTo>
                    <a:pt x="2869" y="15241"/>
                    <a:pt x="2635" y="16408"/>
                    <a:pt x="3770" y="17442"/>
                  </a:cubicBezTo>
                  <a:cubicBezTo>
                    <a:pt x="4365" y="17978"/>
                    <a:pt x="5160" y="18242"/>
                    <a:pt x="5869" y="18242"/>
                  </a:cubicBezTo>
                  <a:cubicBezTo>
                    <a:pt x="6352" y="18242"/>
                    <a:pt x="6794" y="18119"/>
                    <a:pt x="7105" y="17876"/>
                  </a:cubicBezTo>
                  <a:cubicBezTo>
                    <a:pt x="7601" y="18816"/>
                    <a:pt x="8179" y="18918"/>
                    <a:pt x="9062" y="18918"/>
                  </a:cubicBezTo>
                  <a:cubicBezTo>
                    <a:pt x="9308" y="18918"/>
                    <a:pt x="9577" y="18910"/>
                    <a:pt x="9874" y="18910"/>
                  </a:cubicBezTo>
                  <a:cubicBezTo>
                    <a:pt x="11242" y="18910"/>
                    <a:pt x="12509" y="18210"/>
                    <a:pt x="13243" y="17009"/>
                  </a:cubicBezTo>
                  <a:cubicBezTo>
                    <a:pt x="13243" y="18426"/>
                    <a:pt x="14819" y="19219"/>
                    <a:pt x="16090" y="19219"/>
                  </a:cubicBezTo>
                  <a:cubicBezTo>
                    <a:pt x="16165" y="19219"/>
                    <a:pt x="16239" y="19216"/>
                    <a:pt x="16312" y="19210"/>
                  </a:cubicBezTo>
                  <a:cubicBezTo>
                    <a:pt x="17146" y="19144"/>
                    <a:pt x="17946" y="18743"/>
                    <a:pt x="18547" y="18110"/>
                  </a:cubicBezTo>
                  <a:cubicBezTo>
                    <a:pt x="19177" y="18674"/>
                    <a:pt x="19907" y="18922"/>
                    <a:pt x="20619" y="18922"/>
                  </a:cubicBezTo>
                  <a:cubicBezTo>
                    <a:pt x="22433" y="18922"/>
                    <a:pt x="24124" y="17306"/>
                    <a:pt x="23717" y="15174"/>
                  </a:cubicBezTo>
                  <a:cubicBezTo>
                    <a:pt x="26186" y="15007"/>
                    <a:pt x="27186" y="11905"/>
                    <a:pt x="25285" y="10337"/>
                  </a:cubicBezTo>
                  <a:cubicBezTo>
                    <a:pt x="26219" y="9937"/>
                    <a:pt x="26819" y="9003"/>
                    <a:pt x="26352" y="7969"/>
                  </a:cubicBezTo>
                  <a:lnTo>
                    <a:pt x="26352" y="7969"/>
                  </a:lnTo>
                  <a:cubicBezTo>
                    <a:pt x="26167" y="8525"/>
                    <a:pt x="25792" y="8745"/>
                    <a:pt x="25295" y="8745"/>
                  </a:cubicBezTo>
                  <a:cubicBezTo>
                    <a:pt x="25166" y="8745"/>
                    <a:pt x="25029" y="8730"/>
                    <a:pt x="24885" y="8703"/>
                  </a:cubicBezTo>
                  <a:cubicBezTo>
                    <a:pt x="23484" y="8469"/>
                    <a:pt x="23183" y="7135"/>
                    <a:pt x="23083" y="6334"/>
                  </a:cubicBezTo>
                  <a:cubicBezTo>
                    <a:pt x="22983" y="5601"/>
                    <a:pt x="22283" y="5834"/>
                    <a:pt x="21749" y="5300"/>
                  </a:cubicBezTo>
                  <a:cubicBezTo>
                    <a:pt x="21182" y="4733"/>
                    <a:pt x="20515" y="4300"/>
                    <a:pt x="19781" y="3966"/>
                  </a:cubicBezTo>
                  <a:cubicBezTo>
                    <a:pt x="19414" y="3799"/>
                    <a:pt x="19014" y="3666"/>
                    <a:pt x="18647" y="3566"/>
                  </a:cubicBezTo>
                  <a:cubicBezTo>
                    <a:pt x="18247" y="3499"/>
                    <a:pt x="17880" y="3399"/>
                    <a:pt x="17546" y="3266"/>
                  </a:cubicBezTo>
                  <a:cubicBezTo>
                    <a:pt x="16779" y="2932"/>
                    <a:pt x="16045" y="2532"/>
                    <a:pt x="15278" y="2198"/>
                  </a:cubicBezTo>
                  <a:cubicBezTo>
                    <a:pt x="14511" y="1865"/>
                    <a:pt x="13610" y="1498"/>
                    <a:pt x="12776" y="1231"/>
                  </a:cubicBezTo>
                  <a:cubicBezTo>
                    <a:pt x="11483" y="767"/>
                    <a:pt x="9797" y="0"/>
                    <a:pt x="82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58"/>
            <p:cNvSpPr/>
            <p:nvPr/>
          </p:nvSpPr>
          <p:spPr>
            <a:xfrm>
              <a:off x="2502800" y="1427100"/>
              <a:ext cx="970700" cy="564800"/>
            </a:xfrm>
            <a:custGeom>
              <a:rect b="b" l="l" r="r" t="t"/>
              <a:pathLst>
                <a:path extrusionOk="0" h="22592" w="38828">
                  <a:moveTo>
                    <a:pt x="38053" y="0"/>
                  </a:moveTo>
                  <a:cubicBezTo>
                    <a:pt x="37359" y="0"/>
                    <a:pt x="36247" y="1251"/>
                    <a:pt x="35225" y="2410"/>
                  </a:cubicBezTo>
                  <a:cubicBezTo>
                    <a:pt x="34081" y="3620"/>
                    <a:pt x="32775" y="5247"/>
                    <a:pt x="32348" y="5247"/>
                  </a:cubicBezTo>
                  <a:cubicBezTo>
                    <a:pt x="32339" y="5247"/>
                    <a:pt x="32331" y="5247"/>
                    <a:pt x="32323" y="5245"/>
                  </a:cubicBezTo>
                  <a:cubicBezTo>
                    <a:pt x="31823" y="5179"/>
                    <a:pt x="32223" y="3511"/>
                    <a:pt x="31656" y="2610"/>
                  </a:cubicBezTo>
                  <a:cubicBezTo>
                    <a:pt x="31409" y="2193"/>
                    <a:pt x="31119" y="1998"/>
                    <a:pt x="30875" y="1998"/>
                  </a:cubicBezTo>
                  <a:cubicBezTo>
                    <a:pt x="30593" y="1998"/>
                    <a:pt x="30373" y="2260"/>
                    <a:pt x="30355" y="2744"/>
                  </a:cubicBezTo>
                  <a:cubicBezTo>
                    <a:pt x="30355" y="3511"/>
                    <a:pt x="29855" y="4645"/>
                    <a:pt x="29855" y="5946"/>
                  </a:cubicBezTo>
                  <a:cubicBezTo>
                    <a:pt x="29855" y="6580"/>
                    <a:pt x="30055" y="7947"/>
                    <a:pt x="29388" y="8581"/>
                  </a:cubicBezTo>
                  <a:cubicBezTo>
                    <a:pt x="28854" y="9115"/>
                    <a:pt x="18447" y="15419"/>
                    <a:pt x="18447" y="15419"/>
                  </a:cubicBezTo>
                  <a:cubicBezTo>
                    <a:pt x="18447" y="15419"/>
                    <a:pt x="12565" y="15578"/>
                    <a:pt x="9166" y="15578"/>
                  </a:cubicBezTo>
                  <a:cubicBezTo>
                    <a:pt x="8438" y="15578"/>
                    <a:pt x="7823" y="15571"/>
                    <a:pt x="7405" y="15553"/>
                  </a:cubicBezTo>
                  <a:cubicBezTo>
                    <a:pt x="5115" y="15469"/>
                    <a:pt x="4018" y="15222"/>
                    <a:pt x="1881" y="15222"/>
                  </a:cubicBezTo>
                  <a:cubicBezTo>
                    <a:pt x="1465" y="15222"/>
                    <a:pt x="1011" y="15231"/>
                    <a:pt x="501" y="15253"/>
                  </a:cubicBezTo>
                  <a:cubicBezTo>
                    <a:pt x="0" y="15920"/>
                    <a:pt x="1234" y="22191"/>
                    <a:pt x="4870" y="22591"/>
                  </a:cubicBezTo>
                  <a:cubicBezTo>
                    <a:pt x="4870" y="22591"/>
                    <a:pt x="13476" y="22424"/>
                    <a:pt x="16745" y="22291"/>
                  </a:cubicBezTo>
                  <a:cubicBezTo>
                    <a:pt x="19948" y="22158"/>
                    <a:pt x="20782" y="22158"/>
                    <a:pt x="21983" y="21324"/>
                  </a:cubicBezTo>
                  <a:cubicBezTo>
                    <a:pt x="24184" y="19823"/>
                    <a:pt x="26286" y="18188"/>
                    <a:pt x="28287" y="16453"/>
                  </a:cubicBezTo>
                  <a:cubicBezTo>
                    <a:pt x="31089" y="14118"/>
                    <a:pt x="32357" y="13118"/>
                    <a:pt x="32724" y="12918"/>
                  </a:cubicBezTo>
                  <a:cubicBezTo>
                    <a:pt x="33758" y="12250"/>
                    <a:pt x="34725" y="12117"/>
                    <a:pt x="35559" y="11583"/>
                  </a:cubicBezTo>
                  <a:cubicBezTo>
                    <a:pt x="36493" y="11050"/>
                    <a:pt x="37360" y="10349"/>
                    <a:pt x="38027" y="9482"/>
                  </a:cubicBezTo>
                  <a:cubicBezTo>
                    <a:pt x="38261" y="9215"/>
                    <a:pt x="38361" y="8848"/>
                    <a:pt x="38328" y="8514"/>
                  </a:cubicBezTo>
                  <a:cubicBezTo>
                    <a:pt x="38294" y="8348"/>
                    <a:pt x="38194" y="8181"/>
                    <a:pt x="38161" y="8014"/>
                  </a:cubicBezTo>
                  <a:cubicBezTo>
                    <a:pt x="38127" y="7714"/>
                    <a:pt x="38094" y="7414"/>
                    <a:pt x="38027" y="7147"/>
                  </a:cubicBezTo>
                  <a:cubicBezTo>
                    <a:pt x="37894" y="6780"/>
                    <a:pt x="37360" y="6613"/>
                    <a:pt x="37227" y="6246"/>
                  </a:cubicBezTo>
                  <a:cubicBezTo>
                    <a:pt x="37160" y="6079"/>
                    <a:pt x="37227" y="5579"/>
                    <a:pt x="37127" y="5446"/>
                  </a:cubicBezTo>
                  <a:cubicBezTo>
                    <a:pt x="36893" y="5179"/>
                    <a:pt x="36693" y="5145"/>
                    <a:pt x="36493" y="4979"/>
                  </a:cubicBezTo>
                  <a:cubicBezTo>
                    <a:pt x="36359" y="4879"/>
                    <a:pt x="36059" y="4712"/>
                    <a:pt x="36159" y="4512"/>
                  </a:cubicBezTo>
                  <a:cubicBezTo>
                    <a:pt x="36226" y="4311"/>
                    <a:pt x="36660" y="3878"/>
                    <a:pt x="37394" y="2744"/>
                  </a:cubicBezTo>
                  <a:cubicBezTo>
                    <a:pt x="38127" y="1610"/>
                    <a:pt x="38828" y="642"/>
                    <a:pt x="38428" y="175"/>
                  </a:cubicBezTo>
                  <a:cubicBezTo>
                    <a:pt x="38324" y="54"/>
                    <a:pt x="38198" y="0"/>
                    <a:pt x="38053" y="0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3" name="Google Shape;3123;p58"/>
            <p:cNvSpPr/>
            <p:nvPr/>
          </p:nvSpPr>
          <p:spPr>
            <a:xfrm>
              <a:off x="3326725" y="1561550"/>
              <a:ext cx="83400" cy="127625"/>
            </a:xfrm>
            <a:custGeom>
              <a:rect b="b" l="l" r="r" t="t"/>
              <a:pathLst>
                <a:path extrusionOk="0" h="5105" w="3336">
                  <a:moveTo>
                    <a:pt x="1835" y="1"/>
                  </a:moveTo>
                  <a:lnTo>
                    <a:pt x="1835" y="1"/>
                  </a:lnTo>
                  <a:cubicBezTo>
                    <a:pt x="1834" y="1"/>
                    <a:pt x="0" y="1469"/>
                    <a:pt x="67" y="2236"/>
                  </a:cubicBezTo>
                  <a:cubicBezTo>
                    <a:pt x="133" y="2703"/>
                    <a:pt x="467" y="3070"/>
                    <a:pt x="901" y="3237"/>
                  </a:cubicBezTo>
                  <a:cubicBezTo>
                    <a:pt x="867" y="3937"/>
                    <a:pt x="600" y="4604"/>
                    <a:pt x="133" y="5105"/>
                  </a:cubicBezTo>
                  <a:cubicBezTo>
                    <a:pt x="1245" y="4425"/>
                    <a:pt x="1328" y="3575"/>
                    <a:pt x="1334" y="3452"/>
                  </a:cubicBezTo>
                  <a:lnTo>
                    <a:pt x="1334" y="3452"/>
                  </a:lnTo>
                  <a:cubicBezTo>
                    <a:pt x="1313" y="4272"/>
                    <a:pt x="2268" y="4404"/>
                    <a:pt x="2268" y="4404"/>
                  </a:cubicBezTo>
                  <a:cubicBezTo>
                    <a:pt x="2290" y="4858"/>
                    <a:pt x="2592" y="4990"/>
                    <a:pt x="2893" y="4990"/>
                  </a:cubicBezTo>
                  <a:cubicBezTo>
                    <a:pt x="3056" y="4990"/>
                    <a:pt x="3219" y="4951"/>
                    <a:pt x="3336" y="4904"/>
                  </a:cubicBezTo>
                  <a:cubicBezTo>
                    <a:pt x="2869" y="4871"/>
                    <a:pt x="2502" y="4437"/>
                    <a:pt x="2535" y="3970"/>
                  </a:cubicBezTo>
                  <a:lnTo>
                    <a:pt x="2535" y="3970"/>
                  </a:lnTo>
                  <a:cubicBezTo>
                    <a:pt x="2483" y="3982"/>
                    <a:pt x="2431" y="3988"/>
                    <a:pt x="2379" y="3988"/>
                  </a:cubicBezTo>
                  <a:cubicBezTo>
                    <a:pt x="2134" y="3988"/>
                    <a:pt x="1906" y="3863"/>
                    <a:pt x="1768" y="3670"/>
                  </a:cubicBezTo>
                  <a:cubicBezTo>
                    <a:pt x="1601" y="3403"/>
                    <a:pt x="1568" y="3070"/>
                    <a:pt x="1701" y="2803"/>
                  </a:cubicBezTo>
                  <a:lnTo>
                    <a:pt x="1701" y="2803"/>
                  </a:lnTo>
                  <a:cubicBezTo>
                    <a:pt x="1568" y="2879"/>
                    <a:pt x="1424" y="2915"/>
                    <a:pt x="1282" y="2915"/>
                  </a:cubicBezTo>
                  <a:cubicBezTo>
                    <a:pt x="927" y="2915"/>
                    <a:pt x="586" y="2693"/>
                    <a:pt x="467" y="2336"/>
                  </a:cubicBezTo>
                  <a:cubicBezTo>
                    <a:pt x="267" y="1735"/>
                    <a:pt x="1201" y="902"/>
                    <a:pt x="1835" y="1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58"/>
            <p:cNvSpPr/>
            <p:nvPr/>
          </p:nvSpPr>
          <p:spPr>
            <a:xfrm>
              <a:off x="2101675" y="1807575"/>
              <a:ext cx="589600" cy="564400"/>
            </a:xfrm>
            <a:custGeom>
              <a:rect b="b" l="l" r="r" t="t"/>
              <a:pathLst>
                <a:path extrusionOk="0" h="22576" w="23584">
                  <a:moveTo>
                    <a:pt x="7272" y="0"/>
                  </a:moveTo>
                  <a:lnTo>
                    <a:pt x="2269" y="501"/>
                  </a:lnTo>
                  <a:cubicBezTo>
                    <a:pt x="3103" y="5838"/>
                    <a:pt x="467" y="11142"/>
                    <a:pt x="467" y="11142"/>
                  </a:cubicBezTo>
                  <a:cubicBezTo>
                    <a:pt x="334" y="14544"/>
                    <a:pt x="0" y="18480"/>
                    <a:pt x="1468" y="19247"/>
                  </a:cubicBezTo>
                  <a:cubicBezTo>
                    <a:pt x="1468" y="19714"/>
                    <a:pt x="1535" y="20148"/>
                    <a:pt x="1635" y="20582"/>
                  </a:cubicBezTo>
                  <a:cubicBezTo>
                    <a:pt x="3811" y="21709"/>
                    <a:pt x="7537" y="22575"/>
                    <a:pt x="11265" y="22575"/>
                  </a:cubicBezTo>
                  <a:cubicBezTo>
                    <a:pt x="13937" y="22575"/>
                    <a:pt x="16610" y="22130"/>
                    <a:pt x="18714" y="21015"/>
                  </a:cubicBezTo>
                  <a:lnTo>
                    <a:pt x="19081" y="19548"/>
                  </a:lnTo>
                  <a:cubicBezTo>
                    <a:pt x="20315" y="18714"/>
                    <a:pt x="20048" y="15178"/>
                    <a:pt x="20282" y="12643"/>
                  </a:cubicBezTo>
                  <a:cubicBezTo>
                    <a:pt x="23584" y="8139"/>
                    <a:pt x="19081" y="2369"/>
                    <a:pt x="16512" y="34"/>
                  </a:cubicBezTo>
                  <a:lnTo>
                    <a:pt x="13343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5" name="Google Shape;3125;p58"/>
            <p:cNvSpPr/>
            <p:nvPr/>
          </p:nvSpPr>
          <p:spPr>
            <a:xfrm>
              <a:off x="2135875" y="2288750"/>
              <a:ext cx="442825" cy="96450"/>
            </a:xfrm>
            <a:custGeom>
              <a:rect b="b" l="l" r="r" t="t"/>
              <a:pathLst>
                <a:path extrusionOk="0" h="3858" w="17713">
                  <a:moveTo>
                    <a:pt x="100" y="0"/>
                  </a:moveTo>
                  <a:lnTo>
                    <a:pt x="0" y="1235"/>
                  </a:lnTo>
                  <a:cubicBezTo>
                    <a:pt x="0" y="1235"/>
                    <a:pt x="1301" y="3570"/>
                    <a:pt x="8573" y="3836"/>
                  </a:cubicBezTo>
                  <a:cubicBezTo>
                    <a:pt x="8966" y="3851"/>
                    <a:pt x="9343" y="3858"/>
                    <a:pt x="9705" y="3858"/>
                  </a:cubicBezTo>
                  <a:cubicBezTo>
                    <a:pt x="16038" y="3858"/>
                    <a:pt x="17679" y="1768"/>
                    <a:pt x="17679" y="1768"/>
                  </a:cubicBezTo>
                  <a:lnTo>
                    <a:pt x="17713" y="301"/>
                  </a:lnTo>
                  <a:lnTo>
                    <a:pt x="17713" y="301"/>
                  </a:lnTo>
                  <a:cubicBezTo>
                    <a:pt x="15528" y="1709"/>
                    <a:pt x="12489" y="2269"/>
                    <a:pt x="9508" y="2269"/>
                  </a:cubicBezTo>
                  <a:cubicBezTo>
                    <a:pt x="5570" y="2269"/>
                    <a:pt x="1733" y="1291"/>
                    <a:pt x="100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58"/>
            <p:cNvSpPr/>
            <p:nvPr/>
          </p:nvSpPr>
          <p:spPr>
            <a:xfrm>
              <a:off x="2100000" y="1215475"/>
              <a:ext cx="543750" cy="548750"/>
            </a:xfrm>
            <a:custGeom>
              <a:rect b="b" l="l" r="r" t="t"/>
              <a:pathLst>
                <a:path extrusionOk="0" h="21950" w="21750">
                  <a:moveTo>
                    <a:pt x="8440" y="1"/>
                  </a:moveTo>
                  <a:lnTo>
                    <a:pt x="8440" y="1"/>
                  </a:lnTo>
                  <a:cubicBezTo>
                    <a:pt x="8640" y="668"/>
                    <a:pt x="8140" y="1368"/>
                    <a:pt x="7539" y="1735"/>
                  </a:cubicBezTo>
                  <a:cubicBezTo>
                    <a:pt x="6939" y="2102"/>
                    <a:pt x="6238" y="2269"/>
                    <a:pt x="5638" y="2636"/>
                  </a:cubicBezTo>
                  <a:cubicBezTo>
                    <a:pt x="5138" y="2936"/>
                    <a:pt x="4771" y="3370"/>
                    <a:pt x="4504" y="3870"/>
                  </a:cubicBezTo>
                  <a:cubicBezTo>
                    <a:pt x="4170" y="4471"/>
                    <a:pt x="3803" y="5771"/>
                    <a:pt x="4270" y="6439"/>
                  </a:cubicBezTo>
                  <a:cubicBezTo>
                    <a:pt x="1" y="8807"/>
                    <a:pt x="1535" y="14211"/>
                    <a:pt x="2903" y="16312"/>
                  </a:cubicBezTo>
                  <a:cubicBezTo>
                    <a:pt x="4337" y="18581"/>
                    <a:pt x="7306" y="21082"/>
                    <a:pt x="7306" y="21950"/>
                  </a:cubicBezTo>
                  <a:lnTo>
                    <a:pt x="18147" y="10808"/>
                  </a:lnTo>
                  <a:cubicBezTo>
                    <a:pt x="18147" y="10808"/>
                    <a:pt x="19081" y="12243"/>
                    <a:pt x="20115" y="12309"/>
                  </a:cubicBezTo>
                  <a:cubicBezTo>
                    <a:pt x="20156" y="12312"/>
                    <a:pt x="20196" y="12313"/>
                    <a:pt x="20234" y="12313"/>
                  </a:cubicBezTo>
                  <a:cubicBezTo>
                    <a:pt x="21190" y="12313"/>
                    <a:pt x="21283" y="11542"/>
                    <a:pt x="21283" y="11542"/>
                  </a:cubicBezTo>
                  <a:lnTo>
                    <a:pt x="21283" y="11542"/>
                  </a:lnTo>
                  <a:cubicBezTo>
                    <a:pt x="21189" y="11667"/>
                    <a:pt x="21062" y="11721"/>
                    <a:pt x="20936" y="11721"/>
                  </a:cubicBezTo>
                  <a:cubicBezTo>
                    <a:pt x="20658" y="11721"/>
                    <a:pt x="20380" y="11463"/>
                    <a:pt x="20449" y="11142"/>
                  </a:cubicBezTo>
                  <a:cubicBezTo>
                    <a:pt x="20615" y="10608"/>
                    <a:pt x="21549" y="10408"/>
                    <a:pt x="21683" y="9407"/>
                  </a:cubicBezTo>
                  <a:cubicBezTo>
                    <a:pt x="21750" y="8974"/>
                    <a:pt x="21616" y="8507"/>
                    <a:pt x="21349" y="8140"/>
                  </a:cubicBezTo>
                  <a:cubicBezTo>
                    <a:pt x="21016" y="7673"/>
                    <a:pt x="20849" y="7606"/>
                    <a:pt x="21049" y="7006"/>
                  </a:cubicBezTo>
                  <a:cubicBezTo>
                    <a:pt x="21483" y="5538"/>
                    <a:pt x="21016" y="3470"/>
                    <a:pt x="19448" y="2803"/>
                  </a:cubicBezTo>
                  <a:cubicBezTo>
                    <a:pt x="19137" y="2684"/>
                    <a:pt x="18812" y="2625"/>
                    <a:pt x="18489" y="2625"/>
                  </a:cubicBezTo>
                  <a:cubicBezTo>
                    <a:pt x="18085" y="2625"/>
                    <a:pt x="17684" y="2717"/>
                    <a:pt x="17313" y="2903"/>
                  </a:cubicBezTo>
                  <a:cubicBezTo>
                    <a:pt x="17246" y="2836"/>
                    <a:pt x="17180" y="2769"/>
                    <a:pt x="17113" y="2703"/>
                  </a:cubicBezTo>
                  <a:cubicBezTo>
                    <a:pt x="16919" y="2561"/>
                    <a:pt x="16701" y="2494"/>
                    <a:pt x="16487" y="2494"/>
                  </a:cubicBezTo>
                  <a:cubicBezTo>
                    <a:pt x="16147" y="2494"/>
                    <a:pt x="15816" y="2663"/>
                    <a:pt x="15612" y="2969"/>
                  </a:cubicBezTo>
                  <a:cubicBezTo>
                    <a:pt x="15779" y="2302"/>
                    <a:pt x="15545" y="1635"/>
                    <a:pt x="15011" y="1235"/>
                  </a:cubicBezTo>
                  <a:cubicBezTo>
                    <a:pt x="14681" y="987"/>
                    <a:pt x="14287" y="867"/>
                    <a:pt x="13884" y="867"/>
                  </a:cubicBezTo>
                  <a:cubicBezTo>
                    <a:pt x="13636" y="867"/>
                    <a:pt x="13385" y="912"/>
                    <a:pt x="13143" y="1001"/>
                  </a:cubicBezTo>
                  <a:cubicBezTo>
                    <a:pt x="12543" y="1235"/>
                    <a:pt x="12043" y="1702"/>
                    <a:pt x="11742" y="2302"/>
                  </a:cubicBezTo>
                  <a:cubicBezTo>
                    <a:pt x="11876" y="1869"/>
                    <a:pt x="11676" y="1402"/>
                    <a:pt x="11309" y="1202"/>
                  </a:cubicBezTo>
                  <a:cubicBezTo>
                    <a:pt x="11109" y="1118"/>
                    <a:pt x="10892" y="1076"/>
                    <a:pt x="10675" y="1076"/>
                  </a:cubicBezTo>
                  <a:cubicBezTo>
                    <a:pt x="10458" y="1076"/>
                    <a:pt x="10241" y="1118"/>
                    <a:pt x="10041" y="1202"/>
                  </a:cubicBezTo>
                  <a:cubicBezTo>
                    <a:pt x="9641" y="1402"/>
                    <a:pt x="9307" y="1635"/>
                    <a:pt x="9007" y="1935"/>
                  </a:cubicBezTo>
                  <a:cubicBezTo>
                    <a:pt x="9407" y="1268"/>
                    <a:pt x="9141" y="368"/>
                    <a:pt x="84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7" name="Google Shape;3127;p58"/>
            <p:cNvSpPr/>
            <p:nvPr/>
          </p:nvSpPr>
          <p:spPr>
            <a:xfrm>
              <a:off x="2184225" y="1371425"/>
              <a:ext cx="407825" cy="543275"/>
            </a:xfrm>
            <a:custGeom>
              <a:rect b="b" l="l" r="r" t="t"/>
              <a:pathLst>
                <a:path extrusionOk="0" h="21731" w="16313">
                  <a:moveTo>
                    <a:pt x="13711" y="0"/>
                  </a:moveTo>
                  <a:cubicBezTo>
                    <a:pt x="13410" y="1902"/>
                    <a:pt x="12977" y="3870"/>
                    <a:pt x="9975" y="5671"/>
                  </a:cubicBezTo>
                  <a:cubicBezTo>
                    <a:pt x="8401" y="6604"/>
                    <a:pt x="6623" y="7104"/>
                    <a:pt x="4819" y="7104"/>
                  </a:cubicBezTo>
                  <a:cubicBezTo>
                    <a:pt x="4559" y="7104"/>
                    <a:pt x="4298" y="7093"/>
                    <a:pt x="4037" y="7072"/>
                  </a:cubicBezTo>
                  <a:cubicBezTo>
                    <a:pt x="3520" y="6505"/>
                    <a:pt x="2970" y="6238"/>
                    <a:pt x="2436" y="6238"/>
                  </a:cubicBezTo>
                  <a:cubicBezTo>
                    <a:pt x="1902" y="6238"/>
                    <a:pt x="1385" y="6505"/>
                    <a:pt x="935" y="7005"/>
                  </a:cubicBezTo>
                  <a:cubicBezTo>
                    <a:pt x="1" y="7973"/>
                    <a:pt x="368" y="9874"/>
                    <a:pt x="1602" y="10842"/>
                  </a:cubicBezTo>
                  <a:cubicBezTo>
                    <a:pt x="1971" y="11137"/>
                    <a:pt x="2412" y="11279"/>
                    <a:pt x="2857" y="11279"/>
                  </a:cubicBezTo>
                  <a:cubicBezTo>
                    <a:pt x="3215" y="11279"/>
                    <a:pt x="3576" y="11187"/>
                    <a:pt x="3904" y="11008"/>
                  </a:cubicBezTo>
                  <a:lnTo>
                    <a:pt x="3937" y="17413"/>
                  </a:lnTo>
                  <a:lnTo>
                    <a:pt x="1969" y="17613"/>
                  </a:lnTo>
                  <a:cubicBezTo>
                    <a:pt x="1969" y="17613"/>
                    <a:pt x="4694" y="21731"/>
                    <a:pt x="9866" y="21731"/>
                  </a:cubicBezTo>
                  <a:cubicBezTo>
                    <a:pt x="10182" y="21731"/>
                    <a:pt x="10507" y="21715"/>
                    <a:pt x="10842" y="21683"/>
                  </a:cubicBezTo>
                  <a:cubicBezTo>
                    <a:pt x="14811" y="21316"/>
                    <a:pt x="11676" y="17446"/>
                    <a:pt x="11676" y="17446"/>
                  </a:cubicBezTo>
                  <a:lnTo>
                    <a:pt x="10175" y="17446"/>
                  </a:lnTo>
                  <a:lnTo>
                    <a:pt x="10175" y="14844"/>
                  </a:lnTo>
                  <a:cubicBezTo>
                    <a:pt x="11064" y="14989"/>
                    <a:pt x="11978" y="15121"/>
                    <a:pt x="12720" y="15121"/>
                  </a:cubicBezTo>
                  <a:cubicBezTo>
                    <a:pt x="13175" y="15121"/>
                    <a:pt x="13565" y="15071"/>
                    <a:pt x="13844" y="14944"/>
                  </a:cubicBezTo>
                  <a:cubicBezTo>
                    <a:pt x="14611" y="14578"/>
                    <a:pt x="16146" y="13377"/>
                    <a:pt x="16212" y="8473"/>
                  </a:cubicBezTo>
                  <a:cubicBezTo>
                    <a:pt x="16312" y="2702"/>
                    <a:pt x="15045" y="601"/>
                    <a:pt x="13711" y="0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58"/>
            <p:cNvSpPr/>
            <p:nvPr/>
          </p:nvSpPr>
          <p:spPr>
            <a:xfrm>
              <a:off x="2286800" y="1506525"/>
              <a:ext cx="40050" cy="81775"/>
            </a:xfrm>
            <a:custGeom>
              <a:rect b="b" l="l" r="r" t="t"/>
              <a:pathLst>
                <a:path extrusionOk="0" h="3271" w="1602">
                  <a:moveTo>
                    <a:pt x="1" y="0"/>
                  </a:moveTo>
                  <a:lnTo>
                    <a:pt x="1" y="3269"/>
                  </a:lnTo>
                  <a:cubicBezTo>
                    <a:pt x="20" y="3270"/>
                    <a:pt x="39" y="3270"/>
                    <a:pt x="58" y="3270"/>
                  </a:cubicBezTo>
                  <a:cubicBezTo>
                    <a:pt x="900" y="3270"/>
                    <a:pt x="1601" y="2550"/>
                    <a:pt x="1568" y="1702"/>
                  </a:cubicBezTo>
                  <a:cubicBezTo>
                    <a:pt x="1602" y="801"/>
                    <a:pt x="901" y="34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9" name="Google Shape;3129;p58"/>
            <p:cNvSpPr/>
            <p:nvPr/>
          </p:nvSpPr>
          <p:spPr>
            <a:xfrm>
              <a:off x="2533650" y="1521525"/>
              <a:ext cx="37550" cy="32125"/>
            </a:xfrm>
            <a:custGeom>
              <a:rect b="b" l="l" r="r" t="t"/>
              <a:pathLst>
                <a:path extrusionOk="0" h="1285" w="1502">
                  <a:moveTo>
                    <a:pt x="668" y="1"/>
                  </a:moveTo>
                  <a:cubicBezTo>
                    <a:pt x="301" y="1"/>
                    <a:pt x="0" y="268"/>
                    <a:pt x="0" y="635"/>
                  </a:cubicBezTo>
                  <a:cubicBezTo>
                    <a:pt x="0" y="1022"/>
                    <a:pt x="312" y="1285"/>
                    <a:pt x="647" y="1285"/>
                  </a:cubicBezTo>
                  <a:cubicBezTo>
                    <a:pt x="803" y="1285"/>
                    <a:pt x="964" y="1228"/>
                    <a:pt x="1101" y="1102"/>
                  </a:cubicBezTo>
                  <a:cubicBezTo>
                    <a:pt x="1501" y="735"/>
                    <a:pt x="1235" y="34"/>
                    <a:pt x="6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0" name="Google Shape;3130;p58"/>
            <p:cNvSpPr/>
            <p:nvPr/>
          </p:nvSpPr>
          <p:spPr>
            <a:xfrm>
              <a:off x="2416900" y="1533200"/>
              <a:ext cx="40875" cy="35425"/>
            </a:xfrm>
            <a:custGeom>
              <a:rect b="b" l="l" r="r" t="t"/>
              <a:pathLst>
                <a:path extrusionOk="0" h="1417" w="1635">
                  <a:moveTo>
                    <a:pt x="734" y="1"/>
                  </a:moveTo>
                  <a:cubicBezTo>
                    <a:pt x="334" y="1"/>
                    <a:pt x="0" y="301"/>
                    <a:pt x="0" y="701"/>
                  </a:cubicBezTo>
                  <a:cubicBezTo>
                    <a:pt x="0" y="1138"/>
                    <a:pt x="349" y="1416"/>
                    <a:pt x="707" y="1416"/>
                  </a:cubicBezTo>
                  <a:cubicBezTo>
                    <a:pt x="869" y="1416"/>
                    <a:pt x="1033" y="1359"/>
                    <a:pt x="1168" y="1235"/>
                  </a:cubicBezTo>
                  <a:cubicBezTo>
                    <a:pt x="1635" y="801"/>
                    <a:pt x="1335" y="34"/>
                    <a:pt x="7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1" name="Google Shape;3131;p58"/>
            <p:cNvSpPr/>
            <p:nvPr/>
          </p:nvSpPr>
          <p:spPr>
            <a:xfrm>
              <a:off x="2430250" y="1642450"/>
              <a:ext cx="63400" cy="42175"/>
            </a:xfrm>
            <a:custGeom>
              <a:rect b="b" l="l" r="r" t="t"/>
              <a:pathLst>
                <a:path extrusionOk="0" h="1687" w="2536">
                  <a:moveTo>
                    <a:pt x="200" y="1"/>
                  </a:moveTo>
                  <a:cubicBezTo>
                    <a:pt x="0" y="668"/>
                    <a:pt x="367" y="1402"/>
                    <a:pt x="1034" y="1635"/>
                  </a:cubicBezTo>
                  <a:cubicBezTo>
                    <a:pt x="1151" y="1670"/>
                    <a:pt x="1269" y="1687"/>
                    <a:pt x="1385" y="1687"/>
                  </a:cubicBezTo>
                  <a:cubicBezTo>
                    <a:pt x="1929" y="1687"/>
                    <a:pt x="2425" y="1318"/>
                    <a:pt x="2535" y="768"/>
                  </a:cubicBezTo>
                  <a:lnTo>
                    <a:pt x="200" y="1"/>
                  </a:ln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2" name="Google Shape;3132;p58"/>
            <p:cNvSpPr/>
            <p:nvPr/>
          </p:nvSpPr>
          <p:spPr>
            <a:xfrm>
              <a:off x="2434400" y="1655800"/>
              <a:ext cx="33400" cy="29200"/>
            </a:xfrm>
            <a:custGeom>
              <a:rect b="b" l="l" r="r" t="t"/>
              <a:pathLst>
                <a:path extrusionOk="0" h="1168" w="1336">
                  <a:moveTo>
                    <a:pt x="1" y="0"/>
                  </a:moveTo>
                  <a:cubicBezTo>
                    <a:pt x="68" y="501"/>
                    <a:pt x="401" y="934"/>
                    <a:pt x="868" y="1101"/>
                  </a:cubicBezTo>
                  <a:cubicBezTo>
                    <a:pt x="1035" y="1134"/>
                    <a:pt x="1202" y="1168"/>
                    <a:pt x="1335" y="1168"/>
                  </a:cubicBezTo>
                  <a:cubicBezTo>
                    <a:pt x="1335" y="501"/>
                    <a:pt x="835" y="0"/>
                    <a:pt x="201" y="0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3" name="Google Shape;3133;p58"/>
            <p:cNvSpPr/>
            <p:nvPr/>
          </p:nvSpPr>
          <p:spPr>
            <a:xfrm>
              <a:off x="2533650" y="1470550"/>
              <a:ext cx="45050" cy="33500"/>
            </a:xfrm>
            <a:custGeom>
              <a:rect b="b" l="l" r="r" t="t"/>
              <a:pathLst>
                <a:path extrusionOk="0" h="1340" w="1802">
                  <a:moveTo>
                    <a:pt x="784" y="0"/>
                  </a:moveTo>
                  <a:cubicBezTo>
                    <a:pt x="457" y="0"/>
                    <a:pt x="140" y="180"/>
                    <a:pt x="0" y="505"/>
                  </a:cubicBezTo>
                  <a:lnTo>
                    <a:pt x="1602" y="1339"/>
                  </a:lnTo>
                  <a:cubicBezTo>
                    <a:pt x="1802" y="906"/>
                    <a:pt x="1635" y="372"/>
                    <a:pt x="1201" y="105"/>
                  </a:cubicBezTo>
                  <a:cubicBezTo>
                    <a:pt x="1070" y="34"/>
                    <a:pt x="926" y="0"/>
                    <a:pt x="7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4" name="Google Shape;3134;p58"/>
            <p:cNvSpPr/>
            <p:nvPr/>
          </p:nvSpPr>
          <p:spPr>
            <a:xfrm>
              <a:off x="2489450" y="1533200"/>
              <a:ext cx="65075" cy="100100"/>
            </a:xfrm>
            <a:custGeom>
              <a:rect b="b" l="l" r="r" t="t"/>
              <a:pathLst>
                <a:path extrusionOk="0" h="4004" w="2603">
                  <a:moveTo>
                    <a:pt x="0" y="1"/>
                  </a:moveTo>
                  <a:lnTo>
                    <a:pt x="501" y="4004"/>
                  </a:lnTo>
                  <a:lnTo>
                    <a:pt x="2602" y="31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5" name="Google Shape;3135;p58"/>
            <p:cNvSpPr/>
            <p:nvPr/>
          </p:nvSpPr>
          <p:spPr>
            <a:xfrm>
              <a:off x="2311000" y="1683325"/>
              <a:ext cx="128450" cy="83400"/>
            </a:xfrm>
            <a:custGeom>
              <a:rect b="b" l="l" r="r" t="t"/>
              <a:pathLst>
                <a:path extrusionOk="0" h="3336" w="5138">
                  <a:moveTo>
                    <a:pt x="0" y="0"/>
                  </a:moveTo>
                  <a:cubicBezTo>
                    <a:pt x="200" y="634"/>
                    <a:pt x="567" y="1201"/>
                    <a:pt x="1101" y="1635"/>
                  </a:cubicBezTo>
                  <a:cubicBezTo>
                    <a:pt x="2035" y="2468"/>
                    <a:pt x="5137" y="3336"/>
                    <a:pt x="5137" y="3336"/>
                  </a:cubicBezTo>
                  <a:lnTo>
                    <a:pt x="5137" y="2368"/>
                  </a:lnTo>
                  <a:cubicBezTo>
                    <a:pt x="3603" y="2202"/>
                    <a:pt x="500" y="1268"/>
                    <a:pt x="0" y="0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6" name="Google Shape;3136;p58"/>
            <p:cNvSpPr/>
            <p:nvPr/>
          </p:nvSpPr>
          <p:spPr>
            <a:xfrm>
              <a:off x="2292650" y="2383275"/>
              <a:ext cx="161800" cy="57275"/>
            </a:xfrm>
            <a:custGeom>
              <a:rect b="b" l="l" r="r" t="t"/>
              <a:pathLst>
                <a:path extrusionOk="0" h="2291" w="6472">
                  <a:moveTo>
                    <a:pt x="6078" y="1"/>
                  </a:moveTo>
                  <a:cubicBezTo>
                    <a:pt x="5854" y="1"/>
                    <a:pt x="5426" y="294"/>
                    <a:pt x="4670" y="456"/>
                  </a:cubicBezTo>
                  <a:cubicBezTo>
                    <a:pt x="3469" y="723"/>
                    <a:pt x="3002" y="689"/>
                    <a:pt x="1768" y="1023"/>
                  </a:cubicBezTo>
                  <a:cubicBezTo>
                    <a:pt x="1201" y="1190"/>
                    <a:pt x="601" y="1323"/>
                    <a:pt x="0" y="1323"/>
                  </a:cubicBezTo>
                  <a:lnTo>
                    <a:pt x="4570" y="2290"/>
                  </a:lnTo>
                  <a:cubicBezTo>
                    <a:pt x="5037" y="2090"/>
                    <a:pt x="5471" y="1823"/>
                    <a:pt x="5871" y="1490"/>
                  </a:cubicBezTo>
                  <a:cubicBezTo>
                    <a:pt x="6338" y="1156"/>
                    <a:pt x="6471" y="522"/>
                    <a:pt x="6205" y="55"/>
                  </a:cubicBezTo>
                  <a:cubicBezTo>
                    <a:pt x="6173" y="17"/>
                    <a:pt x="6131" y="1"/>
                    <a:pt x="6078" y="1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7" name="Google Shape;3137;p58"/>
            <p:cNvSpPr/>
            <p:nvPr/>
          </p:nvSpPr>
          <p:spPr>
            <a:xfrm>
              <a:off x="2351850" y="2123625"/>
              <a:ext cx="488700" cy="570425"/>
            </a:xfrm>
            <a:custGeom>
              <a:rect b="b" l="l" r="r" t="t"/>
              <a:pathLst>
                <a:path extrusionOk="0" h="22817" w="19548">
                  <a:moveTo>
                    <a:pt x="19281" y="1"/>
                  </a:moveTo>
                  <a:lnTo>
                    <a:pt x="4337" y="3403"/>
                  </a:lnTo>
                  <a:lnTo>
                    <a:pt x="1" y="22450"/>
                  </a:lnTo>
                  <a:lnTo>
                    <a:pt x="301" y="22817"/>
                  </a:lnTo>
                  <a:lnTo>
                    <a:pt x="14544" y="19281"/>
                  </a:lnTo>
                  <a:lnTo>
                    <a:pt x="19548" y="368"/>
                  </a:lnTo>
                  <a:lnTo>
                    <a:pt x="1928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8" name="Google Shape;3138;p58"/>
            <p:cNvSpPr/>
            <p:nvPr/>
          </p:nvSpPr>
          <p:spPr>
            <a:xfrm>
              <a:off x="2359350" y="2132800"/>
              <a:ext cx="481200" cy="561250"/>
            </a:xfrm>
            <a:custGeom>
              <a:rect b="b" l="l" r="r" t="t"/>
              <a:pathLst>
                <a:path extrusionOk="0" h="22450" w="19248">
                  <a:moveTo>
                    <a:pt x="19248" y="1"/>
                  </a:moveTo>
                  <a:lnTo>
                    <a:pt x="4304" y="3436"/>
                  </a:lnTo>
                  <a:lnTo>
                    <a:pt x="1" y="22450"/>
                  </a:lnTo>
                  <a:lnTo>
                    <a:pt x="14244" y="18914"/>
                  </a:lnTo>
                  <a:lnTo>
                    <a:pt x="1924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9" name="Google Shape;3139;p58"/>
            <p:cNvSpPr/>
            <p:nvPr/>
          </p:nvSpPr>
          <p:spPr>
            <a:xfrm>
              <a:off x="2351850" y="2208700"/>
              <a:ext cx="115100" cy="485350"/>
            </a:xfrm>
            <a:custGeom>
              <a:rect b="b" l="l" r="r" t="t"/>
              <a:pathLst>
                <a:path extrusionOk="0" h="19414" w="4604">
                  <a:moveTo>
                    <a:pt x="4337" y="0"/>
                  </a:moveTo>
                  <a:lnTo>
                    <a:pt x="1" y="19047"/>
                  </a:lnTo>
                  <a:lnTo>
                    <a:pt x="301" y="19414"/>
                  </a:lnTo>
                  <a:lnTo>
                    <a:pt x="4604" y="400"/>
                  </a:lnTo>
                  <a:lnTo>
                    <a:pt x="43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0" name="Google Shape;3140;p58"/>
            <p:cNvSpPr/>
            <p:nvPr/>
          </p:nvSpPr>
          <p:spPr>
            <a:xfrm>
              <a:off x="2359350" y="2132800"/>
              <a:ext cx="481200" cy="561250"/>
            </a:xfrm>
            <a:custGeom>
              <a:rect b="b" l="l" r="r" t="t"/>
              <a:pathLst>
                <a:path extrusionOk="0" h="22450" w="19248">
                  <a:moveTo>
                    <a:pt x="19248" y="1"/>
                  </a:moveTo>
                  <a:lnTo>
                    <a:pt x="4304" y="3436"/>
                  </a:lnTo>
                  <a:lnTo>
                    <a:pt x="1" y="22450"/>
                  </a:lnTo>
                  <a:lnTo>
                    <a:pt x="14244" y="18914"/>
                  </a:lnTo>
                  <a:lnTo>
                    <a:pt x="1924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1" name="Google Shape;3141;p58"/>
            <p:cNvSpPr/>
            <p:nvPr/>
          </p:nvSpPr>
          <p:spPr>
            <a:xfrm>
              <a:off x="2548650" y="2189425"/>
              <a:ext cx="179550" cy="59325"/>
            </a:xfrm>
            <a:custGeom>
              <a:rect b="b" l="l" r="r" t="t"/>
              <a:pathLst>
                <a:path extrusionOk="0" h="2373" w="7182">
                  <a:moveTo>
                    <a:pt x="6806" y="1"/>
                  </a:moveTo>
                  <a:cubicBezTo>
                    <a:pt x="6461" y="1"/>
                    <a:pt x="5884" y="124"/>
                    <a:pt x="5205" y="337"/>
                  </a:cubicBezTo>
                  <a:lnTo>
                    <a:pt x="2536" y="838"/>
                  </a:lnTo>
                  <a:cubicBezTo>
                    <a:pt x="1368" y="1271"/>
                    <a:pt x="268" y="1505"/>
                    <a:pt x="168" y="1805"/>
                  </a:cubicBezTo>
                  <a:lnTo>
                    <a:pt x="1" y="2372"/>
                  </a:lnTo>
                  <a:lnTo>
                    <a:pt x="6972" y="771"/>
                  </a:lnTo>
                  <a:cubicBezTo>
                    <a:pt x="6972" y="771"/>
                    <a:pt x="7039" y="504"/>
                    <a:pt x="7139" y="204"/>
                  </a:cubicBezTo>
                  <a:cubicBezTo>
                    <a:pt x="7181" y="65"/>
                    <a:pt x="7054" y="1"/>
                    <a:pt x="68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2" name="Google Shape;3142;p58"/>
            <p:cNvSpPr/>
            <p:nvPr/>
          </p:nvSpPr>
          <p:spPr>
            <a:xfrm>
              <a:off x="2557825" y="2133625"/>
              <a:ext cx="194550" cy="64250"/>
            </a:xfrm>
            <a:custGeom>
              <a:rect b="b" l="l" r="r" t="t"/>
              <a:pathLst>
                <a:path extrusionOk="0" h="2570" w="7782">
                  <a:moveTo>
                    <a:pt x="5317" y="0"/>
                  </a:moveTo>
                  <a:cubicBezTo>
                    <a:pt x="5109" y="0"/>
                    <a:pt x="4853" y="20"/>
                    <a:pt x="4537" y="68"/>
                  </a:cubicBezTo>
                  <a:cubicBezTo>
                    <a:pt x="2336" y="401"/>
                    <a:pt x="2169" y="1469"/>
                    <a:pt x="2169" y="1469"/>
                  </a:cubicBezTo>
                  <a:cubicBezTo>
                    <a:pt x="1802" y="1569"/>
                    <a:pt x="1435" y="1669"/>
                    <a:pt x="1068" y="1736"/>
                  </a:cubicBezTo>
                  <a:cubicBezTo>
                    <a:pt x="334" y="1902"/>
                    <a:pt x="234" y="2002"/>
                    <a:pt x="168" y="2203"/>
                  </a:cubicBezTo>
                  <a:lnTo>
                    <a:pt x="1" y="2569"/>
                  </a:lnTo>
                  <a:lnTo>
                    <a:pt x="7640" y="835"/>
                  </a:lnTo>
                  <a:cubicBezTo>
                    <a:pt x="7640" y="835"/>
                    <a:pt x="7673" y="668"/>
                    <a:pt x="7740" y="501"/>
                  </a:cubicBezTo>
                  <a:cubicBezTo>
                    <a:pt x="7782" y="374"/>
                    <a:pt x="7663" y="328"/>
                    <a:pt x="7452" y="328"/>
                  </a:cubicBezTo>
                  <a:cubicBezTo>
                    <a:pt x="7330" y="328"/>
                    <a:pt x="7177" y="343"/>
                    <a:pt x="7006" y="368"/>
                  </a:cubicBezTo>
                  <a:lnTo>
                    <a:pt x="6138" y="568"/>
                  </a:lnTo>
                  <a:cubicBezTo>
                    <a:pt x="6138" y="568"/>
                    <a:pt x="6422" y="0"/>
                    <a:pt x="5317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3" name="Google Shape;3143;p58"/>
            <p:cNvSpPr/>
            <p:nvPr/>
          </p:nvSpPr>
          <p:spPr>
            <a:xfrm>
              <a:off x="2553650" y="2156975"/>
              <a:ext cx="181000" cy="92600"/>
            </a:xfrm>
            <a:custGeom>
              <a:rect b="b" l="l" r="r" t="t"/>
              <a:pathLst>
                <a:path extrusionOk="0" h="3704" w="7240">
                  <a:moveTo>
                    <a:pt x="7239" y="1"/>
                  </a:moveTo>
                  <a:lnTo>
                    <a:pt x="1135" y="1402"/>
                  </a:lnTo>
                  <a:lnTo>
                    <a:pt x="902" y="2069"/>
                  </a:lnTo>
                  <a:cubicBezTo>
                    <a:pt x="1180" y="1971"/>
                    <a:pt x="1436" y="1926"/>
                    <a:pt x="1632" y="1926"/>
                  </a:cubicBezTo>
                  <a:cubicBezTo>
                    <a:pt x="1904" y="1926"/>
                    <a:pt x="2061" y="2014"/>
                    <a:pt x="2002" y="2169"/>
                  </a:cubicBezTo>
                  <a:cubicBezTo>
                    <a:pt x="2002" y="2203"/>
                    <a:pt x="1969" y="2269"/>
                    <a:pt x="1936" y="2336"/>
                  </a:cubicBezTo>
                  <a:cubicBezTo>
                    <a:pt x="1035" y="2636"/>
                    <a:pt x="268" y="2870"/>
                    <a:pt x="168" y="3137"/>
                  </a:cubicBezTo>
                  <a:lnTo>
                    <a:pt x="1" y="3704"/>
                  </a:lnTo>
                  <a:lnTo>
                    <a:pt x="6939" y="2069"/>
                  </a:lnTo>
                  <a:lnTo>
                    <a:pt x="7139" y="1502"/>
                  </a:lnTo>
                  <a:cubicBezTo>
                    <a:pt x="7173" y="1385"/>
                    <a:pt x="7048" y="1327"/>
                    <a:pt x="6810" y="1327"/>
                  </a:cubicBezTo>
                  <a:cubicBezTo>
                    <a:pt x="6572" y="1327"/>
                    <a:pt x="6222" y="1385"/>
                    <a:pt x="5805" y="1502"/>
                  </a:cubicBezTo>
                  <a:lnTo>
                    <a:pt x="5838" y="1369"/>
                  </a:lnTo>
                  <a:cubicBezTo>
                    <a:pt x="6005" y="902"/>
                    <a:pt x="6239" y="902"/>
                    <a:pt x="6939" y="668"/>
                  </a:cubicBezTo>
                  <a:lnTo>
                    <a:pt x="723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4" name="Google Shape;3144;p58"/>
            <p:cNvSpPr/>
            <p:nvPr/>
          </p:nvSpPr>
          <p:spPr>
            <a:xfrm>
              <a:off x="1863175" y="1819000"/>
              <a:ext cx="693850" cy="753475"/>
            </a:xfrm>
            <a:custGeom>
              <a:rect b="b" l="l" r="r" t="t"/>
              <a:pathLst>
                <a:path extrusionOk="0" h="30139" w="27754">
                  <a:moveTo>
                    <a:pt x="11669" y="0"/>
                  </a:moveTo>
                  <a:cubicBezTo>
                    <a:pt x="8168" y="0"/>
                    <a:pt x="6880" y="1958"/>
                    <a:pt x="5437" y="5548"/>
                  </a:cubicBezTo>
                  <a:cubicBezTo>
                    <a:pt x="4403" y="8116"/>
                    <a:pt x="1435" y="17256"/>
                    <a:pt x="634" y="20392"/>
                  </a:cubicBezTo>
                  <a:cubicBezTo>
                    <a:pt x="167" y="22193"/>
                    <a:pt x="0" y="23794"/>
                    <a:pt x="1968" y="24895"/>
                  </a:cubicBezTo>
                  <a:cubicBezTo>
                    <a:pt x="3736" y="25895"/>
                    <a:pt x="9207" y="27663"/>
                    <a:pt x="13076" y="28764"/>
                  </a:cubicBezTo>
                  <a:cubicBezTo>
                    <a:pt x="15011" y="29331"/>
                    <a:pt x="16979" y="29732"/>
                    <a:pt x="18980" y="29965"/>
                  </a:cubicBezTo>
                  <a:cubicBezTo>
                    <a:pt x="20180" y="30078"/>
                    <a:pt x="21157" y="30139"/>
                    <a:pt x="21968" y="30139"/>
                  </a:cubicBezTo>
                  <a:cubicBezTo>
                    <a:pt x="24270" y="30139"/>
                    <a:pt x="25231" y="29648"/>
                    <a:pt x="26119" y="28464"/>
                  </a:cubicBezTo>
                  <a:cubicBezTo>
                    <a:pt x="26619" y="27763"/>
                    <a:pt x="26753" y="26729"/>
                    <a:pt x="27186" y="26162"/>
                  </a:cubicBezTo>
                  <a:cubicBezTo>
                    <a:pt x="27620" y="25595"/>
                    <a:pt x="27753" y="25362"/>
                    <a:pt x="27620" y="25062"/>
                  </a:cubicBezTo>
                  <a:cubicBezTo>
                    <a:pt x="27467" y="24772"/>
                    <a:pt x="27224" y="24684"/>
                    <a:pt x="26864" y="24684"/>
                  </a:cubicBezTo>
                  <a:cubicBezTo>
                    <a:pt x="26438" y="24684"/>
                    <a:pt x="25848" y="24807"/>
                    <a:pt x="25051" y="24861"/>
                  </a:cubicBezTo>
                  <a:cubicBezTo>
                    <a:pt x="24501" y="24911"/>
                    <a:pt x="23951" y="24936"/>
                    <a:pt x="23404" y="24936"/>
                  </a:cubicBezTo>
                  <a:cubicBezTo>
                    <a:pt x="22858" y="24936"/>
                    <a:pt x="22316" y="24911"/>
                    <a:pt x="21782" y="24861"/>
                  </a:cubicBezTo>
                  <a:lnTo>
                    <a:pt x="17179" y="23894"/>
                  </a:lnTo>
                  <a:cubicBezTo>
                    <a:pt x="16312" y="23894"/>
                    <a:pt x="14277" y="23327"/>
                    <a:pt x="12042" y="22426"/>
                  </a:cubicBezTo>
                  <a:cubicBezTo>
                    <a:pt x="10608" y="21893"/>
                    <a:pt x="9173" y="21225"/>
                    <a:pt x="7806" y="20492"/>
                  </a:cubicBezTo>
                  <a:cubicBezTo>
                    <a:pt x="8807" y="17156"/>
                    <a:pt x="10007" y="13854"/>
                    <a:pt x="11375" y="10651"/>
                  </a:cubicBezTo>
                  <a:cubicBezTo>
                    <a:pt x="13276" y="7949"/>
                    <a:pt x="14244" y="2479"/>
                    <a:pt x="12109" y="10"/>
                  </a:cubicBezTo>
                  <a:cubicBezTo>
                    <a:pt x="11959" y="4"/>
                    <a:pt x="11812" y="0"/>
                    <a:pt x="11669" y="0"/>
                  </a:cubicBezTo>
                  <a:close/>
                </a:path>
              </a:pathLst>
            </a:custGeom>
            <a:solidFill>
              <a:srgbClr val="B57A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5" name="Google Shape;3145;p58"/>
            <p:cNvSpPr/>
            <p:nvPr/>
          </p:nvSpPr>
          <p:spPr>
            <a:xfrm>
              <a:off x="1962400" y="2306325"/>
              <a:ext cx="100100" cy="24975"/>
            </a:xfrm>
            <a:custGeom>
              <a:rect b="b" l="l" r="r" t="t"/>
              <a:pathLst>
                <a:path extrusionOk="0" h="999" w="4004">
                  <a:moveTo>
                    <a:pt x="1982" y="1"/>
                  </a:moveTo>
                  <a:cubicBezTo>
                    <a:pt x="560" y="1"/>
                    <a:pt x="1" y="665"/>
                    <a:pt x="1" y="665"/>
                  </a:cubicBezTo>
                  <a:cubicBezTo>
                    <a:pt x="390" y="519"/>
                    <a:pt x="817" y="464"/>
                    <a:pt x="1240" y="464"/>
                  </a:cubicBezTo>
                  <a:cubicBezTo>
                    <a:pt x="2557" y="464"/>
                    <a:pt x="3837" y="999"/>
                    <a:pt x="3837" y="999"/>
                  </a:cubicBezTo>
                  <a:lnTo>
                    <a:pt x="4004" y="365"/>
                  </a:lnTo>
                  <a:cubicBezTo>
                    <a:pt x="3193" y="98"/>
                    <a:pt x="2525" y="1"/>
                    <a:pt x="1982" y="1"/>
                  </a:cubicBezTo>
                  <a:close/>
                </a:path>
              </a:pathLst>
            </a:custGeom>
            <a:solidFill>
              <a:srgbClr val="A14E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6" name="Google Shape;3146;p58"/>
            <p:cNvSpPr/>
            <p:nvPr/>
          </p:nvSpPr>
          <p:spPr>
            <a:xfrm>
              <a:off x="5432375" y="1740850"/>
              <a:ext cx="127625" cy="306925"/>
            </a:xfrm>
            <a:custGeom>
              <a:rect b="b" l="l" r="r" t="t"/>
              <a:pathLst>
                <a:path extrusionOk="0" h="12277" w="5105">
                  <a:moveTo>
                    <a:pt x="5104" y="1"/>
                  </a:moveTo>
                  <a:cubicBezTo>
                    <a:pt x="4070" y="668"/>
                    <a:pt x="3303" y="1535"/>
                    <a:pt x="2469" y="2903"/>
                  </a:cubicBezTo>
                  <a:cubicBezTo>
                    <a:pt x="368" y="6272"/>
                    <a:pt x="1" y="10542"/>
                    <a:pt x="1335" y="12276"/>
                  </a:cubicBezTo>
                  <a:lnTo>
                    <a:pt x="5104" y="6238"/>
                  </a:lnTo>
                  <a:lnTo>
                    <a:pt x="510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7" name="Google Shape;3147;p58"/>
            <p:cNvSpPr/>
            <p:nvPr/>
          </p:nvSpPr>
          <p:spPr>
            <a:xfrm>
              <a:off x="5476575" y="1878450"/>
              <a:ext cx="211850" cy="200900"/>
            </a:xfrm>
            <a:custGeom>
              <a:rect b="b" l="l" r="r" t="t"/>
              <a:pathLst>
                <a:path extrusionOk="0" h="8036" w="8474">
                  <a:moveTo>
                    <a:pt x="8473" y="1"/>
                  </a:moveTo>
                  <a:lnTo>
                    <a:pt x="3803" y="1135"/>
                  </a:lnTo>
                  <a:lnTo>
                    <a:pt x="1" y="7306"/>
                  </a:lnTo>
                  <a:cubicBezTo>
                    <a:pt x="475" y="7780"/>
                    <a:pt x="1101" y="8035"/>
                    <a:pt x="1747" y="8035"/>
                  </a:cubicBezTo>
                  <a:cubicBezTo>
                    <a:pt x="2010" y="8035"/>
                    <a:pt x="2276" y="7993"/>
                    <a:pt x="2536" y="7906"/>
                  </a:cubicBezTo>
                  <a:cubicBezTo>
                    <a:pt x="5104" y="7273"/>
                    <a:pt x="7706" y="3770"/>
                    <a:pt x="847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8" name="Google Shape;3148;p58"/>
            <p:cNvSpPr/>
            <p:nvPr/>
          </p:nvSpPr>
          <p:spPr>
            <a:xfrm>
              <a:off x="5579150" y="1724175"/>
              <a:ext cx="121775" cy="165150"/>
            </a:xfrm>
            <a:custGeom>
              <a:rect b="b" l="l" r="r" t="t"/>
              <a:pathLst>
                <a:path extrusionOk="0" h="6606" w="4871">
                  <a:moveTo>
                    <a:pt x="2502" y="1"/>
                  </a:moveTo>
                  <a:lnTo>
                    <a:pt x="1" y="6605"/>
                  </a:lnTo>
                  <a:lnTo>
                    <a:pt x="1" y="6605"/>
                  </a:lnTo>
                  <a:lnTo>
                    <a:pt x="4471" y="5504"/>
                  </a:lnTo>
                  <a:cubicBezTo>
                    <a:pt x="4871" y="2702"/>
                    <a:pt x="4104" y="601"/>
                    <a:pt x="250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9" name="Google Shape;3149;p58"/>
            <p:cNvSpPr/>
            <p:nvPr/>
          </p:nvSpPr>
          <p:spPr>
            <a:xfrm>
              <a:off x="5573325" y="1721600"/>
              <a:ext cx="56725" cy="150200"/>
            </a:xfrm>
            <a:custGeom>
              <a:rect b="b" l="l" r="r" t="t"/>
              <a:pathLst>
                <a:path extrusionOk="0" h="6008" w="2269">
                  <a:moveTo>
                    <a:pt x="1604" y="1"/>
                  </a:moveTo>
                  <a:cubicBezTo>
                    <a:pt x="1033" y="1"/>
                    <a:pt x="482" y="157"/>
                    <a:pt x="0" y="470"/>
                  </a:cubicBezTo>
                  <a:lnTo>
                    <a:pt x="0" y="6008"/>
                  </a:lnTo>
                  <a:lnTo>
                    <a:pt x="2268" y="70"/>
                  </a:lnTo>
                  <a:cubicBezTo>
                    <a:pt x="2046" y="24"/>
                    <a:pt x="1824" y="1"/>
                    <a:pt x="160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0" name="Google Shape;3150;p58"/>
            <p:cNvSpPr/>
            <p:nvPr/>
          </p:nvSpPr>
          <p:spPr>
            <a:xfrm>
              <a:off x="4668500" y="4397750"/>
              <a:ext cx="32550" cy="71550"/>
            </a:xfrm>
            <a:custGeom>
              <a:rect b="b" l="l" r="r" t="t"/>
              <a:pathLst>
                <a:path extrusionOk="0" h="2862" w="1302">
                  <a:moveTo>
                    <a:pt x="1235" y="1"/>
                  </a:moveTo>
                  <a:lnTo>
                    <a:pt x="67" y="701"/>
                  </a:lnTo>
                  <a:cubicBezTo>
                    <a:pt x="34" y="735"/>
                    <a:pt x="1" y="768"/>
                    <a:pt x="1" y="835"/>
                  </a:cubicBezTo>
                  <a:lnTo>
                    <a:pt x="1" y="1135"/>
                  </a:lnTo>
                  <a:lnTo>
                    <a:pt x="1" y="1202"/>
                  </a:lnTo>
                  <a:lnTo>
                    <a:pt x="67" y="1202"/>
                  </a:lnTo>
                  <a:lnTo>
                    <a:pt x="801" y="768"/>
                  </a:lnTo>
                  <a:lnTo>
                    <a:pt x="268" y="2736"/>
                  </a:lnTo>
                  <a:cubicBezTo>
                    <a:pt x="268" y="2769"/>
                    <a:pt x="268" y="2769"/>
                    <a:pt x="268" y="2803"/>
                  </a:cubicBezTo>
                  <a:cubicBezTo>
                    <a:pt x="234" y="2803"/>
                    <a:pt x="268" y="2836"/>
                    <a:pt x="268" y="2836"/>
                  </a:cubicBezTo>
                  <a:cubicBezTo>
                    <a:pt x="284" y="2853"/>
                    <a:pt x="293" y="2861"/>
                    <a:pt x="301" y="2861"/>
                  </a:cubicBezTo>
                  <a:cubicBezTo>
                    <a:pt x="309" y="2861"/>
                    <a:pt x="318" y="2853"/>
                    <a:pt x="334" y="2836"/>
                  </a:cubicBezTo>
                  <a:lnTo>
                    <a:pt x="668" y="2636"/>
                  </a:lnTo>
                  <a:cubicBezTo>
                    <a:pt x="701" y="2636"/>
                    <a:pt x="701" y="2603"/>
                    <a:pt x="701" y="2603"/>
                  </a:cubicBezTo>
                  <a:cubicBezTo>
                    <a:pt x="735" y="2569"/>
                    <a:pt x="735" y="2536"/>
                    <a:pt x="735" y="2536"/>
                  </a:cubicBezTo>
                  <a:lnTo>
                    <a:pt x="1268" y="568"/>
                  </a:lnTo>
                  <a:cubicBezTo>
                    <a:pt x="1302" y="501"/>
                    <a:pt x="1302" y="434"/>
                    <a:pt x="1302" y="368"/>
                  </a:cubicBezTo>
                  <a:lnTo>
                    <a:pt x="1302" y="67"/>
                  </a:lnTo>
                  <a:cubicBezTo>
                    <a:pt x="1302" y="34"/>
                    <a:pt x="1302" y="34"/>
                    <a:pt x="130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1" name="Google Shape;3151;p58"/>
            <p:cNvSpPr/>
            <p:nvPr/>
          </p:nvSpPr>
          <p:spPr>
            <a:xfrm>
              <a:off x="4706025" y="4380250"/>
              <a:ext cx="35900" cy="64225"/>
            </a:xfrm>
            <a:custGeom>
              <a:rect b="b" l="l" r="r" t="t"/>
              <a:pathLst>
                <a:path extrusionOk="0" h="2569" w="1436">
                  <a:moveTo>
                    <a:pt x="897" y="587"/>
                  </a:moveTo>
                  <a:cubicBezTo>
                    <a:pt x="918" y="587"/>
                    <a:pt x="935" y="610"/>
                    <a:pt x="935" y="634"/>
                  </a:cubicBezTo>
                  <a:cubicBezTo>
                    <a:pt x="968" y="634"/>
                    <a:pt x="968" y="667"/>
                    <a:pt x="968" y="701"/>
                  </a:cubicBezTo>
                  <a:cubicBezTo>
                    <a:pt x="1001" y="767"/>
                    <a:pt x="1001" y="801"/>
                    <a:pt x="968" y="868"/>
                  </a:cubicBezTo>
                  <a:lnTo>
                    <a:pt x="968" y="1401"/>
                  </a:lnTo>
                  <a:cubicBezTo>
                    <a:pt x="1001" y="1468"/>
                    <a:pt x="1001" y="1501"/>
                    <a:pt x="1001" y="1568"/>
                  </a:cubicBezTo>
                  <a:cubicBezTo>
                    <a:pt x="968" y="1601"/>
                    <a:pt x="968" y="1668"/>
                    <a:pt x="935" y="1701"/>
                  </a:cubicBezTo>
                  <a:cubicBezTo>
                    <a:pt x="901" y="1802"/>
                    <a:pt x="835" y="1902"/>
                    <a:pt x="735" y="1935"/>
                  </a:cubicBezTo>
                  <a:cubicBezTo>
                    <a:pt x="701" y="1968"/>
                    <a:pt x="668" y="1968"/>
                    <a:pt x="601" y="1968"/>
                  </a:cubicBezTo>
                  <a:cubicBezTo>
                    <a:pt x="568" y="1968"/>
                    <a:pt x="568" y="1968"/>
                    <a:pt x="534" y="1935"/>
                  </a:cubicBezTo>
                  <a:cubicBezTo>
                    <a:pt x="501" y="1935"/>
                    <a:pt x="501" y="1902"/>
                    <a:pt x="501" y="1868"/>
                  </a:cubicBezTo>
                  <a:cubicBezTo>
                    <a:pt x="468" y="1802"/>
                    <a:pt x="468" y="1768"/>
                    <a:pt x="501" y="1701"/>
                  </a:cubicBezTo>
                  <a:lnTo>
                    <a:pt x="501" y="1168"/>
                  </a:lnTo>
                  <a:cubicBezTo>
                    <a:pt x="501" y="1101"/>
                    <a:pt x="501" y="1034"/>
                    <a:pt x="501" y="1001"/>
                  </a:cubicBezTo>
                  <a:cubicBezTo>
                    <a:pt x="501" y="934"/>
                    <a:pt x="501" y="901"/>
                    <a:pt x="534" y="868"/>
                  </a:cubicBezTo>
                  <a:cubicBezTo>
                    <a:pt x="568" y="801"/>
                    <a:pt x="568" y="767"/>
                    <a:pt x="601" y="734"/>
                  </a:cubicBezTo>
                  <a:cubicBezTo>
                    <a:pt x="635" y="701"/>
                    <a:pt x="701" y="667"/>
                    <a:pt x="735" y="634"/>
                  </a:cubicBezTo>
                  <a:cubicBezTo>
                    <a:pt x="768" y="601"/>
                    <a:pt x="801" y="601"/>
                    <a:pt x="868" y="601"/>
                  </a:cubicBezTo>
                  <a:cubicBezTo>
                    <a:pt x="878" y="591"/>
                    <a:pt x="888" y="587"/>
                    <a:pt x="897" y="587"/>
                  </a:cubicBezTo>
                  <a:close/>
                  <a:moveTo>
                    <a:pt x="1035" y="0"/>
                  </a:moveTo>
                  <a:cubicBezTo>
                    <a:pt x="935" y="0"/>
                    <a:pt x="801" y="34"/>
                    <a:pt x="735" y="100"/>
                  </a:cubicBezTo>
                  <a:cubicBezTo>
                    <a:pt x="601" y="167"/>
                    <a:pt x="501" y="267"/>
                    <a:pt x="401" y="367"/>
                  </a:cubicBezTo>
                  <a:cubicBezTo>
                    <a:pt x="301" y="467"/>
                    <a:pt x="234" y="567"/>
                    <a:pt x="168" y="667"/>
                  </a:cubicBezTo>
                  <a:cubicBezTo>
                    <a:pt x="134" y="801"/>
                    <a:pt x="67" y="901"/>
                    <a:pt x="67" y="1034"/>
                  </a:cubicBezTo>
                  <a:cubicBezTo>
                    <a:pt x="34" y="1168"/>
                    <a:pt x="1" y="1268"/>
                    <a:pt x="1" y="1401"/>
                  </a:cubicBezTo>
                  <a:lnTo>
                    <a:pt x="1" y="1701"/>
                  </a:lnTo>
                  <a:lnTo>
                    <a:pt x="1" y="2002"/>
                  </a:lnTo>
                  <a:cubicBezTo>
                    <a:pt x="1" y="2102"/>
                    <a:pt x="34" y="2202"/>
                    <a:pt x="67" y="2302"/>
                  </a:cubicBezTo>
                  <a:cubicBezTo>
                    <a:pt x="67" y="2369"/>
                    <a:pt x="101" y="2469"/>
                    <a:pt x="168" y="2502"/>
                  </a:cubicBezTo>
                  <a:cubicBezTo>
                    <a:pt x="234" y="2569"/>
                    <a:pt x="334" y="2569"/>
                    <a:pt x="401" y="2569"/>
                  </a:cubicBezTo>
                  <a:cubicBezTo>
                    <a:pt x="501" y="2569"/>
                    <a:pt x="635" y="2535"/>
                    <a:pt x="735" y="2469"/>
                  </a:cubicBezTo>
                  <a:cubicBezTo>
                    <a:pt x="835" y="2402"/>
                    <a:pt x="935" y="2302"/>
                    <a:pt x="1035" y="2202"/>
                  </a:cubicBezTo>
                  <a:cubicBezTo>
                    <a:pt x="1135" y="2102"/>
                    <a:pt x="1202" y="2002"/>
                    <a:pt x="1268" y="1902"/>
                  </a:cubicBezTo>
                  <a:cubicBezTo>
                    <a:pt x="1302" y="1768"/>
                    <a:pt x="1368" y="1668"/>
                    <a:pt x="1402" y="1535"/>
                  </a:cubicBezTo>
                  <a:cubicBezTo>
                    <a:pt x="1402" y="1401"/>
                    <a:pt x="1435" y="1268"/>
                    <a:pt x="1435" y="1168"/>
                  </a:cubicBezTo>
                  <a:lnTo>
                    <a:pt x="1435" y="868"/>
                  </a:lnTo>
                  <a:lnTo>
                    <a:pt x="1435" y="567"/>
                  </a:lnTo>
                  <a:cubicBezTo>
                    <a:pt x="1435" y="467"/>
                    <a:pt x="1402" y="367"/>
                    <a:pt x="1402" y="267"/>
                  </a:cubicBezTo>
                  <a:cubicBezTo>
                    <a:pt x="1368" y="200"/>
                    <a:pt x="1335" y="100"/>
                    <a:pt x="1268" y="67"/>
                  </a:cubicBezTo>
                  <a:cubicBezTo>
                    <a:pt x="1202" y="0"/>
                    <a:pt x="1102" y="0"/>
                    <a:pt x="103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2" name="Google Shape;3152;p58"/>
            <p:cNvSpPr/>
            <p:nvPr/>
          </p:nvSpPr>
          <p:spPr>
            <a:xfrm>
              <a:off x="4746900" y="4346050"/>
              <a:ext cx="48375" cy="78425"/>
            </a:xfrm>
            <a:custGeom>
              <a:rect b="b" l="l" r="r" t="t"/>
              <a:pathLst>
                <a:path extrusionOk="0" h="3137" w="1935">
                  <a:moveTo>
                    <a:pt x="467" y="1035"/>
                  </a:moveTo>
                  <a:cubicBezTo>
                    <a:pt x="501" y="1068"/>
                    <a:pt x="501" y="1101"/>
                    <a:pt x="501" y="1168"/>
                  </a:cubicBezTo>
                  <a:cubicBezTo>
                    <a:pt x="501" y="1235"/>
                    <a:pt x="501" y="1302"/>
                    <a:pt x="501" y="1368"/>
                  </a:cubicBezTo>
                  <a:cubicBezTo>
                    <a:pt x="501" y="1402"/>
                    <a:pt x="501" y="1468"/>
                    <a:pt x="467" y="1502"/>
                  </a:cubicBezTo>
                  <a:cubicBezTo>
                    <a:pt x="467" y="1535"/>
                    <a:pt x="434" y="1568"/>
                    <a:pt x="401" y="1602"/>
                  </a:cubicBezTo>
                  <a:lnTo>
                    <a:pt x="334" y="1602"/>
                  </a:lnTo>
                  <a:cubicBezTo>
                    <a:pt x="300" y="1568"/>
                    <a:pt x="300" y="1502"/>
                    <a:pt x="300" y="1468"/>
                  </a:cubicBezTo>
                  <a:cubicBezTo>
                    <a:pt x="300" y="1402"/>
                    <a:pt x="300" y="1335"/>
                    <a:pt x="300" y="1268"/>
                  </a:cubicBezTo>
                  <a:cubicBezTo>
                    <a:pt x="300" y="1201"/>
                    <a:pt x="300" y="1168"/>
                    <a:pt x="334" y="1135"/>
                  </a:cubicBezTo>
                  <a:cubicBezTo>
                    <a:pt x="334" y="1101"/>
                    <a:pt x="367" y="1068"/>
                    <a:pt x="401" y="1035"/>
                  </a:cubicBezTo>
                  <a:close/>
                  <a:moveTo>
                    <a:pt x="567" y="668"/>
                  </a:moveTo>
                  <a:cubicBezTo>
                    <a:pt x="501" y="668"/>
                    <a:pt x="467" y="701"/>
                    <a:pt x="401" y="734"/>
                  </a:cubicBezTo>
                  <a:cubicBezTo>
                    <a:pt x="334" y="768"/>
                    <a:pt x="267" y="801"/>
                    <a:pt x="234" y="868"/>
                  </a:cubicBezTo>
                  <a:cubicBezTo>
                    <a:pt x="200" y="901"/>
                    <a:pt x="134" y="968"/>
                    <a:pt x="134" y="1035"/>
                  </a:cubicBezTo>
                  <a:cubicBezTo>
                    <a:pt x="100" y="1101"/>
                    <a:pt x="67" y="1135"/>
                    <a:pt x="34" y="1201"/>
                  </a:cubicBezTo>
                  <a:cubicBezTo>
                    <a:pt x="34" y="1268"/>
                    <a:pt x="34" y="1335"/>
                    <a:pt x="0" y="1402"/>
                  </a:cubicBezTo>
                  <a:lnTo>
                    <a:pt x="0" y="1535"/>
                  </a:lnTo>
                  <a:lnTo>
                    <a:pt x="0" y="1668"/>
                  </a:lnTo>
                  <a:cubicBezTo>
                    <a:pt x="34" y="1735"/>
                    <a:pt x="34" y="1769"/>
                    <a:pt x="34" y="1835"/>
                  </a:cubicBezTo>
                  <a:cubicBezTo>
                    <a:pt x="67" y="1869"/>
                    <a:pt x="67" y="1902"/>
                    <a:pt x="134" y="1935"/>
                  </a:cubicBezTo>
                  <a:cubicBezTo>
                    <a:pt x="134" y="1969"/>
                    <a:pt x="200" y="1969"/>
                    <a:pt x="234" y="1969"/>
                  </a:cubicBezTo>
                  <a:cubicBezTo>
                    <a:pt x="300" y="1969"/>
                    <a:pt x="334" y="1935"/>
                    <a:pt x="401" y="1902"/>
                  </a:cubicBezTo>
                  <a:cubicBezTo>
                    <a:pt x="467" y="1869"/>
                    <a:pt x="534" y="1835"/>
                    <a:pt x="567" y="1769"/>
                  </a:cubicBezTo>
                  <a:cubicBezTo>
                    <a:pt x="601" y="1735"/>
                    <a:pt x="667" y="1668"/>
                    <a:pt x="701" y="1602"/>
                  </a:cubicBezTo>
                  <a:cubicBezTo>
                    <a:pt x="701" y="1535"/>
                    <a:pt x="734" y="1468"/>
                    <a:pt x="767" y="1435"/>
                  </a:cubicBezTo>
                  <a:cubicBezTo>
                    <a:pt x="767" y="1368"/>
                    <a:pt x="801" y="1302"/>
                    <a:pt x="801" y="1235"/>
                  </a:cubicBezTo>
                  <a:lnTo>
                    <a:pt x="801" y="968"/>
                  </a:lnTo>
                  <a:cubicBezTo>
                    <a:pt x="801" y="901"/>
                    <a:pt x="767" y="868"/>
                    <a:pt x="767" y="801"/>
                  </a:cubicBezTo>
                  <a:cubicBezTo>
                    <a:pt x="734" y="768"/>
                    <a:pt x="734" y="734"/>
                    <a:pt x="701" y="701"/>
                  </a:cubicBezTo>
                  <a:cubicBezTo>
                    <a:pt x="667" y="668"/>
                    <a:pt x="601" y="668"/>
                    <a:pt x="567" y="668"/>
                  </a:cubicBezTo>
                  <a:close/>
                  <a:moveTo>
                    <a:pt x="1610" y="1510"/>
                  </a:moveTo>
                  <a:cubicBezTo>
                    <a:pt x="1626" y="1510"/>
                    <a:pt x="1635" y="1518"/>
                    <a:pt x="1635" y="1535"/>
                  </a:cubicBezTo>
                  <a:cubicBezTo>
                    <a:pt x="1635" y="1568"/>
                    <a:pt x="1635" y="1602"/>
                    <a:pt x="1635" y="1635"/>
                  </a:cubicBezTo>
                  <a:cubicBezTo>
                    <a:pt x="1635" y="1702"/>
                    <a:pt x="1635" y="1769"/>
                    <a:pt x="1635" y="1869"/>
                  </a:cubicBezTo>
                  <a:cubicBezTo>
                    <a:pt x="1635" y="1902"/>
                    <a:pt x="1635" y="1935"/>
                    <a:pt x="1635" y="2002"/>
                  </a:cubicBezTo>
                  <a:cubicBezTo>
                    <a:pt x="1601" y="2035"/>
                    <a:pt x="1568" y="2069"/>
                    <a:pt x="1535" y="2069"/>
                  </a:cubicBezTo>
                  <a:cubicBezTo>
                    <a:pt x="1518" y="2085"/>
                    <a:pt x="1501" y="2094"/>
                    <a:pt x="1489" y="2094"/>
                  </a:cubicBezTo>
                  <a:cubicBezTo>
                    <a:pt x="1476" y="2094"/>
                    <a:pt x="1468" y="2085"/>
                    <a:pt x="1468" y="2069"/>
                  </a:cubicBezTo>
                  <a:cubicBezTo>
                    <a:pt x="1435" y="2035"/>
                    <a:pt x="1435" y="2002"/>
                    <a:pt x="1435" y="1969"/>
                  </a:cubicBezTo>
                  <a:cubicBezTo>
                    <a:pt x="1435" y="1902"/>
                    <a:pt x="1435" y="1835"/>
                    <a:pt x="1435" y="1769"/>
                  </a:cubicBezTo>
                  <a:cubicBezTo>
                    <a:pt x="1435" y="1702"/>
                    <a:pt x="1468" y="1668"/>
                    <a:pt x="1468" y="1602"/>
                  </a:cubicBezTo>
                  <a:cubicBezTo>
                    <a:pt x="1468" y="1568"/>
                    <a:pt x="1501" y="1535"/>
                    <a:pt x="1535" y="1535"/>
                  </a:cubicBezTo>
                  <a:cubicBezTo>
                    <a:pt x="1568" y="1518"/>
                    <a:pt x="1593" y="1510"/>
                    <a:pt x="1610" y="1510"/>
                  </a:cubicBezTo>
                  <a:close/>
                  <a:moveTo>
                    <a:pt x="1743" y="1153"/>
                  </a:moveTo>
                  <a:cubicBezTo>
                    <a:pt x="1727" y="1153"/>
                    <a:pt x="1713" y="1157"/>
                    <a:pt x="1701" y="1168"/>
                  </a:cubicBezTo>
                  <a:cubicBezTo>
                    <a:pt x="1635" y="1168"/>
                    <a:pt x="1601" y="1168"/>
                    <a:pt x="1535" y="1201"/>
                  </a:cubicBezTo>
                  <a:cubicBezTo>
                    <a:pt x="1468" y="1235"/>
                    <a:pt x="1435" y="1302"/>
                    <a:pt x="1368" y="1335"/>
                  </a:cubicBezTo>
                  <a:cubicBezTo>
                    <a:pt x="1335" y="1402"/>
                    <a:pt x="1301" y="1435"/>
                    <a:pt x="1268" y="1502"/>
                  </a:cubicBezTo>
                  <a:cubicBezTo>
                    <a:pt x="1234" y="1568"/>
                    <a:pt x="1201" y="1635"/>
                    <a:pt x="1201" y="1702"/>
                  </a:cubicBezTo>
                  <a:cubicBezTo>
                    <a:pt x="1168" y="1769"/>
                    <a:pt x="1168" y="1835"/>
                    <a:pt x="1168" y="1902"/>
                  </a:cubicBezTo>
                  <a:lnTo>
                    <a:pt x="1168" y="2035"/>
                  </a:lnTo>
                  <a:cubicBezTo>
                    <a:pt x="1168" y="2069"/>
                    <a:pt x="1168" y="2102"/>
                    <a:pt x="1168" y="2135"/>
                  </a:cubicBezTo>
                  <a:cubicBezTo>
                    <a:pt x="1168" y="2202"/>
                    <a:pt x="1168" y="2269"/>
                    <a:pt x="1201" y="2302"/>
                  </a:cubicBezTo>
                  <a:cubicBezTo>
                    <a:pt x="1201" y="2369"/>
                    <a:pt x="1234" y="2402"/>
                    <a:pt x="1268" y="2436"/>
                  </a:cubicBezTo>
                  <a:cubicBezTo>
                    <a:pt x="1301" y="2436"/>
                    <a:pt x="1335" y="2469"/>
                    <a:pt x="1368" y="2469"/>
                  </a:cubicBezTo>
                  <a:cubicBezTo>
                    <a:pt x="1435" y="2436"/>
                    <a:pt x="1501" y="2436"/>
                    <a:pt x="1535" y="2402"/>
                  </a:cubicBezTo>
                  <a:cubicBezTo>
                    <a:pt x="1601" y="2369"/>
                    <a:pt x="1668" y="2302"/>
                    <a:pt x="1701" y="2269"/>
                  </a:cubicBezTo>
                  <a:cubicBezTo>
                    <a:pt x="1768" y="2202"/>
                    <a:pt x="1802" y="2135"/>
                    <a:pt x="1835" y="2102"/>
                  </a:cubicBezTo>
                  <a:cubicBezTo>
                    <a:pt x="1868" y="2035"/>
                    <a:pt x="1868" y="1969"/>
                    <a:pt x="1902" y="1902"/>
                  </a:cubicBezTo>
                  <a:cubicBezTo>
                    <a:pt x="1902" y="1835"/>
                    <a:pt x="1935" y="1769"/>
                    <a:pt x="1935" y="1702"/>
                  </a:cubicBezTo>
                  <a:lnTo>
                    <a:pt x="1935" y="1468"/>
                  </a:lnTo>
                  <a:cubicBezTo>
                    <a:pt x="1935" y="1402"/>
                    <a:pt x="1902" y="1335"/>
                    <a:pt x="1902" y="1302"/>
                  </a:cubicBezTo>
                  <a:cubicBezTo>
                    <a:pt x="1902" y="1235"/>
                    <a:pt x="1868" y="1201"/>
                    <a:pt x="1835" y="1168"/>
                  </a:cubicBezTo>
                  <a:cubicBezTo>
                    <a:pt x="1813" y="1168"/>
                    <a:pt x="1776" y="1153"/>
                    <a:pt x="1743" y="1153"/>
                  </a:cubicBezTo>
                  <a:close/>
                  <a:moveTo>
                    <a:pt x="1701" y="1"/>
                  </a:moveTo>
                  <a:lnTo>
                    <a:pt x="1501" y="101"/>
                  </a:lnTo>
                  <a:cubicBezTo>
                    <a:pt x="1468" y="134"/>
                    <a:pt x="1468" y="134"/>
                    <a:pt x="1435" y="167"/>
                  </a:cubicBezTo>
                  <a:cubicBezTo>
                    <a:pt x="1435" y="167"/>
                    <a:pt x="1401" y="201"/>
                    <a:pt x="1401" y="234"/>
                  </a:cubicBezTo>
                  <a:lnTo>
                    <a:pt x="200" y="3069"/>
                  </a:lnTo>
                  <a:cubicBezTo>
                    <a:pt x="167" y="3103"/>
                    <a:pt x="167" y="3103"/>
                    <a:pt x="200" y="3103"/>
                  </a:cubicBezTo>
                  <a:cubicBezTo>
                    <a:pt x="167" y="3103"/>
                    <a:pt x="167" y="3136"/>
                    <a:pt x="200" y="3136"/>
                  </a:cubicBezTo>
                  <a:lnTo>
                    <a:pt x="234" y="3136"/>
                  </a:lnTo>
                  <a:lnTo>
                    <a:pt x="434" y="3036"/>
                  </a:lnTo>
                  <a:cubicBezTo>
                    <a:pt x="467" y="3003"/>
                    <a:pt x="467" y="3003"/>
                    <a:pt x="501" y="2969"/>
                  </a:cubicBezTo>
                  <a:cubicBezTo>
                    <a:pt x="501" y="2969"/>
                    <a:pt x="534" y="2936"/>
                    <a:pt x="534" y="2903"/>
                  </a:cubicBezTo>
                  <a:lnTo>
                    <a:pt x="1735" y="67"/>
                  </a:lnTo>
                  <a:lnTo>
                    <a:pt x="1735" y="34"/>
                  </a:lnTo>
                  <a:cubicBezTo>
                    <a:pt x="1735" y="34"/>
                    <a:pt x="1735" y="1"/>
                    <a:pt x="173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3" name="Google Shape;3153;p58"/>
            <p:cNvSpPr/>
            <p:nvPr/>
          </p:nvSpPr>
          <p:spPr>
            <a:xfrm>
              <a:off x="4605950" y="4269325"/>
              <a:ext cx="79250" cy="101775"/>
            </a:xfrm>
            <a:custGeom>
              <a:rect b="b" l="l" r="r" t="t"/>
              <a:pathLst>
                <a:path extrusionOk="0" h="4071" w="3170">
                  <a:moveTo>
                    <a:pt x="2636" y="1"/>
                  </a:moveTo>
                  <a:cubicBezTo>
                    <a:pt x="1569" y="1068"/>
                    <a:pt x="668" y="2336"/>
                    <a:pt x="1" y="3703"/>
                  </a:cubicBezTo>
                  <a:lnTo>
                    <a:pt x="1335" y="4070"/>
                  </a:lnTo>
                  <a:cubicBezTo>
                    <a:pt x="1802" y="3136"/>
                    <a:pt x="2403" y="2269"/>
                    <a:pt x="3170" y="1502"/>
                  </a:cubicBezTo>
                  <a:lnTo>
                    <a:pt x="2636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4" name="Google Shape;3154;p58"/>
            <p:cNvSpPr/>
            <p:nvPr/>
          </p:nvSpPr>
          <p:spPr>
            <a:xfrm>
              <a:off x="4686850" y="4196775"/>
              <a:ext cx="90100" cy="93425"/>
            </a:xfrm>
            <a:custGeom>
              <a:rect b="b" l="l" r="r" t="t"/>
              <a:pathLst>
                <a:path extrusionOk="0" h="3737" w="3604">
                  <a:moveTo>
                    <a:pt x="3603" y="1"/>
                  </a:moveTo>
                  <a:lnTo>
                    <a:pt x="3603" y="1"/>
                  </a:lnTo>
                  <a:cubicBezTo>
                    <a:pt x="2969" y="134"/>
                    <a:pt x="2369" y="401"/>
                    <a:pt x="1802" y="735"/>
                  </a:cubicBezTo>
                  <a:cubicBezTo>
                    <a:pt x="1168" y="1101"/>
                    <a:pt x="534" y="1568"/>
                    <a:pt x="1" y="2069"/>
                  </a:cubicBezTo>
                  <a:lnTo>
                    <a:pt x="534" y="3737"/>
                  </a:lnTo>
                  <a:cubicBezTo>
                    <a:pt x="935" y="3370"/>
                    <a:pt x="1335" y="3070"/>
                    <a:pt x="1802" y="2836"/>
                  </a:cubicBezTo>
                  <a:cubicBezTo>
                    <a:pt x="2169" y="2603"/>
                    <a:pt x="2602" y="2436"/>
                    <a:pt x="3036" y="2302"/>
                  </a:cubicBezTo>
                  <a:lnTo>
                    <a:pt x="3603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5" name="Google Shape;3155;p58"/>
            <p:cNvSpPr/>
            <p:nvPr/>
          </p:nvSpPr>
          <p:spPr>
            <a:xfrm>
              <a:off x="4772750" y="4192650"/>
              <a:ext cx="86750" cy="72525"/>
            </a:xfrm>
            <a:custGeom>
              <a:rect b="b" l="l" r="r" t="t"/>
              <a:pathLst>
                <a:path extrusionOk="0" h="2901" w="3470">
                  <a:moveTo>
                    <a:pt x="1239" y="1"/>
                  </a:moveTo>
                  <a:cubicBezTo>
                    <a:pt x="1016" y="1"/>
                    <a:pt x="791" y="22"/>
                    <a:pt x="567" y="66"/>
                  </a:cubicBezTo>
                  <a:lnTo>
                    <a:pt x="0" y="2367"/>
                  </a:lnTo>
                  <a:cubicBezTo>
                    <a:pt x="130" y="2349"/>
                    <a:pt x="261" y="2339"/>
                    <a:pt x="392" y="2339"/>
                  </a:cubicBezTo>
                  <a:cubicBezTo>
                    <a:pt x="967" y="2339"/>
                    <a:pt x="1540" y="2521"/>
                    <a:pt x="2002" y="2901"/>
                  </a:cubicBezTo>
                  <a:lnTo>
                    <a:pt x="3469" y="833"/>
                  </a:lnTo>
                  <a:cubicBezTo>
                    <a:pt x="2842" y="284"/>
                    <a:pt x="2050" y="1"/>
                    <a:pt x="123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6" name="Google Shape;3156;p58"/>
            <p:cNvSpPr/>
            <p:nvPr/>
          </p:nvSpPr>
          <p:spPr>
            <a:xfrm>
              <a:off x="4575100" y="4375250"/>
              <a:ext cx="58400" cy="103425"/>
            </a:xfrm>
            <a:custGeom>
              <a:rect b="b" l="l" r="r" t="t"/>
              <a:pathLst>
                <a:path extrusionOk="0" h="4137" w="2336">
                  <a:moveTo>
                    <a:pt x="1001" y="0"/>
                  </a:moveTo>
                  <a:cubicBezTo>
                    <a:pt x="401" y="1301"/>
                    <a:pt x="67" y="2702"/>
                    <a:pt x="1" y="4136"/>
                  </a:cubicBezTo>
                  <a:lnTo>
                    <a:pt x="1635" y="3202"/>
                  </a:lnTo>
                  <a:cubicBezTo>
                    <a:pt x="1702" y="2202"/>
                    <a:pt x="1935" y="1234"/>
                    <a:pt x="2336" y="334"/>
                  </a:cubicBezTo>
                  <a:lnTo>
                    <a:pt x="100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7" name="Google Shape;3157;p58"/>
            <p:cNvSpPr/>
            <p:nvPr/>
          </p:nvSpPr>
          <p:spPr>
            <a:xfrm>
              <a:off x="4574275" y="4466975"/>
              <a:ext cx="58400" cy="98425"/>
            </a:xfrm>
            <a:custGeom>
              <a:rect b="b" l="l" r="r" t="t"/>
              <a:pathLst>
                <a:path extrusionOk="0" h="3937" w="2336">
                  <a:moveTo>
                    <a:pt x="1668" y="0"/>
                  </a:moveTo>
                  <a:lnTo>
                    <a:pt x="0" y="968"/>
                  </a:lnTo>
                  <a:cubicBezTo>
                    <a:pt x="0" y="2035"/>
                    <a:pt x="334" y="3103"/>
                    <a:pt x="1001" y="3937"/>
                  </a:cubicBezTo>
                  <a:lnTo>
                    <a:pt x="2335" y="2069"/>
                  </a:lnTo>
                  <a:cubicBezTo>
                    <a:pt x="1902" y="1468"/>
                    <a:pt x="1668" y="734"/>
                    <a:pt x="16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8" name="Google Shape;3158;p58"/>
            <p:cNvSpPr/>
            <p:nvPr/>
          </p:nvSpPr>
          <p:spPr>
            <a:xfrm>
              <a:off x="4603450" y="4540350"/>
              <a:ext cx="85925" cy="73375"/>
            </a:xfrm>
            <a:custGeom>
              <a:rect b="b" l="l" r="r" t="t"/>
              <a:pathLst>
                <a:path extrusionOk="0" h="2935" w="3437">
                  <a:moveTo>
                    <a:pt x="1469" y="1"/>
                  </a:moveTo>
                  <a:lnTo>
                    <a:pt x="1" y="2102"/>
                  </a:lnTo>
                  <a:cubicBezTo>
                    <a:pt x="602" y="2652"/>
                    <a:pt x="1409" y="2934"/>
                    <a:pt x="2228" y="2934"/>
                  </a:cubicBezTo>
                  <a:cubicBezTo>
                    <a:pt x="2453" y="2934"/>
                    <a:pt x="2680" y="2913"/>
                    <a:pt x="2903" y="2870"/>
                  </a:cubicBezTo>
                  <a:lnTo>
                    <a:pt x="3437" y="535"/>
                  </a:lnTo>
                  <a:lnTo>
                    <a:pt x="3437" y="535"/>
                  </a:lnTo>
                  <a:cubicBezTo>
                    <a:pt x="3294" y="562"/>
                    <a:pt x="3149" y="575"/>
                    <a:pt x="3005" y="575"/>
                  </a:cubicBezTo>
                  <a:cubicBezTo>
                    <a:pt x="2445" y="575"/>
                    <a:pt x="1893" y="373"/>
                    <a:pt x="146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9" name="Google Shape;3159;p58"/>
            <p:cNvSpPr/>
            <p:nvPr/>
          </p:nvSpPr>
          <p:spPr>
            <a:xfrm>
              <a:off x="4686025" y="4516175"/>
              <a:ext cx="90075" cy="93425"/>
            </a:xfrm>
            <a:custGeom>
              <a:rect b="b" l="l" r="r" t="t"/>
              <a:pathLst>
                <a:path extrusionOk="0" h="3737" w="3603">
                  <a:moveTo>
                    <a:pt x="3036" y="1"/>
                  </a:moveTo>
                  <a:cubicBezTo>
                    <a:pt x="2669" y="334"/>
                    <a:pt x="2235" y="634"/>
                    <a:pt x="1801" y="901"/>
                  </a:cubicBezTo>
                  <a:cubicBezTo>
                    <a:pt x="1401" y="1135"/>
                    <a:pt x="1001" y="1301"/>
                    <a:pt x="567" y="1402"/>
                  </a:cubicBezTo>
                  <a:lnTo>
                    <a:pt x="0" y="3737"/>
                  </a:lnTo>
                  <a:cubicBezTo>
                    <a:pt x="634" y="3570"/>
                    <a:pt x="1234" y="3336"/>
                    <a:pt x="1801" y="3003"/>
                  </a:cubicBezTo>
                  <a:cubicBezTo>
                    <a:pt x="2435" y="2602"/>
                    <a:pt x="3036" y="2169"/>
                    <a:pt x="3603" y="1668"/>
                  </a:cubicBezTo>
                  <a:lnTo>
                    <a:pt x="3036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0" name="Google Shape;3160;p58"/>
            <p:cNvSpPr/>
            <p:nvPr/>
          </p:nvSpPr>
          <p:spPr>
            <a:xfrm>
              <a:off x="4772750" y="4435275"/>
              <a:ext cx="86750" cy="111775"/>
            </a:xfrm>
            <a:custGeom>
              <a:rect b="b" l="l" r="r" t="t"/>
              <a:pathLst>
                <a:path extrusionOk="0" h="4471" w="3470">
                  <a:moveTo>
                    <a:pt x="2002" y="1"/>
                  </a:moveTo>
                  <a:cubicBezTo>
                    <a:pt x="1501" y="1035"/>
                    <a:pt x="801" y="1969"/>
                    <a:pt x="0" y="2803"/>
                  </a:cubicBezTo>
                  <a:lnTo>
                    <a:pt x="567" y="4471"/>
                  </a:lnTo>
                  <a:cubicBezTo>
                    <a:pt x="1768" y="3270"/>
                    <a:pt x="2736" y="1902"/>
                    <a:pt x="3469" y="368"/>
                  </a:cubicBezTo>
                  <a:lnTo>
                    <a:pt x="200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1" name="Google Shape;3161;p58"/>
            <p:cNvSpPr/>
            <p:nvPr/>
          </p:nvSpPr>
          <p:spPr>
            <a:xfrm>
              <a:off x="4829450" y="4220125"/>
              <a:ext cx="64250" cy="108450"/>
            </a:xfrm>
            <a:custGeom>
              <a:rect b="b" l="l" r="r" t="t"/>
              <a:pathLst>
                <a:path extrusionOk="0" h="4338" w="2570">
                  <a:moveTo>
                    <a:pt x="1468" y="1"/>
                  </a:moveTo>
                  <a:lnTo>
                    <a:pt x="1" y="2102"/>
                  </a:lnTo>
                  <a:cubicBezTo>
                    <a:pt x="501" y="2736"/>
                    <a:pt x="768" y="3537"/>
                    <a:pt x="768" y="4337"/>
                  </a:cubicBezTo>
                  <a:lnTo>
                    <a:pt x="2569" y="3303"/>
                  </a:lnTo>
                  <a:cubicBezTo>
                    <a:pt x="2536" y="1869"/>
                    <a:pt x="2135" y="735"/>
                    <a:pt x="146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2" name="Google Shape;3162;p58"/>
            <p:cNvSpPr/>
            <p:nvPr/>
          </p:nvSpPr>
          <p:spPr>
            <a:xfrm>
              <a:off x="4829450" y="4315200"/>
              <a:ext cx="64250" cy="115100"/>
            </a:xfrm>
            <a:custGeom>
              <a:rect b="b" l="l" r="r" t="t"/>
              <a:pathLst>
                <a:path extrusionOk="0" h="4604" w="2570">
                  <a:moveTo>
                    <a:pt x="2569" y="0"/>
                  </a:moveTo>
                  <a:lnTo>
                    <a:pt x="768" y="1068"/>
                  </a:lnTo>
                  <a:cubicBezTo>
                    <a:pt x="701" y="2135"/>
                    <a:pt x="434" y="3203"/>
                    <a:pt x="1" y="4203"/>
                  </a:cubicBezTo>
                  <a:lnTo>
                    <a:pt x="1468" y="4604"/>
                  </a:lnTo>
                  <a:cubicBezTo>
                    <a:pt x="2135" y="3169"/>
                    <a:pt x="2502" y="1602"/>
                    <a:pt x="256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3" name="Google Shape;3163;p58"/>
            <p:cNvSpPr/>
            <p:nvPr/>
          </p:nvSpPr>
          <p:spPr>
            <a:xfrm>
              <a:off x="3259175" y="2889175"/>
              <a:ext cx="346700" cy="311925"/>
            </a:xfrm>
            <a:custGeom>
              <a:rect b="b" l="l" r="r" t="t"/>
              <a:pathLst>
                <a:path extrusionOk="0" h="12477" w="13868">
                  <a:moveTo>
                    <a:pt x="10908" y="1"/>
                  </a:moveTo>
                  <a:cubicBezTo>
                    <a:pt x="10741" y="1"/>
                    <a:pt x="10574" y="134"/>
                    <a:pt x="10541" y="301"/>
                  </a:cubicBezTo>
                  <a:lnTo>
                    <a:pt x="8273" y="5071"/>
                  </a:lnTo>
                  <a:cubicBezTo>
                    <a:pt x="8273" y="5071"/>
                    <a:pt x="8239" y="5104"/>
                    <a:pt x="8239" y="5104"/>
                  </a:cubicBezTo>
                  <a:cubicBezTo>
                    <a:pt x="8206" y="5104"/>
                    <a:pt x="8173" y="5071"/>
                    <a:pt x="8139" y="5004"/>
                  </a:cubicBezTo>
                  <a:lnTo>
                    <a:pt x="6004" y="1335"/>
                  </a:lnTo>
                  <a:cubicBezTo>
                    <a:pt x="5871" y="1035"/>
                    <a:pt x="5671" y="1035"/>
                    <a:pt x="5571" y="1035"/>
                  </a:cubicBezTo>
                  <a:cubicBezTo>
                    <a:pt x="5404" y="1068"/>
                    <a:pt x="5271" y="1201"/>
                    <a:pt x="5237" y="1368"/>
                  </a:cubicBezTo>
                  <a:lnTo>
                    <a:pt x="2869" y="8140"/>
                  </a:lnTo>
                  <a:cubicBezTo>
                    <a:pt x="2835" y="8206"/>
                    <a:pt x="2802" y="8240"/>
                    <a:pt x="2802" y="8240"/>
                  </a:cubicBezTo>
                  <a:cubicBezTo>
                    <a:pt x="2769" y="8240"/>
                    <a:pt x="2702" y="8240"/>
                    <a:pt x="2669" y="8173"/>
                  </a:cubicBezTo>
                  <a:lnTo>
                    <a:pt x="2068" y="7573"/>
                  </a:lnTo>
                  <a:cubicBezTo>
                    <a:pt x="1966" y="7471"/>
                    <a:pt x="1825" y="7427"/>
                    <a:pt x="1690" y="7427"/>
                  </a:cubicBezTo>
                  <a:cubicBezTo>
                    <a:pt x="1648" y="7427"/>
                    <a:pt x="1607" y="7431"/>
                    <a:pt x="1568" y="7439"/>
                  </a:cubicBezTo>
                  <a:cubicBezTo>
                    <a:pt x="1401" y="7506"/>
                    <a:pt x="1268" y="7639"/>
                    <a:pt x="1234" y="7840"/>
                  </a:cubicBezTo>
                  <a:lnTo>
                    <a:pt x="33" y="12209"/>
                  </a:lnTo>
                  <a:cubicBezTo>
                    <a:pt x="0" y="12343"/>
                    <a:pt x="67" y="12443"/>
                    <a:pt x="167" y="12476"/>
                  </a:cubicBezTo>
                  <a:lnTo>
                    <a:pt x="234" y="12476"/>
                  </a:lnTo>
                  <a:cubicBezTo>
                    <a:pt x="300" y="12476"/>
                    <a:pt x="400" y="12443"/>
                    <a:pt x="434" y="12343"/>
                  </a:cubicBezTo>
                  <a:lnTo>
                    <a:pt x="1635" y="7940"/>
                  </a:lnTo>
                  <a:cubicBezTo>
                    <a:pt x="1668" y="7873"/>
                    <a:pt x="1701" y="7840"/>
                    <a:pt x="1701" y="7840"/>
                  </a:cubicBezTo>
                  <a:cubicBezTo>
                    <a:pt x="1735" y="7840"/>
                    <a:pt x="1768" y="7840"/>
                    <a:pt x="1801" y="7873"/>
                  </a:cubicBezTo>
                  <a:lnTo>
                    <a:pt x="2435" y="8473"/>
                  </a:lnTo>
                  <a:cubicBezTo>
                    <a:pt x="2518" y="8584"/>
                    <a:pt x="2670" y="8649"/>
                    <a:pt x="2814" y="8649"/>
                  </a:cubicBezTo>
                  <a:cubicBezTo>
                    <a:pt x="2844" y="8649"/>
                    <a:pt x="2874" y="8646"/>
                    <a:pt x="2902" y="8640"/>
                  </a:cubicBezTo>
                  <a:cubicBezTo>
                    <a:pt x="3069" y="8573"/>
                    <a:pt x="3236" y="8440"/>
                    <a:pt x="3269" y="8273"/>
                  </a:cubicBezTo>
                  <a:lnTo>
                    <a:pt x="5604" y="1502"/>
                  </a:lnTo>
                  <a:cubicBezTo>
                    <a:pt x="5604" y="1502"/>
                    <a:pt x="5604" y="1468"/>
                    <a:pt x="5604" y="1468"/>
                  </a:cubicBezTo>
                  <a:cubicBezTo>
                    <a:pt x="5637" y="1502"/>
                    <a:pt x="5637" y="1502"/>
                    <a:pt x="5671" y="1535"/>
                  </a:cubicBezTo>
                  <a:lnTo>
                    <a:pt x="7806" y="5238"/>
                  </a:lnTo>
                  <a:cubicBezTo>
                    <a:pt x="7872" y="5404"/>
                    <a:pt x="8073" y="5538"/>
                    <a:pt x="8239" y="5538"/>
                  </a:cubicBezTo>
                  <a:cubicBezTo>
                    <a:pt x="8406" y="5505"/>
                    <a:pt x="8573" y="5404"/>
                    <a:pt x="8640" y="5238"/>
                  </a:cubicBezTo>
                  <a:lnTo>
                    <a:pt x="10875" y="468"/>
                  </a:lnTo>
                  <a:cubicBezTo>
                    <a:pt x="10908" y="434"/>
                    <a:pt x="10908" y="401"/>
                    <a:pt x="10908" y="401"/>
                  </a:cubicBezTo>
                  <a:cubicBezTo>
                    <a:pt x="10975" y="434"/>
                    <a:pt x="10975" y="468"/>
                    <a:pt x="11008" y="501"/>
                  </a:cubicBezTo>
                  <a:lnTo>
                    <a:pt x="13410" y="4671"/>
                  </a:lnTo>
                  <a:cubicBezTo>
                    <a:pt x="13452" y="4744"/>
                    <a:pt x="13517" y="4775"/>
                    <a:pt x="13582" y="4775"/>
                  </a:cubicBezTo>
                  <a:cubicBezTo>
                    <a:pt x="13725" y="4775"/>
                    <a:pt x="13868" y="4630"/>
                    <a:pt x="13777" y="4470"/>
                  </a:cubicBezTo>
                  <a:lnTo>
                    <a:pt x="11375" y="301"/>
                  </a:lnTo>
                  <a:cubicBezTo>
                    <a:pt x="11275" y="134"/>
                    <a:pt x="11108" y="1"/>
                    <a:pt x="1090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4" name="Google Shape;3164;p58"/>
            <p:cNvSpPr/>
            <p:nvPr/>
          </p:nvSpPr>
          <p:spPr>
            <a:xfrm>
              <a:off x="3265000" y="2973300"/>
              <a:ext cx="333600" cy="368725"/>
            </a:xfrm>
            <a:custGeom>
              <a:rect b="b" l="l" r="r" t="t"/>
              <a:pathLst>
                <a:path extrusionOk="0" h="14749" w="13344">
                  <a:moveTo>
                    <a:pt x="10724" y="0"/>
                  </a:moveTo>
                  <a:cubicBezTo>
                    <a:pt x="10646" y="0"/>
                    <a:pt x="10576" y="67"/>
                    <a:pt x="10541" y="205"/>
                  </a:cubicBezTo>
                  <a:lnTo>
                    <a:pt x="8140" y="7910"/>
                  </a:lnTo>
                  <a:cubicBezTo>
                    <a:pt x="8106" y="8044"/>
                    <a:pt x="8040" y="8110"/>
                    <a:pt x="7960" y="8110"/>
                  </a:cubicBezTo>
                  <a:cubicBezTo>
                    <a:pt x="7881" y="8110"/>
                    <a:pt x="7790" y="8044"/>
                    <a:pt x="7706" y="7910"/>
                  </a:cubicBezTo>
                  <a:lnTo>
                    <a:pt x="5571" y="4241"/>
                  </a:lnTo>
                  <a:cubicBezTo>
                    <a:pt x="5505" y="4108"/>
                    <a:pt x="5421" y="4041"/>
                    <a:pt x="5346" y="4041"/>
                  </a:cubicBezTo>
                  <a:cubicBezTo>
                    <a:pt x="5271" y="4041"/>
                    <a:pt x="5204" y="4108"/>
                    <a:pt x="5171" y="4241"/>
                  </a:cubicBezTo>
                  <a:lnTo>
                    <a:pt x="2803" y="11013"/>
                  </a:lnTo>
                  <a:cubicBezTo>
                    <a:pt x="2771" y="11122"/>
                    <a:pt x="2718" y="11180"/>
                    <a:pt x="2657" y="11180"/>
                  </a:cubicBezTo>
                  <a:cubicBezTo>
                    <a:pt x="2587" y="11180"/>
                    <a:pt x="2507" y="11105"/>
                    <a:pt x="2436" y="10946"/>
                  </a:cubicBezTo>
                  <a:lnTo>
                    <a:pt x="1535" y="8644"/>
                  </a:lnTo>
                  <a:cubicBezTo>
                    <a:pt x="1466" y="8490"/>
                    <a:pt x="1398" y="8415"/>
                    <a:pt x="1334" y="8415"/>
                  </a:cubicBezTo>
                  <a:cubicBezTo>
                    <a:pt x="1273" y="8415"/>
                    <a:pt x="1217" y="8481"/>
                    <a:pt x="1168" y="8611"/>
                  </a:cubicBezTo>
                  <a:lnTo>
                    <a:pt x="1" y="13014"/>
                  </a:lnTo>
                  <a:lnTo>
                    <a:pt x="1" y="14749"/>
                  </a:lnTo>
                  <a:lnTo>
                    <a:pt x="13343" y="7043"/>
                  </a:lnTo>
                  <a:lnTo>
                    <a:pt x="13343" y="3240"/>
                  </a:lnTo>
                  <a:lnTo>
                    <a:pt x="10942" y="171"/>
                  </a:lnTo>
                  <a:cubicBezTo>
                    <a:pt x="10877" y="59"/>
                    <a:pt x="10797" y="0"/>
                    <a:pt x="1072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5" name="Google Shape;3165;p58"/>
            <p:cNvSpPr/>
            <p:nvPr/>
          </p:nvSpPr>
          <p:spPr>
            <a:xfrm>
              <a:off x="3378425" y="2897600"/>
              <a:ext cx="40050" cy="51250"/>
            </a:xfrm>
            <a:custGeom>
              <a:rect b="b" l="l" r="r" t="t"/>
              <a:pathLst>
                <a:path extrusionOk="0" h="2050" w="1602">
                  <a:moveTo>
                    <a:pt x="1144" y="0"/>
                  </a:moveTo>
                  <a:cubicBezTo>
                    <a:pt x="1040" y="0"/>
                    <a:pt x="923" y="32"/>
                    <a:pt x="801" y="97"/>
                  </a:cubicBezTo>
                  <a:cubicBezTo>
                    <a:pt x="334" y="397"/>
                    <a:pt x="34" y="931"/>
                    <a:pt x="0" y="1465"/>
                  </a:cubicBezTo>
                  <a:cubicBezTo>
                    <a:pt x="0" y="1839"/>
                    <a:pt x="181" y="2050"/>
                    <a:pt x="438" y="2050"/>
                  </a:cubicBezTo>
                  <a:cubicBezTo>
                    <a:pt x="548" y="2050"/>
                    <a:pt x="671" y="2012"/>
                    <a:pt x="801" y="1932"/>
                  </a:cubicBezTo>
                  <a:cubicBezTo>
                    <a:pt x="1268" y="1632"/>
                    <a:pt x="1568" y="1131"/>
                    <a:pt x="1601" y="564"/>
                  </a:cubicBezTo>
                  <a:cubicBezTo>
                    <a:pt x="1601" y="205"/>
                    <a:pt x="1412" y="0"/>
                    <a:pt x="114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6" name="Google Shape;3166;p58"/>
            <p:cNvSpPr/>
            <p:nvPr/>
          </p:nvSpPr>
          <p:spPr>
            <a:xfrm>
              <a:off x="3246650" y="3171375"/>
              <a:ext cx="401975" cy="235700"/>
            </a:xfrm>
            <a:custGeom>
              <a:rect b="b" l="l" r="r" t="t"/>
              <a:pathLst>
                <a:path extrusionOk="0" h="9428" w="16079">
                  <a:moveTo>
                    <a:pt x="15872" y="1"/>
                  </a:moveTo>
                  <a:cubicBezTo>
                    <a:pt x="15836" y="1"/>
                    <a:pt x="15803" y="8"/>
                    <a:pt x="15779" y="21"/>
                  </a:cubicBezTo>
                  <a:lnTo>
                    <a:pt x="134" y="9060"/>
                  </a:lnTo>
                  <a:cubicBezTo>
                    <a:pt x="34" y="9127"/>
                    <a:pt x="1" y="9227"/>
                    <a:pt x="67" y="9327"/>
                  </a:cubicBezTo>
                  <a:cubicBezTo>
                    <a:pt x="101" y="9394"/>
                    <a:pt x="168" y="9427"/>
                    <a:pt x="234" y="9427"/>
                  </a:cubicBezTo>
                  <a:cubicBezTo>
                    <a:pt x="268" y="9427"/>
                    <a:pt x="301" y="9427"/>
                    <a:pt x="334" y="9394"/>
                  </a:cubicBezTo>
                  <a:lnTo>
                    <a:pt x="15979" y="388"/>
                  </a:lnTo>
                  <a:cubicBezTo>
                    <a:pt x="16079" y="321"/>
                    <a:pt x="16079" y="187"/>
                    <a:pt x="16046" y="87"/>
                  </a:cubicBezTo>
                  <a:cubicBezTo>
                    <a:pt x="16003" y="24"/>
                    <a:pt x="15934" y="1"/>
                    <a:pt x="1587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7" name="Google Shape;3167;p58"/>
            <p:cNvSpPr/>
            <p:nvPr/>
          </p:nvSpPr>
          <p:spPr>
            <a:xfrm>
              <a:off x="3440950" y="3284675"/>
              <a:ext cx="10875" cy="205800"/>
            </a:xfrm>
            <a:custGeom>
              <a:rect b="b" l="l" r="r" t="t"/>
              <a:pathLst>
                <a:path extrusionOk="0" h="8232" w="435">
                  <a:moveTo>
                    <a:pt x="201" y="0"/>
                  </a:moveTo>
                  <a:cubicBezTo>
                    <a:pt x="101" y="0"/>
                    <a:pt x="1" y="75"/>
                    <a:pt x="1" y="225"/>
                  </a:cubicBezTo>
                  <a:lnTo>
                    <a:pt x="1" y="8031"/>
                  </a:lnTo>
                  <a:cubicBezTo>
                    <a:pt x="1" y="8131"/>
                    <a:pt x="68" y="8231"/>
                    <a:pt x="201" y="8231"/>
                  </a:cubicBezTo>
                  <a:cubicBezTo>
                    <a:pt x="301" y="8231"/>
                    <a:pt x="435" y="8131"/>
                    <a:pt x="401" y="8031"/>
                  </a:cubicBezTo>
                  <a:lnTo>
                    <a:pt x="401" y="225"/>
                  </a:lnTo>
                  <a:cubicBezTo>
                    <a:pt x="401" y="75"/>
                    <a:pt x="301" y="0"/>
                    <a:pt x="20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8" name="Google Shape;3168;p58"/>
            <p:cNvSpPr/>
            <p:nvPr/>
          </p:nvSpPr>
          <p:spPr>
            <a:xfrm>
              <a:off x="3843750" y="1640775"/>
              <a:ext cx="301900" cy="466775"/>
            </a:xfrm>
            <a:custGeom>
              <a:rect b="b" l="l" r="r" t="t"/>
              <a:pathLst>
                <a:path extrusionOk="0" h="18671" w="12076">
                  <a:moveTo>
                    <a:pt x="7639" y="1"/>
                  </a:moveTo>
                  <a:lnTo>
                    <a:pt x="7638" y="7"/>
                  </a:lnTo>
                  <a:lnTo>
                    <a:pt x="7638" y="7"/>
                  </a:lnTo>
                  <a:cubicBezTo>
                    <a:pt x="7650" y="5"/>
                    <a:pt x="7661" y="3"/>
                    <a:pt x="7673" y="1"/>
                  </a:cubicBezTo>
                  <a:close/>
                  <a:moveTo>
                    <a:pt x="7638" y="7"/>
                  </a:moveTo>
                  <a:lnTo>
                    <a:pt x="7638" y="7"/>
                  </a:lnTo>
                  <a:cubicBezTo>
                    <a:pt x="7116" y="111"/>
                    <a:pt x="6595" y="340"/>
                    <a:pt x="6138" y="601"/>
                  </a:cubicBezTo>
                  <a:cubicBezTo>
                    <a:pt x="2736" y="2569"/>
                    <a:pt x="0" y="8040"/>
                    <a:pt x="0" y="12843"/>
                  </a:cubicBezTo>
                  <a:cubicBezTo>
                    <a:pt x="0" y="16486"/>
                    <a:pt x="1573" y="18670"/>
                    <a:pt x="3817" y="18670"/>
                  </a:cubicBezTo>
                  <a:cubicBezTo>
                    <a:pt x="4532" y="18670"/>
                    <a:pt x="5316" y="18448"/>
                    <a:pt x="6138" y="17980"/>
                  </a:cubicBezTo>
                  <a:cubicBezTo>
                    <a:pt x="9007" y="16313"/>
                    <a:pt x="11409" y="12143"/>
                    <a:pt x="12076" y="8007"/>
                  </a:cubicBezTo>
                  <a:lnTo>
                    <a:pt x="12076" y="8007"/>
                  </a:lnTo>
                  <a:lnTo>
                    <a:pt x="10408" y="8373"/>
                  </a:lnTo>
                  <a:cubicBezTo>
                    <a:pt x="9908" y="11342"/>
                    <a:pt x="8173" y="14311"/>
                    <a:pt x="6138" y="15512"/>
                  </a:cubicBezTo>
                  <a:cubicBezTo>
                    <a:pt x="5552" y="15849"/>
                    <a:pt x="4994" y="16008"/>
                    <a:pt x="4483" y="16008"/>
                  </a:cubicBezTo>
                  <a:cubicBezTo>
                    <a:pt x="2870" y="16008"/>
                    <a:pt x="1735" y="14419"/>
                    <a:pt x="1735" y="11809"/>
                  </a:cubicBezTo>
                  <a:cubicBezTo>
                    <a:pt x="1768" y="8407"/>
                    <a:pt x="3703" y="4471"/>
                    <a:pt x="6138" y="3070"/>
                  </a:cubicBezTo>
                  <a:cubicBezTo>
                    <a:pt x="6472" y="2870"/>
                    <a:pt x="6839" y="2736"/>
                    <a:pt x="7239" y="2636"/>
                  </a:cubicBezTo>
                  <a:lnTo>
                    <a:pt x="7638" y="7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9" name="Google Shape;3169;p58"/>
            <p:cNvSpPr/>
            <p:nvPr/>
          </p:nvSpPr>
          <p:spPr>
            <a:xfrm>
              <a:off x="3931300" y="1772575"/>
              <a:ext cx="131800" cy="200950"/>
            </a:xfrm>
            <a:custGeom>
              <a:rect b="b" l="l" r="r" t="t"/>
              <a:pathLst>
                <a:path extrusionOk="0" h="8038" w="5272">
                  <a:moveTo>
                    <a:pt x="3640" y="1"/>
                  </a:moveTo>
                  <a:cubicBezTo>
                    <a:pt x="3332" y="1"/>
                    <a:pt x="2993" y="97"/>
                    <a:pt x="2636" y="299"/>
                  </a:cubicBezTo>
                  <a:cubicBezTo>
                    <a:pt x="1168" y="1133"/>
                    <a:pt x="1" y="3502"/>
                    <a:pt x="1" y="5537"/>
                  </a:cubicBezTo>
                  <a:cubicBezTo>
                    <a:pt x="1" y="7102"/>
                    <a:pt x="670" y="8037"/>
                    <a:pt x="1632" y="8037"/>
                  </a:cubicBezTo>
                  <a:cubicBezTo>
                    <a:pt x="1941" y="8037"/>
                    <a:pt x="2280" y="7941"/>
                    <a:pt x="2636" y="7738"/>
                  </a:cubicBezTo>
                  <a:cubicBezTo>
                    <a:pt x="4104" y="6904"/>
                    <a:pt x="5271" y="4536"/>
                    <a:pt x="5271" y="2501"/>
                  </a:cubicBezTo>
                  <a:cubicBezTo>
                    <a:pt x="5271" y="935"/>
                    <a:pt x="4602" y="1"/>
                    <a:pt x="364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0" name="Google Shape;3170;p58"/>
            <p:cNvSpPr/>
            <p:nvPr/>
          </p:nvSpPr>
          <p:spPr>
            <a:xfrm>
              <a:off x="4046400" y="1614450"/>
              <a:ext cx="125950" cy="211500"/>
            </a:xfrm>
            <a:custGeom>
              <a:rect b="b" l="l" r="r" t="t"/>
              <a:pathLst>
                <a:path extrusionOk="0" h="8460" w="5038">
                  <a:moveTo>
                    <a:pt x="1194" y="0"/>
                  </a:moveTo>
                  <a:cubicBezTo>
                    <a:pt x="937" y="0"/>
                    <a:pt x="673" y="29"/>
                    <a:pt x="401" y="86"/>
                  </a:cubicBezTo>
                  <a:lnTo>
                    <a:pt x="0" y="2755"/>
                  </a:lnTo>
                  <a:cubicBezTo>
                    <a:pt x="204" y="2709"/>
                    <a:pt x="402" y="2686"/>
                    <a:pt x="593" y="2686"/>
                  </a:cubicBezTo>
                  <a:cubicBezTo>
                    <a:pt x="2186" y="2686"/>
                    <a:pt x="3303" y="4267"/>
                    <a:pt x="3303" y="6858"/>
                  </a:cubicBezTo>
                  <a:cubicBezTo>
                    <a:pt x="3269" y="7392"/>
                    <a:pt x="3236" y="7925"/>
                    <a:pt x="3136" y="8459"/>
                  </a:cubicBezTo>
                  <a:lnTo>
                    <a:pt x="4837" y="8092"/>
                  </a:lnTo>
                  <a:cubicBezTo>
                    <a:pt x="4970" y="7325"/>
                    <a:pt x="5037" y="6591"/>
                    <a:pt x="5037" y="5824"/>
                  </a:cubicBezTo>
                  <a:cubicBezTo>
                    <a:pt x="5037" y="2199"/>
                    <a:pt x="3450" y="0"/>
                    <a:pt x="119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1" name="Google Shape;3171;p58"/>
            <p:cNvSpPr/>
            <p:nvPr/>
          </p:nvSpPr>
          <p:spPr>
            <a:xfrm>
              <a:off x="3926300" y="2398000"/>
              <a:ext cx="45075" cy="356950"/>
            </a:xfrm>
            <a:custGeom>
              <a:rect b="b" l="l" r="r" t="t"/>
              <a:pathLst>
                <a:path extrusionOk="0" h="14278" w="1803">
                  <a:moveTo>
                    <a:pt x="1802" y="0"/>
                  </a:moveTo>
                  <a:lnTo>
                    <a:pt x="1" y="1034"/>
                  </a:lnTo>
                  <a:lnTo>
                    <a:pt x="1" y="14277"/>
                  </a:lnTo>
                  <a:lnTo>
                    <a:pt x="1802" y="13243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2" name="Google Shape;3172;p58"/>
            <p:cNvSpPr/>
            <p:nvPr/>
          </p:nvSpPr>
          <p:spPr>
            <a:xfrm>
              <a:off x="4179000" y="2428025"/>
              <a:ext cx="45050" cy="180975"/>
            </a:xfrm>
            <a:custGeom>
              <a:rect b="b" l="l" r="r" t="t"/>
              <a:pathLst>
                <a:path extrusionOk="0" h="7239" w="1802">
                  <a:moveTo>
                    <a:pt x="1801" y="0"/>
                  </a:moveTo>
                  <a:lnTo>
                    <a:pt x="0" y="1034"/>
                  </a:lnTo>
                  <a:lnTo>
                    <a:pt x="0" y="7239"/>
                  </a:lnTo>
                  <a:lnTo>
                    <a:pt x="1801" y="6204"/>
                  </a:lnTo>
                  <a:lnTo>
                    <a:pt x="1801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3" name="Google Shape;3173;p58"/>
            <p:cNvSpPr/>
            <p:nvPr/>
          </p:nvSpPr>
          <p:spPr>
            <a:xfrm>
              <a:off x="4116450" y="2378800"/>
              <a:ext cx="44225" cy="266900"/>
            </a:xfrm>
            <a:custGeom>
              <a:rect b="b" l="l" r="r" t="t"/>
              <a:pathLst>
                <a:path extrusionOk="0" h="10676" w="1769">
                  <a:moveTo>
                    <a:pt x="1768" y="1"/>
                  </a:moveTo>
                  <a:lnTo>
                    <a:pt x="0" y="1035"/>
                  </a:lnTo>
                  <a:lnTo>
                    <a:pt x="0" y="10675"/>
                  </a:lnTo>
                  <a:lnTo>
                    <a:pt x="1768" y="9641"/>
                  </a:lnTo>
                  <a:lnTo>
                    <a:pt x="1768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4" name="Google Shape;3174;p58"/>
            <p:cNvSpPr/>
            <p:nvPr/>
          </p:nvSpPr>
          <p:spPr>
            <a:xfrm>
              <a:off x="4053075" y="2529750"/>
              <a:ext cx="45050" cy="152625"/>
            </a:xfrm>
            <a:custGeom>
              <a:rect b="b" l="l" r="r" t="t"/>
              <a:pathLst>
                <a:path extrusionOk="0" h="6105" w="1802">
                  <a:moveTo>
                    <a:pt x="1801" y="1"/>
                  </a:moveTo>
                  <a:lnTo>
                    <a:pt x="0" y="1035"/>
                  </a:lnTo>
                  <a:lnTo>
                    <a:pt x="0" y="6105"/>
                  </a:lnTo>
                  <a:lnTo>
                    <a:pt x="1801" y="5071"/>
                  </a:lnTo>
                  <a:lnTo>
                    <a:pt x="1801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5" name="Google Shape;3175;p58"/>
            <p:cNvSpPr/>
            <p:nvPr/>
          </p:nvSpPr>
          <p:spPr>
            <a:xfrm>
              <a:off x="3989675" y="2526425"/>
              <a:ext cx="45075" cy="192650"/>
            </a:xfrm>
            <a:custGeom>
              <a:rect b="b" l="l" r="r" t="t"/>
              <a:pathLst>
                <a:path extrusionOk="0" h="7706" w="1803">
                  <a:moveTo>
                    <a:pt x="1802" y="0"/>
                  </a:moveTo>
                  <a:lnTo>
                    <a:pt x="1" y="1034"/>
                  </a:lnTo>
                  <a:lnTo>
                    <a:pt x="1" y="7706"/>
                  </a:lnTo>
                  <a:lnTo>
                    <a:pt x="1802" y="6638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6" name="Google Shape;3176;p58"/>
            <p:cNvSpPr/>
            <p:nvPr/>
          </p:nvSpPr>
          <p:spPr>
            <a:xfrm>
              <a:off x="3892950" y="2572400"/>
              <a:ext cx="404450" cy="235900"/>
            </a:xfrm>
            <a:custGeom>
              <a:rect b="b" l="l" r="r" t="t"/>
              <a:pathLst>
                <a:path extrusionOk="0" h="9436" w="16178">
                  <a:moveTo>
                    <a:pt x="15880" y="0"/>
                  </a:moveTo>
                  <a:cubicBezTo>
                    <a:pt x="15848" y="0"/>
                    <a:pt x="15813" y="9"/>
                    <a:pt x="15778" y="29"/>
                  </a:cubicBezTo>
                  <a:lnTo>
                    <a:pt x="134" y="9069"/>
                  </a:lnTo>
                  <a:cubicBezTo>
                    <a:pt x="34" y="9102"/>
                    <a:pt x="1" y="9236"/>
                    <a:pt x="67" y="9336"/>
                  </a:cubicBezTo>
                  <a:cubicBezTo>
                    <a:pt x="101" y="9403"/>
                    <a:pt x="167" y="9436"/>
                    <a:pt x="234" y="9436"/>
                  </a:cubicBezTo>
                  <a:cubicBezTo>
                    <a:pt x="267" y="9436"/>
                    <a:pt x="301" y="9436"/>
                    <a:pt x="334" y="9403"/>
                  </a:cubicBezTo>
                  <a:lnTo>
                    <a:pt x="15979" y="396"/>
                  </a:lnTo>
                  <a:cubicBezTo>
                    <a:pt x="16177" y="283"/>
                    <a:pt x="16062" y="0"/>
                    <a:pt x="1588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7" name="Google Shape;3177;p58"/>
            <p:cNvSpPr/>
            <p:nvPr/>
          </p:nvSpPr>
          <p:spPr>
            <a:xfrm>
              <a:off x="4087250" y="2685900"/>
              <a:ext cx="10875" cy="205800"/>
            </a:xfrm>
            <a:custGeom>
              <a:rect b="b" l="l" r="r" t="t"/>
              <a:pathLst>
                <a:path extrusionOk="0" h="8232" w="435">
                  <a:moveTo>
                    <a:pt x="201" y="1"/>
                  </a:moveTo>
                  <a:cubicBezTo>
                    <a:pt x="101" y="1"/>
                    <a:pt x="1" y="76"/>
                    <a:pt x="1" y="226"/>
                  </a:cubicBezTo>
                  <a:lnTo>
                    <a:pt x="1" y="8032"/>
                  </a:lnTo>
                  <a:cubicBezTo>
                    <a:pt x="1" y="8132"/>
                    <a:pt x="101" y="8232"/>
                    <a:pt x="201" y="8232"/>
                  </a:cubicBezTo>
                  <a:cubicBezTo>
                    <a:pt x="334" y="8232"/>
                    <a:pt x="434" y="8132"/>
                    <a:pt x="401" y="8032"/>
                  </a:cubicBezTo>
                  <a:lnTo>
                    <a:pt x="401" y="226"/>
                  </a:lnTo>
                  <a:cubicBezTo>
                    <a:pt x="401" y="76"/>
                    <a:pt x="301" y="1"/>
                    <a:pt x="20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8" name="Google Shape;3178;p58"/>
            <p:cNvSpPr/>
            <p:nvPr/>
          </p:nvSpPr>
          <p:spPr>
            <a:xfrm>
              <a:off x="5191375" y="1351250"/>
              <a:ext cx="205175" cy="37700"/>
            </a:xfrm>
            <a:custGeom>
              <a:rect b="b" l="l" r="r" t="t"/>
              <a:pathLst>
                <a:path extrusionOk="0" h="1508" w="8207">
                  <a:moveTo>
                    <a:pt x="194" y="0"/>
                  </a:moveTo>
                  <a:cubicBezTo>
                    <a:pt x="109" y="0"/>
                    <a:pt x="34" y="87"/>
                    <a:pt x="34" y="174"/>
                  </a:cubicBezTo>
                  <a:cubicBezTo>
                    <a:pt x="1" y="274"/>
                    <a:pt x="67" y="374"/>
                    <a:pt x="201" y="374"/>
                  </a:cubicBezTo>
                  <a:lnTo>
                    <a:pt x="8006" y="1508"/>
                  </a:lnTo>
                  <a:lnTo>
                    <a:pt x="8040" y="1508"/>
                  </a:lnTo>
                  <a:cubicBezTo>
                    <a:pt x="8106" y="1508"/>
                    <a:pt x="8206" y="1441"/>
                    <a:pt x="8206" y="1341"/>
                  </a:cubicBezTo>
                  <a:cubicBezTo>
                    <a:pt x="8206" y="1241"/>
                    <a:pt x="8140" y="1141"/>
                    <a:pt x="8040" y="1141"/>
                  </a:cubicBezTo>
                  <a:lnTo>
                    <a:pt x="234" y="7"/>
                  </a:lnTo>
                  <a:cubicBezTo>
                    <a:pt x="221" y="2"/>
                    <a:pt x="207" y="0"/>
                    <a:pt x="19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9" name="Google Shape;3179;p58"/>
            <p:cNvSpPr/>
            <p:nvPr/>
          </p:nvSpPr>
          <p:spPr>
            <a:xfrm>
              <a:off x="5449050" y="2423625"/>
              <a:ext cx="252725" cy="47100"/>
            </a:xfrm>
            <a:custGeom>
              <a:rect b="b" l="l" r="r" t="t"/>
              <a:pathLst>
                <a:path extrusionOk="0" h="1884" w="10109">
                  <a:moveTo>
                    <a:pt x="183" y="1"/>
                  </a:moveTo>
                  <a:cubicBezTo>
                    <a:pt x="103" y="1"/>
                    <a:pt x="34" y="66"/>
                    <a:pt x="34" y="176"/>
                  </a:cubicBezTo>
                  <a:cubicBezTo>
                    <a:pt x="1" y="276"/>
                    <a:pt x="68" y="343"/>
                    <a:pt x="201" y="376"/>
                  </a:cubicBezTo>
                  <a:lnTo>
                    <a:pt x="9841" y="1877"/>
                  </a:lnTo>
                  <a:lnTo>
                    <a:pt x="9875" y="1877"/>
                  </a:lnTo>
                  <a:cubicBezTo>
                    <a:pt x="9888" y="1882"/>
                    <a:pt x="9902" y="1884"/>
                    <a:pt x="9915" y="1884"/>
                  </a:cubicBezTo>
                  <a:cubicBezTo>
                    <a:pt x="10000" y="1884"/>
                    <a:pt x="10075" y="1797"/>
                    <a:pt x="10075" y="1710"/>
                  </a:cubicBezTo>
                  <a:cubicBezTo>
                    <a:pt x="10108" y="1610"/>
                    <a:pt x="10041" y="1510"/>
                    <a:pt x="9908" y="1510"/>
                  </a:cubicBezTo>
                  <a:lnTo>
                    <a:pt x="234" y="9"/>
                  </a:lnTo>
                  <a:cubicBezTo>
                    <a:pt x="217" y="4"/>
                    <a:pt x="200" y="1"/>
                    <a:pt x="18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0" name="Google Shape;3180;p58"/>
            <p:cNvSpPr/>
            <p:nvPr/>
          </p:nvSpPr>
          <p:spPr>
            <a:xfrm>
              <a:off x="4833625" y="1974475"/>
              <a:ext cx="163550" cy="88300"/>
            </a:xfrm>
            <a:custGeom>
              <a:rect b="b" l="l" r="r" t="t"/>
              <a:pathLst>
                <a:path extrusionOk="0" h="3532" w="6542">
                  <a:moveTo>
                    <a:pt x="6272" y="0"/>
                  </a:moveTo>
                  <a:cubicBezTo>
                    <a:pt x="6240" y="0"/>
                    <a:pt x="6207" y="9"/>
                    <a:pt x="6171" y="29"/>
                  </a:cubicBezTo>
                  <a:lnTo>
                    <a:pt x="100" y="3165"/>
                  </a:lnTo>
                  <a:cubicBezTo>
                    <a:pt x="34" y="3231"/>
                    <a:pt x="0" y="3331"/>
                    <a:pt x="34" y="3432"/>
                  </a:cubicBezTo>
                  <a:cubicBezTo>
                    <a:pt x="67" y="3498"/>
                    <a:pt x="134" y="3532"/>
                    <a:pt x="201" y="3532"/>
                  </a:cubicBezTo>
                  <a:lnTo>
                    <a:pt x="301" y="3532"/>
                  </a:lnTo>
                  <a:lnTo>
                    <a:pt x="6372" y="363"/>
                  </a:lnTo>
                  <a:cubicBezTo>
                    <a:pt x="6542" y="278"/>
                    <a:pt x="6447" y="0"/>
                    <a:pt x="627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1" name="Google Shape;3181;p58"/>
            <p:cNvSpPr/>
            <p:nvPr/>
          </p:nvSpPr>
          <p:spPr>
            <a:xfrm>
              <a:off x="4648900" y="2318550"/>
              <a:ext cx="10875" cy="148675"/>
            </a:xfrm>
            <a:custGeom>
              <a:rect b="b" l="l" r="r" t="t"/>
              <a:pathLst>
                <a:path extrusionOk="0" h="5947" w="435">
                  <a:moveTo>
                    <a:pt x="218" y="1"/>
                  </a:moveTo>
                  <a:cubicBezTo>
                    <a:pt x="109" y="1"/>
                    <a:pt x="1" y="59"/>
                    <a:pt x="17" y="176"/>
                  </a:cubicBezTo>
                  <a:lnTo>
                    <a:pt x="17" y="5747"/>
                  </a:lnTo>
                  <a:cubicBezTo>
                    <a:pt x="17" y="5847"/>
                    <a:pt x="118" y="5947"/>
                    <a:pt x="218" y="5947"/>
                  </a:cubicBezTo>
                  <a:cubicBezTo>
                    <a:pt x="318" y="5947"/>
                    <a:pt x="418" y="5847"/>
                    <a:pt x="418" y="5747"/>
                  </a:cubicBezTo>
                  <a:lnTo>
                    <a:pt x="418" y="176"/>
                  </a:lnTo>
                  <a:cubicBezTo>
                    <a:pt x="434" y="59"/>
                    <a:pt x="326" y="1"/>
                    <a:pt x="21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2" name="Google Shape;3182;p58"/>
            <p:cNvSpPr/>
            <p:nvPr/>
          </p:nvSpPr>
          <p:spPr>
            <a:xfrm>
              <a:off x="4799925" y="3728700"/>
              <a:ext cx="454025" cy="229600"/>
            </a:xfrm>
            <a:custGeom>
              <a:rect b="b" l="l" r="r" t="t"/>
              <a:pathLst>
                <a:path extrusionOk="0" h="9184" w="18161">
                  <a:moveTo>
                    <a:pt x="282" y="1"/>
                  </a:moveTo>
                  <a:cubicBezTo>
                    <a:pt x="91" y="1"/>
                    <a:pt x="0" y="254"/>
                    <a:pt x="181" y="344"/>
                  </a:cubicBezTo>
                  <a:lnTo>
                    <a:pt x="17793" y="9184"/>
                  </a:lnTo>
                  <a:lnTo>
                    <a:pt x="17860" y="9184"/>
                  </a:lnTo>
                  <a:cubicBezTo>
                    <a:pt x="18060" y="9184"/>
                    <a:pt x="18160" y="8917"/>
                    <a:pt x="17960" y="8817"/>
                  </a:cubicBezTo>
                  <a:lnTo>
                    <a:pt x="348" y="10"/>
                  </a:lnTo>
                  <a:cubicBezTo>
                    <a:pt x="325" y="4"/>
                    <a:pt x="303" y="1"/>
                    <a:pt x="28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3" name="Google Shape;3183;p58"/>
            <p:cNvSpPr/>
            <p:nvPr/>
          </p:nvSpPr>
          <p:spPr>
            <a:xfrm>
              <a:off x="3429200" y="4345800"/>
              <a:ext cx="178575" cy="208750"/>
            </a:xfrm>
            <a:custGeom>
              <a:rect b="b" l="l" r="r" t="t"/>
              <a:pathLst>
                <a:path extrusionOk="0" h="8350" w="7143">
                  <a:moveTo>
                    <a:pt x="253" y="1"/>
                  </a:moveTo>
                  <a:cubicBezTo>
                    <a:pt x="117" y="1"/>
                    <a:pt x="1" y="156"/>
                    <a:pt x="104" y="311"/>
                  </a:cubicBezTo>
                  <a:lnTo>
                    <a:pt x="6775" y="8283"/>
                  </a:lnTo>
                  <a:cubicBezTo>
                    <a:pt x="6809" y="8350"/>
                    <a:pt x="6876" y="8350"/>
                    <a:pt x="6942" y="8350"/>
                  </a:cubicBezTo>
                  <a:cubicBezTo>
                    <a:pt x="6976" y="8350"/>
                    <a:pt x="7009" y="8350"/>
                    <a:pt x="7042" y="8317"/>
                  </a:cubicBezTo>
                  <a:cubicBezTo>
                    <a:pt x="7142" y="8250"/>
                    <a:pt x="7142" y="8116"/>
                    <a:pt x="7076" y="8050"/>
                  </a:cubicBezTo>
                  <a:lnTo>
                    <a:pt x="371" y="44"/>
                  </a:lnTo>
                  <a:cubicBezTo>
                    <a:pt x="333" y="14"/>
                    <a:pt x="292" y="1"/>
                    <a:pt x="25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4" name="Google Shape;3184;p58"/>
            <p:cNvSpPr/>
            <p:nvPr/>
          </p:nvSpPr>
          <p:spPr>
            <a:xfrm>
              <a:off x="3802050" y="4453300"/>
              <a:ext cx="191000" cy="148800"/>
            </a:xfrm>
            <a:custGeom>
              <a:rect b="b" l="l" r="r" t="t"/>
              <a:pathLst>
                <a:path extrusionOk="0" h="5952" w="7640">
                  <a:moveTo>
                    <a:pt x="7438" y="1"/>
                  </a:moveTo>
                  <a:cubicBezTo>
                    <a:pt x="7396" y="1"/>
                    <a:pt x="7351" y="17"/>
                    <a:pt x="7306" y="47"/>
                  </a:cubicBezTo>
                  <a:lnTo>
                    <a:pt x="101" y="5584"/>
                  </a:lnTo>
                  <a:cubicBezTo>
                    <a:pt x="34" y="5651"/>
                    <a:pt x="1" y="5785"/>
                    <a:pt x="67" y="5851"/>
                  </a:cubicBezTo>
                  <a:cubicBezTo>
                    <a:pt x="101" y="5918"/>
                    <a:pt x="167" y="5951"/>
                    <a:pt x="234" y="5951"/>
                  </a:cubicBezTo>
                  <a:cubicBezTo>
                    <a:pt x="267" y="5951"/>
                    <a:pt x="301" y="5918"/>
                    <a:pt x="334" y="5885"/>
                  </a:cubicBezTo>
                  <a:lnTo>
                    <a:pt x="7539" y="347"/>
                  </a:lnTo>
                  <a:cubicBezTo>
                    <a:pt x="7639" y="281"/>
                    <a:pt x="7639" y="147"/>
                    <a:pt x="7573" y="80"/>
                  </a:cubicBezTo>
                  <a:cubicBezTo>
                    <a:pt x="7536" y="25"/>
                    <a:pt x="7489" y="1"/>
                    <a:pt x="743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5" name="Google Shape;3185;p58"/>
            <p:cNvSpPr/>
            <p:nvPr/>
          </p:nvSpPr>
          <p:spPr>
            <a:xfrm>
              <a:off x="4185650" y="1864275"/>
              <a:ext cx="321100" cy="8375"/>
            </a:xfrm>
            <a:custGeom>
              <a:rect b="b" l="l" r="r" t="t"/>
              <a:pathLst>
                <a:path extrusionOk="0" h="335" w="12844">
                  <a:moveTo>
                    <a:pt x="12643" y="1"/>
                  </a:moveTo>
                  <a:lnTo>
                    <a:pt x="201" y="101"/>
                  </a:lnTo>
                  <a:cubicBezTo>
                    <a:pt x="101" y="101"/>
                    <a:pt x="1" y="134"/>
                    <a:pt x="34" y="201"/>
                  </a:cubicBezTo>
                  <a:cubicBezTo>
                    <a:pt x="34" y="267"/>
                    <a:pt x="101" y="334"/>
                    <a:pt x="201" y="334"/>
                  </a:cubicBezTo>
                  <a:lnTo>
                    <a:pt x="12643" y="234"/>
                  </a:lnTo>
                  <a:cubicBezTo>
                    <a:pt x="12743" y="234"/>
                    <a:pt x="12843" y="201"/>
                    <a:pt x="12843" y="134"/>
                  </a:cubicBezTo>
                  <a:cubicBezTo>
                    <a:pt x="12843" y="67"/>
                    <a:pt x="12743" y="1"/>
                    <a:pt x="1264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6" name="Google Shape;3186;p58"/>
            <p:cNvSpPr/>
            <p:nvPr/>
          </p:nvSpPr>
          <p:spPr>
            <a:xfrm>
              <a:off x="4715200" y="3815500"/>
              <a:ext cx="13375" cy="352950"/>
            </a:xfrm>
            <a:custGeom>
              <a:rect b="b" l="l" r="r" t="t"/>
              <a:pathLst>
                <a:path extrusionOk="0" h="14118" w="535">
                  <a:moveTo>
                    <a:pt x="239" y="1"/>
                  </a:moveTo>
                  <a:cubicBezTo>
                    <a:pt x="227" y="1"/>
                    <a:pt x="214" y="3"/>
                    <a:pt x="201" y="7"/>
                  </a:cubicBezTo>
                  <a:cubicBezTo>
                    <a:pt x="67" y="7"/>
                    <a:pt x="1" y="74"/>
                    <a:pt x="1" y="174"/>
                  </a:cubicBezTo>
                  <a:lnTo>
                    <a:pt x="167" y="13917"/>
                  </a:lnTo>
                  <a:cubicBezTo>
                    <a:pt x="167" y="14017"/>
                    <a:pt x="234" y="14118"/>
                    <a:pt x="368" y="14118"/>
                  </a:cubicBezTo>
                  <a:cubicBezTo>
                    <a:pt x="468" y="14118"/>
                    <a:pt x="534" y="14017"/>
                    <a:pt x="534" y="13917"/>
                  </a:cubicBezTo>
                  <a:lnTo>
                    <a:pt x="368" y="174"/>
                  </a:lnTo>
                  <a:cubicBezTo>
                    <a:pt x="368" y="88"/>
                    <a:pt x="318" y="1"/>
                    <a:pt x="23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7" name="Google Shape;3187;p58"/>
            <p:cNvSpPr/>
            <p:nvPr/>
          </p:nvSpPr>
          <p:spPr>
            <a:xfrm>
              <a:off x="5424875" y="2105050"/>
              <a:ext cx="79450" cy="231250"/>
            </a:xfrm>
            <a:custGeom>
              <a:rect b="b" l="l" r="r" t="t"/>
              <a:pathLst>
                <a:path extrusionOk="0" h="9250" w="3178">
                  <a:moveTo>
                    <a:pt x="2922" y="1"/>
                  </a:moveTo>
                  <a:cubicBezTo>
                    <a:pt x="2848" y="1"/>
                    <a:pt x="2782" y="33"/>
                    <a:pt x="2769" y="110"/>
                  </a:cubicBezTo>
                  <a:lnTo>
                    <a:pt x="34" y="9016"/>
                  </a:lnTo>
                  <a:cubicBezTo>
                    <a:pt x="1" y="9116"/>
                    <a:pt x="67" y="9216"/>
                    <a:pt x="167" y="9250"/>
                  </a:cubicBezTo>
                  <a:lnTo>
                    <a:pt x="201" y="9250"/>
                  </a:lnTo>
                  <a:cubicBezTo>
                    <a:pt x="301" y="9250"/>
                    <a:pt x="368" y="9183"/>
                    <a:pt x="401" y="9116"/>
                  </a:cubicBezTo>
                  <a:lnTo>
                    <a:pt x="3136" y="210"/>
                  </a:lnTo>
                  <a:cubicBezTo>
                    <a:pt x="3177" y="86"/>
                    <a:pt x="3040" y="1"/>
                    <a:pt x="292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8" name="Google Shape;3188;p58"/>
            <p:cNvSpPr/>
            <p:nvPr/>
          </p:nvSpPr>
          <p:spPr>
            <a:xfrm>
              <a:off x="4573425" y="3479950"/>
              <a:ext cx="292750" cy="370775"/>
            </a:xfrm>
            <a:custGeom>
              <a:rect b="b" l="l" r="r" t="t"/>
              <a:pathLst>
                <a:path extrusionOk="0" h="14831" w="11710">
                  <a:moveTo>
                    <a:pt x="8274" y="920"/>
                  </a:moveTo>
                  <a:cubicBezTo>
                    <a:pt x="8674" y="920"/>
                    <a:pt x="9074" y="1021"/>
                    <a:pt x="9441" y="1221"/>
                  </a:cubicBezTo>
                  <a:cubicBezTo>
                    <a:pt x="10308" y="1721"/>
                    <a:pt x="10775" y="2822"/>
                    <a:pt x="10775" y="4290"/>
                  </a:cubicBezTo>
                  <a:cubicBezTo>
                    <a:pt x="10775" y="7559"/>
                    <a:pt x="8474" y="11561"/>
                    <a:pt x="5638" y="13196"/>
                  </a:cubicBezTo>
                  <a:cubicBezTo>
                    <a:pt x="4856" y="13637"/>
                    <a:pt x="4123" y="13861"/>
                    <a:pt x="3473" y="13861"/>
                  </a:cubicBezTo>
                  <a:cubicBezTo>
                    <a:pt x="3042" y="13861"/>
                    <a:pt x="2649" y="13762"/>
                    <a:pt x="2303" y="13563"/>
                  </a:cubicBezTo>
                  <a:cubicBezTo>
                    <a:pt x="1435" y="13063"/>
                    <a:pt x="968" y="11995"/>
                    <a:pt x="968" y="10494"/>
                  </a:cubicBezTo>
                  <a:cubicBezTo>
                    <a:pt x="968" y="7225"/>
                    <a:pt x="3270" y="3222"/>
                    <a:pt x="6105" y="1588"/>
                  </a:cubicBezTo>
                  <a:cubicBezTo>
                    <a:pt x="6739" y="1187"/>
                    <a:pt x="7506" y="954"/>
                    <a:pt x="8274" y="920"/>
                  </a:cubicBezTo>
                  <a:close/>
                  <a:moveTo>
                    <a:pt x="8266" y="1"/>
                  </a:moveTo>
                  <a:cubicBezTo>
                    <a:pt x="7445" y="1"/>
                    <a:pt x="6547" y="265"/>
                    <a:pt x="5638" y="787"/>
                  </a:cubicBezTo>
                  <a:cubicBezTo>
                    <a:pt x="2536" y="2588"/>
                    <a:pt x="1" y="6925"/>
                    <a:pt x="1" y="10527"/>
                  </a:cubicBezTo>
                  <a:cubicBezTo>
                    <a:pt x="1" y="12362"/>
                    <a:pt x="668" y="13730"/>
                    <a:pt x="1836" y="14397"/>
                  </a:cubicBezTo>
                  <a:cubicBezTo>
                    <a:pt x="2336" y="14697"/>
                    <a:pt x="2903" y="14830"/>
                    <a:pt x="3470" y="14830"/>
                  </a:cubicBezTo>
                  <a:cubicBezTo>
                    <a:pt x="4404" y="14797"/>
                    <a:pt x="5305" y="14530"/>
                    <a:pt x="6105" y="14030"/>
                  </a:cubicBezTo>
                  <a:cubicBezTo>
                    <a:pt x="9208" y="12229"/>
                    <a:pt x="11709" y="7859"/>
                    <a:pt x="11709" y="4290"/>
                  </a:cubicBezTo>
                  <a:cubicBezTo>
                    <a:pt x="11709" y="2455"/>
                    <a:pt x="11076" y="1087"/>
                    <a:pt x="9908" y="420"/>
                  </a:cubicBezTo>
                  <a:cubicBezTo>
                    <a:pt x="9417" y="140"/>
                    <a:pt x="8862" y="1"/>
                    <a:pt x="826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9" name="Google Shape;3189;p58"/>
            <p:cNvSpPr/>
            <p:nvPr/>
          </p:nvSpPr>
          <p:spPr>
            <a:xfrm>
              <a:off x="4640975" y="3562400"/>
              <a:ext cx="158475" cy="204850"/>
            </a:xfrm>
            <a:custGeom>
              <a:rect b="b" l="l" r="r" t="t"/>
              <a:pathLst>
                <a:path extrusionOk="0" h="8194" w="6339">
                  <a:moveTo>
                    <a:pt x="4580" y="0"/>
                  </a:moveTo>
                  <a:cubicBezTo>
                    <a:pt x="4157" y="0"/>
                    <a:pt x="3679" y="137"/>
                    <a:pt x="3170" y="424"/>
                  </a:cubicBezTo>
                  <a:cubicBezTo>
                    <a:pt x="1302" y="1659"/>
                    <a:pt x="101" y="3694"/>
                    <a:pt x="1" y="5928"/>
                  </a:cubicBezTo>
                  <a:cubicBezTo>
                    <a:pt x="1" y="7371"/>
                    <a:pt x="705" y="8193"/>
                    <a:pt x="1745" y="8193"/>
                  </a:cubicBezTo>
                  <a:cubicBezTo>
                    <a:pt x="2172" y="8193"/>
                    <a:pt x="2655" y="8054"/>
                    <a:pt x="3170" y="7763"/>
                  </a:cubicBezTo>
                  <a:cubicBezTo>
                    <a:pt x="5038" y="6529"/>
                    <a:pt x="6205" y="4494"/>
                    <a:pt x="6339" y="2259"/>
                  </a:cubicBezTo>
                  <a:cubicBezTo>
                    <a:pt x="6339" y="834"/>
                    <a:pt x="5628" y="0"/>
                    <a:pt x="458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0" name="Google Shape;3190;p58"/>
            <p:cNvSpPr/>
            <p:nvPr/>
          </p:nvSpPr>
          <p:spPr>
            <a:xfrm>
              <a:off x="3957175" y="4127075"/>
              <a:ext cx="292725" cy="370775"/>
            </a:xfrm>
            <a:custGeom>
              <a:rect b="b" l="l" r="r" t="t"/>
              <a:pathLst>
                <a:path extrusionOk="0" h="14831" w="11709">
                  <a:moveTo>
                    <a:pt x="8274" y="925"/>
                  </a:moveTo>
                  <a:cubicBezTo>
                    <a:pt x="8703" y="925"/>
                    <a:pt x="9098" y="1023"/>
                    <a:pt x="9440" y="1221"/>
                  </a:cubicBezTo>
                  <a:cubicBezTo>
                    <a:pt x="10307" y="1721"/>
                    <a:pt x="10774" y="2822"/>
                    <a:pt x="10774" y="4290"/>
                  </a:cubicBezTo>
                  <a:cubicBezTo>
                    <a:pt x="10774" y="7559"/>
                    <a:pt x="8473" y="11562"/>
                    <a:pt x="5637" y="13196"/>
                  </a:cubicBezTo>
                  <a:cubicBezTo>
                    <a:pt x="4855" y="13637"/>
                    <a:pt x="4122" y="13861"/>
                    <a:pt x="3472" y="13861"/>
                  </a:cubicBezTo>
                  <a:cubicBezTo>
                    <a:pt x="3041" y="13861"/>
                    <a:pt x="2648" y="13763"/>
                    <a:pt x="2302" y="13563"/>
                  </a:cubicBezTo>
                  <a:cubicBezTo>
                    <a:pt x="1434" y="13096"/>
                    <a:pt x="967" y="11995"/>
                    <a:pt x="967" y="10494"/>
                  </a:cubicBezTo>
                  <a:cubicBezTo>
                    <a:pt x="967" y="7225"/>
                    <a:pt x="3269" y="3256"/>
                    <a:pt x="6104" y="1621"/>
                  </a:cubicBezTo>
                  <a:cubicBezTo>
                    <a:pt x="6872" y="1157"/>
                    <a:pt x="7614" y="925"/>
                    <a:pt x="8274" y="925"/>
                  </a:cubicBezTo>
                  <a:close/>
                  <a:moveTo>
                    <a:pt x="8263" y="1"/>
                  </a:moveTo>
                  <a:cubicBezTo>
                    <a:pt x="7438" y="1"/>
                    <a:pt x="6532" y="265"/>
                    <a:pt x="5604" y="787"/>
                  </a:cubicBezTo>
                  <a:cubicBezTo>
                    <a:pt x="2502" y="2589"/>
                    <a:pt x="0" y="6958"/>
                    <a:pt x="0" y="10528"/>
                  </a:cubicBezTo>
                  <a:cubicBezTo>
                    <a:pt x="0" y="12362"/>
                    <a:pt x="634" y="13730"/>
                    <a:pt x="1835" y="14397"/>
                  </a:cubicBezTo>
                  <a:cubicBezTo>
                    <a:pt x="2302" y="14697"/>
                    <a:pt x="2869" y="14831"/>
                    <a:pt x="3469" y="14831"/>
                  </a:cubicBezTo>
                  <a:cubicBezTo>
                    <a:pt x="4403" y="14797"/>
                    <a:pt x="5304" y="14530"/>
                    <a:pt x="6104" y="14030"/>
                  </a:cubicBezTo>
                  <a:cubicBezTo>
                    <a:pt x="9207" y="12229"/>
                    <a:pt x="11708" y="7892"/>
                    <a:pt x="11708" y="4323"/>
                  </a:cubicBezTo>
                  <a:cubicBezTo>
                    <a:pt x="11708" y="2488"/>
                    <a:pt x="11075" y="1087"/>
                    <a:pt x="9907" y="420"/>
                  </a:cubicBezTo>
                  <a:cubicBezTo>
                    <a:pt x="9416" y="140"/>
                    <a:pt x="8861" y="1"/>
                    <a:pt x="826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1" name="Google Shape;3191;p58"/>
            <p:cNvSpPr/>
            <p:nvPr/>
          </p:nvSpPr>
          <p:spPr>
            <a:xfrm>
              <a:off x="4023875" y="4209375"/>
              <a:ext cx="159300" cy="205000"/>
            </a:xfrm>
            <a:custGeom>
              <a:rect b="b" l="l" r="r" t="t"/>
              <a:pathLst>
                <a:path extrusionOk="0" h="8200" w="6372">
                  <a:moveTo>
                    <a:pt x="4613" y="1"/>
                  </a:moveTo>
                  <a:cubicBezTo>
                    <a:pt x="4187" y="1"/>
                    <a:pt x="3708" y="139"/>
                    <a:pt x="3203" y="431"/>
                  </a:cubicBezTo>
                  <a:cubicBezTo>
                    <a:pt x="1302" y="1665"/>
                    <a:pt x="134" y="3700"/>
                    <a:pt x="1" y="5935"/>
                  </a:cubicBezTo>
                  <a:cubicBezTo>
                    <a:pt x="1" y="7377"/>
                    <a:pt x="721" y="8199"/>
                    <a:pt x="1771" y="8199"/>
                  </a:cubicBezTo>
                  <a:cubicBezTo>
                    <a:pt x="2202" y="8199"/>
                    <a:pt x="2688" y="8061"/>
                    <a:pt x="3203" y="7769"/>
                  </a:cubicBezTo>
                  <a:cubicBezTo>
                    <a:pt x="5071" y="6535"/>
                    <a:pt x="6238" y="4500"/>
                    <a:pt x="6372" y="2265"/>
                  </a:cubicBezTo>
                  <a:cubicBezTo>
                    <a:pt x="6372" y="823"/>
                    <a:pt x="5651" y="1"/>
                    <a:pt x="461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2" name="Google Shape;3192;p58"/>
            <p:cNvSpPr/>
            <p:nvPr/>
          </p:nvSpPr>
          <p:spPr>
            <a:xfrm>
              <a:off x="3278350" y="4134700"/>
              <a:ext cx="220175" cy="278100"/>
            </a:xfrm>
            <a:custGeom>
              <a:rect b="b" l="l" r="r" t="t"/>
              <a:pathLst>
                <a:path extrusionOk="0" h="11124" w="8807">
                  <a:moveTo>
                    <a:pt x="6238" y="682"/>
                  </a:moveTo>
                  <a:lnTo>
                    <a:pt x="6238" y="716"/>
                  </a:lnTo>
                  <a:cubicBezTo>
                    <a:pt x="6288" y="710"/>
                    <a:pt x="6338" y="707"/>
                    <a:pt x="6388" y="707"/>
                  </a:cubicBezTo>
                  <a:cubicBezTo>
                    <a:pt x="6637" y="707"/>
                    <a:pt x="6883" y="777"/>
                    <a:pt x="7105" y="916"/>
                  </a:cubicBezTo>
                  <a:cubicBezTo>
                    <a:pt x="7739" y="1283"/>
                    <a:pt x="8106" y="2117"/>
                    <a:pt x="8106" y="3218"/>
                  </a:cubicBezTo>
                  <a:cubicBezTo>
                    <a:pt x="8106" y="5653"/>
                    <a:pt x="6372" y="8655"/>
                    <a:pt x="4237" y="9889"/>
                  </a:cubicBezTo>
                  <a:cubicBezTo>
                    <a:pt x="3662" y="10226"/>
                    <a:pt x="3122" y="10398"/>
                    <a:pt x="2638" y="10398"/>
                  </a:cubicBezTo>
                  <a:cubicBezTo>
                    <a:pt x="2309" y="10398"/>
                    <a:pt x="2005" y="10318"/>
                    <a:pt x="1735" y="10156"/>
                  </a:cubicBezTo>
                  <a:cubicBezTo>
                    <a:pt x="1101" y="9789"/>
                    <a:pt x="734" y="8988"/>
                    <a:pt x="734" y="7854"/>
                  </a:cubicBezTo>
                  <a:cubicBezTo>
                    <a:pt x="734" y="5419"/>
                    <a:pt x="2469" y="2417"/>
                    <a:pt x="4604" y="1183"/>
                  </a:cubicBezTo>
                  <a:cubicBezTo>
                    <a:pt x="5071" y="883"/>
                    <a:pt x="5638" y="716"/>
                    <a:pt x="6238" y="682"/>
                  </a:cubicBezTo>
                  <a:close/>
                  <a:moveTo>
                    <a:pt x="6204" y="0"/>
                  </a:moveTo>
                  <a:cubicBezTo>
                    <a:pt x="5587" y="0"/>
                    <a:pt x="4912" y="196"/>
                    <a:pt x="4237" y="582"/>
                  </a:cubicBezTo>
                  <a:cubicBezTo>
                    <a:pt x="1902" y="1917"/>
                    <a:pt x="0" y="5186"/>
                    <a:pt x="0" y="7888"/>
                  </a:cubicBezTo>
                  <a:cubicBezTo>
                    <a:pt x="0" y="9255"/>
                    <a:pt x="501" y="10289"/>
                    <a:pt x="1368" y="10790"/>
                  </a:cubicBezTo>
                  <a:cubicBezTo>
                    <a:pt x="1768" y="11023"/>
                    <a:pt x="2169" y="11123"/>
                    <a:pt x="2636" y="11123"/>
                  </a:cubicBezTo>
                  <a:cubicBezTo>
                    <a:pt x="3303" y="11090"/>
                    <a:pt x="4003" y="10890"/>
                    <a:pt x="4570" y="10523"/>
                  </a:cubicBezTo>
                  <a:cubicBezTo>
                    <a:pt x="6905" y="9188"/>
                    <a:pt x="8807" y="5919"/>
                    <a:pt x="8807" y="3218"/>
                  </a:cubicBezTo>
                  <a:cubicBezTo>
                    <a:pt x="8807" y="1850"/>
                    <a:pt x="8306" y="816"/>
                    <a:pt x="7439" y="315"/>
                  </a:cubicBezTo>
                  <a:cubicBezTo>
                    <a:pt x="7073" y="105"/>
                    <a:pt x="6654" y="0"/>
                    <a:pt x="620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3" name="Google Shape;3193;p58"/>
            <p:cNvSpPr/>
            <p:nvPr/>
          </p:nvSpPr>
          <p:spPr>
            <a:xfrm>
              <a:off x="3329225" y="4196800"/>
              <a:ext cx="119275" cy="153425"/>
            </a:xfrm>
            <a:custGeom>
              <a:rect b="b" l="l" r="r" t="t"/>
              <a:pathLst>
                <a:path extrusionOk="0" h="6137" w="4771">
                  <a:moveTo>
                    <a:pt x="3468" y="0"/>
                  </a:moveTo>
                  <a:cubicBezTo>
                    <a:pt x="3147" y="0"/>
                    <a:pt x="2785" y="108"/>
                    <a:pt x="2402" y="333"/>
                  </a:cubicBezTo>
                  <a:cubicBezTo>
                    <a:pt x="967" y="1234"/>
                    <a:pt x="100" y="2768"/>
                    <a:pt x="0" y="4436"/>
                  </a:cubicBezTo>
                  <a:cubicBezTo>
                    <a:pt x="0" y="5519"/>
                    <a:pt x="532" y="6137"/>
                    <a:pt x="1314" y="6137"/>
                  </a:cubicBezTo>
                  <a:cubicBezTo>
                    <a:pt x="1640" y="6137"/>
                    <a:pt x="2009" y="6030"/>
                    <a:pt x="2402" y="5804"/>
                  </a:cubicBezTo>
                  <a:cubicBezTo>
                    <a:pt x="3803" y="4903"/>
                    <a:pt x="4670" y="3369"/>
                    <a:pt x="4770" y="1701"/>
                  </a:cubicBezTo>
                  <a:cubicBezTo>
                    <a:pt x="4770" y="618"/>
                    <a:pt x="4238" y="0"/>
                    <a:pt x="346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4" name="Google Shape;3194;p58"/>
            <p:cNvSpPr/>
            <p:nvPr/>
          </p:nvSpPr>
          <p:spPr>
            <a:xfrm>
              <a:off x="3658625" y="3716950"/>
              <a:ext cx="225175" cy="285550"/>
            </a:xfrm>
            <a:custGeom>
              <a:rect b="b" l="l" r="r" t="t"/>
              <a:pathLst>
                <a:path extrusionOk="0" h="11422" w="9007">
                  <a:moveTo>
                    <a:pt x="6352" y="731"/>
                  </a:moveTo>
                  <a:cubicBezTo>
                    <a:pt x="6678" y="731"/>
                    <a:pt x="6977" y="803"/>
                    <a:pt x="7239" y="947"/>
                  </a:cubicBezTo>
                  <a:cubicBezTo>
                    <a:pt x="7906" y="1348"/>
                    <a:pt x="8273" y="2182"/>
                    <a:pt x="8273" y="3316"/>
                  </a:cubicBezTo>
                  <a:cubicBezTo>
                    <a:pt x="8273" y="5851"/>
                    <a:pt x="6471" y="8920"/>
                    <a:pt x="4303" y="10154"/>
                  </a:cubicBezTo>
                  <a:cubicBezTo>
                    <a:pt x="3716" y="10498"/>
                    <a:pt x="3141" y="10670"/>
                    <a:pt x="2638" y="10670"/>
                  </a:cubicBezTo>
                  <a:cubicBezTo>
                    <a:pt x="2312" y="10670"/>
                    <a:pt x="2017" y="10598"/>
                    <a:pt x="1768" y="10454"/>
                  </a:cubicBezTo>
                  <a:cubicBezTo>
                    <a:pt x="1101" y="10054"/>
                    <a:pt x="734" y="9220"/>
                    <a:pt x="734" y="8086"/>
                  </a:cubicBezTo>
                  <a:cubicBezTo>
                    <a:pt x="734" y="5584"/>
                    <a:pt x="2502" y="2515"/>
                    <a:pt x="4670" y="1248"/>
                  </a:cubicBezTo>
                  <a:cubicBezTo>
                    <a:pt x="5278" y="903"/>
                    <a:pt x="5848" y="731"/>
                    <a:pt x="6352" y="731"/>
                  </a:cubicBezTo>
                  <a:close/>
                  <a:moveTo>
                    <a:pt x="6358" y="1"/>
                  </a:moveTo>
                  <a:cubicBezTo>
                    <a:pt x="5726" y="1"/>
                    <a:pt x="5037" y="205"/>
                    <a:pt x="4337" y="614"/>
                  </a:cubicBezTo>
                  <a:cubicBezTo>
                    <a:pt x="1935" y="1981"/>
                    <a:pt x="0" y="5350"/>
                    <a:pt x="0" y="8086"/>
                  </a:cubicBezTo>
                  <a:cubicBezTo>
                    <a:pt x="0" y="9487"/>
                    <a:pt x="501" y="10554"/>
                    <a:pt x="1401" y="11088"/>
                  </a:cubicBezTo>
                  <a:cubicBezTo>
                    <a:pt x="1768" y="11288"/>
                    <a:pt x="2202" y="11421"/>
                    <a:pt x="2635" y="11421"/>
                  </a:cubicBezTo>
                  <a:cubicBezTo>
                    <a:pt x="3369" y="11388"/>
                    <a:pt x="4070" y="11188"/>
                    <a:pt x="4670" y="10788"/>
                  </a:cubicBezTo>
                  <a:cubicBezTo>
                    <a:pt x="7072" y="9420"/>
                    <a:pt x="9007" y="6051"/>
                    <a:pt x="9007" y="3316"/>
                  </a:cubicBezTo>
                  <a:cubicBezTo>
                    <a:pt x="9007" y="1915"/>
                    <a:pt x="8506" y="847"/>
                    <a:pt x="7606" y="314"/>
                  </a:cubicBezTo>
                  <a:cubicBezTo>
                    <a:pt x="7230" y="105"/>
                    <a:pt x="6809" y="1"/>
                    <a:pt x="635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5" name="Google Shape;3195;p58"/>
            <p:cNvSpPr/>
            <p:nvPr/>
          </p:nvSpPr>
          <p:spPr>
            <a:xfrm>
              <a:off x="3710325" y="3780825"/>
              <a:ext cx="121775" cy="157275"/>
            </a:xfrm>
            <a:custGeom>
              <a:rect b="b" l="l" r="r" t="t"/>
              <a:pathLst>
                <a:path extrusionOk="0" h="6291" w="4871">
                  <a:moveTo>
                    <a:pt x="3512" y="1"/>
                  </a:moveTo>
                  <a:cubicBezTo>
                    <a:pt x="3186" y="1"/>
                    <a:pt x="2821" y="106"/>
                    <a:pt x="2435" y="327"/>
                  </a:cubicBezTo>
                  <a:cubicBezTo>
                    <a:pt x="1001" y="1261"/>
                    <a:pt x="67" y="2829"/>
                    <a:pt x="0" y="4563"/>
                  </a:cubicBezTo>
                  <a:cubicBezTo>
                    <a:pt x="0" y="5655"/>
                    <a:pt x="540" y="6291"/>
                    <a:pt x="1344" y="6291"/>
                  </a:cubicBezTo>
                  <a:cubicBezTo>
                    <a:pt x="1671" y="6291"/>
                    <a:pt x="2041" y="6186"/>
                    <a:pt x="2435" y="5964"/>
                  </a:cubicBezTo>
                  <a:cubicBezTo>
                    <a:pt x="3870" y="5030"/>
                    <a:pt x="4770" y="3463"/>
                    <a:pt x="4870" y="1728"/>
                  </a:cubicBezTo>
                  <a:cubicBezTo>
                    <a:pt x="4870" y="637"/>
                    <a:pt x="4314" y="1"/>
                    <a:pt x="351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6" name="Google Shape;3196;p58"/>
            <p:cNvSpPr/>
            <p:nvPr/>
          </p:nvSpPr>
          <p:spPr>
            <a:xfrm>
              <a:off x="4069750" y="3587475"/>
              <a:ext cx="179325" cy="228225"/>
            </a:xfrm>
            <a:custGeom>
              <a:rect b="b" l="l" r="r" t="t"/>
              <a:pathLst>
                <a:path extrusionOk="0" h="9129" w="7173">
                  <a:moveTo>
                    <a:pt x="5051" y="607"/>
                  </a:moveTo>
                  <a:cubicBezTo>
                    <a:pt x="5315" y="607"/>
                    <a:pt x="5557" y="669"/>
                    <a:pt x="5771" y="789"/>
                  </a:cubicBezTo>
                  <a:cubicBezTo>
                    <a:pt x="6338" y="1089"/>
                    <a:pt x="6605" y="1756"/>
                    <a:pt x="6605" y="2657"/>
                  </a:cubicBezTo>
                  <a:cubicBezTo>
                    <a:pt x="6505" y="4892"/>
                    <a:pt x="5337" y="6894"/>
                    <a:pt x="3469" y="8128"/>
                  </a:cubicBezTo>
                  <a:cubicBezTo>
                    <a:pt x="2990" y="8407"/>
                    <a:pt x="2547" y="8543"/>
                    <a:pt x="2154" y="8543"/>
                  </a:cubicBezTo>
                  <a:cubicBezTo>
                    <a:pt x="1890" y="8543"/>
                    <a:pt x="1649" y="8482"/>
                    <a:pt x="1435" y="8361"/>
                  </a:cubicBezTo>
                  <a:cubicBezTo>
                    <a:pt x="868" y="8061"/>
                    <a:pt x="601" y="7394"/>
                    <a:pt x="601" y="6460"/>
                  </a:cubicBezTo>
                  <a:cubicBezTo>
                    <a:pt x="701" y="4258"/>
                    <a:pt x="1868" y="2224"/>
                    <a:pt x="3736" y="1023"/>
                  </a:cubicBezTo>
                  <a:cubicBezTo>
                    <a:pt x="4215" y="743"/>
                    <a:pt x="4658" y="607"/>
                    <a:pt x="5051" y="607"/>
                  </a:cubicBezTo>
                  <a:close/>
                  <a:moveTo>
                    <a:pt x="5074" y="1"/>
                  </a:moveTo>
                  <a:cubicBezTo>
                    <a:pt x="4576" y="1"/>
                    <a:pt x="4028" y="161"/>
                    <a:pt x="3469" y="489"/>
                  </a:cubicBezTo>
                  <a:cubicBezTo>
                    <a:pt x="1568" y="1590"/>
                    <a:pt x="0" y="4292"/>
                    <a:pt x="0" y="6460"/>
                  </a:cubicBezTo>
                  <a:cubicBezTo>
                    <a:pt x="0" y="7594"/>
                    <a:pt x="401" y="8428"/>
                    <a:pt x="1134" y="8862"/>
                  </a:cubicBezTo>
                  <a:cubicBezTo>
                    <a:pt x="1435" y="9028"/>
                    <a:pt x="1768" y="9128"/>
                    <a:pt x="2135" y="9128"/>
                  </a:cubicBezTo>
                  <a:cubicBezTo>
                    <a:pt x="2702" y="9095"/>
                    <a:pt x="3269" y="8928"/>
                    <a:pt x="3736" y="8628"/>
                  </a:cubicBezTo>
                  <a:cubicBezTo>
                    <a:pt x="5638" y="7527"/>
                    <a:pt x="7172" y="4859"/>
                    <a:pt x="7172" y="2657"/>
                  </a:cubicBezTo>
                  <a:cubicBezTo>
                    <a:pt x="7172" y="1523"/>
                    <a:pt x="6805" y="689"/>
                    <a:pt x="6071" y="255"/>
                  </a:cubicBezTo>
                  <a:cubicBezTo>
                    <a:pt x="5776" y="86"/>
                    <a:pt x="5438" y="1"/>
                    <a:pt x="507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7" name="Google Shape;3197;p58"/>
            <p:cNvSpPr/>
            <p:nvPr/>
          </p:nvSpPr>
          <p:spPr>
            <a:xfrm>
              <a:off x="4111450" y="363870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806" y="0"/>
                  </a:moveTo>
                  <a:cubicBezTo>
                    <a:pt x="2544" y="0"/>
                    <a:pt x="2248" y="89"/>
                    <a:pt x="1935" y="275"/>
                  </a:cubicBezTo>
                  <a:cubicBezTo>
                    <a:pt x="801" y="1008"/>
                    <a:pt x="67" y="2276"/>
                    <a:pt x="0" y="3644"/>
                  </a:cubicBezTo>
                  <a:cubicBezTo>
                    <a:pt x="0" y="4524"/>
                    <a:pt x="442" y="5031"/>
                    <a:pt x="1083" y="5031"/>
                  </a:cubicBezTo>
                  <a:cubicBezTo>
                    <a:pt x="1340" y="5031"/>
                    <a:pt x="1629" y="4950"/>
                    <a:pt x="1935" y="4778"/>
                  </a:cubicBezTo>
                  <a:cubicBezTo>
                    <a:pt x="3069" y="4011"/>
                    <a:pt x="3803" y="2776"/>
                    <a:pt x="3870" y="1409"/>
                  </a:cubicBezTo>
                  <a:cubicBezTo>
                    <a:pt x="3870" y="513"/>
                    <a:pt x="3436" y="0"/>
                    <a:pt x="2806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8" name="Google Shape;3198;p58"/>
            <p:cNvSpPr/>
            <p:nvPr/>
          </p:nvSpPr>
          <p:spPr>
            <a:xfrm>
              <a:off x="3350900" y="3468700"/>
              <a:ext cx="180150" cy="227750"/>
            </a:xfrm>
            <a:custGeom>
              <a:rect b="b" l="l" r="r" t="t"/>
              <a:pathLst>
                <a:path extrusionOk="0" h="9110" w="7206">
                  <a:moveTo>
                    <a:pt x="5051" y="588"/>
                  </a:moveTo>
                  <a:cubicBezTo>
                    <a:pt x="5315" y="588"/>
                    <a:pt x="5557" y="649"/>
                    <a:pt x="5771" y="770"/>
                  </a:cubicBezTo>
                  <a:cubicBezTo>
                    <a:pt x="6338" y="1070"/>
                    <a:pt x="6605" y="1737"/>
                    <a:pt x="6605" y="2638"/>
                  </a:cubicBezTo>
                  <a:cubicBezTo>
                    <a:pt x="6505" y="4873"/>
                    <a:pt x="5338" y="6908"/>
                    <a:pt x="3470" y="8109"/>
                  </a:cubicBezTo>
                  <a:cubicBezTo>
                    <a:pt x="2987" y="8390"/>
                    <a:pt x="2540" y="8539"/>
                    <a:pt x="2145" y="8539"/>
                  </a:cubicBezTo>
                  <a:cubicBezTo>
                    <a:pt x="1884" y="8539"/>
                    <a:pt x="1646" y="8474"/>
                    <a:pt x="1435" y="8342"/>
                  </a:cubicBezTo>
                  <a:cubicBezTo>
                    <a:pt x="868" y="8042"/>
                    <a:pt x="601" y="7375"/>
                    <a:pt x="601" y="6474"/>
                  </a:cubicBezTo>
                  <a:cubicBezTo>
                    <a:pt x="701" y="4239"/>
                    <a:pt x="1868" y="2204"/>
                    <a:pt x="3736" y="1004"/>
                  </a:cubicBezTo>
                  <a:cubicBezTo>
                    <a:pt x="4215" y="724"/>
                    <a:pt x="4658" y="588"/>
                    <a:pt x="5051" y="588"/>
                  </a:cubicBezTo>
                  <a:close/>
                  <a:moveTo>
                    <a:pt x="5087" y="1"/>
                  </a:moveTo>
                  <a:cubicBezTo>
                    <a:pt x="4586" y="1"/>
                    <a:pt x="4033" y="173"/>
                    <a:pt x="3470" y="503"/>
                  </a:cubicBezTo>
                  <a:cubicBezTo>
                    <a:pt x="1568" y="1604"/>
                    <a:pt x="0" y="4273"/>
                    <a:pt x="0" y="6474"/>
                  </a:cubicBezTo>
                  <a:cubicBezTo>
                    <a:pt x="0" y="7608"/>
                    <a:pt x="401" y="8442"/>
                    <a:pt x="1135" y="8843"/>
                  </a:cubicBezTo>
                  <a:cubicBezTo>
                    <a:pt x="1435" y="9043"/>
                    <a:pt x="1768" y="9109"/>
                    <a:pt x="2135" y="9109"/>
                  </a:cubicBezTo>
                  <a:cubicBezTo>
                    <a:pt x="2702" y="9076"/>
                    <a:pt x="3269" y="8909"/>
                    <a:pt x="3736" y="8609"/>
                  </a:cubicBezTo>
                  <a:cubicBezTo>
                    <a:pt x="5638" y="7542"/>
                    <a:pt x="7206" y="4840"/>
                    <a:pt x="7206" y="2638"/>
                  </a:cubicBezTo>
                  <a:cubicBezTo>
                    <a:pt x="7206" y="1504"/>
                    <a:pt x="6805" y="670"/>
                    <a:pt x="6071" y="270"/>
                  </a:cubicBezTo>
                  <a:cubicBezTo>
                    <a:pt x="5779" y="89"/>
                    <a:pt x="5446" y="1"/>
                    <a:pt x="508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9" name="Google Shape;3199;p58"/>
            <p:cNvSpPr/>
            <p:nvPr/>
          </p:nvSpPr>
          <p:spPr>
            <a:xfrm>
              <a:off x="3392600" y="351995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787" y="1"/>
                  </a:moveTo>
                  <a:cubicBezTo>
                    <a:pt x="2530" y="1"/>
                    <a:pt x="2241" y="83"/>
                    <a:pt x="1935" y="254"/>
                  </a:cubicBezTo>
                  <a:cubicBezTo>
                    <a:pt x="767" y="1022"/>
                    <a:pt x="67" y="2256"/>
                    <a:pt x="0" y="3624"/>
                  </a:cubicBezTo>
                  <a:cubicBezTo>
                    <a:pt x="0" y="4519"/>
                    <a:pt x="433" y="5032"/>
                    <a:pt x="1064" y="5032"/>
                  </a:cubicBezTo>
                  <a:cubicBezTo>
                    <a:pt x="1326" y="5032"/>
                    <a:pt x="1622" y="4944"/>
                    <a:pt x="1935" y="4758"/>
                  </a:cubicBezTo>
                  <a:cubicBezTo>
                    <a:pt x="3069" y="4024"/>
                    <a:pt x="3803" y="2756"/>
                    <a:pt x="3870" y="1389"/>
                  </a:cubicBezTo>
                  <a:cubicBezTo>
                    <a:pt x="3870" y="508"/>
                    <a:pt x="3428" y="1"/>
                    <a:pt x="278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0" name="Google Shape;3200;p58"/>
            <p:cNvSpPr/>
            <p:nvPr/>
          </p:nvSpPr>
          <p:spPr>
            <a:xfrm>
              <a:off x="5040425" y="3303925"/>
              <a:ext cx="129925" cy="157350"/>
            </a:xfrm>
            <a:custGeom>
              <a:rect b="b" l="l" r="r" t="t"/>
              <a:pathLst>
                <a:path extrusionOk="0" h="6294" w="5197">
                  <a:moveTo>
                    <a:pt x="3439" y="399"/>
                  </a:moveTo>
                  <a:cubicBezTo>
                    <a:pt x="4144" y="399"/>
                    <a:pt x="4796" y="1042"/>
                    <a:pt x="4604" y="1857"/>
                  </a:cubicBezTo>
                  <a:cubicBezTo>
                    <a:pt x="4504" y="3392"/>
                    <a:pt x="3704" y="4793"/>
                    <a:pt x="2436" y="5626"/>
                  </a:cubicBezTo>
                  <a:cubicBezTo>
                    <a:pt x="2192" y="5852"/>
                    <a:pt x="1908" y="5950"/>
                    <a:pt x="1633" y="5950"/>
                  </a:cubicBezTo>
                  <a:cubicBezTo>
                    <a:pt x="929" y="5950"/>
                    <a:pt x="276" y="5307"/>
                    <a:pt x="468" y="4492"/>
                  </a:cubicBezTo>
                  <a:cubicBezTo>
                    <a:pt x="535" y="2958"/>
                    <a:pt x="1369" y="1557"/>
                    <a:pt x="2636" y="723"/>
                  </a:cubicBezTo>
                  <a:cubicBezTo>
                    <a:pt x="2880" y="498"/>
                    <a:pt x="3164" y="399"/>
                    <a:pt x="3439" y="399"/>
                  </a:cubicBezTo>
                  <a:close/>
                  <a:moveTo>
                    <a:pt x="3462" y="0"/>
                  </a:moveTo>
                  <a:cubicBezTo>
                    <a:pt x="3113" y="0"/>
                    <a:pt x="2752" y="120"/>
                    <a:pt x="2436" y="389"/>
                  </a:cubicBezTo>
                  <a:cubicBezTo>
                    <a:pt x="1035" y="1290"/>
                    <a:pt x="168" y="2824"/>
                    <a:pt x="68" y="4492"/>
                  </a:cubicBezTo>
                  <a:cubicBezTo>
                    <a:pt x="1" y="5126"/>
                    <a:pt x="301" y="5760"/>
                    <a:pt x="835" y="6127"/>
                  </a:cubicBezTo>
                  <a:cubicBezTo>
                    <a:pt x="1035" y="6260"/>
                    <a:pt x="1269" y="6294"/>
                    <a:pt x="1535" y="6294"/>
                  </a:cubicBezTo>
                  <a:cubicBezTo>
                    <a:pt x="1902" y="6294"/>
                    <a:pt x="2303" y="6160"/>
                    <a:pt x="2636" y="5960"/>
                  </a:cubicBezTo>
                  <a:cubicBezTo>
                    <a:pt x="4037" y="5059"/>
                    <a:pt x="4904" y="3525"/>
                    <a:pt x="5005" y="1857"/>
                  </a:cubicBezTo>
                  <a:cubicBezTo>
                    <a:pt x="5197" y="799"/>
                    <a:pt x="4366" y="0"/>
                    <a:pt x="346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1" name="Google Shape;3201;p58"/>
            <p:cNvSpPr/>
            <p:nvPr/>
          </p:nvSpPr>
          <p:spPr>
            <a:xfrm>
              <a:off x="5070450" y="3340275"/>
              <a:ext cx="67575" cy="86025"/>
            </a:xfrm>
            <a:custGeom>
              <a:rect b="b" l="l" r="r" t="t"/>
              <a:pathLst>
                <a:path extrusionOk="0" h="3441" w="2703">
                  <a:moveTo>
                    <a:pt x="1927" y="1"/>
                  </a:moveTo>
                  <a:cubicBezTo>
                    <a:pt x="1746" y="1"/>
                    <a:pt x="1545" y="55"/>
                    <a:pt x="1335" y="170"/>
                  </a:cubicBezTo>
                  <a:cubicBezTo>
                    <a:pt x="568" y="670"/>
                    <a:pt x="68" y="1537"/>
                    <a:pt x="1" y="2505"/>
                  </a:cubicBezTo>
                  <a:cubicBezTo>
                    <a:pt x="1" y="3100"/>
                    <a:pt x="307" y="3441"/>
                    <a:pt x="750" y="3441"/>
                  </a:cubicBezTo>
                  <a:cubicBezTo>
                    <a:pt x="927" y="3441"/>
                    <a:pt x="1125" y="3386"/>
                    <a:pt x="1335" y="3272"/>
                  </a:cubicBezTo>
                  <a:cubicBezTo>
                    <a:pt x="2136" y="2738"/>
                    <a:pt x="2636" y="1904"/>
                    <a:pt x="2703" y="937"/>
                  </a:cubicBezTo>
                  <a:cubicBezTo>
                    <a:pt x="2703" y="341"/>
                    <a:pt x="2379" y="1"/>
                    <a:pt x="192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2" name="Google Shape;3202;p58"/>
            <p:cNvSpPr/>
            <p:nvPr/>
          </p:nvSpPr>
          <p:spPr>
            <a:xfrm>
              <a:off x="5323150" y="3266225"/>
              <a:ext cx="130600" cy="157525"/>
            </a:xfrm>
            <a:custGeom>
              <a:rect b="b" l="l" r="r" t="t"/>
              <a:pathLst>
                <a:path extrusionOk="0" h="6301" w="5224">
                  <a:moveTo>
                    <a:pt x="3569" y="430"/>
                  </a:moveTo>
                  <a:cubicBezTo>
                    <a:pt x="3736" y="430"/>
                    <a:pt x="3903" y="496"/>
                    <a:pt x="4036" y="563"/>
                  </a:cubicBezTo>
                  <a:cubicBezTo>
                    <a:pt x="4437" y="863"/>
                    <a:pt x="4670" y="1364"/>
                    <a:pt x="4603" y="1864"/>
                  </a:cubicBezTo>
                  <a:cubicBezTo>
                    <a:pt x="4537" y="3398"/>
                    <a:pt x="3736" y="4799"/>
                    <a:pt x="2435" y="5633"/>
                  </a:cubicBezTo>
                  <a:cubicBezTo>
                    <a:pt x="2193" y="5847"/>
                    <a:pt x="1913" y="5942"/>
                    <a:pt x="1640" y="5942"/>
                  </a:cubicBezTo>
                  <a:cubicBezTo>
                    <a:pt x="932" y="5942"/>
                    <a:pt x="275" y="5308"/>
                    <a:pt x="467" y="4466"/>
                  </a:cubicBezTo>
                  <a:cubicBezTo>
                    <a:pt x="567" y="2965"/>
                    <a:pt x="1368" y="1564"/>
                    <a:pt x="2635" y="730"/>
                  </a:cubicBezTo>
                  <a:cubicBezTo>
                    <a:pt x="2902" y="563"/>
                    <a:pt x="3236" y="463"/>
                    <a:pt x="3569" y="430"/>
                  </a:cubicBezTo>
                  <a:close/>
                  <a:moveTo>
                    <a:pt x="3429" y="1"/>
                  </a:moveTo>
                  <a:cubicBezTo>
                    <a:pt x="3088" y="1"/>
                    <a:pt x="2740" y="112"/>
                    <a:pt x="2435" y="363"/>
                  </a:cubicBezTo>
                  <a:cubicBezTo>
                    <a:pt x="1034" y="1297"/>
                    <a:pt x="167" y="2831"/>
                    <a:pt x="67" y="4499"/>
                  </a:cubicBezTo>
                  <a:cubicBezTo>
                    <a:pt x="0" y="5133"/>
                    <a:pt x="300" y="5767"/>
                    <a:pt x="834" y="6134"/>
                  </a:cubicBezTo>
                  <a:cubicBezTo>
                    <a:pt x="1034" y="6267"/>
                    <a:pt x="1268" y="6301"/>
                    <a:pt x="1534" y="6301"/>
                  </a:cubicBezTo>
                  <a:cubicBezTo>
                    <a:pt x="1901" y="6301"/>
                    <a:pt x="2302" y="6200"/>
                    <a:pt x="2635" y="6000"/>
                  </a:cubicBezTo>
                  <a:cubicBezTo>
                    <a:pt x="4036" y="5066"/>
                    <a:pt x="4937" y="3565"/>
                    <a:pt x="5004" y="1897"/>
                  </a:cubicBezTo>
                  <a:cubicBezTo>
                    <a:pt x="5223" y="824"/>
                    <a:pt x="4355" y="1"/>
                    <a:pt x="342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3" name="Google Shape;3203;p58"/>
            <p:cNvSpPr/>
            <p:nvPr/>
          </p:nvSpPr>
          <p:spPr>
            <a:xfrm>
              <a:off x="5353150" y="3302400"/>
              <a:ext cx="66750" cy="86350"/>
            </a:xfrm>
            <a:custGeom>
              <a:rect b="b" l="l" r="r" t="t"/>
              <a:pathLst>
                <a:path extrusionOk="0" h="3454" w="2670">
                  <a:moveTo>
                    <a:pt x="1925" y="0"/>
                  </a:moveTo>
                  <a:cubicBezTo>
                    <a:pt x="1747" y="0"/>
                    <a:pt x="1547" y="59"/>
                    <a:pt x="1335" y="184"/>
                  </a:cubicBezTo>
                  <a:cubicBezTo>
                    <a:pt x="535" y="684"/>
                    <a:pt x="34" y="1551"/>
                    <a:pt x="1" y="2485"/>
                  </a:cubicBezTo>
                  <a:cubicBezTo>
                    <a:pt x="1" y="3106"/>
                    <a:pt x="309" y="3454"/>
                    <a:pt x="753" y="3454"/>
                  </a:cubicBezTo>
                  <a:cubicBezTo>
                    <a:pt x="930" y="3454"/>
                    <a:pt x="1127" y="3399"/>
                    <a:pt x="1335" y="3286"/>
                  </a:cubicBezTo>
                  <a:cubicBezTo>
                    <a:pt x="2136" y="2752"/>
                    <a:pt x="2636" y="1885"/>
                    <a:pt x="2669" y="951"/>
                  </a:cubicBezTo>
                  <a:cubicBezTo>
                    <a:pt x="2669" y="357"/>
                    <a:pt x="2365" y="0"/>
                    <a:pt x="1925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4" name="Google Shape;3204;p58"/>
            <p:cNvSpPr/>
            <p:nvPr/>
          </p:nvSpPr>
          <p:spPr>
            <a:xfrm>
              <a:off x="3098225" y="3913675"/>
              <a:ext cx="129950" cy="158050"/>
            </a:xfrm>
            <a:custGeom>
              <a:rect b="b" l="l" r="r" t="t"/>
              <a:pathLst>
                <a:path extrusionOk="0" h="6322" w="5198">
                  <a:moveTo>
                    <a:pt x="3439" y="393"/>
                  </a:moveTo>
                  <a:cubicBezTo>
                    <a:pt x="4143" y="393"/>
                    <a:pt x="4795" y="1036"/>
                    <a:pt x="4603" y="1851"/>
                  </a:cubicBezTo>
                  <a:cubicBezTo>
                    <a:pt x="4537" y="3386"/>
                    <a:pt x="3736" y="4787"/>
                    <a:pt x="2435" y="5621"/>
                  </a:cubicBezTo>
                  <a:cubicBezTo>
                    <a:pt x="2191" y="5846"/>
                    <a:pt x="1908" y="5944"/>
                    <a:pt x="1632" y="5944"/>
                  </a:cubicBezTo>
                  <a:cubicBezTo>
                    <a:pt x="928" y="5944"/>
                    <a:pt x="275" y="5302"/>
                    <a:pt x="467" y="4486"/>
                  </a:cubicBezTo>
                  <a:cubicBezTo>
                    <a:pt x="567" y="2952"/>
                    <a:pt x="1368" y="1551"/>
                    <a:pt x="2635" y="717"/>
                  </a:cubicBezTo>
                  <a:cubicBezTo>
                    <a:pt x="2879" y="492"/>
                    <a:pt x="3163" y="393"/>
                    <a:pt x="3439" y="393"/>
                  </a:cubicBezTo>
                  <a:close/>
                  <a:moveTo>
                    <a:pt x="3448" y="0"/>
                  </a:moveTo>
                  <a:cubicBezTo>
                    <a:pt x="3103" y="0"/>
                    <a:pt x="2747" y="117"/>
                    <a:pt x="2435" y="384"/>
                  </a:cubicBezTo>
                  <a:cubicBezTo>
                    <a:pt x="1034" y="1284"/>
                    <a:pt x="167" y="2819"/>
                    <a:pt x="67" y="4486"/>
                  </a:cubicBezTo>
                  <a:cubicBezTo>
                    <a:pt x="0" y="5120"/>
                    <a:pt x="300" y="5754"/>
                    <a:pt x="834" y="6121"/>
                  </a:cubicBezTo>
                  <a:cubicBezTo>
                    <a:pt x="1034" y="6254"/>
                    <a:pt x="1301" y="6321"/>
                    <a:pt x="1535" y="6321"/>
                  </a:cubicBezTo>
                  <a:cubicBezTo>
                    <a:pt x="1935" y="6288"/>
                    <a:pt x="2302" y="6188"/>
                    <a:pt x="2635" y="5954"/>
                  </a:cubicBezTo>
                  <a:cubicBezTo>
                    <a:pt x="4036" y="5054"/>
                    <a:pt x="4937" y="3519"/>
                    <a:pt x="5004" y="1851"/>
                  </a:cubicBezTo>
                  <a:cubicBezTo>
                    <a:pt x="5197" y="812"/>
                    <a:pt x="4357" y="0"/>
                    <a:pt x="344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5" name="Google Shape;3205;p58"/>
            <p:cNvSpPr/>
            <p:nvPr/>
          </p:nvSpPr>
          <p:spPr>
            <a:xfrm>
              <a:off x="3128250" y="3949875"/>
              <a:ext cx="67550" cy="86400"/>
            </a:xfrm>
            <a:custGeom>
              <a:rect b="b" l="l" r="r" t="t"/>
              <a:pathLst>
                <a:path extrusionOk="0" h="3456" w="2702">
                  <a:moveTo>
                    <a:pt x="1941" y="1"/>
                  </a:moveTo>
                  <a:cubicBezTo>
                    <a:pt x="1759" y="1"/>
                    <a:pt x="1554" y="55"/>
                    <a:pt x="1334" y="170"/>
                  </a:cubicBezTo>
                  <a:cubicBezTo>
                    <a:pt x="567" y="703"/>
                    <a:pt x="67" y="1537"/>
                    <a:pt x="0" y="2505"/>
                  </a:cubicBezTo>
                  <a:cubicBezTo>
                    <a:pt x="0" y="3098"/>
                    <a:pt x="304" y="3455"/>
                    <a:pt x="744" y="3455"/>
                  </a:cubicBezTo>
                  <a:cubicBezTo>
                    <a:pt x="923" y="3455"/>
                    <a:pt x="1123" y="3397"/>
                    <a:pt x="1334" y="3272"/>
                  </a:cubicBezTo>
                  <a:cubicBezTo>
                    <a:pt x="2135" y="2772"/>
                    <a:pt x="2635" y="1904"/>
                    <a:pt x="2702" y="937"/>
                  </a:cubicBezTo>
                  <a:cubicBezTo>
                    <a:pt x="2702" y="341"/>
                    <a:pt x="2396" y="1"/>
                    <a:pt x="1941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6" name="Google Shape;3206;p58"/>
            <p:cNvSpPr/>
            <p:nvPr/>
          </p:nvSpPr>
          <p:spPr>
            <a:xfrm>
              <a:off x="3918800" y="3267750"/>
              <a:ext cx="129350" cy="157675"/>
            </a:xfrm>
            <a:custGeom>
              <a:rect b="b" l="l" r="r" t="t"/>
              <a:pathLst>
                <a:path extrusionOk="0" h="6307" w="5174">
                  <a:moveTo>
                    <a:pt x="3432" y="406"/>
                  </a:moveTo>
                  <a:cubicBezTo>
                    <a:pt x="4121" y="406"/>
                    <a:pt x="4771" y="1036"/>
                    <a:pt x="4604" y="1870"/>
                  </a:cubicBezTo>
                  <a:cubicBezTo>
                    <a:pt x="4504" y="3371"/>
                    <a:pt x="3703" y="4772"/>
                    <a:pt x="2436" y="5606"/>
                  </a:cubicBezTo>
                  <a:cubicBezTo>
                    <a:pt x="2192" y="5831"/>
                    <a:pt x="1908" y="5929"/>
                    <a:pt x="1632" y="5929"/>
                  </a:cubicBezTo>
                  <a:cubicBezTo>
                    <a:pt x="928" y="5929"/>
                    <a:pt x="276" y="5287"/>
                    <a:pt x="468" y="4472"/>
                  </a:cubicBezTo>
                  <a:cubicBezTo>
                    <a:pt x="534" y="2937"/>
                    <a:pt x="1335" y="1570"/>
                    <a:pt x="2636" y="736"/>
                  </a:cubicBezTo>
                  <a:cubicBezTo>
                    <a:pt x="2874" y="507"/>
                    <a:pt x="3156" y="406"/>
                    <a:pt x="3432" y="406"/>
                  </a:cubicBezTo>
                  <a:close/>
                  <a:moveTo>
                    <a:pt x="3435" y="0"/>
                  </a:moveTo>
                  <a:cubicBezTo>
                    <a:pt x="3095" y="0"/>
                    <a:pt x="2745" y="114"/>
                    <a:pt x="2436" y="369"/>
                  </a:cubicBezTo>
                  <a:cubicBezTo>
                    <a:pt x="1035" y="1303"/>
                    <a:pt x="134" y="2804"/>
                    <a:pt x="67" y="4472"/>
                  </a:cubicBezTo>
                  <a:cubicBezTo>
                    <a:pt x="1" y="5139"/>
                    <a:pt x="267" y="5773"/>
                    <a:pt x="801" y="6139"/>
                  </a:cubicBezTo>
                  <a:cubicBezTo>
                    <a:pt x="1035" y="6240"/>
                    <a:pt x="1268" y="6306"/>
                    <a:pt x="1502" y="6306"/>
                  </a:cubicBezTo>
                  <a:cubicBezTo>
                    <a:pt x="1902" y="6306"/>
                    <a:pt x="2302" y="6173"/>
                    <a:pt x="2636" y="5973"/>
                  </a:cubicBezTo>
                  <a:cubicBezTo>
                    <a:pt x="4037" y="5039"/>
                    <a:pt x="4904" y="3538"/>
                    <a:pt x="5004" y="1870"/>
                  </a:cubicBezTo>
                  <a:cubicBezTo>
                    <a:pt x="5174" y="803"/>
                    <a:pt x="4339" y="0"/>
                    <a:pt x="343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7" name="Google Shape;3207;p58"/>
            <p:cNvSpPr/>
            <p:nvPr/>
          </p:nvSpPr>
          <p:spPr>
            <a:xfrm>
              <a:off x="3948825" y="330390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39" y="1"/>
                  </a:moveTo>
                  <a:cubicBezTo>
                    <a:pt x="1757" y="1"/>
                    <a:pt x="1552" y="62"/>
                    <a:pt x="1335" y="190"/>
                  </a:cubicBezTo>
                  <a:cubicBezTo>
                    <a:pt x="534" y="691"/>
                    <a:pt x="34" y="1558"/>
                    <a:pt x="0" y="2492"/>
                  </a:cubicBezTo>
                  <a:cubicBezTo>
                    <a:pt x="0" y="3103"/>
                    <a:pt x="298" y="3449"/>
                    <a:pt x="730" y="3449"/>
                  </a:cubicBezTo>
                  <a:cubicBezTo>
                    <a:pt x="912" y="3449"/>
                    <a:pt x="1118" y="3387"/>
                    <a:pt x="1335" y="3259"/>
                  </a:cubicBezTo>
                  <a:cubicBezTo>
                    <a:pt x="2102" y="2759"/>
                    <a:pt x="2602" y="1891"/>
                    <a:pt x="2669" y="957"/>
                  </a:cubicBezTo>
                  <a:cubicBezTo>
                    <a:pt x="2669" y="347"/>
                    <a:pt x="2371" y="1"/>
                    <a:pt x="193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8" name="Google Shape;3208;p58"/>
            <p:cNvSpPr/>
            <p:nvPr/>
          </p:nvSpPr>
          <p:spPr>
            <a:xfrm>
              <a:off x="4306575" y="2740325"/>
              <a:ext cx="129950" cy="158050"/>
            </a:xfrm>
            <a:custGeom>
              <a:rect b="b" l="l" r="r" t="t"/>
              <a:pathLst>
                <a:path extrusionOk="0" h="6322" w="5198">
                  <a:moveTo>
                    <a:pt x="3537" y="451"/>
                  </a:moveTo>
                  <a:cubicBezTo>
                    <a:pt x="3703" y="451"/>
                    <a:pt x="3903" y="484"/>
                    <a:pt x="4037" y="551"/>
                  </a:cubicBezTo>
                  <a:cubicBezTo>
                    <a:pt x="4437" y="851"/>
                    <a:pt x="4671" y="1351"/>
                    <a:pt x="4604" y="1852"/>
                  </a:cubicBezTo>
                  <a:cubicBezTo>
                    <a:pt x="4504" y="3386"/>
                    <a:pt x="3703" y="4787"/>
                    <a:pt x="2436" y="5621"/>
                  </a:cubicBezTo>
                  <a:cubicBezTo>
                    <a:pt x="2192" y="5846"/>
                    <a:pt x="1908" y="5945"/>
                    <a:pt x="1633" y="5945"/>
                  </a:cubicBezTo>
                  <a:cubicBezTo>
                    <a:pt x="928" y="5945"/>
                    <a:pt x="276" y="5302"/>
                    <a:pt x="468" y="4487"/>
                  </a:cubicBezTo>
                  <a:cubicBezTo>
                    <a:pt x="534" y="2952"/>
                    <a:pt x="1368" y="1551"/>
                    <a:pt x="2636" y="717"/>
                  </a:cubicBezTo>
                  <a:cubicBezTo>
                    <a:pt x="2903" y="551"/>
                    <a:pt x="3236" y="451"/>
                    <a:pt x="3537" y="451"/>
                  </a:cubicBezTo>
                  <a:close/>
                  <a:moveTo>
                    <a:pt x="3449" y="0"/>
                  </a:moveTo>
                  <a:cubicBezTo>
                    <a:pt x="3103" y="0"/>
                    <a:pt x="2748" y="118"/>
                    <a:pt x="2436" y="384"/>
                  </a:cubicBezTo>
                  <a:cubicBezTo>
                    <a:pt x="1035" y="1285"/>
                    <a:pt x="134" y="2819"/>
                    <a:pt x="67" y="4487"/>
                  </a:cubicBezTo>
                  <a:cubicBezTo>
                    <a:pt x="1" y="5121"/>
                    <a:pt x="301" y="5754"/>
                    <a:pt x="835" y="6121"/>
                  </a:cubicBezTo>
                  <a:cubicBezTo>
                    <a:pt x="1035" y="6255"/>
                    <a:pt x="1268" y="6322"/>
                    <a:pt x="1535" y="6322"/>
                  </a:cubicBezTo>
                  <a:cubicBezTo>
                    <a:pt x="1902" y="6288"/>
                    <a:pt x="2302" y="6188"/>
                    <a:pt x="2636" y="5988"/>
                  </a:cubicBezTo>
                  <a:cubicBezTo>
                    <a:pt x="4037" y="5054"/>
                    <a:pt x="4904" y="3520"/>
                    <a:pt x="5004" y="1852"/>
                  </a:cubicBezTo>
                  <a:cubicBezTo>
                    <a:pt x="5198" y="812"/>
                    <a:pt x="4357" y="0"/>
                    <a:pt x="344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9" name="Google Shape;3209;p58"/>
            <p:cNvSpPr/>
            <p:nvPr/>
          </p:nvSpPr>
          <p:spPr>
            <a:xfrm>
              <a:off x="4335775" y="2776575"/>
              <a:ext cx="67575" cy="86500"/>
            </a:xfrm>
            <a:custGeom>
              <a:rect b="b" l="l" r="r" t="t"/>
              <a:pathLst>
                <a:path extrusionOk="0" h="3460" w="2703">
                  <a:moveTo>
                    <a:pt x="1950" y="0"/>
                  </a:moveTo>
                  <a:cubicBezTo>
                    <a:pt x="1773" y="0"/>
                    <a:pt x="1576" y="55"/>
                    <a:pt x="1368" y="168"/>
                  </a:cubicBezTo>
                  <a:cubicBezTo>
                    <a:pt x="567" y="702"/>
                    <a:pt x="67" y="1569"/>
                    <a:pt x="0" y="2503"/>
                  </a:cubicBezTo>
                  <a:cubicBezTo>
                    <a:pt x="0" y="3114"/>
                    <a:pt x="298" y="3460"/>
                    <a:pt x="742" y="3460"/>
                  </a:cubicBezTo>
                  <a:cubicBezTo>
                    <a:pt x="928" y="3460"/>
                    <a:pt x="1141" y="3399"/>
                    <a:pt x="1368" y="3270"/>
                  </a:cubicBezTo>
                  <a:cubicBezTo>
                    <a:pt x="2135" y="2770"/>
                    <a:pt x="2635" y="1903"/>
                    <a:pt x="2702" y="969"/>
                  </a:cubicBezTo>
                  <a:cubicBezTo>
                    <a:pt x="2702" y="347"/>
                    <a:pt x="2394" y="0"/>
                    <a:pt x="195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0" name="Google Shape;3210;p58"/>
            <p:cNvSpPr/>
            <p:nvPr/>
          </p:nvSpPr>
          <p:spPr>
            <a:xfrm>
              <a:off x="4505900" y="3239400"/>
              <a:ext cx="129950" cy="157675"/>
            </a:xfrm>
            <a:custGeom>
              <a:rect b="b" l="l" r="r" t="t"/>
              <a:pathLst>
                <a:path extrusionOk="0" h="6307" w="5198">
                  <a:moveTo>
                    <a:pt x="3451" y="406"/>
                  </a:moveTo>
                  <a:cubicBezTo>
                    <a:pt x="4151" y="406"/>
                    <a:pt x="4794" y="1036"/>
                    <a:pt x="4603" y="1870"/>
                  </a:cubicBezTo>
                  <a:cubicBezTo>
                    <a:pt x="4503" y="3371"/>
                    <a:pt x="3703" y="4772"/>
                    <a:pt x="2435" y="5606"/>
                  </a:cubicBezTo>
                  <a:cubicBezTo>
                    <a:pt x="2191" y="5831"/>
                    <a:pt x="1908" y="5929"/>
                    <a:pt x="1632" y="5929"/>
                  </a:cubicBezTo>
                  <a:cubicBezTo>
                    <a:pt x="928" y="5929"/>
                    <a:pt x="275" y="5287"/>
                    <a:pt x="467" y="4471"/>
                  </a:cubicBezTo>
                  <a:cubicBezTo>
                    <a:pt x="534" y="2937"/>
                    <a:pt x="1368" y="1569"/>
                    <a:pt x="2635" y="735"/>
                  </a:cubicBezTo>
                  <a:cubicBezTo>
                    <a:pt x="2883" y="507"/>
                    <a:pt x="3172" y="406"/>
                    <a:pt x="3451" y="406"/>
                  </a:cubicBezTo>
                  <a:close/>
                  <a:moveTo>
                    <a:pt x="3440" y="0"/>
                  </a:moveTo>
                  <a:cubicBezTo>
                    <a:pt x="3097" y="0"/>
                    <a:pt x="2745" y="113"/>
                    <a:pt x="2435" y="369"/>
                  </a:cubicBezTo>
                  <a:cubicBezTo>
                    <a:pt x="1034" y="1303"/>
                    <a:pt x="167" y="2804"/>
                    <a:pt x="67" y="4471"/>
                  </a:cubicBezTo>
                  <a:cubicBezTo>
                    <a:pt x="0" y="5139"/>
                    <a:pt x="300" y="5772"/>
                    <a:pt x="834" y="6139"/>
                  </a:cubicBezTo>
                  <a:cubicBezTo>
                    <a:pt x="1034" y="6239"/>
                    <a:pt x="1268" y="6306"/>
                    <a:pt x="1534" y="6306"/>
                  </a:cubicBezTo>
                  <a:cubicBezTo>
                    <a:pt x="1901" y="6306"/>
                    <a:pt x="2302" y="6173"/>
                    <a:pt x="2635" y="5973"/>
                  </a:cubicBezTo>
                  <a:cubicBezTo>
                    <a:pt x="4036" y="5072"/>
                    <a:pt x="4904" y="3537"/>
                    <a:pt x="5004" y="1870"/>
                  </a:cubicBezTo>
                  <a:cubicBezTo>
                    <a:pt x="5198" y="803"/>
                    <a:pt x="4352" y="0"/>
                    <a:pt x="344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1" name="Google Shape;3211;p58"/>
            <p:cNvSpPr/>
            <p:nvPr/>
          </p:nvSpPr>
          <p:spPr>
            <a:xfrm>
              <a:off x="4535900" y="3275550"/>
              <a:ext cx="66750" cy="86525"/>
            </a:xfrm>
            <a:custGeom>
              <a:rect b="b" l="l" r="r" t="t"/>
              <a:pathLst>
                <a:path extrusionOk="0" h="3461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0"/>
                    <a:pt x="34" y="1558"/>
                    <a:pt x="1" y="2492"/>
                  </a:cubicBezTo>
                  <a:cubicBezTo>
                    <a:pt x="1" y="3113"/>
                    <a:pt x="309" y="3460"/>
                    <a:pt x="753" y="3460"/>
                  </a:cubicBezTo>
                  <a:cubicBezTo>
                    <a:pt x="930" y="3460"/>
                    <a:pt x="1127" y="3406"/>
                    <a:pt x="1335" y="3292"/>
                  </a:cubicBezTo>
                  <a:cubicBezTo>
                    <a:pt x="2136" y="2759"/>
                    <a:pt x="2636" y="1891"/>
                    <a:pt x="2669" y="957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2" name="Google Shape;3212;p58"/>
            <p:cNvSpPr/>
            <p:nvPr/>
          </p:nvSpPr>
          <p:spPr>
            <a:xfrm>
              <a:off x="4541750" y="2454950"/>
              <a:ext cx="175150" cy="222425"/>
            </a:xfrm>
            <a:custGeom>
              <a:rect b="b" l="l" r="r" t="t"/>
              <a:pathLst>
                <a:path extrusionOk="0" h="8897" w="7006">
                  <a:moveTo>
                    <a:pt x="4937" y="558"/>
                  </a:moveTo>
                  <a:cubicBezTo>
                    <a:pt x="5204" y="558"/>
                    <a:pt x="5438" y="624"/>
                    <a:pt x="5671" y="758"/>
                  </a:cubicBezTo>
                  <a:cubicBezTo>
                    <a:pt x="6171" y="1058"/>
                    <a:pt x="6472" y="1692"/>
                    <a:pt x="6472" y="2592"/>
                  </a:cubicBezTo>
                  <a:cubicBezTo>
                    <a:pt x="6338" y="4761"/>
                    <a:pt x="5204" y="6729"/>
                    <a:pt x="3369" y="7929"/>
                  </a:cubicBezTo>
                  <a:cubicBezTo>
                    <a:pt x="2900" y="8195"/>
                    <a:pt x="2455" y="8336"/>
                    <a:pt x="2058" y="8336"/>
                  </a:cubicBezTo>
                  <a:cubicBezTo>
                    <a:pt x="1807" y="8336"/>
                    <a:pt x="1575" y="8279"/>
                    <a:pt x="1368" y="8163"/>
                  </a:cubicBezTo>
                  <a:cubicBezTo>
                    <a:pt x="868" y="7863"/>
                    <a:pt x="567" y="7196"/>
                    <a:pt x="567" y="6328"/>
                  </a:cubicBezTo>
                  <a:cubicBezTo>
                    <a:pt x="701" y="4127"/>
                    <a:pt x="1835" y="2159"/>
                    <a:pt x="3670" y="991"/>
                  </a:cubicBezTo>
                  <a:cubicBezTo>
                    <a:pt x="4037" y="724"/>
                    <a:pt x="4504" y="591"/>
                    <a:pt x="4937" y="558"/>
                  </a:cubicBezTo>
                  <a:close/>
                  <a:moveTo>
                    <a:pt x="4927" y="0"/>
                  </a:moveTo>
                  <a:cubicBezTo>
                    <a:pt x="4437" y="0"/>
                    <a:pt x="3903" y="152"/>
                    <a:pt x="3369" y="457"/>
                  </a:cubicBezTo>
                  <a:cubicBezTo>
                    <a:pt x="1501" y="1558"/>
                    <a:pt x="0" y="4160"/>
                    <a:pt x="0" y="6295"/>
                  </a:cubicBezTo>
                  <a:cubicBezTo>
                    <a:pt x="0" y="7396"/>
                    <a:pt x="401" y="8230"/>
                    <a:pt x="1101" y="8630"/>
                  </a:cubicBezTo>
                  <a:cubicBezTo>
                    <a:pt x="1401" y="8797"/>
                    <a:pt x="1735" y="8897"/>
                    <a:pt x="2069" y="8897"/>
                  </a:cubicBezTo>
                  <a:cubicBezTo>
                    <a:pt x="2636" y="8863"/>
                    <a:pt x="3169" y="8697"/>
                    <a:pt x="3670" y="8430"/>
                  </a:cubicBezTo>
                  <a:cubicBezTo>
                    <a:pt x="5504" y="7329"/>
                    <a:pt x="7005" y="4727"/>
                    <a:pt x="7005" y="2592"/>
                  </a:cubicBezTo>
                  <a:cubicBezTo>
                    <a:pt x="7005" y="1492"/>
                    <a:pt x="6638" y="658"/>
                    <a:pt x="5938" y="257"/>
                  </a:cubicBezTo>
                  <a:cubicBezTo>
                    <a:pt x="5638" y="86"/>
                    <a:pt x="5295" y="0"/>
                    <a:pt x="492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3" name="Google Shape;3213;p58"/>
            <p:cNvSpPr/>
            <p:nvPr/>
          </p:nvSpPr>
          <p:spPr>
            <a:xfrm>
              <a:off x="4577600" y="2504850"/>
              <a:ext cx="104275" cy="123200"/>
            </a:xfrm>
            <a:custGeom>
              <a:rect b="b" l="l" r="r" t="t"/>
              <a:pathLst>
                <a:path extrusionOk="0" h="4928" w="4171">
                  <a:moveTo>
                    <a:pt x="2930" y="1"/>
                  </a:moveTo>
                  <a:cubicBezTo>
                    <a:pt x="2206" y="1"/>
                    <a:pt x="1321" y="657"/>
                    <a:pt x="735" y="1697"/>
                  </a:cubicBezTo>
                  <a:cubicBezTo>
                    <a:pt x="1" y="2965"/>
                    <a:pt x="1" y="4366"/>
                    <a:pt x="735" y="4799"/>
                  </a:cubicBezTo>
                  <a:cubicBezTo>
                    <a:pt x="882" y="4886"/>
                    <a:pt x="1048" y="4928"/>
                    <a:pt x="1225" y="4928"/>
                  </a:cubicBezTo>
                  <a:cubicBezTo>
                    <a:pt x="1933" y="4928"/>
                    <a:pt x="2823" y="4271"/>
                    <a:pt x="3437" y="3232"/>
                  </a:cubicBezTo>
                  <a:cubicBezTo>
                    <a:pt x="4170" y="1964"/>
                    <a:pt x="4170" y="563"/>
                    <a:pt x="3437" y="129"/>
                  </a:cubicBezTo>
                  <a:cubicBezTo>
                    <a:pt x="3283" y="42"/>
                    <a:pt x="3111" y="1"/>
                    <a:pt x="293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4" name="Google Shape;3214;p58"/>
            <p:cNvSpPr/>
            <p:nvPr/>
          </p:nvSpPr>
          <p:spPr>
            <a:xfrm>
              <a:off x="4779425" y="2918650"/>
              <a:ext cx="207875" cy="577650"/>
            </a:xfrm>
            <a:custGeom>
              <a:rect b="b" l="l" r="r" t="t"/>
              <a:pathLst>
                <a:path extrusionOk="0" h="23106" w="8315">
                  <a:moveTo>
                    <a:pt x="8064" y="0"/>
                  </a:moveTo>
                  <a:cubicBezTo>
                    <a:pt x="7995" y="0"/>
                    <a:pt x="7930" y="37"/>
                    <a:pt x="7906" y="123"/>
                  </a:cubicBezTo>
                  <a:lnTo>
                    <a:pt x="34" y="22872"/>
                  </a:lnTo>
                  <a:cubicBezTo>
                    <a:pt x="0" y="22972"/>
                    <a:pt x="34" y="23072"/>
                    <a:pt x="134" y="23106"/>
                  </a:cubicBezTo>
                  <a:lnTo>
                    <a:pt x="200" y="23106"/>
                  </a:lnTo>
                  <a:cubicBezTo>
                    <a:pt x="267" y="23106"/>
                    <a:pt x="367" y="23039"/>
                    <a:pt x="400" y="22972"/>
                  </a:cubicBezTo>
                  <a:lnTo>
                    <a:pt x="8273" y="256"/>
                  </a:lnTo>
                  <a:cubicBezTo>
                    <a:pt x="8315" y="108"/>
                    <a:pt x="8184" y="0"/>
                    <a:pt x="806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5" name="Google Shape;3215;p58"/>
            <p:cNvSpPr/>
            <p:nvPr/>
          </p:nvSpPr>
          <p:spPr>
            <a:xfrm>
              <a:off x="4576325" y="3370650"/>
              <a:ext cx="92200" cy="191525"/>
            </a:xfrm>
            <a:custGeom>
              <a:rect b="b" l="l" r="r" t="t"/>
              <a:pathLst>
                <a:path extrusionOk="0" h="7661" w="3688">
                  <a:moveTo>
                    <a:pt x="238" y="0"/>
                  </a:moveTo>
                  <a:cubicBezTo>
                    <a:pt x="117" y="0"/>
                    <a:pt x="1" y="108"/>
                    <a:pt x="85" y="256"/>
                  </a:cubicBezTo>
                  <a:lnTo>
                    <a:pt x="3287" y="7561"/>
                  </a:lnTo>
                  <a:cubicBezTo>
                    <a:pt x="3321" y="7627"/>
                    <a:pt x="3387" y="7661"/>
                    <a:pt x="3454" y="7661"/>
                  </a:cubicBezTo>
                  <a:lnTo>
                    <a:pt x="3554" y="7661"/>
                  </a:lnTo>
                  <a:cubicBezTo>
                    <a:pt x="3654" y="7594"/>
                    <a:pt x="3688" y="7494"/>
                    <a:pt x="3654" y="7394"/>
                  </a:cubicBezTo>
                  <a:lnTo>
                    <a:pt x="419" y="122"/>
                  </a:lnTo>
                  <a:cubicBezTo>
                    <a:pt x="382" y="36"/>
                    <a:pt x="309" y="0"/>
                    <a:pt x="23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6" name="Google Shape;3216;p58"/>
            <p:cNvSpPr/>
            <p:nvPr/>
          </p:nvSpPr>
          <p:spPr>
            <a:xfrm>
              <a:off x="4849475" y="3411650"/>
              <a:ext cx="204300" cy="180550"/>
            </a:xfrm>
            <a:custGeom>
              <a:rect b="b" l="l" r="r" t="t"/>
              <a:pathLst>
                <a:path extrusionOk="0" h="7222" w="8172">
                  <a:moveTo>
                    <a:pt x="7872" y="1"/>
                  </a:moveTo>
                  <a:cubicBezTo>
                    <a:pt x="7835" y="1"/>
                    <a:pt x="7800" y="15"/>
                    <a:pt x="7772" y="50"/>
                  </a:cubicBezTo>
                  <a:lnTo>
                    <a:pt x="67" y="6888"/>
                  </a:lnTo>
                  <a:cubicBezTo>
                    <a:pt x="0" y="6955"/>
                    <a:pt x="0" y="7088"/>
                    <a:pt x="67" y="7155"/>
                  </a:cubicBezTo>
                  <a:cubicBezTo>
                    <a:pt x="100" y="7188"/>
                    <a:pt x="134" y="7222"/>
                    <a:pt x="200" y="7222"/>
                  </a:cubicBezTo>
                  <a:cubicBezTo>
                    <a:pt x="234" y="7222"/>
                    <a:pt x="267" y="7188"/>
                    <a:pt x="300" y="7155"/>
                  </a:cubicBezTo>
                  <a:lnTo>
                    <a:pt x="8039" y="317"/>
                  </a:lnTo>
                  <a:cubicBezTo>
                    <a:pt x="8171" y="211"/>
                    <a:pt x="8010" y="1"/>
                    <a:pt x="787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7" name="Google Shape;3217;p58"/>
            <p:cNvSpPr/>
            <p:nvPr/>
          </p:nvSpPr>
          <p:spPr>
            <a:xfrm>
              <a:off x="5156350" y="3345325"/>
              <a:ext cx="181000" cy="16725"/>
            </a:xfrm>
            <a:custGeom>
              <a:rect b="b" l="l" r="r" t="t"/>
              <a:pathLst>
                <a:path extrusionOk="0" h="669" w="7240">
                  <a:moveTo>
                    <a:pt x="201" y="1"/>
                  </a:moveTo>
                  <a:cubicBezTo>
                    <a:pt x="67" y="1"/>
                    <a:pt x="1" y="101"/>
                    <a:pt x="1" y="201"/>
                  </a:cubicBezTo>
                  <a:cubicBezTo>
                    <a:pt x="1" y="301"/>
                    <a:pt x="67" y="368"/>
                    <a:pt x="167" y="401"/>
                  </a:cubicBezTo>
                  <a:lnTo>
                    <a:pt x="7039" y="668"/>
                  </a:lnTo>
                  <a:cubicBezTo>
                    <a:pt x="7139" y="668"/>
                    <a:pt x="7239" y="568"/>
                    <a:pt x="7239" y="468"/>
                  </a:cubicBezTo>
                  <a:cubicBezTo>
                    <a:pt x="7239" y="368"/>
                    <a:pt x="7172" y="268"/>
                    <a:pt x="7039" y="268"/>
                  </a:cubicBezTo>
                  <a:lnTo>
                    <a:pt x="20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8" name="Google Shape;3218;p58"/>
            <p:cNvSpPr/>
            <p:nvPr/>
          </p:nvSpPr>
          <p:spPr>
            <a:xfrm>
              <a:off x="4577600" y="2654850"/>
              <a:ext cx="57575" cy="597950"/>
            </a:xfrm>
            <a:custGeom>
              <a:rect b="b" l="l" r="r" t="t"/>
              <a:pathLst>
                <a:path extrusionOk="0" h="23918" w="2303">
                  <a:moveTo>
                    <a:pt x="2102" y="0"/>
                  </a:moveTo>
                  <a:cubicBezTo>
                    <a:pt x="2002" y="0"/>
                    <a:pt x="1902" y="67"/>
                    <a:pt x="1902" y="167"/>
                  </a:cubicBezTo>
                  <a:lnTo>
                    <a:pt x="1" y="23684"/>
                  </a:lnTo>
                  <a:cubicBezTo>
                    <a:pt x="1" y="23817"/>
                    <a:pt x="67" y="23884"/>
                    <a:pt x="168" y="23917"/>
                  </a:cubicBezTo>
                  <a:cubicBezTo>
                    <a:pt x="268" y="23917"/>
                    <a:pt x="368" y="23817"/>
                    <a:pt x="368" y="23717"/>
                  </a:cubicBezTo>
                  <a:lnTo>
                    <a:pt x="2302" y="200"/>
                  </a:lnTo>
                  <a:cubicBezTo>
                    <a:pt x="2302" y="100"/>
                    <a:pt x="2202" y="0"/>
                    <a:pt x="210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9" name="Google Shape;3219;p58"/>
            <p:cNvSpPr/>
            <p:nvPr/>
          </p:nvSpPr>
          <p:spPr>
            <a:xfrm>
              <a:off x="4025550" y="2880125"/>
              <a:ext cx="304575" cy="410200"/>
            </a:xfrm>
            <a:custGeom>
              <a:rect b="b" l="l" r="r" t="t"/>
              <a:pathLst>
                <a:path extrusionOk="0" h="16408" w="12183">
                  <a:moveTo>
                    <a:pt x="11918" y="0"/>
                  </a:moveTo>
                  <a:cubicBezTo>
                    <a:pt x="11869" y="0"/>
                    <a:pt x="11819" y="19"/>
                    <a:pt x="11775" y="62"/>
                  </a:cubicBezTo>
                  <a:lnTo>
                    <a:pt x="67" y="16107"/>
                  </a:lnTo>
                  <a:cubicBezTo>
                    <a:pt x="0" y="16174"/>
                    <a:pt x="0" y="16307"/>
                    <a:pt x="100" y="16374"/>
                  </a:cubicBezTo>
                  <a:cubicBezTo>
                    <a:pt x="134" y="16374"/>
                    <a:pt x="167" y="16407"/>
                    <a:pt x="200" y="16407"/>
                  </a:cubicBezTo>
                  <a:cubicBezTo>
                    <a:pt x="267" y="16407"/>
                    <a:pt x="334" y="16374"/>
                    <a:pt x="367" y="16341"/>
                  </a:cubicBezTo>
                  <a:lnTo>
                    <a:pt x="12109" y="296"/>
                  </a:lnTo>
                  <a:cubicBezTo>
                    <a:pt x="12183" y="148"/>
                    <a:pt x="12057" y="0"/>
                    <a:pt x="1191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0" name="Google Shape;3220;p58"/>
            <p:cNvSpPr/>
            <p:nvPr/>
          </p:nvSpPr>
          <p:spPr>
            <a:xfrm>
              <a:off x="3998175" y="3394125"/>
              <a:ext cx="132475" cy="245150"/>
            </a:xfrm>
            <a:custGeom>
              <a:rect b="b" l="l" r="r" t="t"/>
              <a:pathLst>
                <a:path extrusionOk="0" h="9806" w="5299">
                  <a:moveTo>
                    <a:pt x="291" y="1"/>
                  </a:moveTo>
                  <a:cubicBezTo>
                    <a:pt x="156" y="1"/>
                    <a:pt x="0" y="142"/>
                    <a:pt x="95" y="284"/>
                  </a:cubicBezTo>
                  <a:lnTo>
                    <a:pt x="4931" y="9691"/>
                  </a:lnTo>
                  <a:cubicBezTo>
                    <a:pt x="4959" y="9745"/>
                    <a:pt x="5008" y="9800"/>
                    <a:pt x="5062" y="9800"/>
                  </a:cubicBezTo>
                  <a:cubicBezTo>
                    <a:pt x="5074" y="9800"/>
                    <a:pt x="5086" y="9797"/>
                    <a:pt x="5098" y="9791"/>
                  </a:cubicBezTo>
                  <a:cubicBezTo>
                    <a:pt x="5109" y="9802"/>
                    <a:pt x="5120" y="9806"/>
                    <a:pt x="5132" y="9806"/>
                  </a:cubicBezTo>
                  <a:cubicBezTo>
                    <a:pt x="5154" y="9806"/>
                    <a:pt x="5176" y="9791"/>
                    <a:pt x="5198" y="9791"/>
                  </a:cubicBezTo>
                  <a:cubicBezTo>
                    <a:pt x="5265" y="9724"/>
                    <a:pt x="5298" y="9624"/>
                    <a:pt x="5265" y="9524"/>
                  </a:cubicBezTo>
                  <a:lnTo>
                    <a:pt x="428" y="84"/>
                  </a:lnTo>
                  <a:cubicBezTo>
                    <a:pt x="399" y="25"/>
                    <a:pt x="347" y="1"/>
                    <a:pt x="29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1" name="Google Shape;3221;p58"/>
            <p:cNvSpPr/>
            <p:nvPr/>
          </p:nvSpPr>
          <p:spPr>
            <a:xfrm>
              <a:off x="4196500" y="3799750"/>
              <a:ext cx="409700" cy="355350"/>
            </a:xfrm>
            <a:custGeom>
              <a:rect b="b" l="l" r="r" t="t"/>
              <a:pathLst>
                <a:path extrusionOk="0" h="14214" w="16388">
                  <a:moveTo>
                    <a:pt x="16123" y="1"/>
                  </a:moveTo>
                  <a:cubicBezTo>
                    <a:pt x="16088" y="1"/>
                    <a:pt x="16050" y="12"/>
                    <a:pt x="16012" y="37"/>
                  </a:cubicBezTo>
                  <a:lnTo>
                    <a:pt x="134" y="13880"/>
                  </a:lnTo>
                  <a:cubicBezTo>
                    <a:pt x="1" y="13980"/>
                    <a:pt x="67" y="14214"/>
                    <a:pt x="267" y="14214"/>
                  </a:cubicBezTo>
                  <a:cubicBezTo>
                    <a:pt x="301" y="14214"/>
                    <a:pt x="334" y="14180"/>
                    <a:pt x="367" y="14180"/>
                  </a:cubicBezTo>
                  <a:lnTo>
                    <a:pt x="16279" y="337"/>
                  </a:lnTo>
                  <a:cubicBezTo>
                    <a:pt x="16387" y="202"/>
                    <a:pt x="16276" y="1"/>
                    <a:pt x="1612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2" name="Google Shape;3222;p58"/>
            <p:cNvSpPr/>
            <p:nvPr/>
          </p:nvSpPr>
          <p:spPr>
            <a:xfrm>
              <a:off x="4098100" y="3792100"/>
              <a:ext cx="66725" cy="369675"/>
            </a:xfrm>
            <a:custGeom>
              <a:rect b="b" l="l" r="r" t="t"/>
              <a:pathLst>
                <a:path extrusionOk="0" h="14787" w="2669">
                  <a:moveTo>
                    <a:pt x="2451" y="1"/>
                  </a:moveTo>
                  <a:cubicBezTo>
                    <a:pt x="2370" y="1"/>
                    <a:pt x="2296" y="66"/>
                    <a:pt x="2269" y="176"/>
                  </a:cubicBezTo>
                  <a:lnTo>
                    <a:pt x="34" y="14553"/>
                  </a:lnTo>
                  <a:cubicBezTo>
                    <a:pt x="0" y="14653"/>
                    <a:pt x="67" y="14753"/>
                    <a:pt x="201" y="14787"/>
                  </a:cubicBezTo>
                  <a:lnTo>
                    <a:pt x="234" y="14787"/>
                  </a:lnTo>
                  <a:cubicBezTo>
                    <a:pt x="301" y="14787"/>
                    <a:pt x="401" y="14720"/>
                    <a:pt x="401" y="14620"/>
                  </a:cubicBezTo>
                  <a:lnTo>
                    <a:pt x="2669" y="210"/>
                  </a:lnTo>
                  <a:cubicBezTo>
                    <a:pt x="2669" y="110"/>
                    <a:pt x="2602" y="9"/>
                    <a:pt x="2502" y="9"/>
                  </a:cubicBezTo>
                  <a:cubicBezTo>
                    <a:pt x="2485" y="4"/>
                    <a:pt x="2468" y="1"/>
                    <a:pt x="245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3" name="Google Shape;3223;p58"/>
            <p:cNvSpPr/>
            <p:nvPr/>
          </p:nvSpPr>
          <p:spPr>
            <a:xfrm>
              <a:off x="3803225" y="3943275"/>
              <a:ext cx="257375" cy="256875"/>
            </a:xfrm>
            <a:custGeom>
              <a:rect b="b" l="l" r="r" t="t"/>
              <a:pathLst>
                <a:path extrusionOk="0" h="10275" w="10295">
                  <a:moveTo>
                    <a:pt x="303" y="0"/>
                  </a:moveTo>
                  <a:cubicBezTo>
                    <a:pt x="160" y="0"/>
                    <a:pt x="1" y="206"/>
                    <a:pt x="154" y="334"/>
                  </a:cubicBezTo>
                  <a:lnTo>
                    <a:pt x="9927" y="10241"/>
                  </a:lnTo>
                  <a:cubicBezTo>
                    <a:pt x="9961" y="10274"/>
                    <a:pt x="10027" y="10274"/>
                    <a:pt x="10061" y="10274"/>
                  </a:cubicBezTo>
                  <a:cubicBezTo>
                    <a:pt x="10128" y="10274"/>
                    <a:pt x="10194" y="10274"/>
                    <a:pt x="10228" y="10241"/>
                  </a:cubicBezTo>
                  <a:cubicBezTo>
                    <a:pt x="10294" y="10141"/>
                    <a:pt x="10294" y="10041"/>
                    <a:pt x="10228" y="9974"/>
                  </a:cubicBezTo>
                  <a:lnTo>
                    <a:pt x="421" y="67"/>
                  </a:lnTo>
                  <a:cubicBezTo>
                    <a:pt x="389" y="20"/>
                    <a:pt x="347" y="0"/>
                    <a:pt x="30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4" name="Google Shape;3224;p58"/>
            <p:cNvSpPr/>
            <p:nvPr/>
          </p:nvSpPr>
          <p:spPr>
            <a:xfrm>
              <a:off x="3512675" y="4239300"/>
              <a:ext cx="472025" cy="89275"/>
            </a:xfrm>
            <a:custGeom>
              <a:rect b="b" l="l" r="r" t="t"/>
              <a:pathLst>
                <a:path extrusionOk="0" h="3571" w="18881">
                  <a:moveTo>
                    <a:pt x="234" y="1"/>
                  </a:moveTo>
                  <a:cubicBezTo>
                    <a:pt x="134" y="1"/>
                    <a:pt x="34" y="68"/>
                    <a:pt x="1" y="168"/>
                  </a:cubicBezTo>
                  <a:cubicBezTo>
                    <a:pt x="1" y="268"/>
                    <a:pt x="67" y="368"/>
                    <a:pt x="167" y="401"/>
                  </a:cubicBezTo>
                  <a:lnTo>
                    <a:pt x="18647" y="3570"/>
                  </a:lnTo>
                  <a:lnTo>
                    <a:pt x="18681" y="3570"/>
                  </a:lnTo>
                  <a:cubicBezTo>
                    <a:pt x="18781" y="3570"/>
                    <a:pt x="18847" y="3503"/>
                    <a:pt x="18881" y="3403"/>
                  </a:cubicBezTo>
                  <a:cubicBezTo>
                    <a:pt x="18881" y="3303"/>
                    <a:pt x="18814" y="3203"/>
                    <a:pt x="18714" y="3203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5" name="Google Shape;3225;p58"/>
            <p:cNvSpPr/>
            <p:nvPr/>
          </p:nvSpPr>
          <p:spPr>
            <a:xfrm>
              <a:off x="3392600" y="3677250"/>
              <a:ext cx="45050" cy="480350"/>
            </a:xfrm>
            <a:custGeom>
              <a:rect b="b" l="l" r="r" t="t"/>
              <a:pathLst>
                <a:path extrusionOk="0" h="19214" w="1802">
                  <a:moveTo>
                    <a:pt x="1635" y="0"/>
                  </a:moveTo>
                  <a:cubicBezTo>
                    <a:pt x="1535" y="0"/>
                    <a:pt x="1435" y="67"/>
                    <a:pt x="1435" y="200"/>
                  </a:cubicBezTo>
                  <a:lnTo>
                    <a:pt x="34" y="19014"/>
                  </a:lnTo>
                  <a:cubicBezTo>
                    <a:pt x="0" y="19114"/>
                    <a:pt x="100" y="19214"/>
                    <a:pt x="200" y="19214"/>
                  </a:cubicBezTo>
                  <a:cubicBezTo>
                    <a:pt x="300" y="19214"/>
                    <a:pt x="401" y="19147"/>
                    <a:pt x="401" y="19047"/>
                  </a:cubicBezTo>
                  <a:lnTo>
                    <a:pt x="1802" y="200"/>
                  </a:lnTo>
                  <a:cubicBezTo>
                    <a:pt x="1802" y="100"/>
                    <a:pt x="1735" y="34"/>
                    <a:pt x="163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6" name="Google Shape;3226;p58"/>
            <p:cNvSpPr/>
            <p:nvPr/>
          </p:nvSpPr>
          <p:spPr>
            <a:xfrm>
              <a:off x="3176600" y="4037925"/>
              <a:ext cx="161825" cy="176400"/>
            </a:xfrm>
            <a:custGeom>
              <a:rect b="b" l="l" r="r" t="t"/>
              <a:pathLst>
                <a:path extrusionOk="0" h="7056" w="6473">
                  <a:moveTo>
                    <a:pt x="201" y="0"/>
                  </a:moveTo>
                  <a:cubicBezTo>
                    <a:pt x="151" y="0"/>
                    <a:pt x="101" y="17"/>
                    <a:pt x="67" y="50"/>
                  </a:cubicBezTo>
                  <a:cubicBezTo>
                    <a:pt x="1" y="117"/>
                    <a:pt x="1" y="250"/>
                    <a:pt x="67" y="317"/>
                  </a:cubicBezTo>
                  <a:lnTo>
                    <a:pt x="6105" y="6988"/>
                  </a:lnTo>
                  <a:cubicBezTo>
                    <a:pt x="6138" y="7022"/>
                    <a:pt x="6172" y="7055"/>
                    <a:pt x="6239" y="7055"/>
                  </a:cubicBezTo>
                  <a:cubicBezTo>
                    <a:pt x="6405" y="7055"/>
                    <a:pt x="6472" y="6855"/>
                    <a:pt x="6372" y="6722"/>
                  </a:cubicBezTo>
                  <a:lnTo>
                    <a:pt x="334" y="50"/>
                  </a:lnTo>
                  <a:cubicBezTo>
                    <a:pt x="301" y="17"/>
                    <a:pt x="251" y="0"/>
                    <a:pt x="20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7" name="Google Shape;3227;p58"/>
            <p:cNvSpPr/>
            <p:nvPr/>
          </p:nvSpPr>
          <p:spPr>
            <a:xfrm>
              <a:off x="5243075" y="3415900"/>
              <a:ext cx="113450" cy="288875"/>
            </a:xfrm>
            <a:custGeom>
              <a:rect b="b" l="l" r="r" t="t"/>
              <a:pathLst>
                <a:path extrusionOk="0" h="11555" w="4538">
                  <a:moveTo>
                    <a:pt x="4391" y="0"/>
                  </a:moveTo>
                  <a:cubicBezTo>
                    <a:pt x="4355" y="0"/>
                    <a:pt x="4337" y="31"/>
                    <a:pt x="4337" y="80"/>
                  </a:cubicBezTo>
                  <a:lnTo>
                    <a:pt x="34" y="11422"/>
                  </a:lnTo>
                  <a:cubicBezTo>
                    <a:pt x="1" y="11488"/>
                    <a:pt x="34" y="11522"/>
                    <a:pt x="101" y="11555"/>
                  </a:cubicBezTo>
                  <a:lnTo>
                    <a:pt x="134" y="11555"/>
                  </a:lnTo>
                  <a:cubicBezTo>
                    <a:pt x="168" y="11555"/>
                    <a:pt x="234" y="11555"/>
                    <a:pt x="234" y="11522"/>
                  </a:cubicBezTo>
                  <a:lnTo>
                    <a:pt x="4504" y="147"/>
                  </a:lnTo>
                  <a:cubicBezTo>
                    <a:pt x="4537" y="113"/>
                    <a:pt x="4471" y="13"/>
                    <a:pt x="4437" y="13"/>
                  </a:cubicBezTo>
                  <a:cubicBezTo>
                    <a:pt x="4419" y="4"/>
                    <a:pt x="4404" y="0"/>
                    <a:pt x="439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8" name="Google Shape;3228;p58"/>
            <p:cNvSpPr/>
            <p:nvPr/>
          </p:nvSpPr>
          <p:spPr>
            <a:xfrm>
              <a:off x="5417375" y="3377025"/>
              <a:ext cx="94250" cy="133450"/>
            </a:xfrm>
            <a:custGeom>
              <a:rect b="b" l="l" r="r" t="t"/>
              <a:pathLst>
                <a:path extrusionOk="0" h="5338" w="3770">
                  <a:moveTo>
                    <a:pt x="67" y="1"/>
                  </a:moveTo>
                  <a:cubicBezTo>
                    <a:pt x="34" y="34"/>
                    <a:pt x="0" y="101"/>
                    <a:pt x="34" y="134"/>
                  </a:cubicBezTo>
                  <a:lnTo>
                    <a:pt x="3603" y="5304"/>
                  </a:lnTo>
                  <a:cubicBezTo>
                    <a:pt x="3603" y="5304"/>
                    <a:pt x="3636" y="5338"/>
                    <a:pt x="3670" y="5338"/>
                  </a:cubicBezTo>
                  <a:cubicBezTo>
                    <a:pt x="3703" y="5338"/>
                    <a:pt x="3703" y="5338"/>
                    <a:pt x="3703" y="5304"/>
                  </a:cubicBezTo>
                  <a:cubicBezTo>
                    <a:pt x="3770" y="5304"/>
                    <a:pt x="3770" y="5238"/>
                    <a:pt x="3736" y="5204"/>
                  </a:cubicBezTo>
                  <a:lnTo>
                    <a:pt x="167" y="34"/>
                  </a:lnTo>
                  <a:cubicBezTo>
                    <a:pt x="167" y="1"/>
                    <a:pt x="100" y="1"/>
                    <a:pt x="6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9" name="Google Shape;3229;p58"/>
            <p:cNvSpPr/>
            <p:nvPr/>
          </p:nvSpPr>
          <p:spPr>
            <a:xfrm>
              <a:off x="4401650" y="3032075"/>
              <a:ext cx="136775" cy="255750"/>
            </a:xfrm>
            <a:custGeom>
              <a:rect b="b" l="l" r="r" t="t"/>
              <a:pathLst>
                <a:path extrusionOk="0" h="10230" w="5471">
                  <a:moveTo>
                    <a:pt x="185" y="0"/>
                  </a:moveTo>
                  <a:cubicBezTo>
                    <a:pt x="167" y="0"/>
                    <a:pt x="148" y="8"/>
                    <a:pt x="134" y="22"/>
                  </a:cubicBezTo>
                  <a:cubicBezTo>
                    <a:pt x="100" y="22"/>
                    <a:pt x="0" y="122"/>
                    <a:pt x="34" y="155"/>
                  </a:cubicBezTo>
                  <a:lnTo>
                    <a:pt x="5204" y="10229"/>
                  </a:lnTo>
                  <a:lnTo>
                    <a:pt x="5371" y="10229"/>
                  </a:lnTo>
                  <a:lnTo>
                    <a:pt x="5404" y="10196"/>
                  </a:lnTo>
                  <a:cubicBezTo>
                    <a:pt x="5438" y="10196"/>
                    <a:pt x="5471" y="10129"/>
                    <a:pt x="5438" y="10096"/>
                  </a:cubicBezTo>
                  <a:lnTo>
                    <a:pt x="234" y="55"/>
                  </a:lnTo>
                  <a:cubicBezTo>
                    <a:pt x="234" y="16"/>
                    <a:pt x="211" y="0"/>
                    <a:pt x="18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0" name="Google Shape;3230;p58"/>
            <p:cNvSpPr/>
            <p:nvPr/>
          </p:nvSpPr>
          <p:spPr>
            <a:xfrm>
              <a:off x="3999700" y="2893000"/>
              <a:ext cx="95075" cy="383150"/>
            </a:xfrm>
            <a:custGeom>
              <a:rect b="b" l="l" r="r" t="t"/>
              <a:pathLst>
                <a:path extrusionOk="0" h="15326" w="3803">
                  <a:moveTo>
                    <a:pt x="3654" y="1"/>
                  </a:moveTo>
                  <a:cubicBezTo>
                    <a:pt x="3603" y="1"/>
                    <a:pt x="3536" y="24"/>
                    <a:pt x="3536" y="48"/>
                  </a:cubicBezTo>
                  <a:lnTo>
                    <a:pt x="0" y="15225"/>
                  </a:lnTo>
                  <a:cubicBezTo>
                    <a:pt x="0" y="15259"/>
                    <a:pt x="100" y="15325"/>
                    <a:pt x="134" y="15325"/>
                  </a:cubicBezTo>
                  <a:cubicBezTo>
                    <a:pt x="167" y="15325"/>
                    <a:pt x="200" y="15292"/>
                    <a:pt x="200" y="15259"/>
                  </a:cubicBezTo>
                  <a:lnTo>
                    <a:pt x="3770" y="114"/>
                  </a:lnTo>
                  <a:cubicBezTo>
                    <a:pt x="3803" y="48"/>
                    <a:pt x="3770" y="14"/>
                    <a:pt x="3703" y="14"/>
                  </a:cubicBezTo>
                  <a:cubicBezTo>
                    <a:pt x="3693" y="5"/>
                    <a:pt x="3675" y="1"/>
                    <a:pt x="365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1" name="Google Shape;3231;p58"/>
            <p:cNvSpPr/>
            <p:nvPr/>
          </p:nvSpPr>
          <p:spPr>
            <a:xfrm>
              <a:off x="4197325" y="3417050"/>
              <a:ext cx="81750" cy="180150"/>
            </a:xfrm>
            <a:custGeom>
              <a:rect b="b" l="l" r="r" t="t"/>
              <a:pathLst>
                <a:path extrusionOk="0" h="7206" w="3270">
                  <a:moveTo>
                    <a:pt x="3103" y="1"/>
                  </a:moveTo>
                  <a:cubicBezTo>
                    <a:pt x="3070" y="1"/>
                    <a:pt x="3003" y="1"/>
                    <a:pt x="3003" y="67"/>
                  </a:cubicBezTo>
                  <a:lnTo>
                    <a:pt x="34" y="7106"/>
                  </a:lnTo>
                  <a:cubicBezTo>
                    <a:pt x="1" y="7139"/>
                    <a:pt x="34" y="7206"/>
                    <a:pt x="68" y="7206"/>
                  </a:cubicBezTo>
                  <a:lnTo>
                    <a:pt x="101" y="7206"/>
                  </a:lnTo>
                  <a:cubicBezTo>
                    <a:pt x="168" y="7206"/>
                    <a:pt x="234" y="7172"/>
                    <a:pt x="268" y="7139"/>
                  </a:cubicBezTo>
                  <a:lnTo>
                    <a:pt x="3237" y="67"/>
                  </a:lnTo>
                  <a:cubicBezTo>
                    <a:pt x="3270" y="34"/>
                    <a:pt x="3136" y="34"/>
                    <a:pt x="310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2" name="Google Shape;3232;p58"/>
            <p:cNvSpPr/>
            <p:nvPr/>
          </p:nvSpPr>
          <p:spPr>
            <a:xfrm>
              <a:off x="5213050" y="365915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1"/>
                    <a:pt x="34" y="1558"/>
                    <a:pt x="1" y="2492"/>
                  </a:cubicBezTo>
                  <a:cubicBezTo>
                    <a:pt x="1" y="3103"/>
                    <a:pt x="299" y="3449"/>
                    <a:pt x="731" y="3449"/>
                  </a:cubicBezTo>
                  <a:cubicBezTo>
                    <a:pt x="913" y="3449"/>
                    <a:pt x="1118" y="3388"/>
                    <a:pt x="1335" y="3259"/>
                  </a:cubicBezTo>
                  <a:cubicBezTo>
                    <a:pt x="2136" y="2759"/>
                    <a:pt x="2603" y="1892"/>
                    <a:pt x="2669" y="958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3" name="Google Shape;3233;p58"/>
            <p:cNvSpPr/>
            <p:nvPr/>
          </p:nvSpPr>
          <p:spPr>
            <a:xfrm>
              <a:off x="4367450" y="2982200"/>
              <a:ext cx="76750" cy="100025"/>
            </a:xfrm>
            <a:custGeom>
              <a:rect b="b" l="l" r="r" t="t"/>
              <a:pathLst>
                <a:path extrusionOk="0" h="4001" w="3070">
                  <a:moveTo>
                    <a:pt x="2232" y="0"/>
                  </a:moveTo>
                  <a:cubicBezTo>
                    <a:pt x="2025" y="0"/>
                    <a:pt x="1788" y="70"/>
                    <a:pt x="1535" y="216"/>
                  </a:cubicBezTo>
                  <a:cubicBezTo>
                    <a:pt x="635" y="816"/>
                    <a:pt x="67" y="1817"/>
                    <a:pt x="1" y="2884"/>
                  </a:cubicBezTo>
                  <a:cubicBezTo>
                    <a:pt x="1" y="3593"/>
                    <a:pt x="352" y="4000"/>
                    <a:pt x="853" y="4000"/>
                  </a:cubicBezTo>
                  <a:cubicBezTo>
                    <a:pt x="1060" y="4000"/>
                    <a:pt x="1292" y="3931"/>
                    <a:pt x="1535" y="3785"/>
                  </a:cubicBezTo>
                  <a:cubicBezTo>
                    <a:pt x="2436" y="3185"/>
                    <a:pt x="3036" y="2184"/>
                    <a:pt x="3070" y="1116"/>
                  </a:cubicBezTo>
                  <a:cubicBezTo>
                    <a:pt x="3070" y="408"/>
                    <a:pt x="2735" y="0"/>
                    <a:pt x="223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4" name="Google Shape;3234;p58"/>
            <p:cNvSpPr/>
            <p:nvPr/>
          </p:nvSpPr>
          <p:spPr>
            <a:xfrm>
              <a:off x="4244875" y="3380625"/>
              <a:ext cx="59225" cy="76225"/>
            </a:xfrm>
            <a:custGeom>
              <a:rect b="b" l="l" r="r" t="t"/>
              <a:pathLst>
                <a:path extrusionOk="0" h="3049" w="2369">
                  <a:moveTo>
                    <a:pt x="1700" y="1"/>
                  </a:moveTo>
                  <a:cubicBezTo>
                    <a:pt x="1540" y="1"/>
                    <a:pt x="1359" y="51"/>
                    <a:pt x="1168" y="157"/>
                  </a:cubicBezTo>
                  <a:cubicBezTo>
                    <a:pt x="467" y="624"/>
                    <a:pt x="34" y="1391"/>
                    <a:pt x="0" y="2225"/>
                  </a:cubicBezTo>
                  <a:cubicBezTo>
                    <a:pt x="0" y="2746"/>
                    <a:pt x="270" y="3049"/>
                    <a:pt x="653" y="3049"/>
                  </a:cubicBezTo>
                  <a:cubicBezTo>
                    <a:pt x="809" y="3049"/>
                    <a:pt x="984" y="2998"/>
                    <a:pt x="1168" y="2892"/>
                  </a:cubicBezTo>
                  <a:cubicBezTo>
                    <a:pt x="1868" y="2458"/>
                    <a:pt x="2302" y="1691"/>
                    <a:pt x="2369" y="857"/>
                  </a:cubicBezTo>
                  <a:cubicBezTo>
                    <a:pt x="2369" y="311"/>
                    <a:pt x="2098" y="1"/>
                    <a:pt x="170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5" name="Google Shape;3235;p58"/>
            <p:cNvSpPr/>
            <p:nvPr/>
          </p:nvSpPr>
          <p:spPr>
            <a:xfrm>
              <a:off x="4063075" y="2856925"/>
              <a:ext cx="58400" cy="76200"/>
            </a:xfrm>
            <a:custGeom>
              <a:rect b="b" l="l" r="r" t="t"/>
              <a:pathLst>
                <a:path extrusionOk="0" h="3048" w="2336">
                  <a:moveTo>
                    <a:pt x="1694" y="1"/>
                  </a:moveTo>
                  <a:cubicBezTo>
                    <a:pt x="1538" y="1"/>
                    <a:pt x="1360" y="51"/>
                    <a:pt x="1168" y="156"/>
                  </a:cubicBezTo>
                  <a:cubicBezTo>
                    <a:pt x="467" y="623"/>
                    <a:pt x="34" y="1357"/>
                    <a:pt x="0" y="2191"/>
                  </a:cubicBezTo>
                  <a:cubicBezTo>
                    <a:pt x="0" y="2738"/>
                    <a:pt x="254" y="3048"/>
                    <a:pt x="642" y="3048"/>
                  </a:cubicBezTo>
                  <a:cubicBezTo>
                    <a:pt x="798" y="3048"/>
                    <a:pt x="976" y="2997"/>
                    <a:pt x="1168" y="2892"/>
                  </a:cubicBezTo>
                  <a:cubicBezTo>
                    <a:pt x="1868" y="2425"/>
                    <a:pt x="2302" y="1658"/>
                    <a:pt x="2335" y="857"/>
                  </a:cubicBezTo>
                  <a:cubicBezTo>
                    <a:pt x="2335" y="310"/>
                    <a:pt x="2081" y="1"/>
                    <a:pt x="169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6" name="Google Shape;3236;p58"/>
            <p:cNvSpPr/>
            <p:nvPr/>
          </p:nvSpPr>
          <p:spPr>
            <a:xfrm>
              <a:off x="5486600" y="3479350"/>
              <a:ext cx="45050" cy="57775"/>
            </a:xfrm>
            <a:custGeom>
              <a:rect b="b" l="l" r="r" t="t"/>
              <a:pathLst>
                <a:path extrusionOk="0" h="2311" w="1802">
                  <a:moveTo>
                    <a:pt x="1291" y="0"/>
                  </a:moveTo>
                  <a:cubicBezTo>
                    <a:pt x="1173" y="0"/>
                    <a:pt x="1041" y="36"/>
                    <a:pt x="901" y="111"/>
                  </a:cubicBezTo>
                  <a:cubicBezTo>
                    <a:pt x="367" y="444"/>
                    <a:pt x="33" y="1045"/>
                    <a:pt x="0" y="1678"/>
                  </a:cubicBezTo>
                  <a:cubicBezTo>
                    <a:pt x="0" y="2076"/>
                    <a:pt x="197" y="2310"/>
                    <a:pt x="488" y="2310"/>
                  </a:cubicBezTo>
                  <a:cubicBezTo>
                    <a:pt x="611" y="2310"/>
                    <a:pt x="752" y="2268"/>
                    <a:pt x="901" y="2179"/>
                  </a:cubicBezTo>
                  <a:cubicBezTo>
                    <a:pt x="1434" y="1845"/>
                    <a:pt x="1768" y="1278"/>
                    <a:pt x="1801" y="644"/>
                  </a:cubicBezTo>
                  <a:cubicBezTo>
                    <a:pt x="1801" y="236"/>
                    <a:pt x="1594" y="0"/>
                    <a:pt x="129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7" name="Google Shape;3237;p58"/>
            <p:cNvSpPr/>
            <p:nvPr/>
          </p:nvSpPr>
          <p:spPr>
            <a:xfrm>
              <a:off x="4640975" y="3562400"/>
              <a:ext cx="158475" cy="204850"/>
            </a:xfrm>
            <a:custGeom>
              <a:rect b="b" l="l" r="r" t="t"/>
              <a:pathLst>
                <a:path extrusionOk="0" h="8194" w="6339">
                  <a:moveTo>
                    <a:pt x="4580" y="0"/>
                  </a:moveTo>
                  <a:cubicBezTo>
                    <a:pt x="4157" y="0"/>
                    <a:pt x="3679" y="137"/>
                    <a:pt x="3170" y="424"/>
                  </a:cubicBezTo>
                  <a:cubicBezTo>
                    <a:pt x="1302" y="1659"/>
                    <a:pt x="101" y="3694"/>
                    <a:pt x="1" y="5928"/>
                  </a:cubicBezTo>
                  <a:cubicBezTo>
                    <a:pt x="1" y="7371"/>
                    <a:pt x="705" y="8193"/>
                    <a:pt x="1745" y="8193"/>
                  </a:cubicBezTo>
                  <a:cubicBezTo>
                    <a:pt x="2172" y="8193"/>
                    <a:pt x="2655" y="8054"/>
                    <a:pt x="3170" y="7763"/>
                  </a:cubicBezTo>
                  <a:cubicBezTo>
                    <a:pt x="5038" y="6529"/>
                    <a:pt x="6205" y="4494"/>
                    <a:pt x="6339" y="2259"/>
                  </a:cubicBezTo>
                  <a:cubicBezTo>
                    <a:pt x="6339" y="834"/>
                    <a:pt x="5628" y="0"/>
                    <a:pt x="45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8" name="Google Shape;3238;p58"/>
            <p:cNvSpPr/>
            <p:nvPr/>
          </p:nvSpPr>
          <p:spPr>
            <a:xfrm>
              <a:off x="4023875" y="4209375"/>
              <a:ext cx="159300" cy="205000"/>
            </a:xfrm>
            <a:custGeom>
              <a:rect b="b" l="l" r="r" t="t"/>
              <a:pathLst>
                <a:path extrusionOk="0" h="8200" w="6372">
                  <a:moveTo>
                    <a:pt x="4613" y="1"/>
                  </a:moveTo>
                  <a:cubicBezTo>
                    <a:pt x="4187" y="1"/>
                    <a:pt x="3708" y="139"/>
                    <a:pt x="3203" y="431"/>
                  </a:cubicBezTo>
                  <a:cubicBezTo>
                    <a:pt x="1302" y="1665"/>
                    <a:pt x="134" y="3700"/>
                    <a:pt x="1" y="5935"/>
                  </a:cubicBezTo>
                  <a:cubicBezTo>
                    <a:pt x="1" y="7377"/>
                    <a:pt x="721" y="8199"/>
                    <a:pt x="1771" y="8199"/>
                  </a:cubicBezTo>
                  <a:cubicBezTo>
                    <a:pt x="2202" y="8199"/>
                    <a:pt x="2688" y="8061"/>
                    <a:pt x="3203" y="7769"/>
                  </a:cubicBezTo>
                  <a:cubicBezTo>
                    <a:pt x="5071" y="6535"/>
                    <a:pt x="6238" y="4500"/>
                    <a:pt x="6372" y="2265"/>
                  </a:cubicBezTo>
                  <a:cubicBezTo>
                    <a:pt x="6372" y="823"/>
                    <a:pt x="5651" y="1"/>
                    <a:pt x="461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9" name="Google Shape;3239;p58"/>
            <p:cNvSpPr/>
            <p:nvPr/>
          </p:nvSpPr>
          <p:spPr>
            <a:xfrm>
              <a:off x="3329225" y="4196800"/>
              <a:ext cx="119275" cy="153425"/>
            </a:xfrm>
            <a:custGeom>
              <a:rect b="b" l="l" r="r" t="t"/>
              <a:pathLst>
                <a:path extrusionOk="0" h="6137" w="4771">
                  <a:moveTo>
                    <a:pt x="3468" y="0"/>
                  </a:moveTo>
                  <a:cubicBezTo>
                    <a:pt x="3147" y="0"/>
                    <a:pt x="2785" y="108"/>
                    <a:pt x="2402" y="333"/>
                  </a:cubicBezTo>
                  <a:cubicBezTo>
                    <a:pt x="967" y="1234"/>
                    <a:pt x="100" y="2768"/>
                    <a:pt x="0" y="4436"/>
                  </a:cubicBezTo>
                  <a:cubicBezTo>
                    <a:pt x="0" y="5519"/>
                    <a:pt x="532" y="6137"/>
                    <a:pt x="1314" y="6137"/>
                  </a:cubicBezTo>
                  <a:cubicBezTo>
                    <a:pt x="1640" y="6137"/>
                    <a:pt x="2009" y="6030"/>
                    <a:pt x="2402" y="5804"/>
                  </a:cubicBezTo>
                  <a:cubicBezTo>
                    <a:pt x="3803" y="4903"/>
                    <a:pt x="4670" y="3369"/>
                    <a:pt x="4770" y="1701"/>
                  </a:cubicBezTo>
                  <a:cubicBezTo>
                    <a:pt x="4770" y="618"/>
                    <a:pt x="4238" y="0"/>
                    <a:pt x="34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0" name="Google Shape;3240;p58"/>
            <p:cNvSpPr/>
            <p:nvPr/>
          </p:nvSpPr>
          <p:spPr>
            <a:xfrm>
              <a:off x="3710325" y="3780825"/>
              <a:ext cx="121775" cy="157275"/>
            </a:xfrm>
            <a:custGeom>
              <a:rect b="b" l="l" r="r" t="t"/>
              <a:pathLst>
                <a:path extrusionOk="0" h="6291" w="4871">
                  <a:moveTo>
                    <a:pt x="3512" y="1"/>
                  </a:moveTo>
                  <a:cubicBezTo>
                    <a:pt x="3186" y="1"/>
                    <a:pt x="2821" y="106"/>
                    <a:pt x="2435" y="327"/>
                  </a:cubicBezTo>
                  <a:cubicBezTo>
                    <a:pt x="1001" y="1261"/>
                    <a:pt x="67" y="2829"/>
                    <a:pt x="0" y="4563"/>
                  </a:cubicBezTo>
                  <a:cubicBezTo>
                    <a:pt x="0" y="5655"/>
                    <a:pt x="540" y="6291"/>
                    <a:pt x="1344" y="6291"/>
                  </a:cubicBezTo>
                  <a:cubicBezTo>
                    <a:pt x="1671" y="6291"/>
                    <a:pt x="2041" y="6186"/>
                    <a:pt x="2435" y="5964"/>
                  </a:cubicBezTo>
                  <a:cubicBezTo>
                    <a:pt x="3870" y="5030"/>
                    <a:pt x="4770" y="3463"/>
                    <a:pt x="4870" y="1728"/>
                  </a:cubicBezTo>
                  <a:cubicBezTo>
                    <a:pt x="4870" y="637"/>
                    <a:pt x="4314" y="1"/>
                    <a:pt x="35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1" name="Google Shape;3241;p58"/>
            <p:cNvSpPr/>
            <p:nvPr/>
          </p:nvSpPr>
          <p:spPr>
            <a:xfrm>
              <a:off x="4111450" y="363870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806" y="0"/>
                  </a:moveTo>
                  <a:cubicBezTo>
                    <a:pt x="2544" y="0"/>
                    <a:pt x="2248" y="89"/>
                    <a:pt x="1935" y="275"/>
                  </a:cubicBezTo>
                  <a:cubicBezTo>
                    <a:pt x="801" y="1008"/>
                    <a:pt x="67" y="2276"/>
                    <a:pt x="0" y="3644"/>
                  </a:cubicBezTo>
                  <a:cubicBezTo>
                    <a:pt x="0" y="4524"/>
                    <a:pt x="442" y="5031"/>
                    <a:pt x="1083" y="5031"/>
                  </a:cubicBezTo>
                  <a:cubicBezTo>
                    <a:pt x="1340" y="5031"/>
                    <a:pt x="1629" y="4950"/>
                    <a:pt x="1935" y="4778"/>
                  </a:cubicBezTo>
                  <a:cubicBezTo>
                    <a:pt x="3069" y="4011"/>
                    <a:pt x="3803" y="2776"/>
                    <a:pt x="3870" y="1409"/>
                  </a:cubicBezTo>
                  <a:cubicBezTo>
                    <a:pt x="3870" y="513"/>
                    <a:pt x="3436" y="0"/>
                    <a:pt x="28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2" name="Google Shape;3242;p58"/>
            <p:cNvSpPr/>
            <p:nvPr/>
          </p:nvSpPr>
          <p:spPr>
            <a:xfrm>
              <a:off x="3392600" y="3519950"/>
              <a:ext cx="96750" cy="125800"/>
            </a:xfrm>
            <a:custGeom>
              <a:rect b="b" l="l" r="r" t="t"/>
              <a:pathLst>
                <a:path extrusionOk="0" h="5032" w="3870">
                  <a:moveTo>
                    <a:pt x="2787" y="1"/>
                  </a:moveTo>
                  <a:cubicBezTo>
                    <a:pt x="2530" y="1"/>
                    <a:pt x="2241" y="83"/>
                    <a:pt x="1935" y="254"/>
                  </a:cubicBezTo>
                  <a:cubicBezTo>
                    <a:pt x="767" y="1022"/>
                    <a:pt x="67" y="2256"/>
                    <a:pt x="0" y="3624"/>
                  </a:cubicBezTo>
                  <a:cubicBezTo>
                    <a:pt x="0" y="4519"/>
                    <a:pt x="433" y="5032"/>
                    <a:pt x="1064" y="5032"/>
                  </a:cubicBezTo>
                  <a:cubicBezTo>
                    <a:pt x="1326" y="5032"/>
                    <a:pt x="1622" y="4944"/>
                    <a:pt x="1935" y="4758"/>
                  </a:cubicBezTo>
                  <a:cubicBezTo>
                    <a:pt x="3069" y="4024"/>
                    <a:pt x="3803" y="2756"/>
                    <a:pt x="3870" y="1389"/>
                  </a:cubicBezTo>
                  <a:cubicBezTo>
                    <a:pt x="3870" y="508"/>
                    <a:pt x="3428" y="1"/>
                    <a:pt x="278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3" name="Google Shape;3243;p58"/>
            <p:cNvSpPr/>
            <p:nvPr/>
          </p:nvSpPr>
          <p:spPr>
            <a:xfrm>
              <a:off x="5070450" y="3340275"/>
              <a:ext cx="67575" cy="86025"/>
            </a:xfrm>
            <a:custGeom>
              <a:rect b="b" l="l" r="r" t="t"/>
              <a:pathLst>
                <a:path extrusionOk="0" h="3441" w="2703">
                  <a:moveTo>
                    <a:pt x="1927" y="1"/>
                  </a:moveTo>
                  <a:cubicBezTo>
                    <a:pt x="1746" y="1"/>
                    <a:pt x="1545" y="55"/>
                    <a:pt x="1335" y="170"/>
                  </a:cubicBezTo>
                  <a:cubicBezTo>
                    <a:pt x="568" y="670"/>
                    <a:pt x="68" y="1537"/>
                    <a:pt x="1" y="2505"/>
                  </a:cubicBezTo>
                  <a:cubicBezTo>
                    <a:pt x="1" y="3100"/>
                    <a:pt x="307" y="3441"/>
                    <a:pt x="750" y="3441"/>
                  </a:cubicBezTo>
                  <a:cubicBezTo>
                    <a:pt x="927" y="3441"/>
                    <a:pt x="1125" y="3386"/>
                    <a:pt x="1335" y="3272"/>
                  </a:cubicBezTo>
                  <a:cubicBezTo>
                    <a:pt x="2136" y="2738"/>
                    <a:pt x="2636" y="1904"/>
                    <a:pt x="2703" y="937"/>
                  </a:cubicBezTo>
                  <a:cubicBezTo>
                    <a:pt x="2703" y="341"/>
                    <a:pt x="2379" y="1"/>
                    <a:pt x="192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4" name="Google Shape;3244;p58"/>
            <p:cNvSpPr/>
            <p:nvPr/>
          </p:nvSpPr>
          <p:spPr>
            <a:xfrm>
              <a:off x="5353150" y="3302400"/>
              <a:ext cx="66750" cy="86350"/>
            </a:xfrm>
            <a:custGeom>
              <a:rect b="b" l="l" r="r" t="t"/>
              <a:pathLst>
                <a:path extrusionOk="0" h="3454" w="2670">
                  <a:moveTo>
                    <a:pt x="1925" y="0"/>
                  </a:moveTo>
                  <a:cubicBezTo>
                    <a:pt x="1747" y="0"/>
                    <a:pt x="1547" y="59"/>
                    <a:pt x="1335" y="184"/>
                  </a:cubicBezTo>
                  <a:cubicBezTo>
                    <a:pt x="535" y="684"/>
                    <a:pt x="34" y="1551"/>
                    <a:pt x="1" y="2485"/>
                  </a:cubicBezTo>
                  <a:cubicBezTo>
                    <a:pt x="1" y="3106"/>
                    <a:pt x="309" y="3454"/>
                    <a:pt x="753" y="3454"/>
                  </a:cubicBezTo>
                  <a:cubicBezTo>
                    <a:pt x="930" y="3454"/>
                    <a:pt x="1127" y="3399"/>
                    <a:pt x="1335" y="3286"/>
                  </a:cubicBezTo>
                  <a:cubicBezTo>
                    <a:pt x="2136" y="2752"/>
                    <a:pt x="2636" y="1885"/>
                    <a:pt x="2669" y="951"/>
                  </a:cubicBezTo>
                  <a:cubicBezTo>
                    <a:pt x="2669" y="357"/>
                    <a:pt x="2365" y="0"/>
                    <a:pt x="19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5" name="Google Shape;3245;p58"/>
            <p:cNvSpPr/>
            <p:nvPr/>
          </p:nvSpPr>
          <p:spPr>
            <a:xfrm>
              <a:off x="3128250" y="3949875"/>
              <a:ext cx="67550" cy="86400"/>
            </a:xfrm>
            <a:custGeom>
              <a:rect b="b" l="l" r="r" t="t"/>
              <a:pathLst>
                <a:path extrusionOk="0" h="3456" w="2702">
                  <a:moveTo>
                    <a:pt x="1941" y="1"/>
                  </a:moveTo>
                  <a:cubicBezTo>
                    <a:pt x="1759" y="1"/>
                    <a:pt x="1554" y="55"/>
                    <a:pt x="1334" y="170"/>
                  </a:cubicBezTo>
                  <a:cubicBezTo>
                    <a:pt x="567" y="703"/>
                    <a:pt x="67" y="1537"/>
                    <a:pt x="0" y="2505"/>
                  </a:cubicBezTo>
                  <a:cubicBezTo>
                    <a:pt x="0" y="3098"/>
                    <a:pt x="304" y="3455"/>
                    <a:pt x="744" y="3455"/>
                  </a:cubicBezTo>
                  <a:cubicBezTo>
                    <a:pt x="923" y="3455"/>
                    <a:pt x="1123" y="3397"/>
                    <a:pt x="1334" y="3272"/>
                  </a:cubicBezTo>
                  <a:cubicBezTo>
                    <a:pt x="2135" y="2772"/>
                    <a:pt x="2635" y="1904"/>
                    <a:pt x="2702" y="937"/>
                  </a:cubicBezTo>
                  <a:cubicBezTo>
                    <a:pt x="2702" y="341"/>
                    <a:pt x="2396" y="1"/>
                    <a:pt x="194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6" name="Google Shape;3246;p58"/>
            <p:cNvSpPr/>
            <p:nvPr/>
          </p:nvSpPr>
          <p:spPr>
            <a:xfrm>
              <a:off x="3948825" y="330390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39" y="1"/>
                  </a:moveTo>
                  <a:cubicBezTo>
                    <a:pt x="1757" y="1"/>
                    <a:pt x="1552" y="62"/>
                    <a:pt x="1335" y="190"/>
                  </a:cubicBezTo>
                  <a:cubicBezTo>
                    <a:pt x="534" y="691"/>
                    <a:pt x="34" y="1558"/>
                    <a:pt x="0" y="2492"/>
                  </a:cubicBezTo>
                  <a:cubicBezTo>
                    <a:pt x="0" y="3103"/>
                    <a:pt x="298" y="3449"/>
                    <a:pt x="730" y="3449"/>
                  </a:cubicBezTo>
                  <a:cubicBezTo>
                    <a:pt x="912" y="3449"/>
                    <a:pt x="1118" y="3387"/>
                    <a:pt x="1335" y="3259"/>
                  </a:cubicBezTo>
                  <a:cubicBezTo>
                    <a:pt x="2102" y="2759"/>
                    <a:pt x="2602" y="1891"/>
                    <a:pt x="2669" y="957"/>
                  </a:cubicBezTo>
                  <a:cubicBezTo>
                    <a:pt x="2669" y="347"/>
                    <a:pt x="2371" y="1"/>
                    <a:pt x="19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7" name="Google Shape;3247;p58"/>
            <p:cNvSpPr/>
            <p:nvPr/>
          </p:nvSpPr>
          <p:spPr>
            <a:xfrm>
              <a:off x="4335775" y="2776575"/>
              <a:ext cx="67575" cy="86500"/>
            </a:xfrm>
            <a:custGeom>
              <a:rect b="b" l="l" r="r" t="t"/>
              <a:pathLst>
                <a:path extrusionOk="0" h="3460" w="2703">
                  <a:moveTo>
                    <a:pt x="1950" y="0"/>
                  </a:moveTo>
                  <a:cubicBezTo>
                    <a:pt x="1773" y="0"/>
                    <a:pt x="1576" y="55"/>
                    <a:pt x="1368" y="168"/>
                  </a:cubicBezTo>
                  <a:cubicBezTo>
                    <a:pt x="567" y="702"/>
                    <a:pt x="67" y="1569"/>
                    <a:pt x="0" y="2503"/>
                  </a:cubicBezTo>
                  <a:cubicBezTo>
                    <a:pt x="0" y="3114"/>
                    <a:pt x="298" y="3460"/>
                    <a:pt x="742" y="3460"/>
                  </a:cubicBezTo>
                  <a:cubicBezTo>
                    <a:pt x="928" y="3460"/>
                    <a:pt x="1141" y="3399"/>
                    <a:pt x="1368" y="3270"/>
                  </a:cubicBezTo>
                  <a:cubicBezTo>
                    <a:pt x="2135" y="2770"/>
                    <a:pt x="2635" y="1903"/>
                    <a:pt x="2702" y="969"/>
                  </a:cubicBezTo>
                  <a:cubicBezTo>
                    <a:pt x="2702" y="347"/>
                    <a:pt x="2394" y="0"/>
                    <a:pt x="195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8" name="Google Shape;3248;p58"/>
            <p:cNvSpPr/>
            <p:nvPr/>
          </p:nvSpPr>
          <p:spPr>
            <a:xfrm>
              <a:off x="4535900" y="3275550"/>
              <a:ext cx="66750" cy="86525"/>
            </a:xfrm>
            <a:custGeom>
              <a:rect b="b" l="l" r="r" t="t"/>
              <a:pathLst>
                <a:path extrusionOk="0" h="3461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0"/>
                    <a:pt x="34" y="1558"/>
                    <a:pt x="1" y="2492"/>
                  </a:cubicBezTo>
                  <a:cubicBezTo>
                    <a:pt x="1" y="3113"/>
                    <a:pt x="309" y="3460"/>
                    <a:pt x="753" y="3460"/>
                  </a:cubicBezTo>
                  <a:cubicBezTo>
                    <a:pt x="930" y="3460"/>
                    <a:pt x="1127" y="3406"/>
                    <a:pt x="1335" y="3292"/>
                  </a:cubicBezTo>
                  <a:cubicBezTo>
                    <a:pt x="2136" y="2759"/>
                    <a:pt x="2636" y="1891"/>
                    <a:pt x="2669" y="957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9" name="Google Shape;3249;p58"/>
            <p:cNvSpPr/>
            <p:nvPr/>
          </p:nvSpPr>
          <p:spPr>
            <a:xfrm>
              <a:off x="4577600" y="2504850"/>
              <a:ext cx="104275" cy="123200"/>
            </a:xfrm>
            <a:custGeom>
              <a:rect b="b" l="l" r="r" t="t"/>
              <a:pathLst>
                <a:path extrusionOk="0" h="4928" w="4171">
                  <a:moveTo>
                    <a:pt x="2930" y="1"/>
                  </a:moveTo>
                  <a:cubicBezTo>
                    <a:pt x="2206" y="1"/>
                    <a:pt x="1321" y="657"/>
                    <a:pt x="735" y="1697"/>
                  </a:cubicBezTo>
                  <a:cubicBezTo>
                    <a:pt x="1" y="2965"/>
                    <a:pt x="1" y="4366"/>
                    <a:pt x="735" y="4799"/>
                  </a:cubicBezTo>
                  <a:cubicBezTo>
                    <a:pt x="882" y="4886"/>
                    <a:pt x="1048" y="4928"/>
                    <a:pt x="1225" y="4928"/>
                  </a:cubicBezTo>
                  <a:cubicBezTo>
                    <a:pt x="1933" y="4928"/>
                    <a:pt x="2823" y="4271"/>
                    <a:pt x="3437" y="3232"/>
                  </a:cubicBezTo>
                  <a:cubicBezTo>
                    <a:pt x="4170" y="1964"/>
                    <a:pt x="4170" y="563"/>
                    <a:pt x="3437" y="129"/>
                  </a:cubicBezTo>
                  <a:cubicBezTo>
                    <a:pt x="3283" y="42"/>
                    <a:pt x="3111" y="1"/>
                    <a:pt x="293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0" name="Google Shape;3250;p58"/>
            <p:cNvSpPr/>
            <p:nvPr/>
          </p:nvSpPr>
          <p:spPr>
            <a:xfrm>
              <a:off x="5213050" y="3659150"/>
              <a:ext cx="66750" cy="86225"/>
            </a:xfrm>
            <a:custGeom>
              <a:rect b="b" l="l" r="r" t="t"/>
              <a:pathLst>
                <a:path extrusionOk="0" h="3449" w="2670">
                  <a:moveTo>
                    <a:pt x="1940" y="1"/>
                  </a:moveTo>
                  <a:cubicBezTo>
                    <a:pt x="1758" y="1"/>
                    <a:pt x="1552" y="62"/>
                    <a:pt x="1335" y="190"/>
                  </a:cubicBezTo>
                  <a:cubicBezTo>
                    <a:pt x="535" y="691"/>
                    <a:pt x="34" y="1558"/>
                    <a:pt x="1" y="2492"/>
                  </a:cubicBezTo>
                  <a:cubicBezTo>
                    <a:pt x="1" y="3103"/>
                    <a:pt x="299" y="3449"/>
                    <a:pt x="731" y="3449"/>
                  </a:cubicBezTo>
                  <a:cubicBezTo>
                    <a:pt x="913" y="3449"/>
                    <a:pt x="1118" y="3388"/>
                    <a:pt x="1335" y="3259"/>
                  </a:cubicBezTo>
                  <a:cubicBezTo>
                    <a:pt x="2136" y="2759"/>
                    <a:pt x="2603" y="1892"/>
                    <a:pt x="2669" y="958"/>
                  </a:cubicBezTo>
                  <a:cubicBezTo>
                    <a:pt x="2669" y="347"/>
                    <a:pt x="2372" y="1"/>
                    <a:pt x="19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1" name="Google Shape;3251;p58"/>
            <p:cNvSpPr/>
            <p:nvPr/>
          </p:nvSpPr>
          <p:spPr>
            <a:xfrm>
              <a:off x="4367450" y="2982200"/>
              <a:ext cx="76750" cy="100025"/>
            </a:xfrm>
            <a:custGeom>
              <a:rect b="b" l="l" r="r" t="t"/>
              <a:pathLst>
                <a:path extrusionOk="0" h="4001" w="3070">
                  <a:moveTo>
                    <a:pt x="2232" y="0"/>
                  </a:moveTo>
                  <a:cubicBezTo>
                    <a:pt x="2025" y="0"/>
                    <a:pt x="1788" y="70"/>
                    <a:pt x="1535" y="216"/>
                  </a:cubicBezTo>
                  <a:cubicBezTo>
                    <a:pt x="635" y="816"/>
                    <a:pt x="67" y="1817"/>
                    <a:pt x="1" y="2884"/>
                  </a:cubicBezTo>
                  <a:cubicBezTo>
                    <a:pt x="1" y="3593"/>
                    <a:pt x="352" y="4000"/>
                    <a:pt x="853" y="4000"/>
                  </a:cubicBezTo>
                  <a:cubicBezTo>
                    <a:pt x="1060" y="4000"/>
                    <a:pt x="1292" y="3931"/>
                    <a:pt x="1535" y="3785"/>
                  </a:cubicBezTo>
                  <a:cubicBezTo>
                    <a:pt x="2436" y="3185"/>
                    <a:pt x="3036" y="2184"/>
                    <a:pt x="3070" y="1116"/>
                  </a:cubicBezTo>
                  <a:cubicBezTo>
                    <a:pt x="3070" y="408"/>
                    <a:pt x="2735" y="0"/>
                    <a:pt x="223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2" name="Google Shape;3252;p58"/>
            <p:cNvSpPr/>
            <p:nvPr/>
          </p:nvSpPr>
          <p:spPr>
            <a:xfrm>
              <a:off x="4244875" y="3380625"/>
              <a:ext cx="59225" cy="76225"/>
            </a:xfrm>
            <a:custGeom>
              <a:rect b="b" l="l" r="r" t="t"/>
              <a:pathLst>
                <a:path extrusionOk="0" h="3049" w="2369">
                  <a:moveTo>
                    <a:pt x="1700" y="1"/>
                  </a:moveTo>
                  <a:cubicBezTo>
                    <a:pt x="1540" y="1"/>
                    <a:pt x="1359" y="51"/>
                    <a:pt x="1168" y="157"/>
                  </a:cubicBezTo>
                  <a:cubicBezTo>
                    <a:pt x="467" y="624"/>
                    <a:pt x="34" y="1391"/>
                    <a:pt x="0" y="2225"/>
                  </a:cubicBezTo>
                  <a:cubicBezTo>
                    <a:pt x="0" y="2746"/>
                    <a:pt x="270" y="3049"/>
                    <a:pt x="653" y="3049"/>
                  </a:cubicBezTo>
                  <a:cubicBezTo>
                    <a:pt x="809" y="3049"/>
                    <a:pt x="984" y="2998"/>
                    <a:pt x="1168" y="2892"/>
                  </a:cubicBezTo>
                  <a:cubicBezTo>
                    <a:pt x="1868" y="2458"/>
                    <a:pt x="2302" y="1691"/>
                    <a:pt x="2369" y="857"/>
                  </a:cubicBezTo>
                  <a:cubicBezTo>
                    <a:pt x="2369" y="311"/>
                    <a:pt x="2098" y="1"/>
                    <a:pt x="17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3" name="Google Shape;3253;p58"/>
            <p:cNvSpPr/>
            <p:nvPr/>
          </p:nvSpPr>
          <p:spPr>
            <a:xfrm>
              <a:off x="4063075" y="2856925"/>
              <a:ext cx="58400" cy="76200"/>
            </a:xfrm>
            <a:custGeom>
              <a:rect b="b" l="l" r="r" t="t"/>
              <a:pathLst>
                <a:path extrusionOk="0" h="3048" w="2336">
                  <a:moveTo>
                    <a:pt x="1694" y="1"/>
                  </a:moveTo>
                  <a:cubicBezTo>
                    <a:pt x="1538" y="1"/>
                    <a:pt x="1360" y="51"/>
                    <a:pt x="1168" y="156"/>
                  </a:cubicBezTo>
                  <a:cubicBezTo>
                    <a:pt x="467" y="623"/>
                    <a:pt x="34" y="1357"/>
                    <a:pt x="0" y="2191"/>
                  </a:cubicBezTo>
                  <a:cubicBezTo>
                    <a:pt x="0" y="2738"/>
                    <a:pt x="254" y="3048"/>
                    <a:pt x="642" y="3048"/>
                  </a:cubicBezTo>
                  <a:cubicBezTo>
                    <a:pt x="798" y="3048"/>
                    <a:pt x="976" y="2997"/>
                    <a:pt x="1168" y="2892"/>
                  </a:cubicBezTo>
                  <a:cubicBezTo>
                    <a:pt x="1868" y="2425"/>
                    <a:pt x="2302" y="1658"/>
                    <a:pt x="2335" y="857"/>
                  </a:cubicBezTo>
                  <a:cubicBezTo>
                    <a:pt x="2335" y="310"/>
                    <a:pt x="2081" y="1"/>
                    <a:pt x="16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4" name="Google Shape;3254;p58"/>
            <p:cNvSpPr/>
            <p:nvPr/>
          </p:nvSpPr>
          <p:spPr>
            <a:xfrm>
              <a:off x="5486600" y="3479350"/>
              <a:ext cx="45050" cy="57775"/>
            </a:xfrm>
            <a:custGeom>
              <a:rect b="b" l="l" r="r" t="t"/>
              <a:pathLst>
                <a:path extrusionOk="0" h="2311" w="1802">
                  <a:moveTo>
                    <a:pt x="1291" y="0"/>
                  </a:moveTo>
                  <a:cubicBezTo>
                    <a:pt x="1173" y="0"/>
                    <a:pt x="1041" y="36"/>
                    <a:pt x="901" y="111"/>
                  </a:cubicBezTo>
                  <a:cubicBezTo>
                    <a:pt x="367" y="444"/>
                    <a:pt x="33" y="1045"/>
                    <a:pt x="0" y="1678"/>
                  </a:cubicBezTo>
                  <a:cubicBezTo>
                    <a:pt x="0" y="2076"/>
                    <a:pt x="197" y="2310"/>
                    <a:pt x="488" y="2310"/>
                  </a:cubicBezTo>
                  <a:cubicBezTo>
                    <a:pt x="611" y="2310"/>
                    <a:pt x="752" y="2268"/>
                    <a:pt x="901" y="2179"/>
                  </a:cubicBezTo>
                  <a:cubicBezTo>
                    <a:pt x="1434" y="1845"/>
                    <a:pt x="1768" y="1278"/>
                    <a:pt x="1801" y="644"/>
                  </a:cubicBezTo>
                  <a:cubicBezTo>
                    <a:pt x="1801" y="236"/>
                    <a:pt x="1594" y="0"/>
                    <a:pt x="129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5" name="Google Shape;3255;p58"/>
            <p:cNvSpPr/>
            <p:nvPr/>
          </p:nvSpPr>
          <p:spPr>
            <a:xfrm>
              <a:off x="4784175" y="1506675"/>
              <a:ext cx="230425" cy="429350"/>
            </a:xfrm>
            <a:custGeom>
              <a:rect b="b" l="l" r="r" t="t"/>
              <a:pathLst>
                <a:path extrusionOk="0" h="17174" w="9217">
                  <a:moveTo>
                    <a:pt x="258" y="0"/>
                  </a:moveTo>
                  <a:cubicBezTo>
                    <a:pt x="123" y="0"/>
                    <a:pt x="0" y="140"/>
                    <a:pt x="110" y="295"/>
                  </a:cubicBezTo>
                  <a:lnTo>
                    <a:pt x="8817" y="17073"/>
                  </a:lnTo>
                  <a:cubicBezTo>
                    <a:pt x="8850" y="17140"/>
                    <a:pt x="8917" y="17173"/>
                    <a:pt x="8983" y="17173"/>
                  </a:cubicBezTo>
                  <a:lnTo>
                    <a:pt x="9083" y="17173"/>
                  </a:lnTo>
                  <a:cubicBezTo>
                    <a:pt x="9150" y="17107"/>
                    <a:pt x="9217" y="17006"/>
                    <a:pt x="9150" y="16906"/>
                  </a:cubicBezTo>
                  <a:lnTo>
                    <a:pt x="444" y="128"/>
                  </a:lnTo>
                  <a:cubicBezTo>
                    <a:pt x="399" y="37"/>
                    <a:pt x="327" y="0"/>
                    <a:pt x="25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6" name="Google Shape;3256;p58"/>
            <p:cNvSpPr/>
            <p:nvPr/>
          </p:nvSpPr>
          <p:spPr>
            <a:xfrm>
              <a:off x="5074625" y="1641000"/>
              <a:ext cx="206000" cy="265825"/>
            </a:xfrm>
            <a:custGeom>
              <a:rect b="b" l="l" r="r" t="t"/>
              <a:pathLst>
                <a:path extrusionOk="0" h="10633" w="8240">
                  <a:moveTo>
                    <a:pt x="8140" y="0"/>
                  </a:moveTo>
                  <a:cubicBezTo>
                    <a:pt x="8115" y="0"/>
                    <a:pt x="8090" y="9"/>
                    <a:pt x="8073" y="25"/>
                  </a:cubicBezTo>
                  <a:lnTo>
                    <a:pt x="34" y="10499"/>
                  </a:lnTo>
                  <a:cubicBezTo>
                    <a:pt x="1" y="10533"/>
                    <a:pt x="1" y="10599"/>
                    <a:pt x="34" y="10633"/>
                  </a:cubicBezTo>
                  <a:lnTo>
                    <a:pt x="67" y="10633"/>
                  </a:lnTo>
                  <a:cubicBezTo>
                    <a:pt x="101" y="10633"/>
                    <a:pt x="134" y="10633"/>
                    <a:pt x="167" y="10599"/>
                  </a:cubicBezTo>
                  <a:lnTo>
                    <a:pt x="8206" y="159"/>
                  </a:lnTo>
                  <a:cubicBezTo>
                    <a:pt x="8240" y="125"/>
                    <a:pt x="8240" y="59"/>
                    <a:pt x="8206" y="25"/>
                  </a:cubicBezTo>
                  <a:cubicBezTo>
                    <a:pt x="8190" y="9"/>
                    <a:pt x="8165" y="0"/>
                    <a:pt x="814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7" name="Google Shape;3257;p58"/>
            <p:cNvSpPr/>
            <p:nvPr/>
          </p:nvSpPr>
          <p:spPr>
            <a:xfrm>
              <a:off x="5045450" y="1679975"/>
              <a:ext cx="60900" cy="221850"/>
            </a:xfrm>
            <a:custGeom>
              <a:rect b="b" l="l" r="r" t="t"/>
              <a:pathLst>
                <a:path extrusionOk="0" h="8874" w="2436">
                  <a:moveTo>
                    <a:pt x="2368" y="1"/>
                  </a:moveTo>
                  <a:cubicBezTo>
                    <a:pt x="2302" y="1"/>
                    <a:pt x="2268" y="34"/>
                    <a:pt x="2268" y="67"/>
                  </a:cubicBezTo>
                  <a:lnTo>
                    <a:pt x="0" y="8774"/>
                  </a:lnTo>
                  <a:cubicBezTo>
                    <a:pt x="0" y="8807"/>
                    <a:pt x="33" y="8840"/>
                    <a:pt x="67" y="8874"/>
                  </a:cubicBezTo>
                  <a:lnTo>
                    <a:pt x="100" y="8874"/>
                  </a:lnTo>
                  <a:cubicBezTo>
                    <a:pt x="134" y="8874"/>
                    <a:pt x="167" y="8840"/>
                    <a:pt x="167" y="8807"/>
                  </a:cubicBezTo>
                  <a:lnTo>
                    <a:pt x="2435" y="101"/>
                  </a:lnTo>
                  <a:cubicBezTo>
                    <a:pt x="2435" y="67"/>
                    <a:pt x="2402" y="1"/>
                    <a:pt x="236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8" name="Google Shape;3258;p58"/>
            <p:cNvSpPr/>
            <p:nvPr/>
          </p:nvSpPr>
          <p:spPr>
            <a:xfrm>
              <a:off x="5040425" y="2006675"/>
              <a:ext cx="46725" cy="228725"/>
            </a:xfrm>
            <a:custGeom>
              <a:rect b="b" l="l" r="r" t="t"/>
              <a:pathLst>
                <a:path extrusionOk="0" h="9149" w="1869">
                  <a:moveTo>
                    <a:pt x="219" y="0"/>
                  </a:moveTo>
                  <a:cubicBezTo>
                    <a:pt x="202" y="0"/>
                    <a:pt x="185" y="3"/>
                    <a:pt x="168" y="9"/>
                  </a:cubicBezTo>
                  <a:cubicBezTo>
                    <a:pt x="68" y="9"/>
                    <a:pt x="1" y="109"/>
                    <a:pt x="1" y="209"/>
                  </a:cubicBezTo>
                  <a:lnTo>
                    <a:pt x="1469" y="8982"/>
                  </a:lnTo>
                  <a:cubicBezTo>
                    <a:pt x="1502" y="9082"/>
                    <a:pt x="1569" y="9149"/>
                    <a:pt x="1669" y="9149"/>
                  </a:cubicBezTo>
                  <a:lnTo>
                    <a:pt x="1702" y="9149"/>
                  </a:lnTo>
                  <a:cubicBezTo>
                    <a:pt x="1802" y="9115"/>
                    <a:pt x="1869" y="9015"/>
                    <a:pt x="1836" y="8915"/>
                  </a:cubicBezTo>
                  <a:lnTo>
                    <a:pt x="368" y="175"/>
                  </a:lnTo>
                  <a:cubicBezTo>
                    <a:pt x="368" y="65"/>
                    <a:pt x="299" y="0"/>
                    <a:pt x="21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9" name="Google Shape;3259;p58"/>
            <p:cNvSpPr/>
            <p:nvPr/>
          </p:nvSpPr>
          <p:spPr>
            <a:xfrm>
              <a:off x="5130500" y="2020225"/>
              <a:ext cx="71750" cy="196825"/>
            </a:xfrm>
            <a:custGeom>
              <a:rect b="b" l="l" r="r" t="t"/>
              <a:pathLst>
                <a:path extrusionOk="0" h="7873" w="2870">
                  <a:moveTo>
                    <a:pt x="2803" y="0"/>
                  </a:moveTo>
                  <a:cubicBezTo>
                    <a:pt x="2769" y="0"/>
                    <a:pt x="2702" y="0"/>
                    <a:pt x="2702" y="67"/>
                  </a:cubicBezTo>
                  <a:lnTo>
                    <a:pt x="1" y="7739"/>
                  </a:lnTo>
                  <a:cubicBezTo>
                    <a:pt x="1" y="7806"/>
                    <a:pt x="1" y="7839"/>
                    <a:pt x="67" y="7873"/>
                  </a:cubicBezTo>
                  <a:lnTo>
                    <a:pt x="101" y="7873"/>
                  </a:lnTo>
                  <a:cubicBezTo>
                    <a:pt x="134" y="7873"/>
                    <a:pt x="134" y="7839"/>
                    <a:pt x="167" y="7806"/>
                  </a:cubicBezTo>
                  <a:lnTo>
                    <a:pt x="2869" y="100"/>
                  </a:lnTo>
                  <a:cubicBezTo>
                    <a:pt x="2869" y="67"/>
                    <a:pt x="2836" y="34"/>
                    <a:pt x="280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0" name="Google Shape;3260;p58"/>
            <p:cNvSpPr/>
            <p:nvPr/>
          </p:nvSpPr>
          <p:spPr>
            <a:xfrm>
              <a:off x="4949550" y="2317925"/>
              <a:ext cx="81750" cy="30050"/>
            </a:xfrm>
            <a:custGeom>
              <a:rect b="b" l="l" r="r" t="t"/>
              <a:pathLst>
                <a:path extrusionOk="0" h="1202" w="3270">
                  <a:moveTo>
                    <a:pt x="3169" y="1"/>
                  </a:moveTo>
                  <a:lnTo>
                    <a:pt x="67" y="1035"/>
                  </a:lnTo>
                  <a:cubicBezTo>
                    <a:pt x="0" y="1068"/>
                    <a:pt x="0" y="1102"/>
                    <a:pt x="0" y="1135"/>
                  </a:cubicBezTo>
                  <a:cubicBezTo>
                    <a:pt x="0" y="1168"/>
                    <a:pt x="33" y="1202"/>
                    <a:pt x="67" y="1202"/>
                  </a:cubicBezTo>
                  <a:lnTo>
                    <a:pt x="100" y="1202"/>
                  </a:lnTo>
                  <a:lnTo>
                    <a:pt x="3202" y="168"/>
                  </a:lnTo>
                  <a:cubicBezTo>
                    <a:pt x="3269" y="134"/>
                    <a:pt x="3269" y="101"/>
                    <a:pt x="3269" y="68"/>
                  </a:cubicBezTo>
                  <a:cubicBezTo>
                    <a:pt x="3236" y="1"/>
                    <a:pt x="3202" y="1"/>
                    <a:pt x="316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1" name="Google Shape;3261;p58"/>
            <p:cNvSpPr/>
            <p:nvPr/>
          </p:nvSpPr>
          <p:spPr>
            <a:xfrm>
              <a:off x="5041275" y="2374000"/>
              <a:ext cx="49675" cy="319225"/>
            </a:xfrm>
            <a:custGeom>
              <a:rect b="b" l="l" r="r" t="t"/>
              <a:pathLst>
                <a:path extrusionOk="0" h="12769" w="1987">
                  <a:moveTo>
                    <a:pt x="1790" y="0"/>
                  </a:moveTo>
                  <a:cubicBezTo>
                    <a:pt x="1704" y="0"/>
                    <a:pt x="1617" y="51"/>
                    <a:pt x="1601" y="160"/>
                  </a:cubicBezTo>
                  <a:lnTo>
                    <a:pt x="0" y="12535"/>
                  </a:lnTo>
                  <a:cubicBezTo>
                    <a:pt x="0" y="12635"/>
                    <a:pt x="67" y="12735"/>
                    <a:pt x="167" y="12769"/>
                  </a:cubicBezTo>
                  <a:lnTo>
                    <a:pt x="200" y="12769"/>
                  </a:lnTo>
                  <a:cubicBezTo>
                    <a:pt x="301" y="12769"/>
                    <a:pt x="367" y="12702"/>
                    <a:pt x="401" y="12602"/>
                  </a:cubicBezTo>
                  <a:lnTo>
                    <a:pt x="1968" y="193"/>
                  </a:lnTo>
                  <a:cubicBezTo>
                    <a:pt x="1986" y="68"/>
                    <a:pt x="1889" y="0"/>
                    <a:pt x="179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2" name="Google Shape;3262;p58"/>
            <p:cNvSpPr/>
            <p:nvPr/>
          </p:nvSpPr>
          <p:spPr>
            <a:xfrm>
              <a:off x="5117150" y="2476800"/>
              <a:ext cx="226025" cy="232275"/>
            </a:xfrm>
            <a:custGeom>
              <a:rect b="b" l="l" r="r" t="t"/>
              <a:pathLst>
                <a:path extrusionOk="0" h="9291" w="9041">
                  <a:moveTo>
                    <a:pt x="8820" y="0"/>
                  </a:moveTo>
                  <a:cubicBezTo>
                    <a:pt x="8774" y="0"/>
                    <a:pt x="8724" y="17"/>
                    <a:pt x="8674" y="50"/>
                  </a:cubicBezTo>
                  <a:lnTo>
                    <a:pt x="68" y="8957"/>
                  </a:lnTo>
                  <a:cubicBezTo>
                    <a:pt x="1" y="9024"/>
                    <a:pt x="1" y="9157"/>
                    <a:pt x="68" y="9224"/>
                  </a:cubicBezTo>
                  <a:cubicBezTo>
                    <a:pt x="101" y="9257"/>
                    <a:pt x="134" y="9290"/>
                    <a:pt x="201" y="9290"/>
                  </a:cubicBezTo>
                  <a:cubicBezTo>
                    <a:pt x="234" y="9290"/>
                    <a:pt x="301" y="9257"/>
                    <a:pt x="334" y="9224"/>
                  </a:cubicBezTo>
                  <a:lnTo>
                    <a:pt x="8941" y="317"/>
                  </a:lnTo>
                  <a:cubicBezTo>
                    <a:pt x="9041" y="251"/>
                    <a:pt x="9041" y="117"/>
                    <a:pt x="8941" y="50"/>
                  </a:cubicBezTo>
                  <a:cubicBezTo>
                    <a:pt x="8907" y="17"/>
                    <a:pt x="8866" y="0"/>
                    <a:pt x="882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3" name="Google Shape;3263;p58"/>
            <p:cNvSpPr/>
            <p:nvPr/>
          </p:nvSpPr>
          <p:spPr>
            <a:xfrm>
              <a:off x="4907000" y="2715175"/>
              <a:ext cx="71750" cy="41425"/>
            </a:xfrm>
            <a:custGeom>
              <a:rect b="b" l="l" r="r" t="t"/>
              <a:pathLst>
                <a:path extrusionOk="0" h="1657" w="2870">
                  <a:moveTo>
                    <a:pt x="66" y="0"/>
                  </a:moveTo>
                  <a:cubicBezTo>
                    <a:pt x="40" y="0"/>
                    <a:pt x="20" y="17"/>
                    <a:pt x="1" y="56"/>
                  </a:cubicBezTo>
                  <a:cubicBezTo>
                    <a:pt x="1" y="89"/>
                    <a:pt x="1" y="122"/>
                    <a:pt x="34" y="156"/>
                  </a:cubicBezTo>
                  <a:lnTo>
                    <a:pt x="2703" y="1657"/>
                  </a:lnTo>
                  <a:lnTo>
                    <a:pt x="2769" y="1657"/>
                  </a:lnTo>
                  <a:cubicBezTo>
                    <a:pt x="2803" y="1657"/>
                    <a:pt x="2836" y="1623"/>
                    <a:pt x="2836" y="1590"/>
                  </a:cubicBezTo>
                  <a:cubicBezTo>
                    <a:pt x="2870" y="1557"/>
                    <a:pt x="2836" y="1490"/>
                    <a:pt x="2803" y="1490"/>
                  </a:cubicBezTo>
                  <a:lnTo>
                    <a:pt x="134" y="22"/>
                  </a:lnTo>
                  <a:cubicBezTo>
                    <a:pt x="107" y="8"/>
                    <a:pt x="85" y="0"/>
                    <a:pt x="6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4" name="Google Shape;3264;p58"/>
            <p:cNvSpPr/>
            <p:nvPr/>
          </p:nvSpPr>
          <p:spPr>
            <a:xfrm>
              <a:off x="4833625" y="2830175"/>
              <a:ext cx="113425" cy="90725"/>
            </a:xfrm>
            <a:custGeom>
              <a:rect b="b" l="l" r="r" t="t"/>
              <a:pathLst>
                <a:path extrusionOk="0" h="3629" w="4537">
                  <a:moveTo>
                    <a:pt x="4437" y="1"/>
                  </a:moveTo>
                  <a:cubicBezTo>
                    <a:pt x="4412" y="1"/>
                    <a:pt x="4387" y="9"/>
                    <a:pt x="4370" y="26"/>
                  </a:cubicBezTo>
                  <a:lnTo>
                    <a:pt x="34" y="3461"/>
                  </a:lnTo>
                  <a:cubicBezTo>
                    <a:pt x="0" y="3495"/>
                    <a:pt x="0" y="3561"/>
                    <a:pt x="34" y="3595"/>
                  </a:cubicBezTo>
                  <a:cubicBezTo>
                    <a:pt x="67" y="3595"/>
                    <a:pt x="67" y="3628"/>
                    <a:pt x="100" y="3628"/>
                  </a:cubicBezTo>
                  <a:cubicBezTo>
                    <a:pt x="134" y="3628"/>
                    <a:pt x="134" y="3595"/>
                    <a:pt x="167" y="3595"/>
                  </a:cubicBezTo>
                  <a:lnTo>
                    <a:pt x="4504" y="159"/>
                  </a:lnTo>
                  <a:cubicBezTo>
                    <a:pt x="4537" y="126"/>
                    <a:pt x="4537" y="59"/>
                    <a:pt x="4504" y="26"/>
                  </a:cubicBezTo>
                  <a:cubicBezTo>
                    <a:pt x="4487" y="9"/>
                    <a:pt x="4462" y="1"/>
                    <a:pt x="443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5" name="Google Shape;3265;p58"/>
            <p:cNvSpPr/>
            <p:nvPr/>
          </p:nvSpPr>
          <p:spPr>
            <a:xfrm>
              <a:off x="4768575" y="2702875"/>
              <a:ext cx="70075" cy="218025"/>
            </a:xfrm>
            <a:custGeom>
              <a:rect b="b" l="l" r="r" t="t"/>
              <a:pathLst>
                <a:path extrusionOk="0" h="8721" w="2803">
                  <a:moveTo>
                    <a:pt x="117" y="0"/>
                  </a:moveTo>
                  <a:cubicBezTo>
                    <a:pt x="103" y="0"/>
                    <a:pt x="87" y="4"/>
                    <a:pt x="67" y="14"/>
                  </a:cubicBezTo>
                  <a:cubicBezTo>
                    <a:pt x="34" y="14"/>
                    <a:pt x="1" y="47"/>
                    <a:pt x="34" y="114"/>
                  </a:cubicBezTo>
                  <a:lnTo>
                    <a:pt x="2636" y="8653"/>
                  </a:lnTo>
                  <a:cubicBezTo>
                    <a:pt x="2636" y="8687"/>
                    <a:pt x="2669" y="8720"/>
                    <a:pt x="2702" y="8720"/>
                  </a:cubicBezTo>
                  <a:lnTo>
                    <a:pt x="2736" y="8720"/>
                  </a:lnTo>
                  <a:cubicBezTo>
                    <a:pt x="2803" y="8687"/>
                    <a:pt x="2803" y="8653"/>
                    <a:pt x="2803" y="8587"/>
                  </a:cubicBezTo>
                  <a:lnTo>
                    <a:pt x="167" y="47"/>
                  </a:lnTo>
                  <a:cubicBezTo>
                    <a:pt x="167" y="24"/>
                    <a:pt x="151" y="0"/>
                    <a:pt x="11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6" name="Google Shape;3266;p58"/>
            <p:cNvSpPr/>
            <p:nvPr/>
          </p:nvSpPr>
          <p:spPr>
            <a:xfrm>
              <a:off x="4731050" y="2900525"/>
              <a:ext cx="108425" cy="20375"/>
            </a:xfrm>
            <a:custGeom>
              <a:rect b="b" l="l" r="r" t="t"/>
              <a:pathLst>
                <a:path extrusionOk="0" h="815" w="4337">
                  <a:moveTo>
                    <a:pt x="54" y="0"/>
                  </a:moveTo>
                  <a:cubicBezTo>
                    <a:pt x="18" y="0"/>
                    <a:pt x="0" y="31"/>
                    <a:pt x="0" y="80"/>
                  </a:cubicBezTo>
                  <a:cubicBezTo>
                    <a:pt x="0" y="114"/>
                    <a:pt x="34" y="180"/>
                    <a:pt x="67" y="180"/>
                  </a:cubicBezTo>
                  <a:lnTo>
                    <a:pt x="4203" y="814"/>
                  </a:lnTo>
                  <a:lnTo>
                    <a:pt x="4237" y="814"/>
                  </a:lnTo>
                  <a:cubicBezTo>
                    <a:pt x="4337" y="814"/>
                    <a:pt x="4337" y="647"/>
                    <a:pt x="4237" y="647"/>
                  </a:cubicBezTo>
                  <a:lnTo>
                    <a:pt x="101" y="14"/>
                  </a:lnTo>
                  <a:cubicBezTo>
                    <a:pt x="83" y="5"/>
                    <a:pt x="67" y="0"/>
                    <a:pt x="5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7" name="Google Shape;3267;p58"/>
            <p:cNvSpPr/>
            <p:nvPr/>
          </p:nvSpPr>
          <p:spPr>
            <a:xfrm>
              <a:off x="5117150" y="2799100"/>
              <a:ext cx="377800" cy="42575"/>
            </a:xfrm>
            <a:custGeom>
              <a:rect b="b" l="l" r="r" t="t"/>
              <a:pathLst>
                <a:path extrusionOk="0" h="1703" w="15112">
                  <a:moveTo>
                    <a:pt x="234" y="1"/>
                  </a:moveTo>
                  <a:cubicBezTo>
                    <a:pt x="134" y="1"/>
                    <a:pt x="34" y="101"/>
                    <a:pt x="1" y="201"/>
                  </a:cubicBezTo>
                  <a:cubicBezTo>
                    <a:pt x="1" y="301"/>
                    <a:pt x="68" y="401"/>
                    <a:pt x="201" y="401"/>
                  </a:cubicBezTo>
                  <a:lnTo>
                    <a:pt x="14911" y="1702"/>
                  </a:lnTo>
                  <a:cubicBezTo>
                    <a:pt x="15012" y="1702"/>
                    <a:pt x="15112" y="1636"/>
                    <a:pt x="15112" y="1502"/>
                  </a:cubicBezTo>
                  <a:cubicBezTo>
                    <a:pt x="15112" y="1402"/>
                    <a:pt x="15045" y="1302"/>
                    <a:pt x="14945" y="1302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8" name="Google Shape;3268;p58"/>
            <p:cNvSpPr/>
            <p:nvPr/>
          </p:nvSpPr>
          <p:spPr>
            <a:xfrm>
              <a:off x="4934525" y="2671075"/>
              <a:ext cx="206000" cy="262325"/>
            </a:xfrm>
            <a:custGeom>
              <a:rect b="b" l="l" r="r" t="t"/>
              <a:pathLst>
                <a:path extrusionOk="0" h="10493" w="8240">
                  <a:moveTo>
                    <a:pt x="5810" y="682"/>
                  </a:moveTo>
                  <a:cubicBezTo>
                    <a:pt x="6117" y="682"/>
                    <a:pt x="6397" y="751"/>
                    <a:pt x="6639" y="886"/>
                  </a:cubicBezTo>
                  <a:cubicBezTo>
                    <a:pt x="7239" y="1253"/>
                    <a:pt x="7573" y="2020"/>
                    <a:pt x="7573" y="3054"/>
                  </a:cubicBezTo>
                  <a:cubicBezTo>
                    <a:pt x="7573" y="5355"/>
                    <a:pt x="5938" y="8191"/>
                    <a:pt x="3937" y="9358"/>
                  </a:cubicBezTo>
                  <a:cubicBezTo>
                    <a:pt x="3388" y="9663"/>
                    <a:pt x="2864" y="9820"/>
                    <a:pt x="2402" y="9820"/>
                  </a:cubicBezTo>
                  <a:cubicBezTo>
                    <a:pt x="2106" y="9820"/>
                    <a:pt x="1836" y="9755"/>
                    <a:pt x="1602" y="9625"/>
                  </a:cubicBezTo>
                  <a:cubicBezTo>
                    <a:pt x="1001" y="9258"/>
                    <a:pt x="668" y="8491"/>
                    <a:pt x="668" y="7457"/>
                  </a:cubicBezTo>
                  <a:cubicBezTo>
                    <a:pt x="668" y="5122"/>
                    <a:pt x="2269" y="2320"/>
                    <a:pt x="4304" y="1152"/>
                  </a:cubicBezTo>
                  <a:cubicBezTo>
                    <a:pt x="4841" y="834"/>
                    <a:pt x="5355" y="682"/>
                    <a:pt x="5810" y="682"/>
                  </a:cubicBezTo>
                  <a:close/>
                  <a:moveTo>
                    <a:pt x="5790" y="1"/>
                  </a:moveTo>
                  <a:cubicBezTo>
                    <a:pt x="5215" y="1"/>
                    <a:pt x="4587" y="189"/>
                    <a:pt x="3937" y="552"/>
                  </a:cubicBezTo>
                  <a:cubicBezTo>
                    <a:pt x="1769" y="1820"/>
                    <a:pt x="1" y="4922"/>
                    <a:pt x="1" y="7457"/>
                  </a:cubicBezTo>
                  <a:cubicBezTo>
                    <a:pt x="1" y="8758"/>
                    <a:pt x="434" y="9725"/>
                    <a:pt x="1268" y="10192"/>
                  </a:cubicBezTo>
                  <a:cubicBezTo>
                    <a:pt x="1602" y="10392"/>
                    <a:pt x="2002" y="10493"/>
                    <a:pt x="2436" y="10493"/>
                  </a:cubicBezTo>
                  <a:cubicBezTo>
                    <a:pt x="3069" y="10459"/>
                    <a:pt x="3737" y="10259"/>
                    <a:pt x="4304" y="9925"/>
                  </a:cubicBezTo>
                  <a:cubicBezTo>
                    <a:pt x="6472" y="8658"/>
                    <a:pt x="8240" y="5589"/>
                    <a:pt x="8240" y="3054"/>
                  </a:cubicBezTo>
                  <a:cubicBezTo>
                    <a:pt x="8240" y="1753"/>
                    <a:pt x="7806" y="786"/>
                    <a:pt x="6972" y="319"/>
                  </a:cubicBezTo>
                  <a:cubicBezTo>
                    <a:pt x="6616" y="105"/>
                    <a:pt x="6218" y="1"/>
                    <a:pt x="579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9" name="Google Shape;3269;p58"/>
            <p:cNvSpPr/>
            <p:nvPr/>
          </p:nvSpPr>
          <p:spPr>
            <a:xfrm>
              <a:off x="4981225" y="2729925"/>
              <a:ext cx="112600" cy="145075"/>
            </a:xfrm>
            <a:custGeom>
              <a:rect b="b" l="l" r="r" t="t"/>
              <a:pathLst>
                <a:path extrusionOk="0" h="5803" w="4504">
                  <a:moveTo>
                    <a:pt x="3264" y="0"/>
                  </a:moveTo>
                  <a:cubicBezTo>
                    <a:pt x="2964" y="0"/>
                    <a:pt x="2626" y="97"/>
                    <a:pt x="2269" y="300"/>
                  </a:cubicBezTo>
                  <a:cubicBezTo>
                    <a:pt x="935" y="1167"/>
                    <a:pt x="101" y="2601"/>
                    <a:pt x="1" y="4202"/>
                  </a:cubicBezTo>
                  <a:cubicBezTo>
                    <a:pt x="1" y="5221"/>
                    <a:pt x="506" y="5803"/>
                    <a:pt x="1253" y="5803"/>
                  </a:cubicBezTo>
                  <a:cubicBezTo>
                    <a:pt x="1557" y="5803"/>
                    <a:pt x="1902" y="5706"/>
                    <a:pt x="2269" y="5503"/>
                  </a:cubicBezTo>
                  <a:cubicBezTo>
                    <a:pt x="3570" y="4636"/>
                    <a:pt x="4404" y="3168"/>
                    <a:pt x="4504" y="1600"/>
                  </a:cubicBezTo>
                  <a:cubicBezTo>
                    <a:pt x="4504" y="581"/>
                    <a:pt x="3999" y="0"/>
                    <a:pt x="326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0" name="Google Shape;3270;p58"/>
            <p:cNvSpPr/>
            <p:nvPr/>
          </p:nvSpPr>
          <p:spPr>
            <a:xfrm>
              <a:off x="5467400" y="2716175"/>
              <a:ext cx="206850" cy="262250"/>
            </a:xfrm>
            <a:custGeom>
              <a:rect b="b" l="l" r="r" t="t"/>
              <a:pathLst>
                <a:path extrusionOk="0" h="10490" w="8274">
                  <a:moveTo>
                    <a:pt x="5838" y="683"/>
                  </a:moveTo>
                  <a:cubicBezTo>
                    <a:pt x="6105" y="683"/>
                    <a:pt x="6405" y="749"/>
                    <a:pt x="6639" y="883"/>
                  </a:cubicBezTo>
                  <a:cubicBezTo>
                    <a:pt x="7273" y="1250"/>
                    <a:pt x="7606" y="2017"/>
                    <a:pt x="7606" y="3051"/>
                  </a:cubicBezTo>
                  <a:cubicBezTo>
                    <a:pt x="7606" y="5353"/>
                    <a:pt x="5972" y="8188"/>
                    <a:pt x="3970" y="9356"/>
                  </a:cubicBezTo>
                  <a:cubicBezTo>
                    <a:pt x="3421" y="9661"/>
                    <a:pt x="2885" y="9817"/>
                    <a:pt x="2414" y="9817"/>
                  </a:cubicBezTo>
                  <a:cubicBezTo>
                    <a:pt x="2112" y="9817"/>
                    <a:pt x="1836" y="9753"/>
                    <a:pt x="1602" y="9623"/>
                  </a:cubicBezTo>
                  <a:cubicBezTo>
                    <a:pt x="1002" y="9256"/>
                    <a:pt x="668" y="8488"/>
                    <a:pt x="668" y="7454"/>
                  </a:cubicBezTo>
                  <a:cubicBezTo>
                    <a:pt x="668" y="5119"/>
                    <a:pt x="2302" y="2317"/>
                    <a:pt x="4304" y="1150"/>
                  </a:cubicBezTo>
                  <a:cubicBezTo>
                    <a:pt x="4771" y="850"/>
                    <a:pt x="5271" y="716"/>
                    <a:pt x="5838" y="683"/>
                  </a:cubicBezTo>
                  <a:close/>
                  <a:moveTo>
                    <a:pt x="5833" y="1"/>
                  </a:moveTo>
                  <a:cubicBezTo>
                    <a:pt x="5260" y="1"/>
                    <a:pt x="4626" y="197"/>
                    <a:pt x="3970" y="583"/>
                  </a:cubicBezTo>
                  <a:cubicBezTo>
                    <a:pt x="1769" y="1850"/>
                    <a:pt x="1" y="4919"/>
                    <a:pt x="1" y="7454"/>
                  </a:cubicBezTo>
                  <a:cubicBezTo>
                    <a:pt x="1" y="8755"/>
                    <a:pt x="434" y="9723"/>
                    <a:pt x="1268" y="10190"/>
                  </a:cubicBezTo>
                  <a:cubicBezTo>
                    <a:pt x="1635" y="10390"/>
                    <a:pt x="2036" y="10490"/>
                    <a:pt x="2436" y="10490"/>
                  </a:cubicBezTo>
                  <a:cubicBezTo>
                    <a:pt x="3103" y="10490"/>
                    <a:pt x="3737" y="10290"/>
                    <a:pt x="4304" y="9923"/>
                  </a:cubicBezTo>
                  <a:cubicBezTo>
                    <a:pt x="6472" y="8655"/>
                    <a:pt x="8273" y="5586"/>
                    <a:pt x="8273" y="3051"/>
                  </a:cubicBezTo>
                  <a:cubicBezTo>
                    <a:pt x="8273" y="1750"/>
                    <a:pt x="7806" y="783"/>
                    <a:pt x="6972" y="316"/>
                  </a:cubicBezTo>
                  <a:cubicBezTo>
                    <a:pt x="6635" y="105"/>
                    <a:pt x="6250" y="1"/>
                    <a:pt x="583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1" name="Google Shape;3271;p58"/>
            <p:cNvSpPr/>
            <p:nvPr/>
          </p:nvSpPr>
          <p:spPr>
            <a:xfrm>
              <a:off x="5514950" y="2774950"/>
              <a:ext cx="111775" cy="145075"/>
            </a:xfrm>
            <a:custGeom>
              <a:rect b="b" l="l" r="r" t="t"/>
              <a:pathLst>
                <a:path extrusionOk="0" h="5803" w="4471">
                  <a:moveTo>
                    <a:pt x="3230" y="0"/>
                  </a:moveTo>
                  <a:cubicBezTo>
                    <a:pt x="2930" y="0"/>
                    <a:pt x="2593" y="97"/>
                    <a:pt x="2235" y="300"/>
                  </a:cubicBezTo>
                  <a:cubicBezTo>
                    <a:pt x="901" y="1167"/>
                    <a:pt x="67" y="2602"/>
                    <a:pt x="0" y="4203"/>
                  </a:cubicBezTo>
                  <a:cubicBezTo>
                    <a:pt x="0" y="5222"/>
                    <a:pt x="488" y="5803"/>
                    <a:pt x="1226" y="5803"/>
                  </a:cubicBezTo>
                  <a:cubicBezTo>
                    <a:pt x="1526" y="5803"/>
                    <a:pt x="1868" y="5706"/>
                    <a:pt x="2235" y="5504"/>
                  </a:cubicBezTo>
                  <a:cubicBezTo>
                    <a:pt x="3569" y="4636"/>
                    <a:pt x="4370" y="3169"/>
                    <a:pt x="4470" y="1601"/>
                  </a:cubicBezTo>
                  <a:cubicBezTo>
                    <a:pt x="4470" y="582"/>
                    <a:pt x="3965" y="0"/>
                    <a:pt x="323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2" name="Google Shape;3272;p58"/>
            <p:cNvSpPr/>
            <p:nvPr/>
          </p:nvSpPr>
          <p:spPr>
            <a:xfrm>
              <a:off x="5326475" y="2325225"/>
              <a:ext cx="143450" cy="182025"/>
            </a:xfrm>
            <a:custGeom>
              <a:rect b="b" l="l" r="r" t="t"/>
              <a:pathLst>
                <a:path extrusionOk="0" h="7281" w="5738">
                  <a:moveTo>
                    <a:pt x="4070" y="476"/>
                  </a:moveTo>
                  <a:cubicBezTo>
                    <a:pt x="4270" y="476"/>
                    <a:pt x="4437" y="509"/>
                    <a:pt x="4637" y="610"/>
                  </a:cubicBezTo>
                  <a:cubicBezTo>
                    <a:pt x="5037" y="876"/>
                    <a:pt x="5271" y="1410"/>
                    <a:pt x="5271" y="2111"/>
                  </a:cubicBezTo>
                  <a:cubicBezTo>
                    <a:pt x="5171" y="3879"/>
                    <a:pt x="4237" y="5513"/>
                    <a:pt x="2769" y="6480"/>
                  </a:cubicBezTo>
                  <a:cubicBezTo>
                    <a:pt x="2382" y="6705"/>
                    <a:pt x="2019" y="6817"/>
                    <a:pt x="1697" y="6817"/>
                  </a:cubicBezTo>
                  <a:cubicBezTo>
                    <a:pt x="1492" y="6817"/>
                    <a:pt x="1303" y="6771"/>
                    <a:pt x="1135" y="6681"/>
                  </a:cubicBezTo>
                  <a:cubicBezTo>
                    <a:pt x="701" y="6414"/>
                    <a:pt x="467" y="5880"/>
                    <a:pt x="467" y="5179"/>
                  </a:cubicBezTo>
                  <a:cubicBezTo>
                    <a:pt x="568" y="3378"/>
                    <a:pt x="1502" y="1777"/>
                    <a:pt x="3003" y="810"/>
                  </a:cubicBezTo>
                  <a:cubicBezTo>
                    <a:pt x="3303" y="610"/>
                    <a:pt x="3670" y="476"/>
                    <a:pt x="4070" y="476"/>
                  </a:cubicBezTo>
                  <a:close/>
                  <a:moveTo>
                    <a:pt x="4051" y="1"/>
                  </a:moveTo>
                  <a:cubicBezTo>
                    <a:pt x="3653" y="1"/>
                    <a:pt x="3217" y="137"/>
                    <a:pt x="2769" y="409"/>
                  </a:cubicBezTo>
                  <a:cubicBezTo>
                    <a:pt x="1135" y="1443"/>
                    <a:pt x="101" y="3211"/>
                    <a:pt x="0" y="5179"/>
                  </a:cubicBezTo>
                  <a:cubicBezTo>
                    <a:pt x="0" y="6080"/>
                    <a:pt x="334" y="6747"/>
                    <a:pt x="901" y="7081"/>
                  </a:cubicBezTo>
                  <a:cubicBezTo>
                    <a:pt x="1135" y="7214"/>
                    <a:pt x="1435" y="7281"/>
                    <a:pt x="1702" y="7281"/>
                  </a:cubicBezTo>
                  <a:cubicBezTo>
                    <a:pt x="2169" y="7248"/>
                    <a:pt x="2602" y="7114"/>
                    <a:pt x="2969" y="6881"/>
                  </a:cubicBezTo>
                  <a:cubicBezTo>
                    <a:pt x="4604" y="5813"/>
                    <a:pt x="5638" y="4045"/>
                    <a:pt x="5738" y="2111"/>
                  </a:cubicBezTo>
                  <a:cubicBezTo>
                    <a:pt x="5738" y="1210"/>
                    <a:pt x="5404" y="543"/>
                    <a:pt x="4837" y="209"/>
                  </a:cubicBezTo>
                  <a:cubicBezTo>
                    <a:pt x="4601" y="70"/>
                    <a:pt x="4336" y="1"/>
                    <a:pt x="405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3" name="Google Shape;3273;p58"/>
            <p:cNvSpPr/>
            <p:nvPr/>
          </p:nvSpPr>
          <p:spPr>
            <a:xfrm>
              <a:off x="5359825" y="2365925"/>
              <a:ext cx="77575" cy="100850"/>
            </a:xfrm>
            <a:custGeom>
              <a:rect b="b" l="l" r="r" t="t"/>
              <a:pathLst>
                <a:path extrusionOk="0" h="4034" w="3103">
                  <a:moveTo>
                    <a:pt x="2239" y="0"/>
                  </a:moveTo>
                  <a:cubicBezTo>
                    <a:pt x="2027" y="0"/>
                    <a:pt x="1788" y="70"/>
                    <a:pt x="1535" y="216"/>
                  </a:cubicBezTo>
                  <a:cubicBezTo>
                    <a:pt x="635" y="816"/>
                    <a:pt x="34" y="1817"/>
                    <a:pt x="1" y="2918"/>
                  </a:cubicBezTo>
                  <a:cubicBezTo>
                    <a:pt x="1" y="3626"/>
                    <a:pt x="352" y="4034"/>
                    <a:pt x="853" y="4034"/>
                  </a:cubicBezTo>
                  <a:cubicBezTo>
                    <a:pt x="1060" y="4034"/>
                    <a:pt x="1292" y="3964"/>
                    <a:pt x="1535" y="3818"/>
                  </a:cubicBezTo>
                  <a:cubicBezTo>
                    <a:pt x="2469" y="3218"/>
                    <a:pt x="3036" y="2217"/>
                    <a:pt x="3103" y="1116"/>
                  </a:cubicBezTo>
                  <a:cubicBezTo>
                    <a:pt x="3103" y="408"/>
                    <a:pt x="2752" y="0"/>
                    <a:pt x="223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4" name="Google Shape;3274;p58"/>
            <p:cNvSpPr/>
            <p:nvPr/>
          </p:nvSpPr>
          <p:spPr>
            <a:xfrm>
              <a:off x="5022100" y="2207575"/>
              <a:ext cx="143450" cy="182100"/>
            </a:xfrm>
            <a:custGeom>
              <a:rect b="b" l="l" r="r" t="t"/>
              <a:pathLst>
                <a:path extrusionOk="0" h="7284" w="5738">
                  <a:moveTo>
                    <a:pt x="4024" y="450"/>
                  </a:moveTo>
                  <a:cubicBezTo>
                    <a:pt x="4243" y="450"/>
                    <a:pt x="4440" y="503"/>
                    <a:pt x="4603" y="612"/>
                  </a:cubicBezTo>
                  <a:cubicBezTo>
                    <a:pt x="5037" y="846"/>
                    <a:pt x="5271" y="1379"/>
                    <a:pt x="5271" y="2113"/>
                  </a:cubicBezTo>
                  <a:cubicBezTo>
                    <a:pt x="5170" y="3881"/>
                    <a:pt x="4236" y="5516"/>
                    <a:pt x="2769" y="6483"/>
                  </a:cubicBezTo>
                  <a:cubicBezTo>
                    <a:pt x="2394" y="6700"/>
                    <a:pt x="2042" y="6812"/>
                    <a:pt x="1728" y="6812"/>
                  </a:cubicBezTo>
                  <a:cubicBezTo>
                    <a:pt x="1511" y="6812"/>
                    <a:pt x="1311" y="6759"/>
                    <a:pt x="1134" y="6650"/>
                  </a:cubicBezTo>
                  <a:cubicBezTo>
                    <a:pt x="701" y="6416"/>
                    <a:pt x="467" y="5883"/>
                    <a:pt x="467" y="5149"/>
                  </a:cubicBezTo>
                  <a:cubicBezTo>
                    <a:pt x="567" y="3381"/>
                    <a:pt x="1501" y="1746"/>
                    <a:pt x="2969" y="779"/>
                  </a:cubicBezTo>
                  <a:cubicBezTo>
                    <a:pt x="3344" y="562"/>
                    <a:pt x="3707" y="450"/>
                    <a:pt x="4024" y="450"/>
                  </a:cubicBezTo>
                  <a:close/>
                  <a:moveTo>
                    <a:pt x="4033" y="1"/>
                  </a:moveTo>
                  <a:cubicBezTo>
                    <a:pt x="3635" y="1"/>
                    <a:pt x="3196" y="129"/>
                    <a:pt x="2735" y="379"/>
                  </a:cubicBezTo>
                  <a:cubicBezTo>
                    <a:pt x="1134" y="1446"/>
                    <a:pt x="100" y="3214"/>
                    <a:pt x="0" y="5149"/>
                  </a:cubicBezTo>
                  <a:cubicBezTo>
                    <a:pt x="0" y="6049"/>
                    <a:pt x="300" y="6750"/>
                    <a:pt x="867" y="7050"/>
                  </a:cubicBezTo>
                  <a:cubicBezTo>
                    <a:pt x="1134" y="7217"/>
                    <a:pt x="1401" y="7284"/>
                    <a:pt x="1701" y="7284"/>
                  </a:cubicBezTo>
                  <a:cubicBezTo>
                    <a:pt x="2135" y="7250"/>
                    <a:pt x="2569" y="7117"/>
                    <a:pt x="2969" y="6883"/>
                  </a:cubicBezTo>
                  <a:cubicBezTo>
                    <a:pt x="4603" y="5816"/>
                    <a:pt x="5604" y="4048"/>
                    <a:pt x="5738" y="2113"/>
                  </a:cubicBezTo>
                  <a:cubicBezTo>
                    <a:pt x="5738" y="1213"/>
                    <a:pt x="5404" y="545"/>
                    <a:pt x="4837" y="212"/>
                  </a:cubicBezTo>
                  <a:cubicBezTo>
                    <a:pt x="4596" y="70"/>
                    <a:pt x="4326" y="1"/>
                    <a:pt x="403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5" name="Google Shape;3275;p58"/>
            <p:cNvSpPr/>
            <p:nvPr/>
          </p:nvSpPr>
          <p:spPr>
            <a:xfrm>
              <a:off x="5054625" y="2248325"/>
              <a:ext cx="78400" cy="100050"/>
            </a:xfrm>
            <a:custGeom>
              <a:rect b="b" l="l" r="r" t="t"/>
              <a:pathLst>
                <a:path extrusionOk="0" h="4002" w="3136">
                  <a:moveTo>
                    <a:pt x="2272" y="1"/>
                  </a:moveTo>
                  <a:cubicBezTo>
                    <a:pt x="2060" y="1"/>
                    <a:pt x="1821" y="70"/>
                    <a:pt x="1568" y="216"/>
                  </a:cubicBezTo>
                  <a:cubicBezTo>
                    <a:pt x="634" y="817"/>
                    <a:pt x="67" y="1818"/>
                    <a:pt x="0" y="2918"/>
                  </a:cubicBezTo>
                  <a:cubicBezTo>
                    <a:pt x="0" y="3602"/>
                    <a:pt x="349" y="4002"/>
                    <a:pt x="860" y="4002"/>
                  </a:cubicBezTo>
                  <a:cubicBezTo>
                    <a:pt x="1073" y="4002"/>
                    <a:pt x="1313" y="3933"/>
                    <a:pt x="1568" y="3786"/>
                  </a:cubicBezTo>
                  <a:cubicBezTo>
                    <a:pt x="2468" y="3185"/>
                    <a:pt x="3069" y="2184"/>
                    <a:pt x="3136" y="1117"/>
                  </a:cubicBezTo>
                  <a:cubicBezTo>
                    <a:pt x="3136" y="409"/>
                    <a:pt x="2784" y="1"/>
                    <a:pt x="227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6" name="Google Shape;3276;p58"/>
            <p:cNvSpPr/>
            <p:nvPr/>
          </p:nvSpPr>
          <p:spPr>
            <a:xfrm>
              <a:off x="4983725" y="1892250"/>
              <a:ext cx="109575" cy="133825"/>
            </a:xfrm>
            <a:custGeom>
              <a:rect b="b" l="l" r="r" t="t"/>
              <a:pathLst>
                <a:path extrusionOk="0" h="5353" w="4383">
                  <a:moveTo>
                    <a:pt x="2909" y="347"/>
                  </a:moveTo>
                  <a:cubicBezTo>
                    <a:pt x="3501" y="347"/>
                    <a:pt x="4047" y="887"/>
                    <a:pt x="3903" y="1583"/>
                  </a:cubicBezTo>
                  <a:cubicBezTo>
                    <a:pt x="3837" y="2884"/>
                    <a:pt x="3136" y="4085"/>
                    <a:pt x="2069" y="4786"/>
                  </a:cubicBezTo>
                  <a:cubicBezTo>
                    <a:pt x="1863" y="4973"/>
                    <a:pt x="1623" y="5055"/>
                    <a:pt x="1389" y="5055"/>
                  </a:cubicBezTo>
                  <a:cubicBezTo>
                    <a:pt x="790" y="5055"/>
                    <a:pt x="233" y="4514"/>
                    <a:pt x="401" y="3818"/>
                  </a:cubicBezTo>
                  <a:cubicBezTo>
                    <a:pt x="468" y="2518"/>
                    <a:pt x="1135" y="1317"/>
                    <a:pt x="2236" y="616"/>
                  </a:cubicBezTo>
                  <a:cubicBezTo>
                    <a:pt x="2441" y="429"/>
                    <a:pt x="2679" y="347"/>
                    <a:pt x="2909" y="347"/>
                  </a:cubicBezTo>
                  <a:close/>
                  <a:moveTo>
                    <a:pt x="2917" y="1"/>
                  </a:moveTo>
                  <a:cubicBezTo>
                    <a:pt x="2629" y="1"/>
                    <a:pt x="2333" y="97"/>
                    <a:pt x="2069" y="316"/>
                  </a:cubicBezTo>
                  <a:cubicBezTo>
                    <a:pt x="868" y="1116"/>
                    <a:pt x="134" y="2384"/>
                    <a:pt x="34" y="3818"/>
                  </a:cubicBezTo>
                  <a:cubicBezTo>
                    <a:pt x="1" y="4352"/>
                    <a:pt x="234" y="4919"/>
                    <a:pt x="701" y="5219"/>
                  </a:cubicBezTo>
                  <a:cubicBezTo>
                    <a:pt x="868" y="5320"/>
                    <a:pt x="1068" y="5353"/>
                    <a:pt x="1302" y="5353"/>
                  </a:cubicBezTo>
                  <a:cubicBezTo>
                    <a:pt x="1635" y="5353"/>
                    <a:pt x="1935" y="5253"/>
                    <a:pt x="2236" y="5053"/>
                  </a:cubicBezTo>
                  <a:cubicBezTo>
                    <a:pt x="3436" y="4285"/>
                    <a:pt x="4170" y="2985"/>
                    <a:pt x="4237" y="1583"/>
                  </a:cubicBezTo>
                  <a:cubicBezTo>
                    <a:pt x="4383" y="686"/>
                    <a:pt x="3682" y="1"/>
                    <a:pt x="291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7" name="Google Shape;3277;p58"/>
            <p:cNvSpPr/>
            <p:nvPr/>
          </p:nvSpPr>
          <p:spPr>
            <a:xfrm>
              <a:off x="5008750" y="1922900"/>
              <a:ext cx="57575" cy="73750"/>
            </a:xfrm>
            <a:custGeom>
              <a:rect b="b" l="l" r="r" t="t"/>
              <a:pathLst>
                <a:path extrusionOk="0" h="2950" w="2303">
                  <a:moveTo>
                    <a:pt x="1662" y="1"/>
                  </a:moveTo>
                  <a:cubicBezTo>
                    <a:pt x="1510" y="1"/>
                    <a:pt x="1342" y="51"/>
                    <a:pt x="1168" y="157"/>
                  </a:cubicBezTo>
                  <a:cubicBezTo>
                    <a:pt x="467" y="591"/>
                    <a:pt x="67" y="1325"/>
                    <a:pt x="0" y="2125"/>
                  </a:cubicBezTo>
                  <a:cubicBezTo>
                    <a:pt x="0" y="2647"/>
                    <a:pt x="270" y="2949"/>
                    <a:pt x="653" y="2949"/>
                  </a:cubicBezTo>
                  <a:cubicBezTo>
                    <a:pt x="809" y="2949"/>
                    <a:pt x="984" y="2899"/>
                    <a:pt x="1168" y="2793"/>
                  </a:cubicBezTo>
                  <a:cubicBezTo>
                    <a:pt x="1835" y="2359"/>
                    <a:pt x="2269" y="1625"/>
                    <a:pt x="2302" y="825"/>
                  </a:cubicBezTo>
                  <a:cubicBezTo>
                    <a:pt x="2302" y="303"/>
                    <a:pt x="2033" y="1"/>
                    <a:pt x="166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8" name="Google Shape;3278;p58"/>
            <p:cNvSpPr/>
            <p:nvPr/>
          </p:nvSpPr>
          <p:spPr>
            <a:xfrm>
              <a:off x="5183875" y="20010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33" y="1"/>
                  </a:moveTo>
                  <a:cubicBezTo>
                    <a:pt x="843" y="1"/>
                    <a:pt x="741" y="32"/>
                    <a:pt x="634" y="100"/>
                  </a:cubicBezTo>
                  <a:cubicBezTo>
                    <a:pt x="267" y="334"/>
                    <a:pt x="0" y="767"/>
                    <a:pt x="0" y="1234"/>
                  </a:cubicBezTo>
                  <a:cubicBezTo>
                    <a:pt x="0" y="1519"/>
                    <a:pt x="153" y="1686"/>
                    <a:pt x="361" y="1686"/>
                  </a:cubicBezTo>
                  <a:cubicBezTo>
                    <a:pt x="445" y="1686"/>
                    <a:pt x="538" y="1659"/>
                    <a:pt x="634" y="1601"/>
                  </a:cubicBezTo>
                  <a:cubicBezTo>
                    <a:pt x="1034" y="1334"/>
                    <a:pt x="1268" y="934"/>
                    <a:pt x="1301" y="467"/>
                  </a:cubicBezTo>
                  <a:cubicBezTo>
                    <a:pt x="1301" y="184"/>
                    <a:pt x="1151" y="1"/>
                    <a:pt x="93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9" name="Google Shape;3279;p58"/>
            <p:cNvSpPr/>
            <p:nvPr/>
          </p:nvSpPr>
          <p:spPr>
            <a:xfrm>
              <a:off x="4935350" y="2325000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0"/>
                  </a:moveTo>
                  <a:cubicBezTo>
                    <a:pt x="840" y="0"/>
                    <a:pt x="740" y="27"/>
                    <a:pt x="635" y="85"/>
                  </a:cubicBezTo>
                  <a:cubicBezTo>
                    <a:pt x="268" y="352"/>
                    <a:pt x="1" y="752"/>
                    <a:pt x="1" y="1219"/>
                  </a:cubicBezTo>
                  <a:cubicBezTo>
                    <a:pt x="1" y="1502"/>
                    <a:pt x="151" y="1685"/>
                    <a:pt x="358" y="1685"/>
                  </a:cubicBezTo>
                  <a:cubicBezTo>
                    <a:pt x="443" y="1685"/>
                    <a:pt x="537" y="1654"/>
                    <a:pt x="635" y="1586"/>
                  </a:cubicBezTo>
                  <a:cubicBezTo>
                    <a:pt x="1035" y="1352"/>
                    <a:pt x="1269" y="919"/>
                    <a:pt x="1302" y="452"/>
                  </a:cubicBezTo>
                  <a:cubicBezTo>
                    <a:pt x="1302" y="167"/>
                    <a:pt x="1150" y="0"/>
                    <a:pt x="92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0" name="Google Shape;3280;p58"/>
            <p:cNvSpPr/>
            <p:nvPr/>
          </p:nvSpPr>
          <p:spPr>
            <a:xfrm>
              <a:off x="4892825" y="26965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45" y="1"/>
                  </a:moveTo>
                  <a:cubicBezTo>
                    <a:pt x="860" y="1"/>
                    <a:pt x="765" y="32"/>
                    <a:pt x="668" y="100"/>
                  </a:cubicBezTo>
                  <a:cubicBezTo>
                    <a:pt x="268" y="334"/>
                    <a:pt x="34" y="767"/>
                    <a:pt x="1" y="1234"/>
                  </a:cubicBezTo>
                  <a:cubicBezTo>
                    <a:pt x="1" y="1519"/>
                    <a:pt x="153" y="1686"/>
                    <a:pt x="373" y="1686"/>
                  </a:cubicBezTo>
                  <a:cubicBezTo>
                    <a:pt x="462" y="1686"/>
                    <a:pt x="562" y="1659"/>
                    <a:pt x="668" y="1601"/>
                  </a:cubicBezTo>
                  <a:cubicBezTo>
                    <a:pt x="1035" y="1334"/>
                    <a:pt x="1268" y="934"/>
                    <a:pt x="1302" y="467"/>
                  </a:cubicBezTo>
                  <a:cubicBezTo>
                    <a:pt x="1302" y="184"/>
                    <a:pt x="1151" y="1"/>
                    <a:pt x="94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1" name="Google Shape;3281;p58"/>
            <p:cNvSpPr/>
            <p:nvPr/>
          </p:nvSpPr>
          <p:spPr>
            <a:xfrm>
              <a:off x="4751075" y="2679100"/>
              <a:ext cx="40050" cy="51575"/>
            </a:xfrm>
            <a:custGeom>
              <a:rect b="b" l="l" r="r" t="t"/>
              <a:pathLst>
                <a:path extrusionOk="0" h="2063" w="1602">
                  <a:moveTo>
                    <a:pt x="1144" y="1"/>
                  </a:moveTo>
                  <a:cubicBezTo>
                    <a:pt x="1039" y="1"/>
                    <a:pt x="923" y="32"/>
                    <a:pt x="801" y="98"/>
                  </a:cubicBezTo>
                  <a:cubicBezTo>
                    <a:pt x="334" y="431"/>
                    <a:pt x="33" y="932"/>
                    <a:pt x="0" y="1499"/>
                  </a:cubicBezTo>
                  <a:cubicBezTo>
                    <a:pt x="0" y="1858"/>
                    <a:pt x="190" y="2063"/>
                    <a:pt x="457" y="2063"/>
                  </a:cubicBezTo>
                  <a:cubicBezTo>
                    <a:pt x="562" y="2063"/>
                    <a:pt x="679" y="2031"/>
                    <a:pt x="801" y="1966"/>
                  </a:cubicBezTo>
                  <a:cubicBezTo>
                    <a:pt x="1268" y="1665"/>
                    <a:pt x="1568" y="1132"/>
                    <a:pt x="1601" y="565"/>
                  </a:cubicBezTo>
                  <a:cubicBezTo>
                    <a:pt x="1601" y="205"/>
                    <a:pt x="1412" y="1"/>
                    <a:pt x="114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2" name="Google Shape;3282;p58"/>
            <p:cNvSpPr/>
            <p:nvPr/>
          </p:nvSpPr>
          <p:spPr>
            <a:xfrm>
              <a:off x="4720200" y="2886550"/>
              <a:ext cx="25050" cy="32425"/>
            </a:xfrm>
            <a:custGeom>
              <a:rect b="b" l="l" r="r" t="t"/>
              <a:pathLst>
                <a:path extrusionOk="0" h="1297" w="1002">
                  <a:moveTo>
                    <a:pt x="721" y="0"/>
                  </a:moveTo>
                  <a:cubicBezTo>
                    <a:pt x="654" y="0"/>
                    <a:pt x="579" y="24"/>
                    <a:pt x="501" y="72"/>
                  </a:cubicBezTo>
                  <a:cubicBezTo>
                    <a:pt x="201" y="272"/>
                    <a:pt x="1" y="573"/>
                    <a:pt x="1" y="940"/>
                  </a:cubicBezTo>
                  <a:cubicBezTo>
                    <a:pt x="1" y="1178"/>
                    <a:pt x="120" y="1297"/>
                    <a:pt x="285" y="1297"/>
                  </a:cubicBezTo>
                  <a:cubicBezTo>
                    <a:pt x="351" y="1297"/>
                    <a:pt x="425" y="1278"/>
                    <a:pt x="501" y="1240"/>
                  </a:cubicBezTo>
                  <a:cubicBezTo>
                    <a:pt x="801" y="1040"/>
                    <a:pt x="968" y="706"/>
                    <a:pt x="1002" y="372"/>
                  </a:cubicBezTo>
                  <a:cubicBezTo>
                    <a:pt x="1002" y="136"/>
                    <a:pt x="885" y="0"/>
                    <a:pt x="72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3" name="Google Shape;3283;p58"/>
            <p:cNvSpPr/>
            <p:nvPr/>
          </p:nvSpPr>
          <p:spPr>
            <a:xfrm>
              <a:off x="4810275" y="2884750"/>
              <a:ext cx="51725" cy="67250"/>
            </a:xfrm>
            <a:custGeom>
              <a:rect b="b" l="l" r="r" t="t"/>
              <a:pathLst>
                <a:path extrusionOk="0" h="2690" w="2069">
                  <a:moveTo>
                    <a:pt x="1496" y="1"/>
                  </a:moveTo>
                  <a:cubicBezTo>
                    <a:pt x="1357" y="1"/>
                    <a:pt x="1200" y="47"/>
                    <a:pt x="1034" y="144"/>
                  </a:cubicBezTo>
                  <a:cubicBezTo>
                    <a:pt x="434" y="545"/>
                    <a:pt x="34" y="1212"/>
                    <a:pt x="0" y="1946"/>
                  </a:cubicBezTo>
                  <a:cubicBezTo>
                    <a:pt x="0" y="2418"/>
                    <a:pt x="235" y="2690"/>
                    <a:pt x="572" y="2690"/>
                  </a:cubicBezTo>
                  <a:cubicBezTo>
                    <a:pt x="712" y="2690"/>
                    <a:pt x="869" y="2643"/>
                    <a:pt x="1034" y="2546"/>
                  </a:cubicBezTo>
                  <a:cubicBezTo>
                    <a:pt x="1668" y="2146"/>
                    <a:pt x="2035" y="1479"/>
                    <a:pt x="2069" y="745"/>
                  </a:cubicBezTo>
                  <a:cubicBezTo>
                    <a:pt x="2069" y="272"/>
                    <a:pt x="1834" y="1"/>
                    <a:pt x="149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58"/>
            <p:cNvSpPr/>
            <p:nvPr/>
          </p:nvSpPr>
          <p:spPr>
            <a:xfrm>
              <a:off x="5251425" y="1607650"/>
              <a:ext cx="54225" cy="70775"/>
            </a:xfrm>
            <a:custGeom>
              <a:rect b="b" l="l" r="r" t="t"/>
              <a:pathLst>
                <a:path extrusionOk="0" h="2831" w="2169">
                  <a:moveTo>
                    <a:pt x="1585" y="1"/>
                  </a:moveTo>
                  <a:cubicBezTo>
                    <a:pt x="1440" y="1"/>
                    <a:pt x="1276" y="51"/>
                    <a:pt x="1101" y="158"/>
                  </a:cubicBezTo>
                  <a:cubicBezTo>
                    <a:pt x="434" y="559"/>
                    <a:pt x="34" y="1259"/>
                    <a:pt x="0" y="2060"/>
                  </a:cubicBezTo>
                  <a:cubicBezTo>
                    <a:pt x="0" y="2540"/>
                    <a:pt x="243" y="2830"/>
                    <a:pt x="615" y="2830"/>
                  </a:cubicBezTo>
                  <a:cubicBezTo>
                    <a:pt x="760" y="2830"/>
                    <a:pt x="924" y="2787"/>
                    <a:pt x="1101" y="2693"/>
                  </a:cubicBezTo>
                  <a:cubicBezTo>
                    <a:pt x="1735" y="2260"/>
                    <a:pt x="2135" y="1559"/>
                    <a:pt x="2169" y="792"/>
                  </a:cubicBezTo>
                  <a:cubicBezTo>
                    <a:pt x="2169" y="296"/>
                    <a:pt x="1935" y="1"/>
                    <a:pt x="158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58"/>
            <p:cNvSpPr/>
            <p:nvPr/>
          </p:nvSpPr>
          <p:spPr>
            <a:xfrm>
              <a:off x="5087975" y="1661175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1"/>
                  </a:moveTo>
                  <a:cubicBezTo>
                    <a:pt x="840" y="1"/>
                    <a:pt x="740" y="28"/>
                    <a:pt x="634" y="85"/>
                  </a:cubicBezTo>
                  <a:cubicBezTo>
                    <a:pt x="267" y="352"/>
                    <a:pt x="0" y="753"/>
                    <a:pt x="0" y="1220"/>
                  </a:cubicBezTo>
                  <a:cubicBezTo>
                    <a:pt x="0" y="1503"/>
                    <a:pt x="151" y="1686"/>
                    <a:pt x="357" y="1686"/>
                  </a:cubicBezTo>
                  <a:cubicBezTo>
                    <a:pt x="442" y="1686"/>
                    <a:pt x="537" y="1655"/>
                    <a:pt x="634" y="1587"/>
                  </a:cubicBezTo>
                  <a:cubicBezTo>
                    <a:pt x="1034" y="1353"/>
                    <a:pt x="1268" y="919"/>
                    <a:pt x="1301" y="452"/>
                  </a:cubicBezTo>
                  <a:cubicBezTo>
                    <a:pt x="1301" y="167"/>
                    <a:pt x="1149" y="1"/>
                    <a:pt x="92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58"/>
            <p:cNvSpPr/>
            <p:nvPr/>
          </p:nvSpPr>
          <p:spPr>
            <a:xfrm>
              <a:off x="4981225" y="2729925"/>
              <a:ext cx="112600" cy="145075"/>
            </a:xfrm>
            <a:custGeom>
              <a:rect b="b" l="l" r="r" t="t"/>
              <a:pathLst>
                <a:path extrusionOk="0" h="5803" w="4504">
                  <a:moveTo>
                    <a:pt x="3264" y="0"/>
                  </a:moveTo>
                  <a:cubicBezTo>
                    <a:pt x="2964" y="0"/>
                    <a:pt x="2626" y="97"/>
                    <a:pt x="2269" y="300"/>
                  </a:cubicBezTo>
                  <a:cubicBezTo>
                    <a:pt x="935" y="1167"/>
                    <a:pt x="101" y="2601"/>
                    <a:pt x="1" y="4202"/>
                  </a:cubicBezTo>
                  <a:cubicBezTo>
                    <a:pt x="1" y="5221"/>
                    <a:pt x="506" y="5803"/>
                    <a:pt x="1253" y="5803"/>
                  </a:cubicBezTo>
                  <a:cubicBezTo>
                    <a:pt x="1557" y="5803"/>
                    <a:pt x="1902" y="5706"/>
                    <a:pt x="2269" y="5503"/>
                  </a:cubicBezTo>
                  <a:cubicBezTo>
                    <a:pt x="3570" y="4636"/>
                    <a:pt x="4404" y="3168"/>
                    <a:pt x="4504" y="1600"/>
                  </a:cubicBezTo>
                  <a:cubicBezTo>
                    <a:pt x="4504" y="581"/>
                    <a:pt x="3999" y="0"/>
                    <a:pt x="326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7" name="Google Shape;3287;p58"/>
            <p:cNvSpPr/>
            <p:nvPr/>
          </p:nvSpPr>
          <p:spPr>
            <a:xfrm>
              <a:off x="5514950" y="2774950"/>
              <a:ext cx="111775" cy="145075"/>
            </a:xfrm>
            <a:custGeom>
              <a:rect b="b" l="l" r="r" t="t"/>
              <a:pathLst>
                <a:path extrusionOk="0" h="5803" w="4471">
                  <a:moveTo>
                    <a:pt x="3230" y="0"/>
                  </a:moveTo>
                  <a:cubicBezTo>
                    <a:pt x="2930" y="0"/>
                    <a:pt x="2593" y="97"/>
                    <a:pt x="2235" y="300"/>
                  </a:cubicBezTo>
                  <a:cubicBezTo>
                    <a:pt x="901" y="1167"/>
                    <a:pt x="67" y="2602"/>
                    <a:pt x="0" y="4203"/>
                  </a:cubicBezTo>
                  <a:cubicBezTo>
                    <a:pt x="0" y="5222"/>
                    <a:pt x="488" y="5803"/>
                    <a:pt x="1226" y="5803"/>
                  </a:cubicBezTo>
                  <a:cubicBezTo>
                    <a:pt x="1526" y="5803"/>
                    <a:pt x="1868" y="5706"/>
                    <a:pt x="2235" y="5504"/>
                  </a:cubicBezTo>
                  <a:cubicBezTo>
                    <a:pt x="3569" y="4636"/>
                    <a:pt x="4370" y="3169"/>
                    <a:pt x="4470" y="1601"/>
                  </a:cubicBezTo>
                  <a:cubicBezTo>
                    <a:pt x="4470" y="582"/>
                    <a:pt x="3965" y="0"/>
                    <a:pt x="32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8" name="Google Shape;3288;p58"/>
            <p:cNvSpPr/>
            <p:nvPr/>
          </p:nvSpPr>
          <p:spPr>
            <a:xfrm>
              <a:off x="5359825" y="2365925"/>
              <a:ext cx="77575" cy="100850"/>
            </a:xfrm>
            <a:custGeom>
              <a:rect b="b" l="l" r="r" t="t"/>
              <a:pathLst>
                <a:path extrusionOk="0" h="4034" w="3103">
                  <a:moveTo>
                    <a:pt x="2239" y="0"/>
                  </a:moveTo>
                  <a:cubicBezTo>
                    <a:pt x="2027" y="0"/>
                    <a:pt x="1788" y="70"/>
                    <a:pt x="1535" y="216"/>
                  </a:cubicBezTo>
                  <a:cubicBezTo>
                    <a:pt x="635" y="816"/>
                    <a:pt x="34" y="1817"/>
                    <a:pt x="1" y="2918"/>
                  </a:cubicBezTo>
                  <a:cubicBezTo>
                    <a:pt x="1" y="3626"/>
                    <a:pt x="352" y="4034"/>
                    <a:pt x="853" y="4034"/>
                  </a:cubicBezTo>
                  <a:cubicBezTo>
                    <a:pt x="1060" y="4034"/>
                    <a:pt x="1292" y="3964"/>
                    <a:pt x="1535" y="3818"/>
                  </a:cubicBezTo>
                  <a:cubicBezTo>
                    <a:pt x="2469" y="3218"/>
                    <a:pt x="3036" y="2217"/>
                    <a:pt x="3103" y="1116"/>
                  </a:cubicBezTo>
                  <a:cubicBezTo>
                    <a:pt x="3103" y="408"/>
                    <a:pt x="2752" y="0"/>
                    <a:pt x="223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9" name="Google Shape;3289;p58"/>
            <p:cNvSpPr/>
            <p:nvPr/>
          </p:nvSpPr>
          <p:spPr>
            <a:xfrm>
              <a:off x="5054625" y="2248325"/>
              <a:ext cx="78400" cy="100050"/>
            </a:xfrm>
            <a:custGeom>
              <a:rect b="b" l="l" r="r" t="t"/>
              <a:pathLst>
                <a:path extrusionOk="0" h="4002" w="3136">
                  <a:moveTo>
                    <a:pt x="2272" y="1"/>
                  </a:moveTo>
                  <a:cubicBezTo>
                    <a:pt x="2060" y="1"/>
                    <a:pt x="1821" y="70"/>
                    <a:pt x="1568" y="216"/>
                  </a:cubicBezTo>
                  <a:cubicBezTo>
                    <a:pt x="634" y="817"/>
                    <a:pt x="67" y="1818"/>
                    <a:pt x="0" y="2918"/>
                  </a:cubicBezTo>
                  <a:cubicBezTo>
                    <a:pt x="0" y="3602"/>
                    <a:pt x="349" y="4002"/>
                    <a:pt x="860" y="4002"/>
                  </a:cubicBezTo>
                  <a:cubicBezTo>
                    <a:pt x="1073" y="4002"/>
                    <a:pt x="1313" y="3933"/>
                    <a:pt x="1568" y="3786"/>
                  </a:cubicBezTo>
                  <a:cubicBezTo>
                    <a:pt x="2468" y="3185"/>
                    <a:pt x="3069" y="2184"/>
                    <a:pt x="3136" y="1117"/>
                  </a:cubicBezTo>
                  <a:cubicBezTo>
                    <a:pt x="3136" y="409"/>
                    <a:pt x="2784" y="1"/>
                    <a:pt x="22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0" name="Google Shape;3290;p58"/>
            <p:cNvSpPr/>
            <p:nvPr/>
          </p:nvSpPr>
          <p:spPr>
            <a:xfrm>
              <a:off x="5008750" y="1922900"/>
              <a:ext cx="57575" cy="73750"/>
            </a:xfrm>
            <a:custGeom>
              <a:rect b="b" l="l" r="r" t="t"/>
              <a:pathLst>
                <a:path extrusionOk="0" h="2950" w="2303">
                  <a:moveTo>
                    <a:pt x="1662" y="1"/>
                  </a:moveTo>
                  <a:cubicBezTo>
                    <a:pt x="1510" y="1"/>
                    <a:pt x="1342" y="51"/>
                    <a:pt x="1168" y="157"/>
                  </a:cubicBezTo>
                  <a:cubicBezTo>
                    <a:pt x="467" y="591"/>
                    <a:pt x="67" y="1325"/>
                    <a:pt x="0" y="2125"/>
                  </a:cubicBezTo>
                  <a:cubicBezTo>
                    <a:pt x="0" y="2647"/>
                    <a:pt x="270" y="2949"/>
                    <a:pt x="653" y="2949"/>
                  </a:cubicBezTo>
                  <a:cubicBezTo>
                    <a:pt x="809" y="2949"/>
                    <a:pt x="984" y="2899"/>
                    <a:pt x="1168" y="2793"/>
                  </a:cubicBezTo>
                  <a:cubicBezTo>
                    <a:pt x="1835" y="2359"/>
                    <a:pt x="2269" y="1625"/>
                    <a:pt x="2302" y="825"/>
                  </a:cubicBezTo>
                  <a:cubicBezTo>
                    <a:pt x="2302" y="303"/>
                    <a:pt x="2033" y="1"/>
                    <a:pt x="166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1" name="Google Shape;3291;p58"/>
            <p:cNvSpPr/>
            <p:nvPr/>
          </p:nvSpPr>
          <p:spPr>
            <a:xfrm>
              <a:off x="5183875" y="20010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33" y="1"/>
                  </a:moveTo>
                  <a:cubicBezTo>
                    <a:pt x="843" y="1"/>
                    <a:pt x="741" y="32"/>
                    <a:pt x="634" y="100"/>
                  </a:cubicBezTo>
                  <a:cubicBezTo>
                    <a:pt x="267" y="334"/>
                    <a:pt x="0" y="767"/>
                    <a:pt x="0" y="1234"/>
                  </a:cubicBezTo>
                  <a:cubicBezTo>
                    <a:pt x="0" y="1519"/>
                    <a:pt x="153" y="1686"/>
                    <a:pt x="361" y="1686"/>
                  </a:cubicBezTo>
                  <a:cubicBezTo>
                    <a:pt x="445" y="1686"/>
                    <a:pt x="538" y="1659"/>
                    <a:pt x="634" y="1601"/>
                  </a:cubicBezTo>
                  <a:cubicBezTo>
                    <a:pt x="1034" y="1334"/>
                    <a:pt x="1268" y="934"/>
                    <a:pt x="1301" y="467"/>
                  </a:cubicBezTo>
                  <a:cubicBezTo>
                    <a:pt x="1301" y="184"/>
                    <a:pt x="1151" y="1"/>
                    <a:pt x="93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2" name="Google Shape;3292;p58"/>
            <p:cNvSpPr/>
            <p:nvPr/>
          </p:nvSpPr>
          <p:spPr>
            <a:xfrm>
              <a:off x="4935350" y="2325000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0"/>
                  </a:moveTo>
                  <a:cubicBezTo>
                    <a:pt x="840" y="0"/>
                    <a:pt x="740" y="27"/>
                    <a:pt x="635" y="85"/>
                  </a:cubicBezTo>
                  <a:cubicBezTo>
                    <a:pt x="268" y="352"/>
                    <a:pt x="1" y="752"/>
                    <a:pt x="1" y="1219"/>
                  </a:cubicBezTo>
                  <a:cubicBezTo>
                    <a:pt x="1" y="1502"/>
                    <a:pt x="151" y="1685"/>
                    <a:pt x="358" y="1685"/>
                  </a:cubicBezTo>
                  <a:cubicBezTo>
                    <a:pt x="443" y="1685"/>
                    <a:pt x="537" y="1654"/>
                    <a:pt x="635" y="1586"/>
                  </a:cubicBezTo>
                  <a:cubicBezTo>
                    <a:pt x="1035" y="1352"/>
                    <a:pt x="1269" y="919"/>
                    <a:pt x="1302" y="452"/>
                  </a:cubicBezTo>
                  <a:cubicBezTo>
                    <a:pt x="1302" y="167"/>
                    <a:pt x="1150" y="0"/>
                    <a:pt x="9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3" name="Google Shape;3293;p58"/>
            <p:cNvSpPr/>
            <p:nvPr/>
          </p:nvSpPr>
          <p:spPr>
            <a:xfrm>
              <a:off x="4892825" y="2696550"/>
              <a:ext cx="32550" cy="42175"/>
            </a:xfrm>
            <a:custGeom>
              <a:rect b="b" l="l" r="r" t="t"/>
              <a:pathLst>
                <a:path extrusionOk="0" h="1687" w="1302">
                  <a:moveTo>
                    <a:pt x="945" y="1"/>
                  </a:moveTo>
                  <a:cubicBezTo>
                    <a:pt x="860" y="1"/>
                    <a:pt x="765" y="32"/>
                    <a:pt x="668" y="100"/>
                  </a:cubicBezTo>
                  <a:cubicBezTo>
                    <a:pt x="268" y="334"/>
                    <a:pt x="34" y="767"/>
                    <a:pt x="1" y="1234"/>
                  </a:cubicBezTo>
                  <a:cubicBezTo>
                    <a:pt x="1" y="1519"/>
                    <a:pt x="153" y="1686"/>
                    <a:pt x="373" y="1686"/>
                  </a:cubicBezTo>
                  <a:cubicBezTo>
                    <a:pt x="462" y="1686"/>
                    <a:pt x="562" y="1659"/>
                    <a:pt x="668" y="1601"/>
                  </a:cubicBezTo>
                  <a:cubicBezTo>
                    <a:pt x="1035" y="1334"/>
                    <a:pt x="1268" y="934"/>
                    <a:pt x="1302" y="467"/>
                  </a:cubicBezTo>
                  <a:cubicBezTo>
                    <a:pt x="1302" y="184"/>
                    <a:pt x="1151" y="1"/>
                    <a:pt x="94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4" name="Google Shape;3294;p58"/>
            <p:cNvSpPr/>
            <p:nvPr/>
          </p:nvSpPr>
          <p:spPr>
            <a:xfrm>
              <a:off x="4751075" y="2679100"/>
              <a:ext cx="40050" cy="51575"/>
            </a:xfrm>
            <a:custGeom>
              <a:rect b="b" l="l" r="r" t="t"/>
              <a:pathLst>
                <a:path extrusionOk="0" h="2063" w="1602">
                  <a:moveTo>
                    <a:pt x="1144" y="1"/>
                  </a:moveTo>
                  <a:cubicBezTo>
                    <a:pt x="1039" y="1"/>
                    <a:pt x="923" y="32"/>
                    <a:pt x="801" y="98"/>
                  </a:cubicBezTo>
                  <a:cubicBezTo>
                    <a:pt x="334" y="431"/>
                    <a:pt x="33" y="932"/>
                    <a:pt x="0" y="1499"/>
                  </a:cubicBezTo>
                  <a:cubicBezTo>
                    <a:pt x="0" y="1858"/>
                    <a:pt x="190" y="2063"/>
                    <a:pt x="457" y="2063"/>
                  </a:cubicBezTo>
                  <a:cubicBezTo>
                    <a:pt x="562" y="2063"/>
                    <a:pt x="679" y="2031"/>
                    <a:pt x="801" y="1966"/>
                  </a:cubicBezTo>
                  <a:cubicBezTo>
                    <a:pt x="1268" y="1665"/>
                    <a:pt x="1568" y="1132"/>
                    <a:pt x="1601" y="565"/>
                  </a:cubicBezTo>
                  <a:cubicBezTo>
                    <a:pt x="1601" y="205"/>
                    <a:pt x="1412" y="1"/>
                    <a:pt x="11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5" name="Google Shape;3295;p58"/>
            <p:cNvSpPr/>
            <p:nvPr/>
          </p:nvSpPr>
          <p:spPr>
            <a:xfrm>
              <a:off x="4720200" y="2886550"/>
              <a:ext cx="25050" cy="32425"/>
            </a:xfrm>
            <a:custGeom>
              <a:rect b="b" l="l" r="r" t="t"/>
              <a:pathLst>
                <a:path extrusionOk="0" h="1297" w="1002">
                  <a:moveTo>
                    <a:pt x="721" y="0"/>
                  </a:moveTo>
                  <a:cubicBezTo>
                    <a:pt x="654" y="0"/>
                    <a:pt x="579" y="24"/>
                    <a:pt x="501" y="72"/>
                  </a:cubicBezTo>
                  <a:cubicBezTo>
                    <a:pt x="201" y="272"/>
                    <a:pt x="1" y="573"/>
                    <a:pt x="1" y="940"/>
                  </a:cubicBezTo>
                  <a:cubicBezTo>
                    <a:pt x="1" y="1178"/>
                    <a:pt x="120" y="1297"/>
                    <a:pt x="285" y="1297"/>
                  </a:cubicBezTo>
                  <a:cubicBezTo>
                    <a:pt x="351" y="1297"/>
                    <a:pt x="425" y="1278"/>
                    <a:pt x="501" y="1240"/>
                  </a:cubicBezTo>
                  <a:cubicBezTo>
                    <a:pt x="801" y="1040"/>
                    <a:pt x="968" y="706"/>
                    <a:pt x="1002" y="372"/>
                  </a:cubicBezTo>
                  <a:cubicBezTo>
                    <a:pt x="1002" y="136"/>
                    <a:pt x="885" y="0"/>
                    <a:pt x="7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6" name="Google Shape;3296;p58"/>
            <p:cNvSpPr/>
            <p:nvPr/>
          </p:nvSpPr>
          <p:spPr>
            <a:xfrm>
              <a:off x="4810275" y="2884750"/>
              <a:ext cx="51725" cy="67250"/>
            </a:xfrm>
            <a:custGeom>
              <a:rect b="b" l="l" r="r" t="t"/>
              <a:pathLst>
                <a:path extrusionOk="0" h="2690" w="2069">
                  <a:moveTo>
                    <a:pt x="1496" y="1"/>
                  </a:moveTo>
                  <a:cubicBezTo>
                    <a:pt x="1357" y="1"/>
                    <a:pt x="1200" y="47"/>
                    <a:pt x="1034" y="144"/>
                  </a:cubicBezTo>
                  <a:cubicBezTo>
                    <a:pt x="434" y="545"/>
                    <a:pt x="34" y="1212"/>
                    <a:pt x="0" y="1946"/>
                  </a:cubicBezTo>
                  <a:cubicBezTo>
                    <a:pt x="0" y="2418"/>
                    <a:pt x="235" y="2690"/>
                    <a:pt x="572" y="2690"/>
                  </a:cubicBezTo>
                  <a:cubicBezTo>
                    <a:pt x="712" y="2690"/>
                    <a:pt x="869" y="2643"/>
                    <a:pt x="1034" y="2546"/>
                  </a:cubicBezTo>
                  <a:cubicBezTo>
                    <a:pt x="1668" y="2146"/>
                    <a:pt x="2035" y="1479"/>
                    <a:pt x="2069" y="745"/>
                  </a:cubicBezTo>
                  <a:cubicBezTo>
                    <a:pt x="2069" y="272"/>
                    <a:pt x="1834" y="1"/>
                    <a:pt x="1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7" name="Google Shape;3297;p58"/>
            <p:cNvSpPr/>
            <p:nvPr/>
          </p:nvSpPr>
          <p:spPr>
            <a:xfrm>
              <a:off x="5251425" y="1607650"/>
              <a:ext cx="54225" cy="70775"/>
            </a:xfrm>
            <a:custGeom>
              <a:rect b="b" l="l" r="r" t="t"/>
              <a:pathLst>
                <a:path extrusionOk="0" h="2831" w="2169">
                  <a:moveTo>
                    <a:pt x="1585" y="1"/>
                  </a:moveTo>
                  <a:cubicBezTo>
                    <a:pt x="1440" y="1"/>
                    <a:pt x="1276" y="51"/>
                    <a:pt x="1101" y="158"/>
                  </a:cubicBezTo>
                  <a:cubicBezTo>
                    <a:pt x="434" y="559"/>
                    <a:pt x="34" y="1259"/>
                    <a:pt x="0" y="2060"/>
                  </a:cubicBezTo>
                  <a:cubicBezTo>
                    <a:pt x="0" y="2540"/>
                    <a:pt x="243" y="2830"/>
                    <a:pt x="615" y="2830"/>
                  </a:cubicBezTo>
                  <a:cubicBezTo>
                    <a:pt x="760" y="2830"/>
                    <a:pt x="924" y="2787"/>
                    <a:pt x="1101" y="2693"/>
                  </a:cubicBezTo>
                  <a:cubicBezTo>
                    <a:pt x="1735" y="2260"/>
                    <a:pt x="2135" y="1559"/>
                    <a:pt x="2169" y="792"/>
                  </a:cubicBezTo>
                  <a:cubicBezTo>
                    <a:pt x="2169" y="296"/>
                    <a:pt x="1935" y="1"/>
                    <a:pt x="158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8" name="Google Shape;3298;p58"/>
            <p:cNvSpPr/>
            <p:nvPr/>
          </p:nvSpPr>
          <p:spPr>
            <a:xfrm>
              <a:off x="5087975" y="1661175"/>
              <a:ext cx="32550" cy="42150"/>
            </a:xfrm>
            <a:custGeom>
              <a:rect b="b" l="l" r="r" t="t"/>
              <a:pathLst>
                <a:path extrusionOk="0" h="1686" w="1302">
                  <a:moveTo>
                    <a:pt x="929" y="1"/>
                  </a:moveTo>
                  <a:cubicBezTo>
                    <a:pt x="840" y="1"/>
                    <a:pt x="740" y="28"/>
                    <a:pt x="634" y="85"/>
                  </a:cubicBezTo>
                  <a:cubicBezTo>
                    <a:pt x="267" y="352"/>
                    <a:pt x="0" y="753"/>
                    <a:pt x="0" y="1220"/>
                  </a:cubicBezTo>
                  <a:cubicBezTo>
                    <a:pt x="0" y="1503"/>
                    <a:pt x="151" y="1686"/>
                    <a:pt x="357" y="1686"/>
                  </a:cubicBezTo>
                  <a:cubicBezTo>
                    <a:pt x="442" y="1686"/>
                    <a:pt x="537" y="1655"/>
                    <a:pt x="634" y="1587"/>
                  </a:cubicBezTo>
                  <a:cubicBezTo>
                    <a:pt x="1034" y="1353"/>
                    <a:pt x="1268" y="919"/>
                    <a:pt x="1301" y="452"/>
                  </a:cubicBezTo>
                  <a:cubicBezTo>
                    <a:pt x="1301" y="167"/>
                    <a:pt x="1149" y="1"/>
                    <a:pt x="92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9" name="Google Shape;3299;p58"/>
            <p:cNvSpPr/>
            <p:nvPr/>
          </p:nvSpPr>
          <p:spPr>
            <a:xfrm>
              <a:off x="4612625" y="1532650"/>
              <a:ext cx="68425" cy="107325"/>
            </a:xfrm>
            <a:custGeom>
              <a:rect b="b" l="l" r="r" t="t"/>
              <a:pathLst>
                <a:path extrusionOk="0" h="4293" w="2737">
                  <a:moveTo>
                    <a:pt x="2618" y="1"/>
                  </a:moveTo>
                  <a:cubicBezTo>
                    <a:pt x="2592" y="1"/>
                    <a:pt x="2569" y="17"/>
                    <a:pt x="2569" y="56"/>
                  </a:cubicBezTo>
                  <a:lnTo>
                    <a:pt x="34" y="4159"/>
                  </a:lnTo>
                  <a:cubicBezTo>
                    <a:pt x="1" y="4192"/>
                    <a:pt x="1" y="4259"/>
                    <a:pt x="34" y="4292"/>
                  </a:cubicBezTo>
                  <a:lnTo>
                    <a:pt x="101" y="4292"/>
                  </a:lnTo>
                  <a:cubicBezTo>
                    <a:pt x="134" y="4292"/>
                    <a:pt x="134" y="4259"/>
                    <a:pt x="168" y="4259"/>
                  </a:cubicBezTo>
                  <a:lnTo>
                    <a:pt x="2703" y="123"/>
                  </a:lnTo>
                  <a:cubicBezTo>
                    <a:pt x="2736" y="89"/>
                    <a:pt x="2703" y="56"/>
                    <a:pt x="2669" y="23"/>
                  </a:cubicBezTo>
                  <a:cubicBezTo>
                    <a:pt x="2656" y="9"/>
                    <a:pt x="2636" y="1"/>
                    <a:pt x="261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0" name="Google Shape;3300;p58"/>
            <p:cNvSpPr/>
            <p:nvPr/>
          </p:nvSpPr>
          <p:spPr>
            <a:xfrm>
              <a:off x="4676850" y="1548225"/>
              <a:ext cx="33375" cy="216000"/>
            </a:xfrm>
            <a:custGeom>
              <a:rect b="b" l="l" r="r" t="t"/>
              <a:pathLst>
                <a:path extrusionOk="0" h="8640" w="1335">
                  <a:moveTo>
                    <a:pt x="1268" y="0"/>
                  </a:moveTo>
                  <a:cubicBezTo>
                    <a:pt x="1234" y="0"/>
                    <a:pt x="1168" y="34"/>
                    <a:pt x="1168" y="100"/>
                  </a:cubicBezTo>
                  <a:lnTo>
                    <a:pt x="0" y="8540"/>
                  </a:lnTo>
                  <a:cubicBezTo>
                    <a:pt x="0" y="8606"/>
                    <a:pt x="0" y="8640"/>
                    <a:pt x="67" y="8640"/>
                  </a:cubicBezTo>
                  <a:cubicBezTo>
                    <a:pt x="100" y="8640"/>
                    <a:pt x="167" y="8640"/>
                    <a:pt x="167" y="8573"/>
                  </a:cubicBezTo>
                  <a:lnTo>
                    <a:pt x="1335" y="100"/>
                  </a:lnTo>
                  <a:cubicBezTo>
                    <a:pt x="1335" y="67"/>
                    <a:pt x="1335" y="0"/>
                    <a:pt x="12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1" name="Google Shape;3301;p58"/>
            <p:cNvSpPr/>
            <p:nvPr/>
          </p:nvSpPr>
          <p:spPr>
            <a:xfrm>
              <a:off x="4591775" y="1760525"/>
              <a:ext cx="88425" cy="176325"/>
            </a:xfrm>
            <a:custGeom>
              <a:rect b="b" l="l" r="r" t="t"/>
              <a:pathLst>
                <a:path extrusionOk="0" h="7053" w="3537">
                  <a:moveTo>
                    <a:pt x="3452" y="0"/>
                  </a:moveTo>
                  <a:cubicBezTo>
                    <a:pt x="3417" y="0"/>
                    <a:pt x="3393" y="24"/>
                    <a:pt x="3370" y="48"/>
                  </a:cubicBezTo>
                  <a:lnTo>
                    <a:pt x="34" y="6919"/>
                  </a:lnTo>
                  <a:cubicBezTo>
                    <a:pt x="1" y="6986"/>
                    <a:pt x="34" y="7019"/>
                    <a:pt x="68" y="7053"/>
                  </a:cubicBezTo>
                  <a:lnTo>
                    <a:pt x="101" y="7053"/>
                  </a:lnTo>
                  <a:cubicBezTo>
                    <a:pt x="134" y="7053"/>
                    <a:pt x="168" y="7019"/>
                    <a:pt x="201" y="7019"/>
                  </a:cubicBezTo>
                  <a:lnTo>
                    <a:pt x="3537" y="114"/>
                  </a:lnTo>
                  <a:cubicBezTo>
                    <a:pt x="3537" y="81"/>
                    <a:pt x="3537" y="14"/>
                    <a:pt x="3503" y="14"/>
                  </a:cubicBezTo>
                  <a:cubicBezTo>
                    <a:pt x="3484" y="5"/>
                    <a:pt x="3467" y="0"/>
                    <a:pt x="345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2" name="Google Shape;3302;p58"/>
            <p:cNvSpPr/>
            <p:nvPr/>
          </p:nvSpPr>
          <p:spPr>
            <a:xfrm>
              <a:off x="4499225" y="1760325"/>
              <a:ext cx="181825" cy="106475"/>
            </a:xfrm>
            <a:custGeom>
              <a:rect b="b" l="l" r="r" t="t"/>
              <a:pathLst>
                <a:path extrusionOk="0" h="4259" w="7273">
                  <a:moveTo>
                    <a:pt x="7193" y="0"/>
                  </a:moveTo>
                  <a:cubicBezTo>
                    <a:pt x="7172" y="0"/>
                    <a:pt x="7152" y="8"/>
                    <a:pt x="7139" y="22"/>
                  </a:cubicBezTo>
                  <a:lnTo>
                    <a:pt x="67" y="4092"/>
                  </a:lnTo>
                  <a:cubicBezTo>
                    <a:pt x="0" y="4125"/>
                    <a:pt x="0" y="4159"/>
                    <a:pt x="34" y="4225"/>
                  </a:cubicBezTo>
                  <a:cubicBezTo>
                    <a:pt x="34" y="4225"/>
                    <a:pt x="67" y="4259"/>
                    <a:pt x="100" y="4259"/>
                  </a:cubicBezTo>
                  <a:cubicBezTo>
                    <a:pt x="100" y="4259"/>
                    <a:pt x="134" y="4259"/>
                    <a:pt x="134" y="4225"/>
                  </a:cubicBezTo>
                  <a:lnTo>
                    <a:pt x="7239" y="156"/>
                  </a:lnTo>
                  <a:cubicBezTo>
                    <a:pt x="7272" y="122"/>
                    <a:pt x="7272" y="89"/>
                    <a:pt x="7272" y="56"/>
                  </a:cubicBezTo>
                  <a:cubicBezTo>
                    <a:pt x="7253" y="17"/>
                    <a:pt x="7222" y="0"/>
                    <a:pt x="719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3" name="Google Shape;3303;p58"/>
            <p:cNvSpPr/>
            <p:nvPr/>
          </p:nvSpPr>
          <p:spPr>
            <a:xfrm>
              <a:off x="4747725" y="890550"/>
              <a:ext cx="42550" cy="436700"/>
            </a:xfrm>
            <a:custGeom>
              <a:rect b="b" l="l" r="r" t="t"/>
              <a:pathLst>
                <a:path extrusionOk="0" h="17468" w="1702">
                  <a:moveTo>
                    <a:pt x="1505" y="1"/>
                  </a:moveTo>
                  <a:cubicBezTo>
                    <a:pt x="1412" y="1"/>
                    <a:pt x="1318" y="59"/>
                    <a:pt x="1302" y="188"/>
                  </a:cubicBezTo>
                  <a:lnTo>
                    <a:pt x="1" y="17234"/>
                  </a:lnTo>
                  <a:cubicBezTo>
                    <a:pt x="1" y="17367"/>
                    <a:pt x="67" y="17434"/>
                    <a:pt x="167" y="17468"/>
                  </a:cubicBezTo>
                  <a:cubicBezTo>
                    <a:pt x="267" y="17468"/>
                    <a:pt x="368" y="17367"/>
                    <a:pt x="368" y="17267"/>
                  </a:cubicBezTo>
                  <a:lnTo>
                    <a:pt x="1702" y="188"/>
                  </a:lnTo>
                  <a:cubicBezTo>
                    <a:pt x="1702" y="68"/>
                    <a:pt x="1604" y="1"/>
                    <a:pt x="150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4" name="Google Shape;3304;p58"/>
            <p:cNvSpPr/>
            <p:nvPr/>
          </p:nvSpPr>
          <p:spPr>
            <a:xfrm>
              <a:off x="4808600" y="663475"/>
              <a:ext cx="323850" cy="648775"/>
            </a:xfrm>
            <a:custGeom>
              <a:rect b="b" l="l" r="r" t="t"/>
              <a:pathLst>
                <a:path extrusionOk="0" h="25951" w="12954">
                  <a:moveTo>
                    <a:pt x="12716" y="1"/>
                  </a:moveTo>
                  <a:cubicBezTo>
                    <a:pt x="12653" y="1"/>
                    <a:pt x="12588" y="30"/>
                    <a:pt x="12543" y="98"/>
                  </a:cubicBezTo>
                  <a:lnTo>
                    <a:pt x="34" y="25683"/>
                  </a:lnTo>
                  <a:cubicBezTo>
                    <a:pt x="1" y="25783"/>
                    <a:pt x="34" y="25883"/>
                    <a:pt x="134" y="25950"/>
                  </a:cubicBezTo>
                  <a:lnTo>
                    <a:pt x="201" y="25950"/>
                  </a:lnTo>
                  <a:cubicBezTo>
                    <a:pt x="268" y="25950"/>
                    <a:pt x="334" y="25917"/>
                    <a:pt x="401" y="25850"/>
                  </a:cubicBezTo>
                  <a:lnTo>
                    <a:pt x="12910" y="265"/>
                  </a:lnTo>
                  <a:cubicBezTo>
                    <a:pt x="12954" y="111"/>
                    <a:pt x="12838" y="1"/>
                    <a:pt x="1271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5" name="Google Shape;3305;p58"/>
            <p:cNvSpPr/>
            <p:nvPr/>
          </p:nvSpPr>
          <p:spPr>
            <a:xfrm>
              <a:off x="4538950" y="1331975"/>
              <a:ext cx="147925" cy="81175"/>
            </a:xfrm>
            <a:custGeom>
              <a:rect b="b" l="l" r="r" t="t"/>
              <a:pathLst>
                <a:path extrusionOk="0" h="3247" w="5917">
                  <a:moveTo>
                    <a:pt x="283" y="0"/>
                  </a:moveTo>
                  <a:cubicBezTo>
                    <a:pt x="114" y="0"/>
                    <a:pt x="1" y="225"/>
                    <a:pt x="179" y="344"/>
                  </a:cubicBezTo>
                  <a:lnTo>
                    <a:pt x="5616" y="3213"/>
                  </a:lnTo>
                  <a:cubicBezTo>
                    <a:pt x="5616" y="3213"/>
                    <a:pt x="5650" y="3213"/>
                    <a:pt x="5683" y="3246"/>
                  </a:cubicBezTo>
                  <a:cubicBezTo>
                    <a:pt x="5750" y="3246"/>
                    <a:pt x="5816" y="3180"/>
                    <a:pt x="5850" y="3113"/>
                  </a:cubicBezTo>
                  <a:cubicBezTo>
                    <a:pt x="5917" y="3046"/>
                    <a:pt x="5883" y="2913"/>
                    <a:pt x="5783" y="2879"/>
                  </a:cubicBezTo>
                  <a:lnTo>
                    <a:pt x="346" y="11"/>
                  </a:lnTo>
                  <a:cubicBezTo>
                    <a:pt x="324" y="3"/>
                    <a:pt x="303" y="0"/>
                    <a:pt x="28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6" name="Google Shape;3306;p58"/>
            <p:cNvSpPr/>
            <p:nvPr/>
          </p:nvSpPr>
          <p:spPr>
            <a:xfrm>
              <a:off x="3657775" y="990325"/>
              <a:ext cx="582950" cy="123450"/>
            </a:xfrm>
            <a:custGeom>
              <a:rect b="b" l="l" r="r" t="t"/>
              <a:pathLst>
                <a:path extrusionOk="0" h="4938" w="23318">
                  <a:moveTo>
                    <a:pt x="23084" y="0"/>
                  </a:moveTo>
                  <a:lnTo>
                    <a:pt x="168" y="4570"/>
                  </a:lnTo>
                  <a:cubicBezTo>
                    <a:pt x="68" y="4570"/>
                    <a:pt x="1" y="4670"/>
                    <a:pt x="34" y="4804"/>
                  </a:cubicBezTo>
                  <a:cubicBezTo>
                    <a:pt x="34" y="4870"/>
                    <a:pt x="101" y="4937"/>
                    <a:pt x="201" y="4937"/>
                  </a:cubicBezTo>
                  <a:lnTo>
                    <a:pt x="234" y="4937"/>
                  </a:lnTo>
                  <a:lnTo>
                    <a:pt x="23151" y="400"/>
                  </a:lnTo>
                  <a:cubicBezTo>
                    <a:pt x="23251" y="367"/>
                    <a:pt x="23317" y="267"/>
                    <a:pt x="23284" y="167"/>
                  </a:cubicBezTo>
                  <a:cubicBezTo>
                    <a:pt x="23284" y="67"/>
                    <a:pt x="23184" y="0"/>
                    <a:pt x="2308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7" name="Google Shape;3307;p58"/>
            <p:cNvSpPr/>
            <p:nvPr/>
          </p:nvSpPr>
          <p:spPr>
            <a:xfrm>
              <a:off x="4287400" y="1332950"/>
              <a:ext cx="165750" cy="63525"/>
            </a:xfrm>
            <a:custGeom>
              <a:rect b="b" l="l" r="r" t="t"/>
              <a:pathLst>
                <a:path extrusionOk="0" h="2541" w="6630">
                  <a:moveTo>
                    <a:pt x="6498" y="1"/>
                  </a:moveTo>
                  <a:cubicBezTo>
                    <a:pt x="6490" y="1"/>
                    <a:pt x="6481" y="2"/>
                    <a:pt x="6472" y="5"/>
                  </a:cubicBezTo>
                  <a:lnTo>
                    <a:pt x="67" y="2373"/>
                  </a:lnTo>
                  <a:cubicBezTo>
                    <a:pt x="0" y="2407"/>
                    <a:pt x="0" y="2440"/>
                    <a:pt x="0" y="2507"/>
                  </a:cubicBezTo>
                  <a:cubicBezTo>
                    <a:pt x="34" y="2507"/>
                    <a:pt x="67" y="2540"/>
                    <a:pt x="101" y="2540"/>
                  </a:cubicBezTo>
                  <a:lnTo>
                    <a:pt x="6538" y="172"/>
                  </a:lnTo>
                  <a:cubicBezTo>
                    <a:pt x="6630" y="141"/>
                    <a:pt x="6583" y="1"/>
                    <a:pt x="649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8" name="Google Shape;3308;p58"/>
            <p:cNvSpPr/>
            <p:nvPr/>
          </p:nvSpPr>
          <p:spPr>
            <a:xfrm>
              <a:off x="4399975" y="1145725"/>
              <a:ext cx="89250" cy="129825"/>
            </a:xfrm>
            <a:custGeom>
              <a:rect b="b" l="l" r="r" t="t"/>
              <a:pathLst>
                <a:path extrusionOk="0" h="5193" w="3570">
                  <a:moveTo>
                    <a:pt x="119" y="0"/>
                  </a:moveTo>
                  <a:cubicBezTo>
                    <a:pt x="101" y="0"/>
                    <a:pt x="81" y="8"/>
                    <a:pt x="67" y="22"/>
                  </a:cubicBezTo>
                  <a:cubicBezTo>
                    <a:pt x="34" y="55"/>
                    <a:pt x="1" y="89"/>
                    <a:pt x="34" y="122"/>
                  </a:cubicBezTo>
                  <a:lnTo>
                    <a:pt x="3403" y="5126"/>
                  </a:lnTo>
                  <a:cubicBezTo>
                    <a:pt x="3436" y="5159"/>
                    <a:pt x="3470" y="5159"/>
                    <a:pt x="3470" y="5192"/>
                  </a:cubicBezTo>
                  <a:cubicBezTo>
                    <a:pt x="3503" y="5159"/>
                    <a:pt x="3537" y="5159"/>
                    <a:pt x="3537" y="5159"/>
                  </a:cubicBezTo>
                  <a:cubicBezTo>
                    <a:pt x="3570" y="5126"/>
                    <a:pt x="3570" y="5092"/>
                    <a:pt x="3570" y="5059"/>
                  </a:cubicBezTo>
                  <a:lnTo>
                    <a:pt x="167" y="55"/>
                  </a:lnTo>
                  <a:cubicBezTo>
                    <a:pt x="167" y="16"/>
                    <a:pt x="145" y="0"/>
                    <a:pt x="11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9" name="Google Shape;3309;p58"/>
            <p:cNvSpPr/>
            <p:nvPr/>
          </p:nvSpPr>
          <p:spPr>
            <a:xfrm>
              <a:off x="4415000" y="1392275"/>
              <a:ext cx="63400" cy="162975"/>
            </a:xfrm>
            <a:custGeom>
              <a:rect b="b" l="l" r="r" t="t"/>
              <a:pathLst>
                <a:path extrusionOk="0" h="6519" w="2536">
                  <a:moveTo>
                    <a:pt x="2469" y="0"/>
                  </a:moveTo>
                  <a:cubicBezTo>
                    <a:pt x="2402" y="0"/>
                    <a:pt x="2368" y="34"/>
                    <a:pt x="2368" y="67"/>
                  </a:cubicBezTo>
                  <a:lnTo>
                    <a:pt x="0" y="6405"/>
                  </a:lnTo>
                  <a:cubicBezTo>
                    <a:pt x="0" y="6438"/>
                    <a:pt x="33" y="6505"/>
                    <a:pt x="67" y="6505"/>
                  </a:cubicBezTo>
                  <a:lnTo>
                    <a:pt x="100" y="6505"/>
                  </a:lnTo>
                  <a:cubicBezTo>
                    <a:pt x="110" y="6515"/>
                    <a:pt x="120" y="6519"/>
                    <a:pt x="130" y="6519"/>
                  </a:cubicBezTo>
                  <a:cubicBezTo>
                    <a:pt x="153" y="6519"/>
                    <a:pt x="177" y="6495"/>
                    <a:pt x="200" y="6472"/>
                  </a:cubicBezTo>
                  <a:lnTo>
                    <a:pt x="2502" y="134"/>
                  </a:lnTo>
                  <a:cubicBezTo>
                    <a:pt x="2535" y="67"/>
                    <a:pt x="2502" y="34"/>
                    <a:pt x="246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0" name="Google Shape;3310;p58"/>
            <p:cNvSpPr/>
            <p:nvPr/>
          </p:nvSpPr>
          <p:spPr>
            <a:xfrm>
              <a:off x="4233200" y="992825"/>
              <a:ext cx="21700" cy="371950"/>
            </a:xfrm>
            <a:custGeom>
              <a:rect b="b" l="l" r="r" t="t"/>
              <a:pathLst>
                <a:path extrusionOk="0" h="14878" w="868">
                  <a:moveTo>
                    <a:pt x="100" y="0"/>
                  </a:moveTo>
                  <a:cubicBezTo>
                    <a:pt x="34" y="0"/>
                    <a:pt x="0" y="34"/>
                    <a:pt x="0" y="67"/>
                  </a:cubicBezTo>
                  <a:lnTo>
                    <a:pt x="701" y="14811"/>
                  </a:lnTo>
                  <a:cubicBezTo>
                    <a:pt x="701" y="14844"/>
                    <a:pt x="767" y="14878"/>
                    <a:pt x="801" y="14878"/>
                  </a:cubicBezTo>
                  <a:cubicBezTo>
                    <a:pt x="834" y="14878"/>
                    <a:pt x="868" y="14844"/>
                    <a:pt x="868" y="14778"/>
                  </a:cubicBezTo>
                  <a:lnTo>
                    <a:pt x="167" y="67"/>
                  </a:lnTo>
                  <a:cubicBezTo>
                    <a:pt x="167" y="34"/>
                    <a:pt x="134" y="0"/>
                    <a:pt x="10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1" name="Google Shape;3311;p58"/>
            <p:cNvSpPr/>
            <p:nvPr/>
          </p:nvSpPr>
          <p:spPr>
            <a:xfrm>
              <a:off x="4130175" y="1286650"/>
              <a:ext cx="98875" cy="105650"/>
            </a:xfrm>
            <a:custGeom>
              <a:rect b="b" l="l" r="r" t="t"/>
              <a:pathLst>
                <a:path extrusionOk="0" h="4226" w="3955">
                  <a:moveTo>
                    <a:pt x="117" y="0"/>
                  </a:moveTo>
                  <a:cubicBezTo>
                    <a:pt x="48" y="0"/>
                    <a:pt x="0" y="71"/>
                    <a:pt x="52" y="122"/>
                  </a:cubicBezTo>
                  <a:lnTo>
                    <a:pt x="3788" y="4192"/>
                  </a:lnTo>
                  <a:cubicBezTo>
                    <a:pt x="3821" y="4225"/>
                    <a:pt x="3854" y="4225"/>
                    <a:pt x="3854" y="4225"/>
                  </a:cubicBezTo>
                  <a:lnTo>
                    <a:pt x="3921" y="4225"/>
                  </a:lnTo>
                  <a:cubicBezTo>
                    <a:pt x="3954" y="4192"/>
                    <a:pt x="3954" y="4125"/>
                    <a:pt x="3921" y="4092"/>
                  </a:cubicBezTo>
                  <a:lnTo>
                    <a:pt x="185" y="22"/>
                  </a:lnTo>
                  <a:cubicBezTo>
                    <a:pt x="162" y="7"/>
                    <a:pt x="139" y="0"/>
                    <a:pt x="11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2" name="Google Shape;3312;p58"/>
            <p:cNvSpPr/>
            <p:nvPr/>
          </p:nvSpPr>
          <p:spPr>
            <a:xfrm>
              <a:off x="4846975" y="1351400"/>
              <a:ext cx="259375" cy="38400"/>
            </a:xfrm>
            <a:custGeom>
              <a:rect b="b" l="l" r="r" t="t"/>
              <a:pathLst>
                <a:path extrusionOk="0" h="1536" w="10375">
                  <a:moveTo>
                    <a:pt x="10174" y="1"/>
                  </a:moveTo>
                  <a:lnTo>
                    <a:pt x="200" y="1135"/>
                  </a:lnTo>
                  <a:cubicBezTo>
                    <a:pt x="100" y="1168"/>
                    <a:pt x="0" y="1268"/>
                    <a:pt x="33" y="1369"/>
                  </a:cubicBezTo>
                  <a:cubicBezTo>
                    <a:pt x="33" y="1469"/>
                    <a:pt x="100" y="1535"/>
                    <a:pt x="200" y="1535"/>
                  </a:cubicBezTo>
                  <a:lnTo>
                    <a:pt x="234" y="1535"/>
                  </a:lnTo>
                  <a:lnTo>
                    <a:pt x="10207" y="401"/>
                  </a:lnTo>
                  <a:cubicBezTo>
                    <a:pt x="10307" y="368"/>
                    <a:pt x="10374" y="301"/>
                    <a:pt x="10374" y="168"/>
                  </a:cubicBezTo>
                  <a:cubicBezTo>
                    <a:pt x="10374" y="68"/>
                    <a:pt x="10274" y="1"/>
                    <a:pt x="1017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3" name="Google Shape;3313;p58"/>
            <p:cNvSpPr/>
            <p:nvPr/>
          </p:nvSpPr>
          <p:spPr>
            <a:xfrm>
              <a:off x="5168850" y="946025"/>
              <a:ext cx="137550" cy="332025"/>
            </a:xfrm>
            <a:custGeom>
              <a:rect b="b" l="l" r="r" t="t"/>
              <a:pathLst>
                <a:path extrusionOk="0" h="13281" w="5502">
                  <a:moveTo>
                    <a:pt x="5260" y="1"/>
                  </a:moveTo>
                  <a:cubicBezTo>
                    <a:pt x="5193" y="1"/>
                    <a:pt x="5129" y="41"/>
                    <a:pt x="5105" y="138"/>
                  </a:cubicBezTo>
                  <a:lnTo>
                    <a:pt x="68" y="13014"/>
                  </a:lnTo>
                  <a:cubicBezTo>
                    <a:pt x="1" y="13147"/>
                    <a:pt x="101" y="13280"/>
                    <a:pt x="234" y="13280"/>
                  </a:cubicBezTo>
                  <a:cubicBezTo>
                    <a:pt x="301" y="13280"/>
                    <a:pt x="401" y="13214"/>
                    <a:pt x="401" y="13147"/>
                  </a:cubicBezTo>
                  <a:lnTo>
                    <a:pt x="5438" y="271"/>
                  </a:lnTo>
                  <a:cubicBezTo>
                    <a:pt x="5502" y="123"/>
                    <a:pt x="5376" y="1"/>
                    <a:pt x="526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58"/>
            <p:cNvSpPr/>
            <p:nvPr/>
          </p:nvSpPr>
          <p:spPr>
            <a:xfrm>
              <a:off x="5379850" y="876900"/>
              <a:ext cx="201000" cy="55075"/>
            </a:xfrm>
            <a:custGeom>
              <a:rect b="b" l="l" r="r" t="t"/>
              <a:pathLst>
                <a:path extrusionOk="0" h="2203" w="8040">
                  <a:moveTo>
                    <a:pt x="100" y="1"/>
                  </a:moveTo>
                  <a:cubicBezTo>
                    <a:pt x="67" y="1"/>
                    <a:pt x="0" y="34"/>
                    <a:pt x="0" y="67"/>
                  </a:cubicBezTo>
                  <a:cubicBezTo>
                    <a:pt x="0" y="134"/>
                    <a:pt x="0" y="167"/>
                    <a:pt x="67" y="167"/>
                  </a:cubicBezTo>
                  <a:lnTo>
                    <a:pt x="7906" y="2202"/>
                  </a:lnTo>
                  <a:lnTo>
                    <a:pt x="7939" y="2202"/>
                  </a:lnTo>
                  <a:cubicBezTo>
                    <a:pt x="7973" y="2202"/>
                    <a:pt x="8006" y="2169"/>
                    <a:pt x="8006" y="2135"/>
                  </a:cubicBezTo>
                  <a:cubicBezTo>
                    <a:pt x="8039" y="2069"/>
                    <a:pt x="8006" y="2035"/>
                    <a:pt x="7973" y="2035"/>
                  </a:cubicBezTo>
                  <a:lnTo>
                    <a:pt x="10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58"/>
            <p:cNvSpPr/>
            <p:nvPr/>
          </p:nvSpPr>
          <p:spPr>
            <a:xfrm>
              <a:off x="5381525" y="694575"/>
              <a:ext cx="146400" cy="139825"/>
            </a:xfrm>
            <a:custGeom>
              <a:rect b="b" l="l" r="r" t="t"/>
              <a:pathLst>
                <a:path extrusionOk="0" h="5593" w="5856">
                  <a:moveTo>
                    <a:pt x="5737" y="0"/>
                  </a:moveTo>
                  <a:cubicBezTo>
                    <a:pt x="5716" y="0"/>
                    <a:pt x="5693" y="7"/>
                    <a:pt x="5671" y="22"/>
                  </a:cubicBezTo>
                  <a:lnTo>
                    <a:pt x="33" y="5426"/>
                  </a:lnTo>
                  <a:cubicBezTo>
                    <a:pt x="0" y="5459"/>
                    <a:pt x="0" y="5526"/>
                    <a:pt x="33" y="5559"/>
                  </a:cubicBezTo>
                  <a:cubicBezTo>
                    <a:pt x="33" y="5592"/>
                    <a:pt x="67" y="5592"/>
                    <a:pt x="100" y="5592"/>
                  </a:cubicBezTo>
                  <a:cubicBezTo>
                    <a:pt x="100" y="5592"/>
                    <a:pt x="133" y="5559"/>
                    <a:pt x="133" y="5559"/>
                  </a:cubicBezTo>
                  <a:lnTo>
                    <a:pt x="5804" y="155"/>
                  </a:lnTo>
                  <a:cubicBezTo>
                    <a:pt x="5856" y="78"/>
                    <a:pt x="5807" y="0"/>
                    <a:pt x="573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6" name="Google Shape;3316;p58"/>
            <p:cNvSpPr/>
            <p:nvPr/>
          </p:nvSpPr>
          <p:spPr>
            <a:xfrm>
              <a:off x="4209000" y="960050"/>
              <a:ext cx="53400" cy="68900"/>
            </a:xfrm>
            <a:custGeom>
              <a:rect b="b" l="l" r="r" t="t"/>
              <a:pathLst>
                <a:path extrusionOk="0" h="2756" w="2136">
                  <a:moveTo>
                    <a:pt x="1548" y="1"/>
                  </a:moveTo>
                  <a:cubicBezTo>
                    <a:pt x="1405" y="1"/>
                    <a:pt x="1242" y="47"/>
                    <a:pt x="1068" y="144"/>
                  </a:cubicBezTo>
                  <a:cubicBezTo>
                    <a:pt x="435" y="544"/>
                    <a:pt x="34" y="1245"/>
                    <a:pt x="1" y="2012"/>
                  </a:cubicBezTo>
                  <a:cubicBezTo>
                    <a:pt x="1" y="2484"/>
                    <a:pt x="252" y="2756"/>
                    <a:pt x="599" y="2756"/>
                  </a:cubicBezTo>
                  <a:cubicBezTo>
                    <a:pt x="743" y="2756"/>
                    <a:pt x="903" y="2710"/>
                    <a:pt x="1068" y="2612"/>
                  </a:cubicBezTo>
                  <a:cubicBezTo>
                    <a:pt x="1702" y="2212"/>
                    <a:pt x="2102" y="1511"/>
                    <a:pt x="2136" y="778"/>
                  </a:cubicBezTo>
                  <a:cubicBezTo>
                    <a:pt x="2136" y="280"/>
                    <a:pt x="1900" y="1"/>
                    <a:pt x="154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7" name="Google Shape;3317;p58"/>
            <p:cNvSpPr/>
            <p:nvPr/>
          </p:nvSpPr>
          <p:spPr>
            <a:xfrm>
              <a:off x="4388300" y="1128950"/>
              <a:ext cx="29225" cy="37825"/>
            </a:xfrm>
            <a:custGeom>
              <a:rect b="b" l="l" r="r" t="t"/>
              <a:pathLst>
                <a:path extrusionOk="0" h="1513" w="1169">
                  <a:moveTo>
                    <a:pt x="852" y="1"/>
                  </a:moveTo>
                  <a:cubicBezTo>
                    <a:pt x="768" y="1"/>
                    <a:pt x="671" y="31"/>
                    <a:pt x="568" y="93"/>
                  </a:cubicBezTo>
                  <a:cubicBezTo>
                    <a:pt x="234" y="293"/>
                    <a:pt x="1" y="660"/>
                    <a:pt x="1" y="1093"/>
                  </a:cubicBezTo>
                  <a:cubicBezTo>
                    <a:pt x="1" y="1353"/>
                    <a:pt x="134" y="1512"/>
                    <a:pt x="319" y="1512"/>
                  </a:cubicBezTo>
                  <a:cubicBezTo>
                    <a:pt x="395" y="1512"/>
                    <a:pt x="480" y="1485"/>
                    <a:pt x="568" y="1427"/>
                  </a:cubicBezTo>
                  <a:cubicBezTo>
                    <a:pt x="935" y="1193"/>
                    <a:pt x="1135" y="826"/>
                    <a:pt x="1168" y="426"/>
                  </a:cubicBezTo>
                  <a:cubicBezTo>
                    <a:pt x="1168" y="150"/>
                    <a:pt x="1041" y="1"/>
                    <a:pt x="85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8" name="Google Shape;3318;p58"/>
            <p:cNvSpPr/>
            <p:nvPr/>
          </p:nvSpPr>
          <p:spPr>
            <a:xfrm>
              <a:off x="4116450" y="1268775"/>
              <a:ext cx="29200" cy="37725"/>
            </a:xfrm>
            <a:custGeom>
              <a:rect b="b" l="l" r="r" t="t"/>
              <a:pathLst>
                <a:path extrusionOk="0" h="1509" w="1168">
                  <a:moveTo>
                    <a:pt x="829" y="0"/>
                  </a:moveTo>
                  <a:cubicBezTo>
                    <a:pt x="750" y="0"/>
                    <a:pt x="661" y="23"/>
                    <a:pt x="567" y="70"/>
                  </a:cubicBezTo>
                  <a:cubicBezTo>
                    <a:pt x="234" y="304"/>
                    <a:pt x="34" y="671"/>
                    <a:pt x="0" y="1104"/>
                  </a:cubicBezTo>
                  <a:cubicBezTo>
                    <a:pt x="0" y="1366"/>
                    <a:pt x="136" y="1509"/>
                    <a:pt x="323" y="1509"/>
                  </a:cubicBezTo>
                  <a:cubicBezTo>
                    <a:pt x="398" y="1509"/>
                    <a:pt x="481" y="1486"/>
                    <a:pt x="567" y="1438"/>
                  </a:cubicBezTo>
                  <a:cubicBezTo>
                    <a:pt x="934" y="1204"/>
                    <a:pt x="1134" y="837"/>
                    <a:pt x="1168" y="437"/>
                  </a:cubicBezTo>
                  <a:cubicBezTo>
                    <a:pt x="1168" y="150"/>
                    <a:pt x="1030" y="0"/>
                    <a:pt x="829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9" name="Google Shape;3319;p58"/>
            <p:cNvSpPr/>
            <p:nvPr/>
          </p:nvSpPr>
          <p:spPr>
            <a:xfrm>
              <a:off x="4402475" y="1534400"/>
              <a:ext cx="29225" cy="37675"/>
            </a:xfrm>
            <a:custGeom>
              <a:rect b="b" l="l" r="r" t="t"/>
              <a:pathLst>
                <a:path extrusionOk="0" h="1507" w="1169">
                  <a:moveTo>
                    <a:pt x="850" y="1"/>
                  </a:moveTo>
                  <a:cubicBezTo>
                    <a:pt x="774" y="1"/>
                    <a:pt x="689" y="28"/>
                    <a:pt x="601" y="86"/>
                  </a:cubicBezTo>
                  <a:cubicBezTo>
                    <a:pt x="234" y="286"/>
                    <a:pt x="34" y="687"/>
                    <a:pt x="1" y="1087"/>
                  </a:cubicBezTo>
                  <a:cubicBezTo>
                    <a:pt x="1" y="1347"/>
                    <a:pt x="134" y="1506"/>
                    <a:pt x="331" y="1506"/>
                  </a:cubicBezTo>
                  <a:cubicBezTo>
                    <a:pt x="412" y="1506"/>
                    <a:pt x="504" y="1479"/>
                    <a:pt x="601" y="1420"/>
                  </a:cubicBezTo>
                  <a:cubicBezTo>
                    <a:pt x="935" y="1187"/>
                    <a:pt x="1168" y="820"/>
                    <a:pt x="1168" y="420"/>
                  </a:cubicBezTo>
                  <a:cubicBezTo>
                    <a:pt x="1168" y="160"/>
                    <a:pt x="1035" y="1"/>
                    <a:pt x="85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0" name="Google Shape;3320;p58"/>
            <p:cNvSpPr/>
            <p:nvPr/>
          </p:nvSpPr>
          <p:spPr>
            <a:xfrm>
              <a:off x="4600125" y="1618625"/>
              <a:ext cx="29200" cy="37675"/>
            </a:xfrm>
            <a:custGeom>
              <a:rect b="b" l="l" r="r" t="t"/>
              <a:pathLst>
                <a:path extrusionOk="0" h="1507" w="1168">
                  <a:moveTo>
                    <a:pt x="850" y="1"/>
                  </a:moveTo>
                  <a:cubicBezTo>
                    <a:pt x="773" y="1"/>
                    <a:pt x="689" y="28"/>
                    <a:pt x="601" y="86"/>
                  </a:cubicBezTo>
                  <a:cubicBezTo>
                    <a:pt x="234" y="320"/>
                    <a:pt x="34" y="687"/>
                    <a:pt x="0" y="1087"/>
                  </a:cubicBezTo>
                  <a:cubicBezTo>
                    <a:pt x="0" y="1347"/>
                    <a:pt x="134" y="1506"/>
                    <a:pt x="331" y="1506"/>
                  </a:cubicBezTo>
                  <a:cubicBezTo>
                    <a:pt x="412" y="1506"/>
                    <a:pt x="503" y="1479"/>
                    <a:pt x="601" y="1421"/>
                  </a:cubicBezTo>
                  <a:cubicBezTo>
                    <a:pt x="934" y="1187"/>
                    <a:pt x="1168" y="820"/>
                    <a:pt x="1168" y="420"/>
                  </a:cubicBezTo>
                  <a:cubicBezTo>
                    <a:pt x="1168" y="160"/>
                    <a:pt x="1034" y="1"/>
                    <a:pt x="85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1" name="Google Shape;3321;p58"/>
            <p:cNvSpPr/>
            <p:nvPr/>
          </p:nvSpPr>
          <p:spPr>
            <a:xfrm>
              <a:off x="4580100" y="1915500"/>
              <a:ext cx="29225" cy="37675"/>
            </a:xfrm>
            <a:custGeom>
              <a:rect b="b" l="l" r="r" t="t"/>
              <a:pathLst>
                <a:path extrusionOk="0" h="1507" w="1169">
                  <a:moveTo>
                    <a:pt x="838" y="1"/>
                  </a:moveTo>
                  <a:cubicBezTo>
                    <a:pt x="757" y="1"/>
                    <a:pt x="665" y="28"/>
                    <a:pt x="568" y="86"/>
                  </a:cubicBezTo>
                  <a:cubicBezTo>
                    <a:pt x="234" y="320"/>
                    <a:pt x="34" y="687"/>
                    <a:pt x="1" y="1087"/>
                  </a:cubicBezTo>
                  <a:cubicBezTo>
                    <a:pt x="1" y="1347"/>
                    <a:pt x="135" y="1506"/>
                    <a:pt x="319" y="1506"/>
                  </a:cubicBezTo>
                  <a:cubicBezTo>
                    <a:pt x="395" y="1506"/>
                    <a:pt x="480" y="1479"/>
                    <a:pt x="568" y="1421"/>
                  </a:cubicBezTo>
                  <a:cubicBezTo>
                    <a:pt x="935" y="1221"/>
                    <a:pt x="1135" y="820"/>
                    <a:pt x="1168" y="420"/>
                  </a:cubicBezTo>
                  <a:cubicBezTo>
                    <a:pt x="1168" y="160"/>
                    <a:pt x="1035" y="1"/>
                    <a:pt x="83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2" name="Google Shape;3322;p58"/>
            <p:cNvSpPr/>
            <p:nvPr/>
          </p:nvSpPr>
          <p:spPr>
            <a:xfrm>
              <a:off x="4656000" y="1733925"/>
              <a:ext cx="44225" cy="56950"/>
            </a:xfrm>
            <a:custGeom>
              <a:rect b="b" l="l" r="r" t="t"/>
              <a:pathLst>
                <a:path extrusionOk="0" h="2278" w="1769">
                  <a:moveTo>
                    <a:pt x="1288" y="0"/>
                  </a:moveTo>
                  <a:cubicBezTo>
                    <a:pt x="1173" y="0"/>
                    <a:pt x="1042" y="35"/>
                    <a:pt x="901" y="111"/>
                  </a:cubicBezTo>
                  <a:cubicBezTo>
                    <a:pt x="367" y="444"/>
                    <a:pt x="34" y="1012"/>
                    <a:pt x="0" y="1645"/>
                  </a:cubicBezTo>
                  <a:cubicBezTo>
                    <a:pt x="0" y="2043"/>
                    <a:pt x="198" y="2277"/>
                    <a:pt x="488" y="2277"/>
                  </a:cubicBezTo>
                  <a:cubicBezTo>
                    <a:pt x="612" y="2277"/>
                    <a:pt x="752" y="2235"/>
                    <a:pt x="901" y="2146"/>
                  </a:cubicBezTo>
                  <a:cubicBezTo>
                    <a:pt x="1435" y="1812"/>
                    <a:pt x="1735" y="1245"/>
                    <a:pt x="1768" y="611"/>
                  </a:cubicBezTo>
                  <a:cubicBezTo>
                    <a:pt x="1768" y="228"/>
                    <a:pt x="1579" y="0"/>
                    <a:pt x="128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3" name="Google Shape;3323;p58"/>
            <p:cNvSpPr/>
            <p:nvPr/>
          </p:nvSpPr>
          <p:spPr>
            <a:xfrm>
              <a:off x="4479200" y="1835975"/>
              <a:ext cx="44225" cy="56925"/>
            </a:xfrm>
            <a:custGeom>
              <a:rect b="b" l="l" r="r" t="t"/>
              <a:pathLst>
                <a:path extrusionOk="0" h="2277" w="1769">
                  <a:moveTo>
                    <a:pt x="1307" y="0"/>
                  </a:moveTo>
                  <a:cubicBezTo>
                    <a:pt x="1188" y="0"/>
                    <a:pt x="1050" y="42"/>
                    <a:pt x="901" y="132"/>
                  </a:cubicBezTo>
                  <a:cubicBezTo>
                    <a:pt x="368" y="465"/>
                    <a:pt x="34" y="1032"/>
                    <a:pt x="1" y="1633"/>
                  </a:cubicBezTo>
                  <a:cubicBezTo>
                    <a:pt x="1" y="2041"/>
                    <a:pt x="208" y="2277"/>
                    <a:pt x="511" y="2277"/>
                  </a:cubicBezTo>
                  <a:cubicBezTo>
                    <a:pt x="629" y="2277"/>
                    <a:pt x="761" y="2241"/>
                    <a:pt x="901" y="2167"/>
                  </a:cubicBezTo>
                  <a:cubicBezTo>
                    <a:pt x="1435" y="1833"/>
                    <a:pt x="1735" y="1266"/>
                    <a:pt x="1769" y="632"/>
                  </a:cubicBezTo>
                  <a:cubicBezTo>
                    <a:pt x="1769" y="234"/>
                    <a:pt x="1588" y="0"/>
                    <a:pt x="1307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4" name="Google Shape;3324;p58"/>
            <p:cNvSpPr/>
            <p:nvPr/>
          </p:nvSpPr>
          <p:spPr>
            <a:xfrm>
              <a:off x="5503275" y="668475"/>
              <a:ext cx="44225" cy="56950"/>
            </a:xfrm>
            <a:custGeom>
              <a:rect b="b" l="l" r="r" t="t"/>
              <a:pathLst>
                <a:path extrusionOk="0" h="2278" w="1769">
                  <a:moveTo>
                    <a:pt x="1280" y="0"/>
                  </a:moveTo>
                  <a:cubicBezTo>
                    <a:pt x="1157" y="0"/>
                    <a:pt x="1017" y="42"/>
                    <a:pt x="867" y="132"/>
                  </a:cubicBezTo>
                  <a:cubicBezTo>
                    <a:pt x="334" y="465"/>
                    <a:pt x="34" y="1032"/>
                    <a:pt x="0" y="1666"/>
                  </a:cubicBezTo>
                  <a:cubicBezTo>
                    <a:pt x="0" y="2049"/>
                    <a:pt x="206" y="2277"/>
                    <a:pt x="495" y="2277"/>
                  </a:cubicBezTo>
                  <a:cubicBezTo>
                    <a:pt x="609" y="2277"/>
                    <a:pt x="736" y="2242"/>
                    <a:pt x="867" y="2167"/>
                  </a:cubicBezTo>
                  <a:cubicBezTo>
                    <a:pt x="1401" y="1833"/>
                    <a:pt x="1735" y="1266"/>
                    <a:pt x="1768" y="632"/>
                  </a:cubicBezTo>
                  <a:cubicBezTo>
                    <a:pt x="1768" y="234"/>
                    <a:pt x="1571" y="0"/>
                    <a:pt x="1280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5" name="Google Shape;3325;p58"/>
            <p:cNvSpPr/>
            <p:nvPr/>
          </p:nvSpPr>
          <p:spPr>
            <a:xfrm>
              <a:off x="4654325" y="1297450"/>
              <a:ext cx="206850" cy="262475"/>
            </a:xfrm>
            <a:custGeom>
              <a:rect b="b" l="l" r="r" t="t"/>
              <a:pathLst>
                <a:path extrusionOk="0" h="10499" w="8274">
                  <a:moveTo>
                    <a:pt x="5827" y="673"/>
                  </a:moveTo>
                  <a:cubicBezTo>
                    <a:pt x="6135" y="673"/>
                    <a:pt x="6419" y="745"/>
                    <a:pt x="6672" y="891"/>
                  </a:cubicBezTo>
                  <a:cubicBezTo>
                    <a:pt x="7272" y="1225"/>
                    <a:pt x="7606" y="1992"/>
                    <a:pt x="7606" y="3060"/>
                  </a:cubicBezTo>
                  <a:cubicBezTo>
                    <a:pt x="7606" y="5361"/>
                    <a:pt x="5972" y="8197"/>
                    <a:pt x="3970" y="9331"/>
                  </a:cubicBezTo>
                  <a:cubicBezTo>
                    <a:pt x="3428" y="9652"/>
                    <a:pt x="2911" y="9816"/>
                    <a:pt x="2454" y="9816"/>
                  </a:cubicBezTo>
                  <a:cubicBezTo>
                    <a:pt x="2151" y="9816"/>
                    <a:pt x="1874" y="9744"/>
                    <a:pt x="1635" y="9598"/>
                  </a:cubicBezTo>
                  <a:cubicBezTo>
                    <a:pt x="1001" y="9264"/>
                    <a:pt x="668" y="8497"/>
                    <a:pt x="668" y="7429"/>
                  </a:cubicBezTo>
                  <a:cubicBezTo>
                    <a:pt x="668" y="5128"/>
                    <a:pt x="2302" y="2292"/>
                    <a:pt x="4304" y="1158"/>
                  </a:cubicBezTo>
                  <a:cubicBezTo>
                    <a:pt x="4845" y="837"/>
                    <a:pt x="5363" y="673"/>
                    <a:pt x="5827" y="673"/>
                  </a:cubicBezTo>
                  <a:close/>
                  <a:moveTo>
                    <a:pt x="5853" y="0"/>
                  </a:moveTo>
                  <a:cubicBezTo>
                    <a:pt x="5270" y="0"/>
                    <a:pt x="4631" y="188"/>
                    <a:pt x="3970" y="558"/>
                  </a:cubicBezTo>
                  <a:cubicBezTo>
                    <a:pt x="1802" y="1825"/>
                    <a:pt x="1" y="4894"/>
                    <a:pt x="1" y="7429"/>
                  </a:cubicBezTo>
                  <a:cubicBezTo>
                    <a:pt x="1" y="8730"/>
                    <a:pt x="468" y="9698"/>
                    <a:pt x="1302" y="10198"/>
                  </a:cubicBezTo>
                  <a:cubicBezTo>
                    <a:pt x="1635" y="10398"/>
                    <a:pt x="2035" y="10498"/>
                    <a:pt x="2436" y="10498"/>
                  </a:cubicBezTo>
                  <a:cubicBezTo>
                    <a:pt x="3103" y="10465"/>
                    <a:pt x="3737" y="10265"/>
                    <a:pt x="4304" y="9931"/>
                  </a:cubicBezTo>
                  <a:cubicBezTo>
                    <a:pt x="6505" y="8664"/>
                    <a:pt x="8273" y="5561"/>
                    <a:pt x="8273" y="3060"/>
                  </a:cubicBezTo>
                  <a:cubicBezTo>
                    <a:pt x="8273" y="1759"/>
                    <a:pt x="7806" y="791"/>
                    <a:pt x="7006" y="291"/>
                  </a:cubicBezTo>
                  <a:cubicBezTo>
                    <a:pt x="6658" y="96"/>
                    <a:pt x="6270" y="0"/>
                    <a:pt x="585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6" name="Google Shape;3326;p58"/>
            <p:cNvSpPr/>
            <p:nvPr/>
          </p:nvSpPr>
          <p:spPr>
            <a:xfrm>
              <a:off x="4701850" y="1356425"/>
              <a:ext cx="111775" cy="144650"/>
            </a:xfrm>
            <a:custGeom>
              <a:rect b="b" l="l" r="r" t="t"/>
              <a:pathLst>
                <a:path extrusionOk="0" h="5786" w="4471">
                  <a:moveTo>
                    <a:pt x="3245" y="1"/>
                  </a:moveTo>
                  <a:cubicBezTo>
                    <a:pt x="2945" y="1"/>
                    <a:pt x="2603" y="97"/>
                    <a:pt x="2236" y="300"/>
                  </a:cubicBezTo>
                  <a:cubicBezTo>
                    <a:pt x="902" y="1168"/>
                    <a:pt x="68" y="2602"/>
                    <a:pt x="1" y="4203"/>
                  </a:cubicBezTo>
                  <a:cubicBezTo>
                    <a:pt x="1" y="5195"/>
                    <a:pt x="503" y="5785"/>
                    <a:pt x="1233" y="5785"/>
                  </a:cubicBezTo>
                  <a:cubicBezTo>
                    <a:pt x="1535" y="5785"/>
                    <a:pt x="1875" y="5685"/>
                    <a:pt x="2236" y="5471"/>
                  </a:cubicBezTo>
                  <a:cubicBezTo>
                    <a:pt x="3570" y="4603"/>
                    <a:pt x="4404" y="3169"/>
                    <a:pt x="4471" y="1601"/>
                  </a:cubicBezTo>
                  <a:cubicBezTo>
                    <a:pt x="4471" y="582"/>
                    <a:pt x="3983" y="1"/>
                    <a:pt x="3245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7" name="Google Shape;3327;p58"/>
            <p:cNvSpPr/>
            <p:nvPr/>
          </p:nvSpPr>
          <p:spPr>
            <a:xfrm>
              <a:off x="5094650" y="458825"/>
              <a:ext cx="170150" cy="217125"/>
            </a:xfrm>
            <a:custGeom>
              <a:rect b="b" l="l" r="r" t="t"/>
              <a:pathLst>
                <a:path extrusionOk="0" h="8685" w="6806">
                  <a:moveTo>
                    <a:pt x="4873" y="397"/>
                  </a:moveTo>
                  <a:cubicBezTo>
                    <a:pt x="5143" y="397"/>
                    <a:pt x="5390" y="458"/>
                    <a:pt x="5604" y="579"/>
                  </a:cubicBezTo>
                  <a:cubicBezTo>
                    <a:pt x="6138" y="912"/>
                    <a:pt x="6438" y="1579"/>
                    <a:pt x="6438" y="2513"/>
                  </a:cubicBezTo>
                  <a:cubicBezTo>
                    <a:pt x="6305" y="4682"/>
                    <a:pt x="5171" y="6683"/>
                    <a:pt x="3336" y="7884"/>
                  </a:cubicBezTo>
                  <a:cubicBezTo>
                    <a:pt x="2857" y="8163"/>
                    <a:pt x="2390" y="8299"/>
                    <a:pt x="1978" y="8299"/>
                  </a:cubicBezTo>
                  <a:cubicBezTo>
                    <a:pt x="1701" y="8299"/>
                    <a:pt x="1449" y="8238"/>
                    <a:pt x="1234" y="8117"/>
                  </a:cubicBezTo>
                  <a:cubicBezTo>
                    <a:pt x="701" y="7817"/>
                    <a:pt x="400" y="7117"/>
                    <a:pt x="400" y="6216"/>
                  </a:cubicBezTo>
                  <a:cubicBezTo>
                    <a:pt x="534" y="4015"/>
                    <a:pt x="1668" y="2013"/>
                    <a:pt x="3536" y="812"/>
                  </a:cubicBezTo>
                  <a:cubicBezTo>
                    <a:pt x="4015" y="533"/>
                    <a:pt x="4470" y="397"/>
                    <a:pt x="4873" y="397"/>
                  </a:cubicBezTo>
                  <a:close/>
                  <a:moveTo>
                    <a:pt x="4856" y="1"/>
                  </a:moveTo>
                  <a:cubicBezTo>
                    <a:pt x="4379" y="1"/>
                    <a:pt x="3852" y="164"/>
                    <a:pt x="3303" y="479"/>
                  </a:cubicBezTo>
                  <a:cubicBezTo>
                    <a:pt x="1501" y="1513"/>
                    <a:pt x="0" y="4115"/>
                    <a:pt x="0" y="6216"/>
                  </a:cubicBezTo>
                  <a:cubicBezTo>
                    <a:pt x="0" y="7250"/>
                    <a:pt x="367" y="8051"/>
                    <a:pt x="1034" y="8451"/>
                  </a:cubicBezTo>
                  <a:cubicBezTo>
                    <a:pt x="1334" y="8618"/>
                    <a:pt x="1635" y="8685"/>
                    <a:pt x="1968" y="8685"/>
                  </a:cubicBezTo>
                  <a:cubicBezTo>
                    <a:pt x="2535" y="8651"/>
                    <a:pt x="3036" y="8518"/>
                    <a:pt x="3503" y="8218"/>
                  </a:cubicBezTo>
                  <a:cubicBezTo>
                    <a:pt x="5337" y="7183"/>
                    <a:pt x="6805" y="4582"/>
                    <a:pt x="6805" y="2480"/>
                  </a:cubicBezTo>
                  <a:cubicBezTo>
                    <a:pt x="6805" y="1446"/>
                    <a:pt x="6438" y="645"/>
                    <a:pt x="5771" y="245"/>
                  </a:cubicBezTo>
                  <a:cubicBezTo>
                    <a:pt x="5497" y="81"/>
                    <a:pt x="5188" y="1"/>
                    <a:pt x="485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8" name="Google Shape;3328;p58"/>
            <p:cNvSpPr/>
            <p:nvPr/>
          </p:nvSpPr>
          <p:spPr>
            <a:xfrm>
              <a:off x="5133000" y="506125"/>
              <a:ext cx="94250" cy="122825"/>
            </a:xfrm>
            <a:custGeom>
              <a:rect b="b" l="l" r="r" t="t"/>
              <a:pathLst>
                <a:path extrusionOk="0" h="4913" w="3770">
                  <a:moveTo>
                    <a:pt x="2718" y="0"/>
                  </a:moveTo>
                  <a:cubicBezTo>
                    <a:pt x="2464" y="0"/>
                    <a:pt x="2176" y="82"/>
                    <a:pt x="1869" y="255"/>
                  </a:cubicBezTo>
                  <a:cubicBezTo>
                    <a:pt x="768" y="988"/>
                    <a:pt x="67" y="2223"/>
                    <a:pt x="1" y="3557"/>
                  </a:cubicBezTo>
                  <a:cubicBezTo>
                    <a:pt x="1" y="4412"/>
                    <a:pt x="424" y="4912"/>
                    <a:pt x="1041" y="4912"/>
                  </a:cubicBezTo>
                  <a:cubicBezTo>
                    <a:pt x="1290" y="4912"/>
                    <a:pt x="1571" y="4830"/>
                    <a:pt x="1869" y="4658"/>
                  </a:cubicBezTo>
                  <a:cubicBezTo>
                    <a:pt x="3003" y="3924"/>
                    <a:pt x="3703" y="2690"/>
                    <a:pt x="3770" y="1355"/>
                  </a:cubicBezTo>
                  <a:cubicBezTo>
                    <a:pt x="3770" y="500"/>
                    <a:pt x="3347" y="0"/>
                    <a:pt x="271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9" name="Google Shape;3329;p58"/>
            <p:cNvSpPr/>
            <p:nvPr/>
          </p:nvSpPr>
          <p:spPr>
            <a:xfrm>
              <a:off x="4732725" y="752950"/>
              <a:ext cx="124125" cy="150675"/>
            </a:xfrm>
            <a:custGeom>
              <a:rect b="b" l="l" r="r" t="t"/>
              <a:pathLst>
                <a:path extrusionOk="0" h="6027" w="4965">
                  <a:moveTo>
                    <a:pt x="3403" y="422"/>
                  </a:moveTo>
                  <a:cubicBezTo>
                    <a:pt x="3569" y="422"/>
                    <a:pt x="3736" y="455"/>
                    <a:pt x="3870" y="522"/>
                  </a:cubicBezTo>
                  <a:cubicBezTo>
                    <a:pt x="4270" y="822"/>
                    <a:pt x="4470" y="1289"/>
                    <a:pt x="4403" y="1790"/>
                  </a:cubicBezTo>
                  <a:cubicBezTo>
                    <a:pt x="4337" y="3224"/>
                    <a:pt x="3569" y="4558"/>
                    <a:pt x="2335" y="5359"/>
                  </a:cubicBezTo>
                  <a:cubicBezTo>
                    <a:pt x="2100" y="5575"/>
                    <a:pt x="1828" y="5670"/>
                    <a:pt x="1564" y="5670"/>
                  </a:cubicBezTo>
                  <a:cubicBezTo>
                    <a:pt x="892" y="5670"/>
                    <a:pt x="276" y="5058"/>
                    <a:pt x="467" y="4291"/>
                  </a:cubicBezTo>
                  <a:cubicBezTo>
                    <a:pt x="534" y="2824"/>
                    <a:pt x="1301" y="1489"/>
                    <a:pt x="2535" y="689"/>
                  </a:cubicBezTo>
                  <a:cubicBezTo>
                    <a:pt x="2802" y="522"/>
                    <a:pt x="3102" y="422"/>
                    <a:pt x="3403" y="422"/>
                  </a:cubicBezTo>
                  <a:close/>
                  <a:moveTo>
                    <a:pt x="3287" y="0"/>
                  </a:moveTo>
                  <a:cubicBezTo>
                    <a:pt x="2961" y="0"/>
                    <a:pt x="2627" y="109"/>
                    <a:pt x="2335" y="355"/>
                  </a:cubicBezTo>
                  <a:cubicBezTo>
                    <a:pt x="1001" y="1223"/>
                    <a:pt x="167" y="2690"/>
                    <a:pt x="67" y="4291"/>
                  </a:cubicBezTo>
                  <a:cubicBezTo>
                    <a:pt x="0" y="4892"/>
                    <a:pt x="300" y="5492"/>
                    <a:pt x="801" y="5859"/>
                  </a:cubicBezTo>
                  <a:cubicBezTo>
                    <a:pt x="1001" y="5959"/>
                    <a:pt x="1234" y="6026"/>
                    <a:pt x="1468" y="6026"/>
                  </a:cubicBezTo>
                  <a:cubicBezTo>
                    <a:pt x="1835" y="5993"/>
                    <a:pt x="2202" y="5893"/>
                    <a:pt x="2535" y="5692"/>
                  </a:cubicBezTo>
                  <a:cubicBezTo>
                    <a:pt x="3836" y="4792"/>
                    <a:pt x="4704" y="3357"/>
                    <a:pt x="4770" y="1790"/>
                  </a:cubicBezTo>
                  <a:cubicBezTo>
                    <a:pt x="4964" y="772"/>
                    <a:pt x="4154" y="0"/>
                    <a:pt x="328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0" name="Google Shape;3330;p58"/>
            <p:cNvSpPr/>
            <p:nvPr/>
          </p:nvSpPr>
          <p:spPr>
            <a:xfrm>
              <a:off x="4761900" y="787225"/>
              <a:ext cx="63400" cy="82775"/>
            </a:xfrm>
            <a:custGeom>
              <a:rect b="b" l="l" r="r" t="t"/>
              <a:pathLst>
                <a:path extrusionOk="0" h="3311" w="2536">
                  <a:moveTo>
                    <a:pt x="1834" y="1"/>
                  </a:moveTo>
                  <a:cubicBezTo>
                    <a:pt x="1664" y="1"/>
                    <a:pt x="1472" y="59"/>
                    <a:pt x="1268" y="185"/>
                  </a:cubicBezTo>
                  <a:cubicBezTo>
                    <a:pt x="501" y="686"/>
                    <a:pt x="34" y="1486"/>
                    <a:pt x="1" y="2387"/>
                  </a:cubicBezTo>
                  <a:cubicBezTo>
                    <a:pt x="1" y="2972"/>
                    <a:pt x="280" y="3311"/>
                    <a:pt x="689" y="3311"/>
                  </a:cubicBezTo>
                  <a:cubicBezTo>
                    <a:pt x="863" y="3311"/>
                    <a:pt x="1059" y="3250"/>
                    <a:pt x="1268" y="3121"/>
                  </a:cubicBezTo>
                  <a:cubicBezTo>
                    <a:pt x="2035" y="2654"/>
                    <a:pt x="2502" y="1820"/>
                    <a:pt x="2536" y="919"/>
                  </a:cubicBezTo>
                  <a:cubicBezTo>
                    <a:pt x="2536" y="351"/>
                    <a:pt x="2250" y="1"/>
                    <a:pt x="183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1" name="Google Shape;3331;p58"/>
            <p:cNvSpPr/>
            <p:nvPr/>
          </p:nvSpPr>
          <p:spPr>
            <a:xfrm>
              <a:off x="5092975" y="1267450"/>
              <a:ext cx="124350" cy="149875"/>
            </a:xfrm>
            <a:custGeom>
              <a:rect b="b" l="l" r="r" t="t"/>
              <a:pathLst>
                <a:path extrusionOk="0" h="5995" w="4974">
                  <a:moveTo>
                    <a:pt x="3292" y="380"/>
                  </a:moveTo>
                  <a:cubicBezTo>
                    <a:pt x="3961" y="380"/>
                    <a:pt x="4595" y="991"/>
                    <a:pt x="4404" y="1758"/>
                  </a:cubicBezTo>
                  <a:cubicBezTo>
                    <a:pt x="4337" y="3225"/>
                    <a:pt x="3536" y="4560"/>
                    <a:pt x="2335" y="5360"/>
                  </a:cubicBezTo>
                  <a:cubicBezTo>
                    <a:pt x="2101" y="5576"/>
                    <a:pt x="1830" y="5670"/>
                    <a:pt x="1567" y="5670"/>
                  </a:cubicBezTo>
                  <a:cubicBezTo>
                    <a:pt x="892" y="5670"/>
                    <a:pt x="266" y="5051"/>
                    <a:pt x="434" y="4260"/>
                  </a:cubicBezTo>
                  <a:cubicBezTo>
                    <a:pt x="534" y="2792"/>
                    <a:pt x="1301" y="1491"/>
                    <a:pt x="2536" y="690"/>
                  </a:cubicBezTo>
                  <a:cubicBezTo>
                    <a:pt x="2761" y="474"/>
                    <a:pt x="3030" y="380"/>
                    <a:pt x="3292" y="380"/>
                  </a:cubicBezTo>
                  <a:close/>
                  <a:moveTo>
                    <a:pt x="3291" y="1"/>
                  </a:moveTo>
                  <a:cubicBezTo>
                    <a:pt x="2963" y="1"/>
                    <a:pt x="2628" y="110"/>
                    <a:pt x="2335" y="357"/>
                  </a:cubicBezTo>
                  <a:cubicBezTo>
                    <a:pt x="1001" y="1224"/>
                    <a:pt x="167" y="2658"/>
                    <a:pt x="67" y="4260"/>
                  </a:cubicBezTo>
                  <a:cubicBezTo>
                    <a:pt x="0" y="4893"/>
                    <a:pt x="301" y="5494"/>
                    <a:pt x="801" y="5827"/>
                  </a:cubicBezTo>
                  <a:cubicBezTo>
                    <a:pt x="1001" y="5961"/>
                    <a:pt x="1235" y="5994"/>
                    <a:pt x="1468" y="5994"/>
                  </a:cubicBezTo>
                  <a:cubicBezTo>
                    <a:pt x="1835" y="5994"/>
                    <a:pt x="2202" y="5894"/>
                    <a:pt x="2536" y="5694"/>
                  </a:cubicBezTo>
                  <a:cubicBezTo>
                    <a:pt x="3870" y="4827"/>
                    <a:pt x="4704" y="3359"/>
                    <a:pt x="4804" y="1758"/>
                  </a:cubicBezTo>
                  <a:cubicBezTo>
                    <a:pt x="4973" y="765"/>
                    <a:pt x="4159" y="1"/>
                    <a:pt x="329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2" name="Google Shape;3332;p58"/>
            <p:cNvSpPr/>
            <p:nvPr/>
          </p:nvSpPr>
          <p:spPr>
            <a:xfrm>
              <a:off x="5122150" y="1301625"/>
              <a:ext cx="63425" cy="82400"/>
            </a:xfrm>
            <a:custGeom>
              <a:rect b="b" l="l" r="r" t="t"/>
              <a:pathLst>
                <a:path extrusionOk="0" h="3296" w="2537">
                  <a:moveTo>
                    <a:pt x="1848" y="0"/>
                  </a:moveTo>
                  <a:cubicBezTo>
                    <a:pt x="1674" y="0"/>
                    <a:pt x="1477" y="61"/>
                    <a:pt x="1269" y="191"/>
                  </a:cubicBezTo>
                  <a:cubicBezTo>
                    <a:pt x="501" y="658"/>
                    <a:pt x="34" y="1492"/>
                    <a:pt x="1" y="2392"/>
                  </a:cubicBezTo>
                  <a:cubicBezTo>
                    <a:pt x="1" y="2962"/>
                    <a:pt x="289" y="3296"/>
                    <a:pt x="707" y="3296"/>
                  </a:cubicBezTo>
                  <a:cubicBezTo>
                    <a:pt x="876" y="3296"/>
                    <a:pt x="1067" y="3241"/>
                    <a:pt x="1269" y="3126"/>
                  </a:cubicBezTo>
                  <a:cubicBezTo>
                    <a:pt x="2036" y="2626"/>
                    <a:pt x="2503" y="1825"/>
                    <a:pt x="2536" y="924"/>
                  </a:cubicBezTo>
                  <a:cubicBezTo>
                    <a:pt x="2536" y="339"/>
                    <a:pt x="2257" y="0"/>
                    <a:pt x="184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3" name="Google Shape;3333;p58"/>
            <p:cNvSpPr/>
            <p:nvPr/>
          </p:nvSpPr>
          <p:spPr>
            <a:xfrm>
              <a:off x="5272275" y="806675"/>
              <a:ext cx="122925" cy="150300"/>
            </a:xfrm>
            <a:custGeom>
              <a:rect b="b" l="l" r="r" t="t"/>
              <a:pathLst>
                <a:path extrusionOk="0" h="6012" w="4917">
                  <a:moveTo>
                    <a:pt x="3271" y="365"/>
                  </a:moveTo>
                  <a:cubicBezTo>
                    <a:pt x="3946" y="365"/>
                    <a:pt x="4571" y="984"/>
                    <a:pt x="4403" y="1776"/>
                  </a:cubicBezTo>
                  <a:cubicBezTo>
                    <a:pt x="4303" y="3210"/>
                    <a:pt x="3536" y="4544"/>
                    <a:pt x="2302" y="5345"/>
                  </a:cubicBezTo>
                  <a:cubicBezTo>
                    <a:pt x="2067" y="5561"/>
                    <a:pt x="1794" y="5655"/>
                    <a:pt x="1531" y="5655"/>
                  </a:cubicBezTo>
                  <a:cubicBezTo>
                    <a:pt x="859" y="5655"/>
                    <a:pt x="242" y="5044"/>
                    <a:pt x="434" y="4277"/>
                  </a:cubicBezTo>
                  <a:cubicBezTo>
                    <a:pt x="501" y="2810"/>
                    <a:pt x="1268" y="1475"/>
                    <a:pt x="2502" y="675"/>
                  </a:cubicBezTo>
                  <a:cubicBezTo>
                    <a:pt x="2736" y="459"/>
                    <a:pt x="3007" y="365"/>
                    <a:pt x="3271" y="365"/>
                  </a:cubicBezTo>
                  <a:close/>
                  <a:moveTo>
                    <a:pt x="3258" y="0"/>
                  </a:moveTo>
                  <a:cubicBezTo>
                    <a:pt x="2935" y="0"/>
                    <a:pt x="2601" y="105"/>
                    <a:pt x="2302" y="341"/>
                  </a:cubicBezTo>
                  <a:cubicBezTo>
                    <a:pt x="968" y="1208"/>
                    <a:pt x="134" y="2676"/>
                    <a:pt x="67" y="4277"/>
                  </a:cubicBezTo>
                  <a:cubicBezTo>
                    <a:pt x="0" y="4878"/>
                    <a:pt x="267" y="5478"/>
                    <a:pt x="801" y="5845"/>
                  </a:cubicBezTo>
                  <a:cubicBezTo>
                    <a:pt x="968" y="5945"/>
                    <a:pt x="1201" y="6012"/>
                    <a:pt x="1435" y="6012"/>
                  </a:cubicBezTo>
                  <a:cubicBezTo>
                    <a:pt x="1802" y="5979"/>
                    <a:pt x="2168" y="5878"/>
                    <a:pt x="2502" y="5678"/>
                  </a:cubicBezTo>
                  <a:cubicBezTo>
                    <a:pt x="3836" y="4811"/>
                    <a:pt x="4670" y="3343"/>
                    <a:pt x="4770" y="1776"/>
                  </a:cubicBezTo>
                  <a:cubicBezTo>
                    <a:pt x="4916" y="755"/>
                    <a:pt x="4124" y="0"/>
                    <a:pt x="325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4" name="Google Shape;3334;p58"/>
            <p:cNvSpPr/>
            <p:nvPr/>
          </p:nvSpPr>
          <p:spPr>
            <a:xfrm>
              <a:off x="5300625" y="840600"/>
              <a:ext cx="64225" cy="82775"/>
            </a:xfrm>
            <a:custGeom>
              <a:rect b="b" l="l" r="r" t="t"/>
              <a:pathLst>
                <a:path extrusionOk="0" h="3311" w="2569">
                  <a:moveTo>
                    <a:pt x="1840" y="1"/>
                  </a:moveTo>
                  <a:cubicBezTo>
                    <a:pt x="1666" y="1"/>
                    <a:pt x="1471" y="59"/>
                    <a:pt x="1268" y="185"/>
                  </a:cubicBezTo>
                  <a:cubicBezTo>
                    <a:pt x="534" y="685"/>
                    <a:pt x="34" y="1486"/>
                    <a:pt x="0" y="2387"/>
                  </a:cubicBezTo>
                  <a:cubicBezTo>
                    <a:pt x="0" y="2972"/>
                    <a:pt x="280" y="3311"/>
                    <a:pt x="689" y="3311"/>
                  </a:cubicBezTo>
                  <a:cubicBezTo>
                    <a:pt x="862" y="3311"/>
                    <a:pt x="1059" y="3250"/>
                    <a:pt x="1268" y="3120"/>
                  </a:cubicBezTo>
                  <a:cubicBezTo>
                    <a:pt x="2035" y="2653"/>
                    <a:pt x="2502" y="1820"/>
                    <a:pt x="2569" y="919"/>
                  </a:cubicBezTo>
                  <a:cubicBezTo>
                    <a:pt x="2569" y="351"/>
                    <a:pt x="2266" y="1"/>
                    <a:pt x="184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5" name="Google Shape;3335;p58"/>
            <p:cNvSpPr/>
            <p:nvPr/>
          </p:nvSpPr>
          <p:spPr>
            <a:xfrm>
              <a:off x="4440850" y="1249125"/>
              <a:ext cx="124350" cy="150675"/>
            </a:xfrm>
            <a:custGeom>
              <a:rect b="b" l="l" r="r" t="t"/>
              <a:pathLst>
                <a:path extrusionOk="0" h="6027" w="4974">
                  <a:moveTo>
                    <a:pt x="3289" y="380"/>
                  </a:moveTo>
                  <a:cubicBezTo>
                    <a:pt x="3959" y="380"/>
                    <a:pt x="4595" y="999"/>
                    <a:pt x="4403" y="1790"/>
                  </a:cubicBezTo>
                  <a:cubicBezTo>
                    <a:pt x="4337" y="3225"/>
                    <a:pt x="3536" y="4559"/>
                    <a:pt x="2335" y="5359"/>
                  </a:cubicBezTo>
                  <a:cubicBezTo>
                    <a:pt x="2100" y="5576"/>
                    <a:pt x="1828" y="5670"/>
                    <a:pt x="1563" y="5670"/>
                  </a:cubicBezTo>
                  <a:cubicBezTo>
                    <a:pt x="890" y="5670"/>
                    <a:pt x="266" y="5058"/>
                    <a:pt x="434" y="4292"/>
                  </a:cubicBezTo>
                  <a:cubicBezTo>
                    <a:pt x="534" y="2824"/>
                    <a:pt x="1301" y="1490"/>
                    <a:pt x="2535" y="689"/>
                  </a:cubicBezTo>
                  <a:cubicBezTo>
                    <a:pt x="2760" y="474"/>
                    <a:pt x="3027" y="380"/>
                    <a:pt x="3289" y="380"/>
                  </a:cubicBezTo>
                  <a:close/>
                  <a:moveTo>
                    <a:pt x="3288" y="1"/>
                  </a:moveTo>
                  <a:cubicBezTo>
                    <a:pt x="2961" y="1"/>
                    <a:pt x="2627" y="110"/>
                    <a:pt x="2335" y="356"/>
                  </a:cubicBezTo>
                  <a:cubicBezTo>
                    <a:pt x="1001" y="1223"/>
                    <a:pt x="167" y="2691"/>
                    <a:pt x="67" y="4292"/>
                  </a:cubicBezTo>
                  <a:cubicBezTo>
                    <a:pt x="0" y="4892"/>
                    <a:pt x="300" y="5493"/>
                    <a:pt x="801" y="5860"/>
                  </a:cubicBezTo>
                  <a:cubicBezTo>
                    <a:pt x="1001" y="5960"/>
                    <a:pt x="1234" y="6027"/>
                    <a:pt x="1468" y="6027"/>
                  </a:cubicBezTo>
                  <a:cubicBezTo>
                    <a:pt x="1835" y="5993"/>
                    <a:pt x="2202" y="5893"/>
                    <a:pt x="2535" y="5693"/>
                  </a:cubicBezTo>
                  <a:cubicBezTo>
                    <a:pt x="3870" y="4826"/>
                    <a:pt x="4704" y="3358"/>
                    <a:pt x="4804" y="1790"/>
                  </a:cubicBezTo>
                  <a:cubicBezTo>
                    <a:pt x="4973" y="772"/>
                    <a:pt x="4157" y="1"/>
                    <a:pt x="328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6" name="Google Shape;3336;p58"/>
            <p:cNvSpPr/>
            <p:nvPr/>
          </p:nvSpPr>
          <p:spPr>
            <a:xfrm>
              <a:off x="4470025" y="1283425"/>
              <a:ext cx="63400" cy="82775"/>
            </a:xfrm>
            <a:custGeom>
              <a:rect b="b" l="l" r="r" t="t"/>
              <a:pathLst>
                <a:path extrusionOk="0" h="3311" w="2536">
                  <a:moveTo>
                    <a:pt x="1834" y="0"/>
                  </a:moveTo>
                  <a:cubicBezTo>
                    <a:pt x="1663" y="0"/>
                    <a:pt x="1471" y="59"/>
                    <a:pt x="1268" y="185"/>
                  </a:cubicBezTo>
                  <a:cubicBezTo>
                    <a:pt x="501" y="685"/>
                    <a:pt x="34" y="1486"/>
                    <a:pt x="1" y="2386"/>
                  </a:cubicBezTo>
                  <a:cubicBezTo>
                    <a:pt x="1" y="2972"/>
                    <a:pt x="280" y="3311"/>
                    <a:pt x="689" y="3311"/>
                  </a:cubicBezTo>
                  <a:cubicBezTo>
                    <a:pt x="863" y="3311"/>
                    <a:pt x="1059" y="3249"/>
                    <a:pt x="1268" y="3120"/>
                  </a:cubicBezTo>
                  <a:cubicBezTo>
                    <a:pt x="2002" y="2653"/>
                    <a:pt x="2502" y="1819"/>
                    <a:pt x="2536" y="919"/>
                  </a:cubicBezTo>
                  <a:cubicBezTo>
                    <a:pt x="2536" y="350"/>
                    <a:pt x="2250" y="0"/>
                    <a:pt x="183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7" name="Google Shape;3337;p58"/>
            <p:cNvSpPr/>
            <p:nvPr/>
          </p:nvSpPr>
          <p:spPr>
            <a:xfrm>
              <a:off x="4211500" y="1353900"/>
              <a:ext cx="85650" cy="104275"/>
            </a:xfrm>
            <a:custGeom>
              <a:rect b="b" l="l" r="r" t="t"/>
              <a:pathLst>
                <a:path extrusionOk="0" h="4171" w="3426">
                  <a:moveTo>
                    <a:pt x="2336" y="268"/>
                  </a:moveTo>
                  <a:cubicBezTo>
                    <a:pt x="2436" y="268"/>
                    <a:pt x="2569" y="335"/>
                    <a:pt x="2670" y="401"/>
                  </a:cubicBezTo>
                  <a:cubicBezTo>
                    <a:pt x="2936" y="568"/>
                    <a:pt x="3070" y="902"/>
                    <a:pt x="3036" y="1235"/>
                  </a:cubicBezTo>
                  <a:cubicBezTo>
                    <a:pt x="2970" y="2236"/>
                    <a:pt x="2436" y="3170"/>
                    <a:pt x="1602" y="3737"/>
                  </a:cubicBezTo>
                  <a:cubicBezTo>
                    <a:pt x="1443" y="3887"/>
                    <a:pt x="1257" y="3953"/>
                    <a:pt x="1077" y="3953"/>
                  </a:cubicBezTo>
                  <a:cubicBezTo>
                    <a:pt x="613" y="3953"/>
                    <a:pt x="181" y="3522"/>
                    <a:pt x="301" y="2970"/>
                  </a:cubicBezTo>
                  <a:cubicBezTo>
                    <a:pt x="335" y="1969"/>
                    <a:pt x="868" y="1035"/>
                    <a:pt x="1736" y="468"/>
                  </a:cubicBezTo>
                  <a:cubicBezTo>
                    <a:pt x="1902" y="368"/>
                    <a:pt x="2136" y="301"/>
                    <a:pt x="2336" y="301"/>
                  </a:cubicBezTo>
                  <a:lnTo>
                    <a:pt x="2336" y="268"/>
                  </a:lnTo>
                  <a:close/>
                  <a:moveTo>
                    <a:pt x="2250" y="0"/>
                  </a:moveTo>
                  <a:cubicBezTo>
                    <a:pt x="2027" y="0"/>
                    <a:pt x="1800" y="72"/>
                    <a:pt x="1602" y="234"/>
                  </a:cubicBezTo>
                  <a:cubicBezTo>
                    <a:pt x="668" y="835"/>
                    <a:pt x="101" y="1869"/>
                    <a:pt x="34" y="2970"/>
                  </a:cubicBezTo>
                  <a:cubicBezTo>
                    <a:pt x="1" y="3370"/>
                    <a:pt x="201" y="3804"/>
                    <a:pt x="535" y="4037"/>
                  </a:cubicBezTo>
                  <a:cubicBezTo>
                    <a:pt x="668" y="4104"/>
                    <a:pt x="835" y="4171"/>
                    <a:pt x="1002" y="4171"/>
                  </a:cubicBezTo>
                  <a:cubicBezTo>
                    <a:pt x="1269" y="4137"/>
                    <a:pt x="1502" y="4071"/>
                    <a:pt x="1736" y="3937"/>
                  </a:cubicBezTo>
                  <a:cubicBezTo>
                    <a:pt x="2670" y="3337"/>
                    <a:pt x="3237" y="2336"/>
                    <a:pt x="3303" y="1235"/>
                  </a:cubicBezTo>
                  <a:cubicBezTo>
                    <a:pt x="3425" y="529"/>
                    <a:pt x="2853" y="0"/>
                    <a:pt x="225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8" name="Google Shape;3338;p58"/>
            <p:cNvSpPr/>
            <p:nvPr/>
          </p:nvSpPr>
          <p:spPr>
            <a:xfrm>
              <a:off x="4230700" y="1377300"/>
              <a:ext cx="44225" cy="56975"/>
            </a:xfrm>
            <a:custGeom>
              <a:rect b="b" l="l" r="r" t="t"/>
              <a:pathLst>
                <a:path extrusionOk="0" h="2279" w="1769">
                  <a:moveTo>
                    <a:pt x="1306" y="1"/>
                  </a:moveTo>
                  <a:cubicBezTo>
                    <a:pt x="1187" y="1"/>
                    <a:pt x="1050" y="43"/>
                    <a:pt x="901" y="132"/>
                  </a:cubicBezTo>
                  <a:cubicBezTo>
                    <a:pt x="367" y="466"/>
                    <a:pt x="34" y="1033"/>
                    <a:pt x="0" y="1667"/>
                  </a:cubicBezTo>
                  <a:cubicBezTo>
                    <a:pt x="0" y="2050"/>
                    <a:pt x="206" y="2278"/>
                    <a:pt x="507" y="2278"/>
                  </a:cubicBezTo>
                  <a:cubicBezTo>
                    <a:pt x="626" y="2278"/>
                    <a:pt x="759" y="2243"/>
                    <a:pt x="901" y="2167"/>
                  </a:cubicBezTo>
                  <a:cubicBezTo>
                    <a:pt x="1435" y="1834"/>
                    <a:pt x="1735" y="1267"/>
                    <a:pt x="1768" y="633"/>
                  </a:cubicBezTo>
                  <a:cubicBezTo>
                    <a:pt x="1768" y="235"/>
                    <a:pt x="1587" y="1"/>
                    <a:pt x="1306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9" name="Google Shape;3339;p58"/>
            <p:cNvSpPr/>
            <p:nvPr/>
          </p:nvSpPr>
          <p:spPr>
            <a:xfrm>
              <a:off x="5566650" y="885225"/>
              <a:ext cx="85025" cy="104275"/>
            </a:xfrm>
            <a:custGeom>
              <a:rect b="b" l="l" r="r" t="t"/>
              <a:pathLst>
                <a:path extrusionOk="0" h="4171" w="3401">
                  <a:moveTo>
                    <a:pt x="2261" y="253"/>
                  </a:moveTo>
                  <a:cubicBezTo>
                    <a:pt x="2724" y="253"/>
                    <a:pt x="3156" y="684"/>
                    <a:pt x="3036" y="1235"/>
                  </a:cubicBezTo>
                  <a:cubicBezTo>
                    <a:pt x="2969" y="2203"/>
                    <a:pt x="2435" y="3137"/>
                    <a:pt x="1601" y="3670"/>
                  </a:cubicBezTo>
                  <a:cubicBezTo>
                    <a:pt x="1429" y="3800"/>
                    <a:pt x="1215" y="3873"/>
                    <a:pt x="1004" y="3873"/>
                  </a:cubicBezTo>
                  <a:cubicBezTo>
                    <a:pt x="889" y="3873"/>
                    <a:pt x="774" y="3851"/>
                    <a:pt x="667" y="3804"/>
                  </a:cubicBezTo>
                  <a:cubicBezTo>
                    <a:pt x="401" y="3604"/>
                    <a:pt x="267" y="3270"/>
                    <a:pt x="301" y="2970"/>
                  </a:cubicBezTo>
                  <a:cubicBezTo>
                    <a:pt x="367" y="1936"/>
                    <a:pt x="901" y="1035"/>
                    <a:pt x="1735" y="468"/>
                  </a:cubicBezTo>
                  <a:cubicBezTo>
                    <a:pt x="1894" y="318"/>
                    <a:pt x="2080" y="253"/>
                    <a:pt x="2261" y="253"/>
                  </a:cubicBezTo>
                  <a:close/>
                  <a:moveTo>
                    <a:pt x="2244" y="1"/>
                  </a:moveTo>
                  <a:cubicBezTo>
                    <a:pt x="2024" y="1"/>
                    <a:pt x="1799" y="73"/>
                    <a:pt x="1601" y="235"/>
                  </a:cubicBezTo>
                  <a:cubicBezTo>
                    <a:pt x="667" y="835"/>
                    <a:pt x="100" y="1869"/>
                    <a:pt x="34" y="2970"/>
                  </a:cubicBezTo>
                  <a:cubicBezTo>
                    <a:pt x="0" y="3370"/>
                    <a:pt x="167" y="3804"/>
                    <a:pt x="534" y="4037"/>
                  </a:cubicBezTo>
                  <a:cubicBezTo>
                    <a:pt x="667" y="4104"/>
                    <a:pt x="834" y="4171"/>
                    <a:pt x="1001" y="4171"/>
                  </a:cubicBezTo>
                  <a:cubicBezTo>
                    <a:pt x="1268" y="4137"/>
                    <a:pt x="1501" y="4071"/>
                    <a:pt x="1735" y="3937"/>
                  </a:cubicBezTo>
                  <a:cubicBezTo>
                    <a:pt x="2669" y="3337"/>
                    <a:pt x="3236" y="2303"/>
                    <a:pt x="3303" y="1235"/>
                  </a:cubicBezTo>
                  <a:cubicBezTo>
                    <a:pt x="3400" y="529"/>
                    <a:pt x="2840" y="1"/>
                    <a:pt x="224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0" name="Google Shape;3340;p58"/>
            <p:cNvSpPr/>
            <p:nvPr/>
          </p:nvSpPr>
          <p:spPr>
            <a:xfrm>
              <a:off x="5585825" y="909150"/>
              <a:ext cx="44225" cy="56950"/>
            </a:xfrm>
            <a:custGeom>
              <a:rect b="b" l="l" r="r" t="t"/>
              <a:pathLst>
                <a:path extrusionOk="0" h="2278" w="1769">
                  <a:moveTo>
                    <a:pt x="1274" y="1"/>
                  </a:moveTo>
                  <a:cubicBezTo>
                    <a:pt x="1160" y="1"/>
                    <a:pt x="1033" y="36"/>
                    <a:pt x="901" y="112"/>
                  </a:cubicBezTo>
                  <a:cubicBezTo>
                    <a:pt x="367" y="445"/>
                    <a:pt x="34" y="1012"/>
                    <a:pt x="1" y="1646"/>
                  </a:cubicBezTo>
                  <a:cubicBezTo>
                    <a:pt x="1" y="2044"/>
                    <a:pt x="198" y="2278"/>
                    <a:pt x="489" y="2278"/>
                  </a:cubicBezTo>
                  <a:cubicBezTo>
                    <a:pt x="612" y="2278"/>
                    <a:pt x="752" y="2236"/>
                    <a:pt x="901" y="2146"/>
                  </a:cubicBezTo>
                  <a:cubicBezTo>
                    <a:pt x="1402" y="1813"/>
                    <a:pt x="1735" y="1246"/>
                    <a:pt x="1768" y="612"/>
                  </a:cubicBezTo>
                  <a:cubicBezTo>
                    <a:pt x="1768" y="229"/>
                    <a:pt x="1563" y="1"/>
                    <a:pt x="127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1" name="Google Shape;3341;p58"/>
            <p:cNvSpPr/>
            <p:nvPr/>
          </p:nvSpPr>
          <p:spPr>
            <a:xfrm>
              <a:off x="5424875" y="1154925"/>
              <a:ext cx="271225" cy="339100"/>
            </a:xfrm>
            <a:custGeom>
              <a:rect b="b" l="l" r="r" t="t"/>
              <a:pathLst>
                <a:path extrusionOk="0" h="13564" w="10849">
                  <a:moveTo>
                    <a:pt x="10108" y="321"/>
                  </a:moveTo>
                  <a:cubicBezTo>
                    <a:pt x="10175" y="321"/>
                    <a:pt x="10208" y="355"/>
                    <a:pt x="10275" y="388"/>
                  </a:cubicBezTo>
                  <a:cubicBezTo>
                    <a:pt x="10408" y="488"/>
                    <a:pt x="10475" y="655"/>
                    <a:pt x="10475" y="822"/>
                  </a:cubicBezTo>
                  <a:lnTo>
                    <a:pt x="10475" y="6726"/>
                  </a:lnTo>
                  <a:cubicBezTo>
                    <a:pt x="10441" y="7326"/>
                    <a:pt x="10108" y="7860"/>
                    <a:pt x="9641" y="8193"/>
                  </a:cubicBezTo>
                  <a:lnTo>
                    <a:pt x="1068" y="13164"/>
                  </a:lnTo>
                  <a:cubicBezTo>
                    <a:pt x="980" y="13234"/>
                    <a:pt x="883" y="13265"/>
                    <a:pt x="789" y="13265"/>
                  </a:cubicBezTo>
                  <a:cubicBezTo>
                    <a:pt x="527" y="13265"/>
                    <a:pt x="294" y="13025"/>
                    <a:pt x="368" y="12730"/>
                  </a:cubicBezTo>
                  <a:lnTo>
                    <a:pt x="368" y="6859"/>
                  </a:lnTo>
                  <a:cubicBezTo>
                    <a:pt x="401" y="6259"/>
                    <a:pt x="701" y="5725"/>
                    <a:pt x="1201" y="5391"/>
                  </a:cubicBezTo>
                  <a:lnTo>
                    <a:pt x="9774" y="421"/>
                  </a:lnTo>
                  <a:cubicBezTo>
                    <a:pt x="9874" y="388"/>
                    <a:pt x="10008" y="321"/>
                    <a:pt x="10108" y="321"/>
                  </a:cubicBezTo>
                  <a:close/>
                  <a:moveTo>
                    <a:pt x="10058" y="0"/>
                  </a:moveTo>
                  <a:cubicBezTo>
                    <a:pt x="9907" y="0"/>
                    <a:pt x="9750" y="47"/>
                    <a:pt x="9607" y="154"/>
                  </a:cubicBezTo>
                  <a:lnTo>
                    <a:pt x="1035" y="5091"/>
                  </a:lnTo>
                  <a:cubicBezTo>
                    <a:pt x="434" y="5492"/>
                    <a:pt x="67" y="6125"/>
                    <a:pt x="34" y="6859"/>
                  </a:cubicBezTo>
                  <a:lnTo>
                    <a:pt x="34" y="12730"/>
                  </a:lnTo>
                  <a:cubicBezTo>
                    <a:pt x="1" y="13030"/>
                    <a:pt x="134" y="13297"/>
                    <a:pt x="401" y="13464"/>
                  </a:cubicBezTo>
                  <a:cubicBezTo>
                    <a:pt x="501" y="13531"/>
                    <a:pt x="601" y="13564"/>
                    <a:pt x="701" y="13564"/>
                  </a:cubicBezTo>
                  <a:cubicBezTo>
                    <a:pt x="901" y="13564"/>
                    <a:pt x="1068" y="13497"/>
                    <a:pt x="1201" y="13397"/>
                  </a:cubicBezTo>
                  <a:lnTo>
                    <a:pt x="9774" y="8460"/>
                  </a:lnTo>
                  <a:cubicBezTo>
                    <a:pt x="10375" y="8060"/>
                    <a:pt x="10742" y="7426"/>
                    <a:pt x="10775" y="6726"/>
                  </a:cubicBezTo>
                  <a:lnTo>
                    <a:pt x="10775" y="822"/>
                  </a:lnTo>
                  <a:cubicBezTo>
                    <a:pt x="10848" y="357"/>
                    <a:pt x="10474" y="0"/>
                    <a:pt x="1005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2" name="Google Shape;3342;p58"/>
            <p:cNvSpPr/>
            <p:nvPr/>
          </p:nvSpPr>
          <p:spPr>
            <a:xfrm>
              <a:off x="5468250" y="1230775"/>
              <a:ext cx="184500" cy="108150"/>
            </a:xfrm>
            <a:custGeom>
              <a:rect b="b" l="l" r="r" t="t"/>
              <a:pathLst>
                <a:path extrusionOk="0" h="4326" w="7380">
                  <a:moveTo>
                    <a:pt x="7148" y="0"/>
                  </a:moveTo>
                  <a:cubicBezTo>
                    <a:pt x="7123" y="0"/>
                    <a:pt x="7098" y="7"/>
                    <a:pt x="7072" y="22"/>
                  </a:cubicBezTo>
                  <a:lnTo>
                    <a:pt x="134" y="4025"/>
                  </a:lnTo>
                  <a:cubicBezTo>
                    <a:pt x="0" y="4125"/>
                    <a:pt x="34" y="4326"/>
                    <a:pt x="200" y="4326"/>
                  </a:cubicBezTo>
                  <a:lnTo>
                    <a:pt x="267" y="4326"/>
                  </a:lnTo>
                  <a:lnTo>
                    <a:pt x="7239" y="289"/>
                  </a:lnTo>
                  <a:cubicBezTo>
                    <a:pt x="7380" y="205"/>
                    <a:pt x="7282" y="0"/>
                    <a:pt x="714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3" name="Google Shape;3343;p58"/>
            <p:cNvSpPr/>
            <p:nvPr/>
          </p:nvSpPr>
          <p:spPr>
            <a:xfrm>
              <a:off x="5468250" y="1271625"/>
              <a:ext cx="184500" cy="108175"/>
            </a:xfrm>
            <a:custGeom>
              <a:rect b="b" l="l" r="r" t="t"/>
              <a:pathLst>
                <a:path extrusionOk="0" h="4327" w="7380">
                  <a:moveTo>
                    <a:pt x="7148" y="1"/>
                  </a:moveTo>
                  <a:cubicBezTo>
                    <a:pt x="7123" y="1"/>
                    <a:pt x="7098" y="8"/>
                    <a:pt x="7072" y="23"/>
                  </a:cubicBezTo>
                  <a:lnTo>
                    <a:pt x="134" y="4026"/>
                  </a:lnTo>
                  <a:cubicBezTo>
                    <a:pt x="0" y="4126"/>
                    <a:pt x="34" y="4326"/>
                    <a:pt x="200" y="4326"/>
                  </a:cubicBezTo>
                  <a:lnTo>
                    <a:pt x="267" y="4326"/>
                  </a:lnTo>
                  <a:lnTo>
                    <a:pt x="7239" y="290"/>
                  </a:lnTo>
                  <a:cubicBezTo>
                    <a:pt x="7380" y="205"/>
                    <a:pt x="7282" y="1"/>
                    <a:pt x="714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4" name="Google Shape;3344;p58"/>
            <p:cNvSpPr/>
            <p:nvPr/>
          </p:nvSpPr>
          <p:spPr>
            <a:xfrm>
              <a:off x="5469075" y="1312725"/>
              <a:ext cx="182650" cy="107925"/>
            </a:xfrm>
            <a:custGeom>
              <a:rect b="b" l="l" r="r" t="t"/>
              <a:pathLst>
                <a:path extrusionOk="0" h="4317" w="7306">
                  <a:moveTo>
                    <a:pt x="7098" y="0"/>
                  </a:moveTo>
                  <a:cubicBezTo>
                    <a:pt x="7077" y="0"/>
                    <a:pt x="7057" y="5"/>
                    <a:pt x="7039" y="13"/>
                  </a:cubicBezTo>
                  <a:lnTo>
                    <a:pt x="101" y="4016"/>
                  </a:lnTo>
                  <a:cubicBezTo>
                    <a:pt x="1" y="4083"/>
                    <a:pt x="1" y="4183"/>
                    <a:pt x="34" y="4250"/>
                  </a:cubicBezTo>
                  <a:cubicBezTo>
                    <a:pt x="67" y="4283"/>
                    <a:pt x="101" y="4317"/>
                    <a:pt x="167" y="4317"/>
                  </a:cubicBezTo>
                  <a:lnTo>
                    <a:pt x="234" y="4317"/>
                  </a:lnTo>
                  <a:lnTo>
                    <a:pt x="7206" y="280"/>
                  </a:lnTo>
                  <a:cubicBezTo>
                    <a:pt x="7272" y="247"/>
                    <a:pt x="7306" y="147"/>
                    <a:pt x="7272" y="80"/>
                  </a:cubicBezTo>
                  <a:cubicBezTo>
                    <a:pt x="7224" y="31"/>
                    <a:pt x="7157" y="0"/>
                    <a:pt x="709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5" name="Google Shape;3345;p58"/>
            <p:cNvSpPr/>
            <p:nvPr/>
          </p:nvSpPr>
          <p:spPr>
            <a:xfrm>
              <a:off x="5741775" y="2234875"/>
              <a:ext cx="271225" cy="338275"/>
            </a:xfrm>
            <a:custGeom>
              <a:rect b="b" l="l" r="r" t="t"/>
              <a:pathLst>
                <a:path extrusionOk="0" h="13531" w="10849">
                  <a:moveTo>
                    <a:pt x="10053" y="299"/>
                  </a:moveTo>
                  <a:cubicBezTo>
                    <a:pt x="10293" y="299"/>
                    <a:pt x="10513" y="534"/>
                    <a:pt x="10441" y="821"/>
                  </a:cubicBezTo>
                  <a:lnTo>
                    <a:pt x="10441" y="6725"/>
                  </a:lnTo>
                  <a:cubicBezTo>
                    <a:pt x="10408" y="7292"/>
                    <a:pt x="10108" y="7859"/>
                    <a:pt x="9607" y="8193"/>
                  </a:cubicBezTo>
                  <a:lnTo>
                    <a:pt x="1034" y="13130"/>
                  </a:lnTo>
                  <a:cubicBezTo>
                    <a:pt x="955" y="13200"/>
                    <a:pt x="862" y="13231"/>
                    <a:pt x="770" y="13231"/>
                  </a:cubicBezTo>
                  <a:cubicBezTo>
                    <a:pt x="514" y="13231"/>
                    <a:pt x="269" y="12991"/>
                    <a:pt x="367" y="12696"/>
                  </a:cubicBezTo>
                  <a:lnTo>
                    <a:pt x="367" y="6825"/>
                  </a:lnTo>
                  <a:cubicBezTo>
                    <a:pt x="401" y="6225"/>
                    <a:pt x="701" y="5691"/>
                    <a:pt x="1201" y="5358"/>
                  </a:cubicBezTo>
                  <a:lnTo>
                    <a:pt x="9774" y="421"/>
                  </a:lnTo>
                  <a:cubicBezTo>
                    <a:pt x="9859" y="336"/>
                    <a:pt x="9958" y="299"/>
                    <a:pt x="10053" y="299"/>
                  </a:cubicBezTo>
                  <a:close/>
                  <a:moveTo>
                    <a:pt x="10041" y="0"/>
                  </a:moveTo>
                  <a:cubicBezTo>
                    <a:pt x="9892" y="0"/>
                    <a:pt x="9740" y="48"/>
                    <a:pt x="9607" y="154"/>
                  </a:cubicBezTo>
                  <a:lnTo>
                    <a:pt x="1034" y="5124"/>
                  </a:lnTo>
                  <a:cubicBezTo>
                    <a:pt x="434" y="5491"/>
                    <a:pt x="67" y="6158"/>
                    <a:pt x="34" y="6859"/>
                  </a:cubicBezTo>
                  <a:lnTo>
                    <a:pt x="34" y="12696"/>
                  </a:lnTo>
                  <a:cubicBezTo>
                    <a:pt x="0" y="12996"/>
                    <a:pt x="134" y="13297"/>
                    <a:pt x="367" y="13463"/>
                  </a:cubicBezTo>
                  <a:cubicBezTo>
                    <a:pt x="467" y="13497"/>
                    <a:pt x="567" y="13530"/>
                    <a:pt x="701" y="13530"/>
                  </a:cubicBezTo>
                  <a:cubicBezTo>
                    <a:pt x="868" y="13530"/>
                    <a:pt x="1034" y="13497"/>
                    <a:pt x="1201" y="13430"/>
                  </a:cubicBezTo>
                  <a:lnTo>
                    <a:pt x="9774" y="8460"/>
                  </a:lnTo>
                  <a:cubicBezTo>
                    <a:pt x="10374" y="8093"/>
                    <a:pt x="10741" y="7426"/>
                    <a:pt x="10775" y="6725"/>
                  </a:cubicBezTo>
                  <a:lnTo>
                    <a:pt x="10775" y="854"/>
                  </a:lnTo>
                  <a:cubicBezTo>
                    <a:pt x="10848" y="364"/>
                    <a:pt x="10454" y="0"/>
                    <a:pt x="1004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6" name="Google Shape;3346;p58"/>
            <p:cNvSpPr/>
            <p:nvPr/>
          </p:nvSpPr>
          <p:spPr>
            <a:xfrm>
              <a:off x="5785125" y="2310400"/>
              <a:ext cx="182675" cy="108475"/>
            </a:xfrm>
            <a:custGeom>
              <a:rect b="b" l="l" r="r" t="t"/>
              <a:pathLst>
                <a:path extrusionOk="0" h="4339" w="7307">
                  <a:moveTo>
                    <a:pt x="7152" y="0"/>
                  </a:moveTo>
                  <a:cubicBezTo>
                    <a:pt x="7124" y="0"/>
                    <a:pt x="7096" y="11"/>
                    <a:pt x="7073" y="35"/>
                  </a:cubicBezTo>
                  <a:lnTo>
                    <a:pt x="101" y="4038"/>
                  </a:lnTo>
                  <a:cubicBezTo>
                    <a:pt x="34" y="4071"/>
                    <a:pt x="1" y="4171"/>
                    <a:pt x="34" y="4271"/>
                  </a:cubicBezTo>
                  <a:cubicBezTo>
                    <a:pt x="68" y="4305"/>
                    <a:pt x="134" y="4338"/>
                    <a:pt x="201" y="4338"/>
                  </a:cubicBezTo>
                  <a:cubicBezTo>
                    <a:pt x="201" y="4338"/>
                    <a:pt x="234" y="4338"/>
                    <a:pt x="268" y="4305"/>
                  </a:cubicBezTo>
                  <a:lnTo>
                    <a:pt x="7206" y="302"/>
                  </a:lnTo>
                  <a:cubicBezTo>
                    <a:pt x="7306" y="269"/>
                    <a:pt x="7306" y="168"/>
                    <a:pt x="7273" y="102"/>
                  </a:cubicBezTo>
                  <a:cubicBezTo>
                    <a:pt x="7251" y="37"/>
                    <a:pt x="7202" y="0"/>
                    <a:pt x="715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7" name="Google Shape;3347;p58"/>
            <p:cNvSpPr/>
            <p:nvPr/>
          </p:nvSpPr>
          <p:spPr>
            <a:xfrm>
              <a:off x="5784300" y="2351625"/>
              <a:ext cx="183500" cy="108100"/>
            </a:xfrm>
            <a:custGeom>
              <a:rect b="b" l="l" r="r" t="t"/>
              <a:pathLst>
                <a:path extrusionOk="0" h="4324" w="7340">
                  <a:moveTo>
                    <a:pt x="7187" y="1"/>
                  </a:moveTo>
                  <a:cubicBezTo>
                    <a:pt x="7159" y="1"/>
                    <a:pt x="7130" y="8"/>
                    <a:pt x="7106" y="21"/>
                  </a:cubicBezTo>
                  <a:lnTo>
                    <a:pt x="134" y="4023"/>
                  </a:lnTo>
                  <a:cubicBezTo>
                    <a:pt x="1" y="4123"/>
                    <a:pt x="67" y="4324"/>
                    <a:pt x="234" y="4324"/>
                  </a:cubicBezTo>
                  <a:cubicBezTo>
                    <a:pt x="234" y="4324"/>
                    <a:pt x="267" y="4324"/>
                    <a:pt x="301" y="4290"/>
                  </a:cubicBezTo>
                  <a:lnTo>
                    <a:pt x="7239" y="287"/>
                  </a:lnTo>
                  <a:cubicBezTo>
                    <a:pt x="7339" y="254"/>
                    <a:pt x="7339" y="154"/>
                    <a:pt x="7306" y="87"/>
                  </a:cubicBezTo>
                  <a:cubicBezTo>
                    <a:pt x="7285" y="24"/>
                    <a:pt x="7237" y="1"/>
                    <a:pt x="7187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8" name="Google Shape;3348;p58"/>
            <p:cNvSpPr/>
            <p:nvPr/>
          </p:nvSpPr>
          <p:spPr>
            <a:xfrm>
              <a:off x="5785125" y="2391825"/>
              <a:ext cx="182675" cy="108775"/>
            </a:xfrm>
            <a:custGeom>
              <a:rect b="b" l="l" r="r" t="t"/>
              <a:pathLst>
                <a:path extrusionOk="0" h="4351" w="7307">
                  <a:moveTo>
                    <a:pt x="7132" y="1"/>
                  </a:moveTo>
                  <a:cubicBezTo>
                    <a:pt x="7111" y="1"/>
                    <a:pt x="7091" y="5"/>
                    <a:pt x="7073" y="14"/>
                  </a:cubicBezTo>
                  <a:lnTo>
                    <a:pt x="101" y="4050"/>
                  </a:lnTo>
                  <a:cubicBezTo>
                    <a:pt x="34" y="4083"/>
                    <a:pt x="1" y="4183"/>
                    <a:pt x="34" y="4250"/>
                  </a:cubicBezTo>
                  <a:cubicBezTo>
                    <a:pt x="68" y="4317"/>
                    <a:pt x="134" y="4317"/>
                    <a:pt x="201" y="4350"/>
                  </a:cubicBezTo>
                  <a:lnTo>
                    <a:pt x="268" y="4350"/>
                  </a:lnTo>
                  <a:lnTo>
                    <a:pt x="7206" y="314"/>
                  </a:lnTo>
                  <a:cubicBezTo>
                    <a:pt x="7306" y="247"/>
                    <a:pt x="7306" y="147"/>
                    <a:pt x="7273" y="80"/>
                  </a:cubicBezTo>
                  <a:cubicBezTo>
                    <a:pt x="7248" y="32"/>
                    <a:pt x="7188" y="1"/>
                    <a:pt x="7132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9" name="Google Shape;3349;p58"/>
            <p:cNvSpPr/>
            <p:nvPr/>
          </p:nvSpPr>
          <p:spPr>
            <a:xfrm>
              <a:off x="5294775" y="3726250"/>
              <a:ext cx="271200" cy="338800"/>
            </a:xfrm>
            <a:custGeom>
              <a:rect b="b" l="l" r="r" t="t"/>
              <a:pathLst>
                <a:path extrusionOk="0" h="13552" w="10848">
                  <a:moveTo>
                    <a:pt x="10090" y="307"/>
                  </a:moveTo>
                  <a:cubicBezTo>
                    <a:pt x="10153" y="307"/>
                    <a:pt x="10216" y="318"/>
                    <a:pt x="10275" y="342"/>
                  </a:cubicBezTo>
                  <a:cubicBezTo>
                    <a:pt x="10408" y="475"/>
                    <a:pt x="10475" y="642"/>
                    <a:pt x="10475" y="809"/>
                  </a:cubicBezTo>
                  <a:lnTo>
                    <a:pt x="10475" y="6713"/>
                  </a:lnTo>
                  <a:cubicBezTo>
                    <a:pt x="10442" y="7280"/>
                    <a:pt x="10108" y="7847"/>
                    <a:pt x="9641" y="8181"/>
                  </a:cubicBezTo>
                  <a:lnTo>
                    <a:pt x="1068" y="13118"/>
                  </a:lnTo>
                  <a:cubicBezTo>
                    <a:pt x="985" y="13192"/>
                    <a:pt x="888" y="13225"/>
                    <a:pt x="793" y="13225"/>
                  </a:cubicBezTo>
                  <a:cubicBezTo>
                    <a:pt x="549" y="13225"/>
                    <a:pt x="320" y="13006"/>
                    <a:pt x="368" y="12717"/>
                  </a:cubicBezTo>
                  <a:lnTo>
                    <a:pt x="368" y="6846"/>
                  </a:lnTo>
                  <a:cubicBezTo>
                    <a:pt x="401" y="6246"/>
                    <a:pt x="735" y="5712"/>
                    <a:pt x="1202" y="5379"/>
                  </a:cubicBezTo>
                  <a:lnTo>
                    <a:pt x="9775" y="409"/>
                  </a:lnTo>
                  <a:cubicBezTo>
                    <a:pt x="9861" y="344"/>
                    <a:pt x="9975" y="307"/>
                    <a:pt x="10090" y="307"/>
                  </a:cubicBezTo>
                  <a:close/>
                  <a:moveTo>
                    <a:pt x="10078" y="1"/>
                  </a:moveTo>
                  <a:cubicBezTo>
                    <a:pt x="9920" y="1"/>
                    <a:pt x="9756" y="54"/>
                    <a:pt x="9608" y="175"/>
                  </a:cubicBezTo>
                  <a:lnTo>
                    <a:pt x="1035" y="5079"/>
                  </a:lnTo>
                  <a:cubicBezTo>
                    <a:pt x="435" y="5479"/>
                    <a:pt x="68" y="6113"/>
                    <a:pt x="34" y="6846"/>
                  </a:cubicBezTo>
                  <a:lnTo>
                    <a:pt x="34" y="12717"/>
                  </a:lnTo>
                  <a:cubicBezTo>
                    <a:pt x="1" y="13018"/>
                    <a:pt x="134" y="13284"/>
                    <a:pt x="401" y="13451"/>
                  </a:cubicBezTo>
                  <a:cubicBezTo>
                    <a:pt x="501" y="13518"/>
                    <a:pt x="601" y="13551"/>
                    <a:pt x="701" y="13551"/>
                  </a:cubicBezTo>
                  <a:cubicBezTo>
                    <a:pt x="902" y="13551"/>
                    <a:pt x="1068" y="13485"/>
                    <a:pt x="1202" y="13418"/>
                  </a:cubicBezTo>
                  <a:lnTo>
                    <a:pt x="9775" y="8448"/>
                  </a:lnTo>
                  <a:cubicBezTo>
                    <a:pt x="10375" y="8081"/>
                    <a:pt x="10742" y="7414"/>
                    <a:pt x="10775" y="6713"/>
                  </a:cubicBezTo>
                  <a:lnTo>
                    <a:pt x="10775" y="842"/>
                  </a:lnTo>
                  <a:cubicBezTo>
                    <a:pt x="10848" y="361"/>
                    <a:pt x="10485" y="1"/>
                    <a:pt x="1007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0" name="Google Shape;3350;p58"/>
            <p:cNvSpPr/>
            <p:nvPr/>
          </p:nvSpPr>
          <p:spPr>
            <a:xfrm>
              <a:off x="5338975" y="3802025"/>
              <a:ext cx="183825" cy="107900"/>
            </a:xfrm>
            <a:custGeom>
              <a:rect b="b" l="l" r="r" t="t"/>
              <a:pathLst>
                <a:path extrusionOk="0" h="4316" w="7353">
                  <a:moveTo>
                    <a:pt x="7100" y="1"/>
                  </a:moveTo>
                  <a:cubicBezTo>
                    <a:pt x="7080" y="1"/>
                    <a:pt x="7060" y="5"/>
                    <a:pt x="7039" y="13"/>
                  </a:cubicBezTo>
                  <a:lnTo>
                    <a:pt x="101" y="4016"/>
                  </a:lnTo>
                  <a:cubicBezTo>
                    <a:pt x="1" y="4082"/>
                    <a:pt x="1" y="4182"/>
                    <a:pt x="34" y="4249"/>
                  </a:cubicBezTo>
                  <a:cubicBezTo>
                    <a:pt x="68" y="4282"/>
                    <a:pt x="101" y="4316"/>
                    <a:pt x="168" y="4316"/>
                  </a:cubicBezTo>
                  <a:lnTo>
                    <a:pt x="268" y="4316"/>
                  </a:lnTo>
                  <a:lnTo>
                    <a:pt x="7206" y="280"/>
                  </a:lnTo>
                  <a:cubicBezTo>
                    <a:pt x="7352" y="192"/>
                    <a:pt x="7242" y="1"/>
                    <a:pt x="7100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1" name="Google Shape;3351;p58"/>
            <p:cNvSpPr/>
            <p:nvPr/>
          </p:nvSpPr>
          <p:spPr>
            <a:xfrm>
              <a:off x="5338975" y="3842700"/>
              <a:ext cx="182675" cy="108100"/>
            </a:xfrm>
            <a:custGeom>
              <a:rect b="b" l="l" r="r" t="t"/>
              <a:pathLst>
                <a:path extrusionOk="0" h="4324" w="7307">
                  <a:moveTo>
                    <a:pt x="7123" y="0"/>
                  </a:moveTo>
                  <a:cubicBezTo>
                    <a:pt x="7093" y="0"/>
                    <a:pt x="7064" y="8"/>
                    <a:pt x="7039" y="20"/>
                  </a:cubicBezTo>
                  <a:lnTo>
                    <a:pt x="101" y="4023"/>
                  </a:lnTo>
                  <a:cubicBezTo>
                    <a:pt x="1" y="4090"/>
                    <a:pt x="1" y="4157"/>
                    <a:pt x="34" y="4257"/>
                  </a:cubicBezTo>
                  <a:cubicBezTo>
                    <a:pt x="68" y="4290"/>
                    <a:pt x="101" y="4323"/>
                    <a:pt x="168" y="4323"/>
                  </a:cubicBezTo>
                  <a:lnTo>
                    <a:pt x="268" y="4323"/>
                  </a:lnTo>
                  <a:lnTo>
                    <a:pt x="7206" y="287"/>
                  </a:lnTo>
                  <a:cubicBezTo>
                    <a:pt x="7273" y="254"/>
                    <a:pt x="7306" y="154"/>
                    <a:pt x="7273" y="87"/>
                  </a:cubicBezTo>
                  <a:cubicBezTo>
                    <a:pt x="7230" y="24"/>
                    <a:pt x="7175" y="0"/>
                    <a:pt x="712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2" name="Google Shape;3352;p58"/>
            <p:cNvSpPr/>
            <p:nvPr/>
          </p:nvSpPr>
          <p:spPr>
            <a:xfrm>
              <a:off x="5338975" y="3883550"/>
              <a:ext cx="182675" cy="108100"/>
            </a:xfrm>
            <a:custGeom>
              <a:rect b="b" l="l" r="r" t="t"/>
              <a:pathLst>
                <a:path extrusionOk="0" h="4324" w="7307">
                  <a:moveTo>
                    <a:pt x="7123" y="1"/>
                  </a:moveTo>
                  <a:cubicBezTo>
                    <a:pt x="7093" y="1"/>
                    <a:pt x="7064" y="9"/>
                    <a:pt x="7039" y="21"/>
                  </a:cubicBezTo>
                  <a:lnTo>
                    <a:pt x="101" y="4024"/>
                  </a:lnTo>
                  <a:cubicBezTo>
                    <a:pt x="1" y="4090"/>
                    <a:pt x="1" y="4157"/>
                    <a:pt x="34" y="4257"/>
                  </a:cubicBezTo>
                  <a:cubicBezTo>
                    <a:pt x="68" y="4290"/>
                    <a:pt x="101" y="4324"/>
                    <a:pt x="168" y="4324"/>
                  </a:cubicBezTo>
                  <a:cubicBezTo>
                    <a:pt x="201" y="4324"/>
                    <a:pt x="234" y="4324"/>
                    <a:pt x="268" y="4290"/>
                  </a:cubicBezTo>
                  <a:lnTo>
                    <a:pt x="7206" y="288"/>
                  </a:lnTo>
                  <a:cubicBezTo>
                    <a:pt x="7273" y="254"/>
                    <a:pt x="7306" y="154"/>
                    <a:pt x="7273" y="87"/>
                  </a:cubicBezTo>
                  <a:cubicBezTo>
                    <a:pt x="7230" y="24"/>
                    <a:pt x="7175" y="1"/>
                    <a:pt x="712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3" name="Google Shape;3353;p58"/>
            <p:cNvSpPr/>
            <p:nvPr/>
          </p:nvSpPr>
          <p:spPr>
            <a:xfrm>
              <a:off x="3495175" y="4514325"/>
              <a:ext cx="271175" cy="338775"/>
            </a:xfrm>
            <a:custGeom>
              <a:rect b="b" l="l" r="r" t="t"/>
              <a:pathLst>
                <a:path extrusionOk="0" h="13551" w="10847">
                  <a:moveTo>
                    <a:pt x="10144" y="328"/>
                  </a:moveTo>
                  <a:cubicBezTo>
                    <a:pt x="10180" y="328"/>
                    <a:pt x="10227" y="351"/>
                    <a:pt x="10274" y="375"/>
                  </a:cubicBezTo>
                  <a:cubicBezTo>
                    <a:pt x="10408" y="475"/>
                    <a:pt x="10474" y="642"/>
                    <a:pt x="10474" y="842"/>
                  </a:cubicBezTo>
                  <a:lnTo>
                    <a:pt x="10474" y="6713"/>
                  </a:lnTo>
                  <a:cubicBezTo>
                    <a:pt x="10408" y="7313"/>
                    <a:pt x="10107" y="7847"/>
                    <a:pt x="9640" y="8180"/>
                  </a:cubicBezTo>
                  <a:lnTo>
                    <a:pt x="1068" y="13151"/>
                  </a:lnTo>
                  <a:cubicBezTo>
                    <a:pt x="976" y="13206"/>
                    <a:pt x="884" y="13230"/>
                    <a:pt x="792" y="13230"/>
                  </a:cubicBezTo>
                  <a:cubicBezTo>
                    <a:pt x="717" y="13230"/>
                    <a:pt x="642" y="13214"/>
                    <a:pt x="567" y="13184"/>
                  </a:cubicBezTo>
                  <a:cubicBezTo>
                    <a:pt x="434" y="13084"/>
                    <a:pt x="334" y="12917"/>
                    <a:pt x="367" y="12750"/>
                  </a:cubicBezTo>
                  <a:lnTo>
                    <a:pt x="367" y="6846"/>
                  </a:lnTo>
                  <a:cubicBezTo>
                    <a:pt x="400" y="6246"/>
                    <a:pt x="701" y="5712"/>
                    <a:pt x="1201" y="5378"/>
                  </a:cubicBezTo>
                  <a:lnTo>
                    <a:pt x="9774" y="441"/>
                  </a:lnTo>
                  <a:cubicBezTo>
                    <a:pt x="9874" y="375"/>
                    <a:pt x="9974" y="341"/>
                    <a:pt x="10107" y="341"/>
                  </a:cubicBezTo>
                  <a:cubicBezTo>
                    <a:pt x="10117" y="332"/>
                    <a:pt x="10130" y="328"/>
                    <a:pt x="10144" y="328"/>
                  </a:cubicBezTo>
                  <a:close/>
                  <a:moveTo>
                    <a:pt x="10062" y="0"/>
                  </a:moveTo>
                  <a:cubicBezTo>
                    <a:pt x="9906" y="0"/>
                    <a:pt x="9746" y="54"/>
                    <a:pt x="9607" y="175"/>
                  </a:cubicBezTo>
                  <a:lnTo>
                    <a:pt x="1034" y="5111"/>
                  </a:lnTo>
                  <a:cubicBezTo>
                    <a:pt x="434" y="5478"/>
                    <a:pt x="67" y="6146"/>
                    <a:pt x="34" y="6846"/>
                  </a:cubicBezTo>
                  <a:lnTo>
                    <a:pt x="34" y="12750"/>
                  </a:lnTo>
                  <a:cubicBezTo>
                    <a:pt x="0" y="13017"/>
                    <a:pt x="134" y="13317"/>
                    <a:pt x="367" y="13484"/>
                  </a:cubicBezTo>
                  <a:cubicBezTo>
                    <a:pt x="467" y="13517"/>
                    <a:pt x="567" y="13551"/>
                    <a:pt x="701" y="13551"/>
                  </a:cubicBezTo>
                  <a:cubicBezTo>
                    <a:pt x="867" y="13551"/>
                    <a:pt x="1034" y="13517"/>
                    <a:pt x="1201" y="13417"/>
                  </a:cubicBezTo>
                  <a:lnTo>
                    <a:pt x="9774" y="8447"/>
                  </a:lnTo>
                  <a:cubicBezTo>
                    <a:pt x="10374" y="8080"/>
                    <a:pt x="10741" y="7413"/>
                    <a:pt x="10775" y="6713"/>
                  </a:cubicBezTo>
                  <a:lnTo>
                    <a:pt x="10775" y="842"/>
                  </a:lnTo>
                  <a:cubicBezTo>
                    <a:pt x="10847" y="360"/>
                    <a:pt x="10467" y="0"/>
                    <a:pt x="1006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4" name="Google Shape;3354;p58"/>
            <p:cNvSpPr/>
            <p:nvPr/>
          </p:nvSpPr>
          <p:spPr>
            <a:xfrm>
              <a:off x="3538525" y="4590900"/>
              <a:ext cx="183750" cy="107925"/>
            </a:xfrm>
            <a:custGeom>
              <a:rect b="b" l="l" r="r" t="t"/>
              <a:pathLst>
                <a:path extrusionOk="0" h="4317" w="7350">
                  <a:moveTo>
                    <a:pt x="7138" y="0"/>
                  </a:moveTo>
                  <a:cubicBezTo>
                    <a:pt x="7117" y="0"/>
                    <a:pt x="7095" y="5"/>
                    <a:pt x="7072" y="14"/>
                  </a:cubicBezTo>
                  <a:lnTo>
                    <a:pt x="101" y="4017"/>
                  </a:lnTo>
                  <a:cubicBezTo>
                    <a:pt x="34" y="4050"/>
                    <a:pt x="1" y="4150"/>
                    <a:pt x="34" y="4217"/>
                  </a:cubicBezTo>
                  <a:cubicBezTo>
                    <a:pt x="67" y="4283"/>
                    <a:pt x="134" y="4317"/>
                    <a:pt x="201" y="4317"/>
                  </a:cubicBezTo>
                  <a:cubicBezTo>
                    <a:pt x="201" y="4317"/>
                    <a:pt x="234" y="4317"/>
                    <a:pt x="268" y="4283"/>
                  </a:cubicBezTo>
                  <a:lnTo>
                    <a:pt x="7206" y="281"/>
                  </a:lnTo>
                  <a:cubicBezTo>
                    <a:pt x="7350" y="165"/>
                    <a:pt x="7270" y="0"/>
                    <a:pt x="713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5" name="Google Shape;3355;p58"/>
            <p:cNvSpPr/>
            <p:nvPr/>
          </p:nvSpPr>
          <p:spPr>
            <a:xfrm>
              <a:off x="3538525" y="4631750"/>
              <a:ext cx="183750" cy="107950"/>
            </a:xfrm>
            <a:custGeom>
              <a:rect b="b" l="l" r="r" t="t"/>
              <a:pathLst>
                <a:path extrusionOk="0" h="4318" w="7350">
                  <a:moveTo>
                    <a:pt x="7138" y="1"/>
                  </a:moveTo>
                  <a:cubicBezTo>
                    <a:pt x="7117" y="1"/>
                    <a:pt x="7095" y="5"/>
                    <a:pt x="7072" y="14"/>
                  </a:cubicBezTo>
                  <a:lnTo>
                    <a:pt x="101" y="4017"/>
                  </a:lnTo>
                  <a:cubicBezTo>
                    <a:pt x="34" y="4050"/>
                    <a:pt x="1" y="4150"/>
                    <a:pt x="34" y="4217"/>
                  </a:cubicBezTo>
                  <a:cubicBezTo>
                    <a:pt x="67" y="4284"/>
                    <a:pt x="134" y="4317"/>
                    <a:pt x="201" y="4317"/>
                  </a:cubicBezTo>
                  <a:cubicBezTo>
                    <a:pt x="201" y="4317"/>
                    <a:pt x="234" y="4317"/>
                    <a:pt x="268" y="4284"/>
                  </a:cubicBezTo>
                  <a:lnTo>
                    <a:pt x="7206" y="281"/>
                  </a:lnTo>
                  <a:cubicBezTo>
                    <a:pt x="7350" y="166"/>
                    <a:pt x="7270" y="1"/>
                    <a:pt x="713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6" name="Google Shape;3356;p58"/>
            <p:cNvSpPr/>
            <p:nvPr/>
          </p:nvSpPr>
          <p:spPr>
            <a:xfrm>
              <a:off x="3538525" y="4672050"/>
              <a:ext cx="182650" cy="108500"/>
            </a:xfrm>
            <a:custGeom>
              <a:rect b="b" l="l" r="r" t="t"/>
              <a:pathLst>
                <a:path extrusionOk="0" h="4340" w="7306">
                  <a:moveTo>
                    <a:pt x="7158" y="0"/>
                  </a:moveTo>
                  <a:cubicBezTo>
                    <a:pt x="7128" y="0"/>
                    <a:pt x="7098" y="11"/>
                    <a:pt x="7072" y="37"/>
                  </a:cubicBezTo>
                  <a:lnTo>
                    <a:pt x="101" y="4040"/>
                  </a:lnTo>
                  <a:cubicBezTo>
                    <a:pt x="34" y="4073"/>
                    <a:pt x="1" y="4173"/>
                    <a:pt x="34" y="4240"/>
                  </a:cubicBezTo>
                  <a:cubicBezTo>
                    <a:pt x="67" y="4306"/>
                    <a:pt x="134" y="4340"/>
                    <a:pt x="201" y="4340"/>
                  </a:cubicBezTo>
                  <a:cubicBezTo>
                    <a:pt x="201" y="4340"/>
                    <a:pt x="234" y="4340"/>
                    <a:pt x="268" y="4306"/>
                  </a:cubicBezTo>
                  <a:lnTo>
                    <a:pt x="7206" y="304"/>
                  </a:lnTo>
                  <a:cubicBezTo>
                    <a:pt x="7306" y="237"/>
                    <a:pt x="7306" y="170"/>
                    <a:pt x="7273" y="70"/>
                  </a:cubicBezTo>
                  <a:cubicBezTo>
                    <a:pt x="7252" y="29"/>
                    <a:pt x="7206" y="0"/>
                    <a:pt x="7158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7" name="Google Shape;3357;p58"/>
            <p:cNvSpPr/>
            <p:nvPr/>
          </p:nvSpPr>
          <p:spPr>
            <a:xfrm>
              <a:off x="4530075" y="1997525"/>
              <a:ext cx="271175" cy="338775"/>
            </a:xfrm>
            <a:custGeom>
              <a:rect b="b" l="l" r="r" t="t"/>
              <a:pathLst>
                <a:path extrusionOk="0" h="13551" w="10847">
                  <a:moveTo>
                    <a:pt x="10022" y="334"/>
                  </a:moveTo>
                  <a:cubicBezTo>
                    <a:pt x="10274" y="334"/>
                    <a:pt x="10513" y="553"/>
                    <a:pt x="10441" y="842"/>
                  </a:cubicBezTo>
                  <a:lnTo>
                    <a:pt x="10441" y="6713"/>
                  </a:lnTo>
                  <a:cubicBezTo>
                    <a:pt x="10408" y="7313"/>
                    <a:pt x="10108" y="7847"/>
                    <a:pt x="9607" y="8180"/>
                  </a:cubicBezTo>
                  <a:lnTo>
                    <a:pt x="1034" y="13150"/>
                  </a:lnTo>
                  <a:cubicBezTo>
                    <a:pt x="954" y="13222"/>
                    <a:pt x="863" y="13252"/>
                    <a:pt x="773" y="13252"/>
                  </a:cubicBezTo>
                  <a:cubicBezTo>
                    <a:pt x="526" y="13252"/>
                    <a:pt x="294" y="13019"/>
                    <a:pt x="367" y="12750"/>
                  </a:cubicBezTo>
                  <a:lnTo>
                    <a:pt x="367" y="6846"/>
                  </a:lnTo>
                  <a:cubicBezTo>
                    <a:pt x="401" y="6279"/>
                    <a:pt x="701" y="5712"/>
                    <a:pt x="1201" y="5378"/>
                  </a:cubicBezTo>
                  <a:lnTo>
                    <a:pt x="9741" y="441"/>
                  </a:lnTo>
                  <a:cubicBezTo>
                    <a:pt x="9825" y="367"/>
                    <a:pt x="9924" y="334"/>
                    <a:pt x="10022" y="334"/>
                  </a:cubicBezTo>
                  <a:close/>
                  <a:moveTo>
                    <a:pt x="10063" y="0"/>
                  </a:moveTo>
                  <a:cubicBezTo>
                    <a:pt x="9906" y="0"/>
                    <a:pt x="9747" y="54"/>
                    <a:pt x="9607" y="175"/>
                  </a:cubicBezTo>
                  <a:lnTo>
                    <a:pt x="1034" y="5111"/>
                  </a:lnTo>
                  <a:cubicBezTo>
                    <a:pt x="434" y="5512"/>
                    <a:pt x="67" y="6145"/>
                    <a:pt x="34" y="6846"/>
                  </a:cubicBezTo>
                  <a:lnTo>
                    <a:pt x="34" y="12750"/>
                  </a:lnTo>
                  <a:cubicBezTo>
                    <a:pt x="0" y="13017"/>
                    <a:pt x="134" y="13317"/>
                    <a:pt x="367" y="13484"/>
                  </a:cubicBezTo>
                  <a:cubicBezTo>
                    <a:pt x="467" y="13551"/>
                    <a:pt x="567" y="13551"/>
                    <a:pt x="701" y="13551"/>
                  </a:cubicBezTo>
                  <a:cubicBezTo>
                    <a:pt x="868" y="13551"/>
                    <a:pt x="1034" y="13517"/>
                    <a:pt x="1201" y="13451"/>
                  </a:cubicBezTo>
                  <a:lnTo>
                    <a:pt x="9774" y="8480"/>
                  </a:lnTo>
                  <a:cubicBezTo>
                    <a:pt x="10341" y="8080"/>
                    <a:pt x="10741" y="7446"/>
                    <a:pt x="10775" y="6713"/>
                  </a:cubicBezTo>
                  <a:lnTo>
                    <a:pt x="10775" y="842"/>
                  </a:lnTo>
                  <a:cubicBezTo>
                    <a:pt x="10847" y="360"/>
                    <a:pt x="10467" y="0"/>
                    <a:pt x="1006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8" name="Google Shape;3358;p58"/>
            <p:cNvSpPr/>
            <p:nvPr/>
          </p:nvSpPr>
          <p:spPr>
            <a:xfrm>
              <a:off x="4573425" y="2073875"/>
              <a:ext cx="184400" cy="108150"/>
            </a:xfrm>
            <a:custGeom>
              <a:rect b="b" l="l" r="r" t="t"/>
              <a:pathLst>
                <a:path extrusionOk="0" h="4326" w="7376">
                  <a:moveTo>
                    <a:pt x="7128" y="1"/>
                  </a:moveTo>
                  <a:cubicBezTo>
                    <a:pt x="7100" y="1"/>
                    <a:pt x="7070" y="7"/>
                    <a:pt x="7039" y="23"/>
                  </a:cubicBezTo>
                  <a:lnTo>
                    <a:pt x="101" y="4025"/>
                  </a:lnTo>
                  <a:cubicBezTo>
                    <a:pt x="34" y="4059"/>
                    <a:pt x="1" y="4159"/>
                    <a:pt x="34" y="4259"/>
                  </a:cubicBezTo>
                  <a:cubicBezTo>
                    <a:pt x="68" y="4292"/>
                    <a:pt x="134" y="4326"/>
                    <a:pt x="201" y="4326"/>
                  </a:cubicBezTo>
                  <a:cubicBezTo>
                    <a:pt x="201" y="4326"/>
                    <a:pt x="234" y="4326"/>
                    <a:pt x="268" y="4292"/>
                  </a:cubicBezTo>
                  <a:lnTo>
                    <a:pt x="7206" y="289"/>
                  </a:lnTo>
                  <a:cubicBezTo>
                    <a:pt x="7376" y="205"/>
                    <a:pt x="7282" y="1"/>
                    <a:pt x="7128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9" name="Google Shape;3359;p58"/>
            <p:cNvSpPr/>
            <p:nvPr/>
          </p:nvSpPr>
          <p:spPr>
            <a:xfrm>
              <a:off x="4573425" y="2114150"/>
              <a:ext cx="184875" cy="108750"/>
            </a:xfrm>
            <a:custGeom>
              <a:rect b="b" l="l" r="r" t="t"/>
              <a:pathLst>
                <a:path extrusionOk="0" h="4350" w="7395">
                  <a:moveTo>
                    <a:pt x="7153" y="0"/>
                  </a:moveTo>
                  <a:cubicBezTo>
                    <a:pt x="7117" y="0"/>
                    <a:pt x="7078" y="14"/>
                    <a:pt x="7039" y="46"/>
                  </a:cubicBezTo>
                  <a:lnTo>
                    <a:pt x="101" y="4049"/>
                  </a:lnTo>
                  <a:cubicBezTo>
                    <a:pt x="34" y="4082"/>
                    <a:pt x="1" y="4182"/>
                    <a:pt x="34" y="4282"/>
                  </a:cubicBezTo>
                  <a:cubicBezTo>
                    <a:pt x="68" y="4316"/>
                    <a:pt x="134" y="4349"/>
                    <a:pt x="201" y="4349"/>
                  </a:cubicBezTo>
                  <a:cubicBezTo>
                    <a:pt x="201" y="4349"/>
                    <a:pt x="234" y="4349"/>
                    <a:pt x="268" y="4316"/>
                  </a:cubicBezTo>
                  <a:lnTo>
                    <a:pt x="7206" y="313"/>
                  </a:lnTo>
                  <a:cubicBezTo>
                    <a:pt x="7394" y="232"/>
                    <a:pt x="7301" y="0"/>
                    <a:pt x="715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0" name="Google Shape;3360;p58"/>
            <p:cNvSpPr/>
            <p:nvPr/>
          </p:nvSpPr>
          <p:spPr>
            <a:xfrm>
              <a:off x="4573425" y="2155850"/>
              <a:ext cx="183825" cy="107900"/>
            </a:xfrm>
            <a:custGeom>
              <a:rect b="b" l="l" r="r" t="t"/>
              <a:pathLst>
                <a:path extrusionOk="0" h="4316" w="7353">
                  <a:moveTo>
                    <a:pt x="7109" y="1"/>
                  </a:moveTo>
                  <a:cubicBezTo>
                    <a:pt x="7087" y="1"/>
                    <a:pt x="7064" y="4"/>
                    <a:pt x="7039" y="13"/>
                  </a:cubicBezTo>
                  <a:lnTo>
                    <a:pt x="101" y="4015"/>
                  </a:lnTo>
                  <a:cubicBezTo>
                    <a:pt x="34" y="4049"/>
                    <a:pt x="1" y="4149"/>
                    <a:pt x="34" y="4249"/>
                  </a:cubicBezTo>
                  <a:cubicBezTo>
                    <a:pt x="68" y="4282"/>
                    <a:pt x="134" y="4316"/>
                    <a:pt x="201" y="4316"/>
                  </a:cubicBezTo>
                  <a:lnTo>
                    <a:pt x="268" y="4316"/>
                  </a:lnTo>
                  <a:lnTo>
                    <a:pt x="7206" y="279"/>
                  </a:lnTo>
                  <a:cubicBezTo>
                    <a:pt x="7353" y="192"/>
                    <a:pt x="7268" y="1"/>
                    <a:pt x="7109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1" name="Google Shape;3361;p58"/>
            <p:cNvSpPr/>
            <p:nvPr/>
          </p:nvSpPr>
          <p:spPr>
            <a:xfrm>
              <a:off x="3527700" y="1049250"/>
              <a:ext cx="140950" cy="179600"/>
            </a:xfrm>
            <a:custGeom>
              <a:rect b="b" l="l" r="r" t="t"/>
              <a:pathLst>
                <a:path extrusionOk="0" h="7184" w="5638">
                  <a:moveTo>
                    <a:pt x="3970" y="445"/>
                  </a:moveTo>
                  <a:cubicBezTo>
                    <a:pt x="4170" y="445"/>
                    <a:pt x="4370" y="479"/>
                    <a:pt x="4537" y="579"/>
                  </a:cubicBezTo>
                  <a:cubicBezTo>
                    <a:pt x="4970" y="845"/>
                    <a:pt x="5204" y="1346"/>
                    <a:pt x="5204" y="2080"/>
                  </a:cubicBezTo>
                  <a:cubicBezTo>
                    <a:pt x="5104" y="3848"/>
                    <a:pt x="4170" y="5449"/>
                    <a:pt x="2702" y="6416"/>
                  </a:cubicBezTo>
                  <a:cubicBezTo>
                    <a:pt x="2327" y="6633"/>
                    <a:pt x="1975" y="6745"/>
                    <a:pt x="1661" y="6745"/>
                  </a:cubicBezTo>
                  <a:cubicBezTo>
                    <a:pt x="1444" y="6745"/>
                    <a:pt x="1245" y="6692"/>
                    <a:pt x="1068" y="6583"/>
                  </a:cubicBezTo>
                  <a:cubicBezTo>
                    <a:pt x="667" y="6349"/>
                    <a:pt x="434" y="5816"/>
                    <a:pt x="434" y="5082"/>
                  </a:cubicBezTo>
                  <a:cubicBezTo>
                    <a:pt x="500" y="3347"/>
                    <a:pt x="1434" y="1713"/>
                    <a:pt x="2936" y="779"/>
                  </a:cubicBezTo>
                  <a:cubicBezTo>
                    <a:pt x="3236" y="579"/>
                    <a:pt x="3603" y="445"/>
                    <a:pt x="3970" y="445"/>
                  </a:cubicBezTo>
                  <a:close/>
                  <a:moveTo>
                    <a:pt x="3969" y="1"/>
                  </a:moveTo>
                  <a:cubicBezTo>
                    <a:pt x="3575" y="1"/>
                    <a:pt x="3144" y="129"/>
                    <a:pt x="2702" y="378"/>
                  </a:cubicBezTo>
                  <a:cubicBezTo>
                    <a:pt x="1101" y="1446"/>
                    <a:pt x="100" y="3181"/>
                    <a:pt x="0" y="5082"/>
                  </a:cubicBezTo>
                  <a:cubicBezTo>
                    <a:pt x="0" y="5983"/>
                    <a:pt x="300" y="6650"/>
                    <a:pt x="867" y="6950"/>
                  </a:cubicBezTo>
                  <a:cubicBezTo>
                    <a:pt x="1101" y="7083"/>
                    <a:pt x="1368" y="7183"/>
                    <a:pt x="1635" y="7183"/>
                  </a:cubicBezTo>
                  <a:cubicBezTo>
                    <a:pt x="2102" y="7150"/>
                    <a:pt x="2535" y="7017"/>
                    <a:pt x="2936" y="6783"/>
                  </a:cubicBezTo>
                  <a:cubicBezTo>
                    <a:pt x="4537" y="5749"/>
                    <a:pt x="5537" y="3981"/>
                    <a:pt x="5637" y="2080"/>
                  </a:cubicBezTo>
                  <a:cubicBezTo>
                    <a:pt x="5637" y="1212"/>
                    <a:pt x="5337" y="545"/>
                    <a:pt x="4770" y="212"/>
                  </a:cubicBezTo>
                  <a:cubicBezTo>
                    <a:pt x="4530" y="70"/>
                    <a:pt x="4259" y="1"/>
                    <a:pt x="396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2" name="Google Shape;3362;p58"/>
            <p:cNvSpPr/>
            <p:nvPr/>
          </p:nvSpPr>
          <p:spPr>
            <a:xfrm>
              <a:off x="3559375" y="1089175"/>
              <a:ext cx="77575" cy="99500"/>
            </a:xfrm>
            <a:custGeom>
              <a:rect b="b" l="l" r="r" t="t"/>
              <a:pathLst>
                <a:path extrusionOk="0" h="3980" w="3103">
                  <a:moveTo>
                    <a:pt x="2251" y="0"/>
                  </a:moveTo>
                  <a:cubicBezTo>
                    <a:pt x="2044" y="0"/>
                    <a:pt x="1812" y="70"/>
                    <a:pt x="1568" y="216"/>
                  </a:cubicBezTo>
                  <a:cubicBezTo>
                    <a:pt x="634" y="816"/>
                    <a:pt x="67" y="1817"/>
                    <a:pt x="1" y="2884"/>
                  </a:cubicBezTo>
                  <a:cubicBezTo>
                    <a:pt x="1" y="3578"/>
                    <a:pt x="378" y="3980"/>
                    <a:pt x="899" y="3980"/>
                  </a:cubicBezTo>
                  <a:cubicBezTo>
                    <a:pt x="1104" y="3980"/>
                    <a:pt x="1332" y="3917"/>
                    <a:pt x="1568" y="3785"/>
                  </a:cubicBezTo>
                  <a:cubicBezTo>
                    <a:pt x="2469" y="3185"/>
                    <a:pt x="3036" y="2184"/>
                    <a:pt x="3103" y="1117"/>
                  </a:cubicBezTo>
                  <a:cubicBezTo>
                    <a:pt x="3103" y="408"/>
                    <a:pt x="2752" y="0"/>
                    <a:pt x="2251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3" name="Google Shape;3363;p58"/>
            <p:cNvSpPr/>
            <p:nvPr/>
          </p:nvSpPr>
          <p:spPr>
            <a:xfrm>
              <a:off x="3415950" y="582075"/>
              <a:ext cx="357775" cy="431625"/>
            </a:xfrm>
            <a:custGeom>
              <a:rect b="b" l="l" r="r" t="t"/>
              <a:pathLst>
                <a:path extrusionOk="0" h="17265" w="14311">
                  <a:moveTo>
                    <a:pt x="13619" y="322"/>
                  </a:moveTo>
                  <a:cubicBezTo>
                    <a:pt x="13841" y="322"/>
                    <a:pt x="14047" y="530"/>
                    <a:pt x="13977" y="786"/>
                  </a:cubicBezTo>
                  <a:lnTo>
                    <a:pt x="13977" y="8391"/>
                  </a:lnTo>
                  <a:cubicBezTo>
                    <a:pt x="13910" y="8958"/>
                    <a:pt x="13610" y="9492"/>
                    <a:pt x="13143" y="9792"/>
                  </a:cubicBezTo>
                  <a:lnTo>
                    <a:pt x="8873" y="12261"/>
                  </a:lnTo>
                  <a:lnTo>
                    <a:pt x="7639" y="16530"/>
                  </a:lnTo>
                  <a:cubicBezTo>
                    <a:pt x="7639" y="16564"/>
                    <a:pt x="7606" y="16597"/>
                    <a:pt x="7572" y="16597"/>
                  </a:cubicBezTo>
                  <a:cubicBezTo>
                    <a:pt x="7539" y="16597"/>
                    <a:pt x="7506" y="16564"/>
                    <a:pt x="7506" y="16530"/>
                  </a:cubicBezTo>
                  <a:lnTo>
                    <a:pt x="6305" y="13762"/>
                  </a:lnTo>
                  <a:lnTo>
                    <a:pt x="1001" y="16797"/>
                  </a:lnTo>
                  <a:cubicBezTo>
                    <a:pt x="915" y="16862"/>
                    <a:pt x="815" y="16899"/>
                    <a:pt x="710" y="16899"/>
                  </a:cubicBezTo>
                  <a:cubicBezTo>
                    <a:pt x="652" y="16899"/>
                    <a:pt x="593" y="16888"/>
                    <a:pt x="534" y="16864"/>
                  </a:cubicBezTo>
                  <a:cubicBezTo>
                    <a:pt x="401" y="16764"/>
                    <a:pt x="334" y="16597"/>
                    <a:pt x="367" y="16464"/>
                  </a:cubicBezTo>
                  <a:lnTo>
                    <a:pt x="367" y="8858"/>
                  </a:lnTo>
                  <a:cubicBezTo>
                    <a:pt x="401" y="8291"/>
                    <a:pt x="701" y="7757"/>
                    <a:pt x="1168" y="7457"/>
                  </a:cubicBezTo>
                  <a:lnTo>
                    <a:pt x="13310" y="419"/>
                  </a:lnTo>
                  <a:lnTo>
                    <a:pt x="13343" y="452"/>
                  </a:lnTo>
                  <a:cubicBezTo>
                    <a:pt x="13424" y="361"/>
                    <a:pt x="13523" y="322"/>
                    <a:pt x="13619" y="322"/>
                  </a:cubicBezTo>
                  <a:close/>
                  <a:moveTo>
                    <a:pt x="13582" y="0"/>
                  </a:moveTo>
                  <a:cubicBezTo>
                    <a:pt x="13426" y="0"/>
                    <a:pt x="13274" y="44"/>
                    <a:pt x="13143" y="119"/>
                  </a:cubicBezTo>
                  <a:lnTo>
                    <a:pt x="1001" y="7157"/>
                  </a:lnTo>
                  <a:cubicBezTo>
                    <a:pt x="401" y="7524"/>
                    <a:pt x="34" y="8158"/>
                    <a:pt x="0" y="8858"/>
                  </a:cubicBezTo>
                  <a:lnTo>
                    <a:pt x="0" y="16464"/>
                  </a:lnTo>
                  <a:cubicBezTo>
                    <a:pt x="0" y="16730"/>
                    <a:pt x="134" y="16997"/>
                    <a:pt x="367" y="17164"/>
                  </a:cubicBezTo>
                  <a:cubicBezTo>
                    <a:pt x="467" y="17231"/>
                    <a:pt x="567" y="17264"/>
                    <a:pt x="667" y="17264"/>
                  </a:cubicBezTo>
                  <a:cubicBezTo>
                    <a:pt x="868" y="17231"/>
                    <a:pt x="1034" y="17197"/>
                    <a:pt x="1168" y="17097"/>
                  </a:cubicBezTo>
                  <a:lnTo>
                    <a:pt x="6138" y="14262"/>
                  </a:lnTo>
                  <a:lnTo>
                    <a:pt x="7172" y="16697"/>
                  </a:lnTo>
                  <a:cubicBezTo>
                    <a:pt x="7251" y="16856"/>
                    <a:pt x="7406" y="16931"/>
                    <a:pt x="7560" y="16931"/>
                  </a:cubicBezTo>
                  <a:cubicBezTo>
                    <a:pt x="7731" y="16931"/>
                    <a:pt x="7903" y="16839"/>
                    <a:pt x="7973" y="16664"/>
                  </a:cubicBezTo>
                  <a:lnTo>
                    <a:pt x="9173" y="12527"/>
                  </a:lnTo>
                  <a:lnTo>
                    <a:pt x="13310" y="10092"/>
                  </a:lnTo>
                  <a:cubicBezTo>
                    <a:pt x="13910" y="9725"/>
                    <a:pt x="14277" y="9092"/>
                    <a:pt x="14310" y="8391"/>
                  </a:cubicBezTo>
                  <a:lnTo>
                    <a:pt x="14310" y="786"/>
                  </a:lnTo>
                  <a:cubicBezTo>
                    <a:pt x="14310" y="519"/>
                    <a:pt x="14177" y="219"/>
                    <a:pt x="13944" y="85"/>
                  </a:cubicBezTo>
                  <a:cubicBezTo>
                    <a:pt x="13827" y="27"/>
                    <a:pt x="13703" y="0"/>
                    <a:pt x="1358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4" name="Google Shape;3364;p58"/>
            <p:cNvSpPr/>
            <p:nvPr/>
          </p:nvSpPr>
          <p:spPr>
            <a:xfrm>
              <a:off x="3485150" y="692600"/>
              <a:ext cx="220150" cy="129300"/>
            </a:xfrm>
            <a:custGeom>
              <a:rect b="b" l="l" r="r" t="t"/>
              <a:pathLst>
                <a:path extrusionOk="0" h="5172" w="8806">
                  <a:moveTo>
                    <a:pt x="8574" y="1"/>
                  </a:moveTo>
                  <a:cubicBezTo>
                    <a:pt x="8543" y="1"/>
                    <a:pt x="8509" y="11"/>
                    <a:pt x="8474" y="34"/>
                  </a:cubicBezTo>
                  <a:lnTo>
                    <a:pt x="134" y="4837"/>
                  </a:lnTo>
                  <a:cubicBezTo>
                    <a:pt x="34" y="4904"/>
                    <a:pt x="1" y="5004"/>
                    <a:pt x="68" y="5071"/>
                  </a:cubicBezTo>
                  <a:cubicBezTo>
                    <a:pt x="101" y="5138"/>
                    <a:pt x="134" y="5171"/>
                    <a:pt x="201" y="5171"/>
                  </a:cubicBezTo>
                  <a:cubicBezTo>
                    <a:pt x="234" y="5171"/>
                    <a:pt x="268" y="5171"/>
                    <a:pt x="301" y="5138"/>
                  </a:cubicBezTo>
                  <a:lnTo>
                    <a:pt x="8640" y="334"/>
                  </a:lnTo>
                  <a:cubicBezTo>
                    <a:pt x="8806" y="224"/>
                    <a:pt x="8721" y="1"/>
                    <a:pt x="8574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5" name="Google Shape;3365;p58"/>
            <p:cNvSpPr/>
            <p:nvPr/>
          </p:nvSpPr>
          <p:spPr>
            <a:xfrm>
              <a:off x="3485150" y="733150"/>
              <a:ext cx="219350" cy="129600"/>
            </a:xfrm>
            <a:custGeom>
              <a:rect b="b" l="l" r="r" t="t"/>
              <a:pathLst>
                <a:path extrusionOk="0" h="5184" w="8774">
                  <a:moveTo>
                    <a:pt x="8553" y="0"/>
                  </a:moveTo>
                  <a:cubicBezTo>
                    <a:pt x="8527" y="0"/>
                    <a:pt x="8500" y="4"/>
                    <a:pt x="8474" y="13"/>
                  </a:cubicBezTo>
                  <a:lnTo>
                    <a:pt x="134" y="4850"/>
                  </a:lnTo>
                  <a:cubicBezTo>
                    <a:pt x="34" y="4883"/>
                    <a:pt x="1" y="4983"/>
                    <a:pt x="68" y="5083"/>
                  </a:cubicBezTo>
                  <a:cubicBezTo>
                    <a:pt x="101" y="5150"/>
                    <a:pt x="134" y="5184"/>
                    <a:pt x="201" y="5184"/>
                  </a:cubicBezTo>
                  <a:cubicBezTo>
                    <a:pt x="234" y="5184"/>
                    <a:pt x="268" y="5150"/>
                    <a:pt x="301" y="5150"/>
                  </a:cubicBezTo>
                  <a:lnTo>
                    <a:pt x="8640" y="313"/>
                  </a:lnTo>
                  <a:cubicBezTo>
                    <a:pt x="8740" y="280"/>
                    <a:pt x="8774" y="147"/>
                    <a:pt x="8707" y="80"/>
                  </a:cubicBezTo>
                  <a:cubicBezTo>
                    <a:pt x="8683" y="31"/>
                    <a:pt x="8623" y="0"/>
                    <a:pt x="8553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6" name="Google Shape;3366;p58"/>
            <p:cNvSpPr/>
            <p:nvPr/>
          </p:nvSpPr>
          <p:spPr>
            <a:xfrm>
              <a:off x="3485150" y="773500"/>
              <a:ext cx="220150" cy="129275"/>
            </a:xfrm>
            <a:custGeom>
              <a:rect b="b" l="l" r="r" t="t"/>
              <a:pathLst>
                <a:path extrusionOk="0" h="5171" w="8806">
                  <a:moveTo>
                    <a:pt x="8574" y="0"/>
                  </a:moveTo>
                  <a:cubicBezTo>
                    <a:pt x="8543" y="0"/>
                    <a:pt x="8509" y="10"/>
                    <a:pt x="8474" y="34"/>
                  </a:cubicBezTo>
                  <a:lnTo>
                    <a:pt x="134" y="4837"/>
                  </a:lnTo>
                  <a:cubicBezTo>
                    <a:pt x="34" y="4904"/>
                    <a:pt x="1" y="5004"/>
                    <a:pt x="68" y="5071"/>
                  </a:cubicBezTo>
                  <a:cubicBezTo>
                    <a:pt x="101" y="5137"/>
                    <a:pt x="134" y="5171"/>
                    <a:pt x="201" y="5171"/>
                  </a:cubicBezTo>
                  <a:cubicBezTo>
                    <a:pt x="234" y="5171"/>
                    <a:pt x="268" y="5171"/>
                    <a:pt x="301" y="5137"/>
                  </a:cubicBezTo>
                  <a:lnTo>
                    <a:pt x="8640" y="334"/>
                  </a:lnTo>
                  <a:cubicBezTo>
                    <a:pt x="8806" y="224"/>
                    <a:pt x="8721" y="0"/>
                    <a:pt x="857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7" name="Google Shape;3367;p58"/>
            <p:cNvSpPr/>
            <p:nvPr/>
          </p:nvSpPr>
          <p:spPr>
            <a:xfrm>
              <a:off x="2327675" y="942775"/>
              <a:ext cx="73400" cy="162650"/>
            </a:xfrm>
            <a:custGeom>
              <a:rect b="b" l="l" r="r" t="t"/>
              <a:pathLst>
                <a:path extrusionOk="0" h="6506" w="2936">
                  <a:moveTo>
                    <a:pt x="2702" y="1"/>
                  </a:moveTo>
                  <a:lnTo>
                    <a:pt x="0" y="1535"/>
                  </a:lnTo>
                  <a:lnTo>
                    <a:pt x="0" y="3136"/>
                  </a:lnTo>
                  <a:lnTo>
                    <a:pt x="1168" y="5438"/>
                  </a:lnTo>
                  <a:cubicBezTo>
                    <a:pt x="1168" y="5471"/>
                    <a:pt x="1201" y="5505"/>
                    <a:pt x="1234" y="5505"/>
                  </a:cubicBezTo>
                  <a:lnTo>
                    <a:pt x="2936" y="6506"/>
                  </a:lnTo>
                  <a:lnTo>
                    <a:pt x="1835" y="4104"/>
                  </a:lnTo>
                  <a:lnTo>
                    <a:pt x="2702" y="1569"/>
                  </a:lnTo>
                  <a:lnTo>
                    <a:pt x="2702" y="1"/>
                  </a:ln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8" name="Google Shape;3368;p58"/>
            <p:cNvSpPr/>
            <p:nvPr/>
          </p:nvSpPr>
          <p:spPr>
            <a:xfrm>
              <a:off x="2327675" y="942775"/>
              <a:ext cx="73400" cy="162650"/>
            </a:xfrm>
            <a:custGeom>
              <a:rect b="b" l="l" r="r" t="t"/>
              <a:pathLst>
                <a:path extrusionOk="0" h="6506" w="2936">
                  <a:moveTo>
                    <a:pt x="2702" y="1"/>
                  </a:moveTo>
                  <a:lnTo>
                    <a:pt x="0" y="1535"/>
                  </a:lnTo>
                  <a:lnTo>
                    <a:pt x="0" y="3136"/>
                  </a:lnTo>
                  <a:lnTo>
                    <a:pt x="1168" y="5438"/>
                  </a:lnTo>
                  <a:cubicBezTo>
                    <a:pt x="1168" y="5471"/>
                    <a:pt x="1201" y="5505"/>
                    <a:pt x="1234" y="5505"/>
                  </a:cubicBezTo>
                  <a:lnTo>
                    <a:pt x="2936" y="6506"/>
                  </a:lnTo>
                  <a:lnTo>
                    <a:pt x="1835" y="4104"/>
                  </a:lnTo>
                  <a:lnTo>
                    <a:pt x="2702" y="1569"/>
                  </a:lnTo>
                  <a:lnTo>
                    <a:pt x="270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9" name="Google Shape;3369;p58"/>
            <p:cNvSpPr/>
            <p:nvPr/>
          </p:nvSpPr>
          <p:spPr>
            <a:xfrm>
              <a:off x="2210075" y="581475"/>
              <a:ext cx="352775" cy="524075"/>
            </a:xfrm>
            <a:custGeom>
              <a:rect b="b" l="l" r="r" t="t"/>
              <a:pathLst>
                <a:path extrusionOk="0" h="20963" w="14111">
                  <a:moveTo>
                    <a:pt x="11813" y="1"/>
                  </a:moveTo>
                  <a:cubicBezTo>
                    <a:pt x="11534" y="1"/>
                    <a:pt x="11259" y="59"/>
                    <a:pt x="11009" y="176"/>
                  </a:cubicBezTo>
                  <a:lnTo>
                    <a:pt x="835" y="6080"/>
                  </a:lnTo>
                  <a:cubicBezTo>
                    <a:pt x="368" y="6380"/>
                    <a:pt x="34" y="6914"/>
                    <a:pt x="1" y="7481"/>
                  </a:cubicBezTo>
                  <a:lnTo>
                    <a:pt x="1" y="18656"/>
                  </a:lnTo>
                  <a:cubicBezTo>
                    <a:pt x="34" y="19223"/>
                    <a:pt x="368" y="19757"/>
                    <a:pt x="835" y="20057"/>
                  </a:cubicBezTo>
                  <a:lnTo>
                    <a:pt x="1502" y="20457"/>
                  </a:lnTo>
                  <a:cubicBezTo>
                    <a:pt x="1752" y="20591"/>
                    <a:pt x="2036" y="20657"/>
                    <a:pt x="2319" y="20657"/>
                  </a:cubicBezTo>
                  <a:cubicBezTo>
                    <a:pt x="2603" y="20657"/>
                    <a:pt x="2886" y="20591"/>
                    <a:pt x="3136" y="20457"/>
                  </a:cubicBezTo>
                  <a:lnTo>
                    <a:pt x="6405" y="18556"/>
                  </a:lnTo>
                  <a:lnTo>
                    <a:pt x="7573" y="20891"/>
                  </a:lnTo>
                  <a:cubicBezTo>
                    <a:pt x="7604" y="20937"/>
                    <a:pt x="7664" y="20962"/>
                    <a:pt x="7725" y="20962"/>
                  </a:cubicBezTo>
                  <a:cubicBezTo>
                    <a:pt x="7797" y="20962"/>
                    <a:pt x="7871" y="20929"/>
                    <a:pt x="7906" y="20857"/>
                  </a:cubicBezTo>
                  <a:lnTo>
                    <a:pt x="9141" y="16988"/>
                  </a:lnTo>
                  <a:lnTo>
                    <a:pt x="13310" y="14553"/>
                  </a:lnTo>
                  <a:cubicBezTo>
                    <a:pt x="13777" y="14253"/>
                    <a:pt x="14078" y="13719"/>
                    <a:pt x="14111" y="13152"/>
                  </a:cubicBezTo>
                  <a:lnTo>
                    <a:pt x="14111" y="1977"/>
                  </a:lnTo>
                  <a:cubicBezTo>
                    <a:pt x="14078" y="1410"/>
                    <a:pt x="13777" y="876"/>
                    <a:pt x="13310" y="576"/>
                  </a:cubicBezTo>
                  <a:lnTo>
                    <a:pt x="12643" y="176"/>
                  </a:lnTo>
                  <a:cubicBezTo>
                    <a:pt x="12376" y="59"/>
                    <a:pt x="12093" y="1"/>
                    <a:pt x="11813" y="1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0" name="Google Shape;3370;p58"/>
            <p:cNvSpPr/>
            <p:nvPr/>
          </p:nvSpPr>
          <p:spPr>
            <a:xfrm>
              <a:off x="2210925" y="747650"/>
              <a:ext cx="74225" cy="349875"/>
            </a:xfrm>
            <a:custGeom>
              <a:rect b="b" l="l" r="r" t="t"/>
              <a:pathLst>
                <a:path extrusionOk="0" h="13995" w="2969">
                  <a:moveTo>
                    <a:pt x="2969" y="13877"/>
                  </a:moveTo>
                  <a:cubicBezTo>
                    <a:pt x="2964" y="13878"/>
                    <a:pt x="2960" y="13880"/>
                    <a:pt x="2955" y="13882"/>
                  </a:cubicBezTo>
                  <a:lnTo>
                    <a:pt x="2955" y="13882"/>
                  </a:lnTo>
                  <a:cubicBezTo>
                    <a:pt x="2960" y="13880"/>
                    <a:pt x="2964" y="13879"/>
                    <a:pt x="2969" y="13877"/>
                  </a:cubicBezTo>
                  <a:close/>
                  <a:moveTo>
                    <a:pt x="267" y="0"/>
                  </a:moveTo>
                  <a:cubicBezTo>
                    <a:pt x="100" y="267"/>
                    <a:pt x="34" y="534"/>
                    <a:pt x="34" y="801"/>
                  </a:cubicBezTo>
                  <a:lnTo>
                    <a:pt x="0" y="12009"/>
                  </a:lnTo>
                  <a:cubicBezTo>
                    <a:pt x="34" y="12576"/>
                    <a:pt x="334" y="13110"/>
                    <a:pt x="834" y="13410"/>
                  </a:cubicBezTo>
                  <a:lnTo>
                    <a:pt x="1501" y="13810"/>
                  </a:lnTo>
                  <a:cubicBezTo>
                    <a:pt x="1754" y="13937"/>
                    <a:pt x="2027" y="13995"/>
                    <a:pt x="2298" y="13995"/>
                  </a:cubicBezTo>
                  <a:cubicBezTo>
                    <a:pt x="2522" y="13995"/>
                    <a:pt x="2745" y="13955"/>
                    <a:pt x="2955" y="13882"/>
                  </a:cubicBezTo>
                  <a:lnTo>
                    <a:pt x="2955" y="13882"/>
                  </a:lnTo>
                  <a:cubicBezTo>
                    <a:pt x="2885" y="13906"/>
                    <a:pt x="2818" y="13917"/>
                    <a:pt x="2755" y="13917"/>
                  </a:cubicBezTo>
                  <a:cubicBezTo>
                    <a:pt x="2492" y="13917"/>
                    <a:pt x="2302" y="13715"/>
                    <a:pt x="2302" y="13343"/>
                  </a:cubicBezTo>
                  <a:lnTo>
                    <a:pt x="2302" y="2135"/>
                  </a:lnTo>
                  <a:cubicBezTo>
                    <a:pt x="2302" y="1835"/>
                    <a:pt x="2402" y="1568"/>
                    <a:pt x="2535" y="1335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1" name="Google Shape;3371;p58"/>
            <p:cNvSpPr/>
            <p:nvPr/>
          </p:nvSpPr>
          <p:spPr>
            <a:xfrm>
              <a:off x="2216750" y="581700"/>
              <a:ext cx="345275" cy="200150"/>
            </a:xfrm>
            <a:custGeom>
              <a:rect b="b" l="l" r="r" t="t"/>
              <a:pathLst>
                <a:path extrusionOk="0" h="8006" w="13811">
                  <a:moveTo>
                    <a:pt x="11546" y="0"/>
                  </a:moveTo>
                  <a:cubicBezTo>
                    <a:pt x="11267" y="0"/>
                    <a:pt x="10992" y="67"/>
                    <a:pt x="10742" y="200"/>
                  </a:cubicBezTo>
                  <a:lnTo>
                    <a:pt x="568" y="6071"/>
                  </a:lnTo>
                  <a:cubicBezTo>
                    <a:pt x="334" y="6238"/>
                    <a:pt x="134" y="6438"/>
                    <a:pt x="1" y="6705"/>
                  </a:cubicBezTo>
                  <a:lnTo>
                    <a:pt x="2302" y="8006"/>
                  </a:lnTo>
                  <a:cubicBezTo>
                    <a:pt x="2436" y="7739"/>
                    <a:pt x="2636" y="7539"/>
                    <a:pt x="2869" y="7372"/>
                  </a:cubicBezTo>
                  <a:lnTo>
                    <a:pt x="13043" y="1501"/>
                  </a:lnTo>
                  <a:cubicBezTo>
                    <a:pt x="13171" y="1432"/>
                    <a:pt x="13290" y="1399"/>
                    <a:pt x="13395" y="1399"/>
                  </a:cubicBezTo>
                  <a:cubicBezTo>
                    <a:pt x="13594" y="1399"/>
                    <a:pt x="13745" y="1517"/>
                    <a:pt x="13811" y="1735"/>
                  </a:cubicBezTo>
                  <a:cubicBezTo>
                    <a:pt x="13710" y="1268"/>
                    <a:pt x="13444" y="834"/>
                    <a:pt x="13043" y="601"/>
                  </a:cubicBezTo>
                  <a:lnTo>
                    <a:pt x="12376" y="200"/>
                  </a:lnTo>
                  <a:cubicBezTo>
                    <a:pt x="12109" y="67"/>
                    <a:pt x="11826" y="0"/>
                    <a:pt x="115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2" name="Google Shape;3372;p58"/>
            <p:cNvSpPr/>
            <p:nvPr/>
          </p:nvSpPr>
          <p:spPr>
            <a:xfrm>
              <a:off x="2312650" y="723450"/>
              <a:ext cx="206000" cy="273575"/>
            </a:xfrm>
            <a:custGeom>
              <a:rect b="b" l="l" r="r" t="t"/>
              <a:pathLst>
                <a:path extrusionOk="0" h="10943" w="8240">
                  <a:moveTo>
                    <a:pt x="4914" y="3061"/>
                  </a:moveTo>
                  <a:cubicBezTo>
                    <a:pt x="4955" y="3061"/>
                    <a:pt x="4996" y="3064"/>
                    <a:pt x="5038" y="3070"/>
                  </a:cubicBezTo>
                  <a:lnTo>
                    <a:pt x="5138" y="3070"/>
                  </a:lnTo>
                  <a:cubicBezTo>
                    <a:pt x="5438" y="3103"/>
                    <a:pt x="5705" y="3303"/>
                    <a:pt x="5838" y="3603"/>
                  </a:cubicBezTo>
                  <a:cubicBezTo>
                    <a:pt x="6239" y="4437"/>
                    <a:pt x="5772" y="5972"/>
                    <a:pt x="4871" y="6939"/>
                  </a:cubicBezTo>
                  <a:cubicBezTo>
                    <a:pt x="4537" y="7339"/>
                    <a:pt x="4104" y="7606"/>
                    <a:pt x="3637" y="7773"/>
                  </a:cubicBezTo>
                  <a:lnTo>
                    <a:pt x="3303" y="7773"/>
                  </a:lnTo>
                  <a:cubicBezTo>
                    <a:pt x="2936" y="7740"/>
                    <a:pt x="2603" y="7540"/>
                    <a:pt x="2469" y="7173"/>
                  </a:cubicBezTo>
                  <a:cubicBezTo>
                    <a:pt x="2402" y="7039"/>
                    <a:pt x="2336" y="6872"/>
                    <a:pt x="2336" y="6706"/>
                  </a:cubicBezTo>
                  <a:cubicBezTo>
                    <a:pt x="2336" y="6606"/>
                    <a:pt x="2336" y="6539"/>
                    <a:pt x="2336" y="6439"/>
                  </a:cubicBezTo>
                  <a:cubicBezTo>
                    <a:pt x="2402" y="5471"/>
                    <a:pt x="2803" y="4571"/>
                    <a:pt x="3470" y="3870"/>
                  </a:cubicBezTo>
                  <a:cubicBezTo>
                    <a:pt x="3670" y="3637"/>
                    <a:pt x="3904" y="3470"/>
                    <a:pt x="4137" y="3303"/>
                  </a:cubicBezTo>
                  <a:cubicBezTo>
                    <a:pt x="4237" y="3270"/>
                    <a:pt x="4304" y="3237"/>
                    <a:pt x="4371" y="3203"/>
                  </a:cubicBezTo>
                  <a:cubicBezTo>
                    <a:pt x="4535" y="3121"/>
                    <a:pt x="4722" y="3061"/>
                    <a:pt x="4914" y="3061"/>
                  </a:cubicBezTo>
                  <a:close/>
                  <a:moveTo>
                    <a:pt x="6172" y="1"/>
                  </a:moveTo>
                  <a:lnTo>
                    <a:pt x="5271" y="101"/>
                  </a:lnTo>
                  <a:cubicBezTo>
                    <a:pt x="5171" y="101"/>
                    <a:pt x="5104" y="168"/>
                    <a:pt x="5071" y="234"/>
                  </a:cubicBezTo>
                  <a:lnTo>
                    <a:pt x="4571" y="1535"/>
                  </a:lnTo>
                  <a:cubicBezTo>
                    <a:pt x="4537" y="1635"/>
                    <a:pt x="4471" y="1702"/>
                    <a:pt x="4371" y="1735"/>
                  </a:cubicBezTo>
                  <a:cubicBezTo>
                    <a:pt x="4170" y="1836"/>
                    <a:pt x="4004" y="1936"/>
                    <a:pt x="3803" y="2069"/>
                  </a:cubicBezTo>
                  <a:cubicBezTo>
                    <a:pt x="3770" y="2102"/>
                    <a:pt x="3737" y="2119"/>
                    <a:pt x="3708" y="2119"/>
                  </a:cubicBezTo>
                  <a:cubicBezTo>
                    <a:pt x="3678" y="2119"/>
                    <a:pt x="3653" y="2102"/>
                    <a:pt x="3637" y="2069"/>
                  </a:cubicBezTo>
                  <a:lnTo>
                    <a:pt x="3170" y="1369"/>
                  </a:lnTo>
                  <a:cubicBezTo>
                    <a:pt x="3156" y="1340"/>
                    <a:pt x="3130" y="1330"/>
                    <a:pt x="3102" y="1330"/>
                  </a:cubicBezTo>
                  <a:cubicBezTo>
                    <a:pt x="3064" y="1330"/>
                    <a:pt x="3022" y="1349"/>
                    <a:pt x="3003" y="1369"/>
                  </a:cubicBezTo>
                  <a:lnTo>
                    <a:pt x="2002" y="2436"/>
                  </a:lnTo>
                  <a:cubicBezTo>
                    <a:pt x="1935" y="2503"/>
                    <a:pt x="1902" y="2569"/>
                    <a:pt x="1902" y="2636"/>
                  </a:cubicBezTo>
                  <a:lnTo>
                    <a:pt x="2202" y="3603"/>
                  </a:lnTo>
                  <a:cubicBezTo>
                    <a:pt x="2202" y="3670"/>
                    <a:pt x="2202" y="3737"/>
                    <a:pt x="2136" y="3804"/>
                  </a:cubicBezTo>
                  <a:cubicBezTo>
                    <a:pt x="1969" y="4070"/>
                    <a:pt x="1835" y="4337"/>
                    <a:pt x="1702" y="4604"/>
                  </a:cubicBezTo>
                  <a:cubicBezTo>
                    <a:pt x="1635" y="4704"/>
                    <a:pt x="1569" y="4738"/>
                    <a:pt x="1468" y="4771"/>
                  </a:cubicBezTo>
                  <a:lnTo>
                    <a:pt x="635" y="4971"/>
                  </a:lnTo>
                  <a:cubicBezTo>
                    <a:pt x="534" y="5004"/>
                    <a:pt x="468" y="5071"/>
                    <a:pt x="434" y="5138"/>
                  </a:cubicBezTo>
                  <a:lnTo>
                    <a:pt x="34" y="6572"/>
                  </a:lnTo>
                  <a:cubicBezTo>
                    <a:pt x="1" y="6639"/>
                    <a:pt x="67" y="6706"/>
                    <a:pt x="134" y="6706"/>
                  </a:cubicBezTo>
                  <a:lnTo>
                    <a:pt x="901" y="6772"/>
                  </a:lnTo>
                  <a:cubicBezTo>
                    <a:pt x="914" y="6766"/>
                    <a:pt x="926" y="6764"/>
                    <a:pt x="938" y="6764"/>
                  </a:cubicBezTo>
                  <a:cubicBezTo>
                    <a:pt x="990" y="6764"/>
                    <a:pt x="1035" y="6818"/>
                    <a:pt x="1035" y="6872"/>
                  </a:cubicBezTo>
                  <a:cubicBezTo>
                    <a:pt x="1001" y="7139"/>
                    <a:pt x="1001" y="7373"/>
                    <a:pt x="1035" y="7640"/>
                  </a:cubicBezTo>
                  <a:cubicBezTo>
                    <a:pt x="1035" y="7706"/>
                    <a:pt x="1001" y="7806"/>
                    <a:pt x="968" y="7873"/>
                  </a:cubicBezTo>
                  <a:lnTo>
                    <a:pt x="67" y="8907"/>
                  </a:lnTo>
                  <a:cubicBezTo>
                    <a:pt x="34" y="8974"/>
                    <a:pt x="1" y="9041"/>
                    <a:pt x="34" y="9141"/>
                  </a:cubicBezTo>
                  <a:lnTo>
                    <a:pt x="434" y="10041"/>
                  </a:lnTo>
                  <a:cubicBezTo>
                    <a:pt x="468" y="10041"/>
                    <a:pt x="468" y="10075"/>
                    <a:pt x="468" y="10075"/>
                  </a:cubicBezTo>
                  <a:lnTo>
                    <a:pt x="501" y="10075"/>
                  </a:lnTo>
                  <a:cubicBezTo>
                    <a:pt x="534" y="10075"/>
                    <a:pt x="568" y="10041"/>
                    <a:pt x="601" y="10041"/>
                  </a:cubicBezTo>
                  <a:lnTo>
                    <a:pt x="1535" y="9207"/>
                  </a:lnTo>
                  <a:cubicBezTo>
                    <a:pt x="1584" y="9159"/>
                    <a:pt x="1633" y="9128"/>
                    <a:pt x="1682" y="9128"/>
                  </a:cubicBezTo>
                  <a:cubicBezTo>
                    <a:pt x="1700" y="9128"/>
                    <a:pt x="1717" y="9132"/>
                    <a:pt x="1735" y="9141"/>
                  </a:cubicBezTo>
                  <a:cubicBezTo>
                    <a:pt x="1869" y="9241"/>
                    <a:pt x="2002" y="9341"/>
                    <a:pt x="2169" y="9374"/>
                  </a:cubicBezTo>
                  <a:cubicBezTo>
                    <a:pt x="2236" y="9408"/>
                    <a:pt x="2269" y="9474"/>
                    <a:pt x="2236" y="9541"/>
                  </a:cubicBezTo>
                  <a:lnTo>
                    <a:pt x="1969" y="10842"/>
                  </a:lnTo>
                  <a:cubicBezTo>
                    <a:pt x="1935" y="10875"/>
                    <a:pt x="1969" y="10909"/>
                    <a:pt x="2002" y="10942"/>
                  </a:cubicBezTo>
                  <a:lnTo>
                    <a:pt x="2102" y="10942"/>
                  </a:lnTo>
                  <a:lnTo>
                    <a:pt x="3003" y="10842"/>
                  </a:lnTo>
                  <a:cubicBezTo>
                    <a:pt x="3070" y="10842"/>
                    <a:pt x="3136" y="10775"/>
                    <a:pt x="3203" y="10709"/>
                  </a:cubicBezTo>
                  <a:lnTo>
                    <a:pt x="3670" y="9408"/>
                  </a:lnTo>
                  <a:cubicBezTo>
                    <a:pt x="3737" y="9308"/>
                    <a:pt x="3803" y="9241"/>
                    <a:pt x="3870" y="9207"/>
                  </a:cubicBezTo>
                  <a:cubicBezTo>
                    <a:pt x="3970" y="9141"/>
                    <a:pt x="4070" y="9107"/>
                    <a:pt x="4170" y="9041"/>
                  </a:cubicBezTo>
                  <a:cubicBezTo>
                    <a:pt x="4270" y="9007"/>
                    <a:pt x="4337" y="8941"/>
                    <a:pt x="4437" y="8874"/>
                  </a:cubicBezTo>
                  <a:cubicBezTo>
                    <a:pt x="4487" y="8841"/>
                    <a:pt x="4529" y="8824"/>
                    <a:pt x="4562" y="8824"/>
                  </a:cubicBezTo>
                  <a:cubicBezTo>
                    <a:pt x="4596" y="8824"/>
                    <a:pt x="4621" y="8841"/>
                    <a:pt x="4637" y="8874"/>
                  </a:cubicBezTo>
                  <a:lnTo>
                    <a:pt x="5104" y="9574"/>
                  </a:lnTo>
                  <a:cubicBezTo>
                    <a:pt x="5114" y="9584"/>
                    <a:pt x="5127" y="9588"/>
                    <a:pt x="5141" y="9588"/>
                  </a:cubicBezTo>
                  <a:cubicBezTo>
                    <a:pt x="5174" y="9588"/>
                    <a:pt x="5214" y="9565"/>
                    <a:pt x="5238" y="9541"/>
                  </a:cubicBezTo>
                  <a:lnTo>
                    <a:pt x="6239" y="8507"/>
                  </a:lnTo>
                  <a:cubicBezTo>
                    <a:pt x="6305" y="8440"/>
                    <a:pt x="6339" y="8340"/>
                    <a:pt x="6305" y="8273"/>
                  </a:cubicBezTo>
                  <a:lnTo>
                    <a:pt x="6038" y="7339"/>
                  </a:lnTo>
                  <a:cubicBezTo>
                    <a:pt x="6038" y="7273"/>
                    <a:pt x="6038" y="7173"/>
                    <a:pt x="6105" y="7106"/>
                  </a:cubicBezTo>
                  <a:cubicBezTo>
                    <a:pt x="6272" y="6839"/>
                    <a:pt x="6405" y="6572"/>
                    <a:pt x="6539" y="6305"/>
                  </a:cubicBezTo>
                  <a:cubicBezTo>
                    <a:pt x="6605" y="6239"/>
                    <a:pt x="6672" y="6172"/>
                    <a:pt x="6772" y="6172"/>
                  </a:cubicBezTo>
                  <a:lnTo>
                    <a:pt x="7606" y="5938"/>
                  </a:lnTo>
                  <a:cubicBezTo>
                    <a:pt x="7673" y="5938"/>
                    <a:pt x="7773" y="5872"/>
                    <a:pt x="7806" y="5805"/>
                  </a:cubicBezTo>
                  <a:lnTo>
                    <a:pt x="8207" y="4337"/>
                  </a:lnTo>
                  <a:cubicBezTo>
                    <a:pt x="8240" y="4304"/>
                    <a:pt x="8207" y="4271"/>
                    <a:pt x="8173" y="4237"/>
                  </a:cubicBezTo>
                  <a:lnTo>
                    <a:pt x="8140" y="4237"/>
                  </a:lnTo>
                  <a:lnTo>
                    <a:pt x="7339" y="4204"/>
                  </a:lnTo>
                  <a:cubicBezTo>
                    <a:pt x="7273" y="4204"/>
                    <a:pt x="7206" y="4137"/>
                    <a:pt x="7239" y="4070"/>
                  </a:cubicBezTo>
                  <a:lnTo>
                    <a:pt x="7239" y="3704"/>
                  </a:lnTo>
                  <a:lnTo>
                    <a:pt x="7239" y="3303"/>
                  </a:lnTo>
                  <a:cubicBezTo>
                    <a:pt x="7239" y="3237"/>
                    <a:pt x="7239" y="3136"/>
                    <a:pt x="7306" y="3070"/>
                  </a:cubicBezTo>
                  <a:lnTo>
                    <a:pt x="8173" y="2036"/>
                  </a:lnTo>
                  <a:cubicBezTo>
                    <a:pt x="8240" y="1969"/>
                    <a:pt x="8240" y="1902"/>
                    <a:pt x="8240" y="1802"/>
                  </a:cubicBezTo>
                  <a:lnTo>
                    <a:pt x="7806" y="902"/>
                  </a:lnTo>
                  <a:cubicBezTo>
                    <a:pt x="7806" y="902"/>
                    <a:pt x="7806" y="868"/>
                    <a:pt x="7773" y="868"/>
                  </a:cubicBezTo>
                  <a:cubicBezTo>
                    <a:pt x="7740" y="868"/>
                    <a:pt x="7706" y="868"/>
                    <a:pt x="7640" y="902"/>
                  </a:cubicBezTo>
                  <a:lnTo>
                    <a:pt x="6739" y="1735"/>
                  </a:lnTo>
                  <a:cubicBezTo>
                    <a:pt x="6698" y="1777"/>
                    <a:pt x="6656" y="1805"/>
                    <a:pt x="6615" y="1805"/>
                  </a:cubicBezTo>
                  <a:cubicBezTo>
                    <a:pt x="6590" y="1805"/>
                    <a:pt x="6564" y="1794"/>
                    <a:pt x="6539" y="1769"/>
                  </a:cubicBezTo>
                  <a:cubicBezTo>
                    <a:pt x="6405" y="1669"/>
                    <a:pt x="6272" y="1602"/>
                    <a:pt x="6105" y="1569"/>
                  </a:cubicBezTo>
                  <a:cubicBezTo>
                    <a:pt x="6038" y="1535"/>
                    <a:pt x="6005" y="1469"/>
                    <a:pt x="6005" y="1402"/>
                  </a:cubicBezTo>
                  <a:lnTo>
                    <a:pt x="6305" y="101"/>
                  </a:lnTo>
                  <a:cubicBezTo>
                    <a:pt x="6305" y="68"/>
                    <a:pt x="6305" y="34"/>
                    <a:pt x="62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6" name="Shape 3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7" name="Google Shape;3377;p59"/>
          <p:cNvSpPr txBox="1"/>
          <p:nvPr>
            <p:ph idx="1" type="body"/>
          </p:nvPr>
        </p:nvSpPr>
        <p:spPr>
          <a:xfrm>
            <a:off x="930575" y="1115400"/>
            <a:ext cx="3762900" cy="40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Centralizar el inventario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Mejorar el control de activos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Gestionar incidencias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Aumentar la trazabilidad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Optimizar procesos de gestión 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8" name="Google Shape;3378;p59"/>
          <p:cNvSpPr txBox="1"/>
          <p:nvPr>
            <p:ph type="title"/>
          </p:nvPr>
        </p:nvSpPr>
        <p:spPr>
          <a:xfrm>
            <a:off x="225675" y="310425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INVEN permite:</a:t>
            </a:r>
            <a:endParaRPr b="1"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79" name="Google Shape;3379;p59" title="IvenFavIcon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6850" y="862113"/>
            <a:ext cx="3419274" cy="3419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3" name="Shape 3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4" name="Google Shape;3384;p60"/>
          <p:cNvSpPr txBox="1"/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5" name="Google Shape;3385;p60"/>
          <p:cNvSpPr txBox="1"/>
          <p:nvPr>
            <p:ph idx="1" type="body"/>
          </p:nvPr>
        </p:nvSpPr>
        <p:spPr>
          <a:xfrm>
            <a:off x="622000" y="1357200"/>
            <a:ext cx="7784700" cy="3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386" name="Google Shape;3386;p60" title="200w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8725" y="-670850"/>
            <a:ext cx="10439400" cy="693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sometric SEO Strategy by Slidesgo">
  <a:themeElements>
    <a:clrScheme name="Simple Light">
      <a:dk1>
        <a:srgbClr val="000000"/>
      </a:dk1>
      <a:lt1>
        <a:srgbClr val="FFFFFF"/>
      </a:lt1>
      <a:dk2>
        <a:srgbClr val="434343"/>
      </a:dk2>
      <a:lt2>
        <a:srgbClr val="F3F3F3"/>
      </a:lt2>
      <a:accent1>
        <a:srgbClr val="FFC100"/>
      </a:accent1>
      <a:accent2>
        <a:srgbClr val="000000"/>
      </a:accent2>
      <a:accent3>
        <a:srgbClr val="434343"/>
      </a:accent3>
      <a:accent4>
        <a:srgbClr val="F3F3F3"/>
      </a:accent4>
      <a:accent5>
        <a:srgbClr val="FFC100"/>
      </a:accent5>
      <a:accent6>
        <a:srgbClr val="000000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